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439.xml"/>
  <Override ContentType="application/vnd.openxmlformats-officedocument.presentationml.slideLayout+xml" PartName="/ppt/slideLayouts/slideLayout447.xml"/>
  <Override ContentType="application/vnd.openxmlformats-officedocument.presentationml.slideLayout+xml" PartName="/ppt/slideLayouts/slideLayout366.xml"/>
  <Override ContentType="application/vnd.openxmlformats-officedocument.presentationml.slideLayout+xml" PartName="/ppt/slideLayouts/slideLayout455.xml"/>
  <Override ContentType="application/vnd.openxmlformats-officedocument.presentationml.slideLayout+xml" PartName="/ppt/slideLayouts/slideLayout96.xml"/>
  <Override ContentType="application/vnd.openxmlformats-officedocument.presentationml.slideLayout+xml" PartName="/ppt/slideLayouts/slideLayout358.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471.xml"/>
  <Override ContentType="application/vnd.openxmlformats-officedocument.presentationml.slideLayout+xml" PartName="/ppt/slideLayouts/slideLayout382.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463.xml"/>
  <Override ContentType="application/vnd.openxmlformats-officedocument.presentationml.slideLayout+xml" PartName="/ppt/slideLayouts/slideLayout188.xml"/>
  <Override ContentType="application/vnd.openxmlformats-officedocument.presentationml.slideLayout+xml" PartName="/ppt/slideLayouts/slideLayout374.xml"/>
  <Override ContentType="application/vnd.openxmlformats-officedocument.presentationml.slideLayout+xml" PartName="/ppt/slideLayouts/slideLayout165.xml"/>
  <Override ContentType="application/vnd.openxmlformats-officedocument.presentationml.slideLayout+xml" PartName="/ppt/slideLayouts/slideLayout343.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390.xml"/>
  <Override ContentType="application/vnd.openxmlformats-officedocument.presentationml.slideLayout+xml" PartName="/ppt/slideLayouts/slideLayout293.xml"/>
  <Override ContentType="application/vnd.openxmlformats-officedocument.presentationml.slideLayout+xml" PartName="/ppt/slideLayouts/slideLayout440.xml"/>
  <Override ContentType="application/vnd.openxmlformats-officedocument.presentationml.slideLayout+xml" PartName="/ppt/slideLayouts/slideLayout49.xml"/>
  <Override ContentType="application/vnd.openxmlformats-officedocument.presentationml.slideLayout+xml" PartName="/ppt/slideLayouts/slideLayout319.xml"/>
  <Override ContentType="application/vnd.openxmlformats-officedocument.presentationml.slideLayout+xml" PartName="/ppt/slideLayouts/slideLayout117.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41.xml"/>
  <Override ContentType="application/vnd.openxmlformats-officedocument.presentationml.slideLayout+xml" PartName="/ppt/slideLayouts/slideLayout478.xml"/>
  <Override ContentType="application/vnd.openxmlformats-officedocument.presentationml.slideLayout+xml" PartName="/ppt/slideLayouts/slideLayout214.xml"/>
  <Override ContentType="application/vnd.openxmlformats-officedocument.presentationml.slideLayout+xml" PartName="/ppt/slideLayouts/slideLayout150.xml"/>
  <Override ContentType="application/vnd.openxmlformats-officedocument.presentationml.slideLayout+xml" PartName="/ppt/slideLayouts/slideLayout133.xml"/>
  <Override ContentType="application/vnd.openxmlformats-officedocument.presentationml.slideLayout+xml" PartName="/ppt/slideLayouts/slideLayout494.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238.xml"/>
  <Override ContentType="application/vnd.openxmlformats-officedocument.presentationml.slideLayout+xml" PartName="/ppt/slideLayouts/slideLayout424.xml"/>
  <Override ContentType="application/vnd.openxmlformats-officedocument.presentationml.slideLayout+xml" PartName="/ppt/slideLayouts/slideLayout73.xml"/>
  <Override ContentType="application/vnd.openxmlformats-officedocument.presentationml.slideLayout+xml" PartName="/ppt/slideLayouts/slideLayout415.xml"/>
  <Override ContentType="application/vnd.openxmlformats-officedocument.presentationml.slideLayout+xml" PartName="/ppt/slideLayouts/slideLayout351.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407.xml"/>
  <Override ContentType="application/vnd.openxmlformats-officedocument.presentationml.slideLayout+xml" PartName="/ppt/slideLayouts/slideLayout432.xml"/>
  <Override ContentType="application/vnd.openxmlformats-officedocument.presentationml.slideLayout+xml" PartName="/ppt/slideLayouts/slideLayout304.xml"/>
  <Override ContentType="application/vnd.openxmlformats-officedocument.presentationml.slideLayout+xml" PartName="/ppt/slideLayouts/slideLayout334.xml"/>
  <Override ContentType="application/vnd.openxmlformats-officedocument.presentationml.slideLayout+xml" PartName="/ppt/slideLayouts/slideLayout505.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486.xml"/>
  <Override ContentType="application/vnd.openxmlformats-officedocument.presentationml.slideLayout+xml" PartName="/ppt/slideLayouts/slideLayout88.xml"/>
  <Override ContentType="application/vnd.openxmlformats-officedocument.presentationml.slideLayout+xml" PartName="/ppt/slideLayouts/slideLayout270.xml"/>
  <Override ContentType="application/vnd.openxmlformats-officedocument.presentationml.slideLayout+xml" PartName="/ppt/slideLayouts/slideLayout253.xml"/>
  <Override ContentType="application/vnd.openxmlformats-officedocument.presentationml.slideLayout+xml" PartName="/ppt/slideLayouts/slideLayout400.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464.xml"/>
  <Override ContentType="application/vnd.openxmlformats-officedocument.presentationml.slideLayout+xml" PartName="/ppt/slideLayouts/slideLayout367.xml"/>
  <Override ContentType="application/vnd.openxmlformats-officedocument.presentationml.slideLayout+xml" PartName="/ppt/slideLayouts/slideLayout103.xml"/>
  <Override ContentType="application/vnd.openxmlformats-officedocument.presentationml.slideLayout+xml" PartName="/ppt/slideLayouts/slideLayout89.xml"/>
  <Override ContentType="application/vnd.openxmlformats-officedocument.presentationml.slideLayout+xml" PartName="/ppt/slideLayouts/slideLayout446.xml"/>
  <Override ContentType="application/vnd.openxmlformats-officedocument.presentationml.slideLayout+xml" PartName="/ppt/slideLayouts/slideLayout357.xml"/>
  <Override ContentType="application/vnd.openxmlformats-officedocument.presentationml.slideLayout+xml" PartName="/ppt/slideLayouts/slideLayout180.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391.xml"/>
  <Override ContentType="application/vnd.openxmlformats-officedocument.presentationml.slideLayout+xml" PartName="/ppt/slideLayouts/slideLayout480.xml"/>
  <Override ContentType="application/vnd.openxmlformats-officedocument.presentationml.slideLayout+xml" PartName="/ppt/slideLayouts/slideLayout268.xml"/>
  <Override ContentType="application/vnd.openxmlformats-officedocument.presentationml.slideLayout+xml" PartName="/ppt/slideLayouts/slideLayout294.xml"/>
  <Override ContentType="application/vnd.openxmlformats-officedocument.presentationml.slideLayout+xml" PartName="/ppt/slideLayouts/slideLayout18.xml"/>
  <Override ContentType="application/vnd.openxmlformats-officedocument.presentationml.slideLayout+xml" PartName="/ppt/slideLayouts/slideLayout318.xml"/>
  <Override ContentType="application/vnd.openxmlformats-officedocument.presentationml.slideLayout+xml" PartName="/ppt/slideLayouts/slideLayout470.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479.xml"/>
  <Override ContentType="application/vnd.openxmlformats-officedocument.presentationml.slideLayout+xml" PartName="/ppt/slideLayouts/slideLayout245.xml"/>
  <Override ContentType="application/vnd.openxmlformats-officedocument.presentationml.slideLayout+xml" PartName="/ppt/slideLayouts/slideLayout373.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495.xml"/>
  <Override ContentType="application/vnd.openxmlformats-officedocument.presentationml.slideLayout+xml" PartName="/ppt/slideLayouts/slideLayout231.xml"/>
  <Override ContentType="application/vnd.openxmlformats-officedocument.presentationml.slideLayout+xml" PartName="/ppt/slideLayouts/slideLayout342.xml"/>
  <Override ContentType="application/vnd.openxmlformats-officedocument.presentationml.slideLayout+xml" PartName="/ppt/slideLayouts/slideLayout230.xml"/>
  <Override ContentType="application/vnd.openxmlformats-officedocument.presentationml.slideLayout+xml" PartName="/ppt/slideLayouts/slideLayout485.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425.xml"/>
  <Override ContentType="application/vnd.openxmlformats-officedocument.presentationml.slideLayout+xml" PartName="/ppt/slideLayouts/slideLayout7.xml"/>
  <Override ContentType="application/vnd.openxmlformats-officedocument.presentationml.slideLayout+xml" PartName="/ppt/slideLayouts/slideLayout299.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263.xml"/>
  <Override ContentType="application/vnd.openxmlformats-officedocument.presentationml.slideLayout+xml" PartName="/ppt/slideLayouts/slideLayout352.xml"/>
  <Override ContentType="application/vnd.openxmlformats-officedocument.presentationml.slideLayout+xml" PartName="/ppt/slideLayouts/slideLayout335.xml"/>
  <Override ContentType="application/vnd.openxmlformats-officedocument.presentationml.slideLayout+xml" PartName="/ppt/slideLayouts/slideLayout246.xml"/>
  <Override ContentType="application/vnd.openxmlformats-officedocument.presentationml.slideLayout+xml" PartName="/ppt/slideLayouts/slideLayout504.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431.xml"/>
  <Override ContentType="application/vnd.openxmlformats-officedocument.presentationml.slideLayout+xml" PartName="/ppt/slideLayouts/slideLayout57.xml"/>
  <Override ContentType="application/vnd.openxmlformats-officedocument.presentationml.slideLayout+xml" PartName="/ppt/slideLayouts/slideLayout414.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408.xml"/>
  <Override ContentType="application/vnd.openxmlformats-officedocument.presentationml.slideLayout+xml" PartName="/ppt/slideLayouts/slideLayout173.xml"/>
  <Override ContentType="application/vnd.openxmlformats-officedocument.presentationml.slideLayout+xml" PartName="/ppt/slideLayouts/slideLayout389.xml"/>
  <Override ContentType="application/vnd.openxmlformats-officedocument.presentationml.slideLayout+xml" PartName="/ppt/slideLayouts/slideLayout320.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481.xml"/>
  <Override ContentType="application/vnd.openxmlformats-officedocument.presentationml.slideLayout+xml" PartName="/ppt/slideLayouts/slideLayout384.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06.xml"/>
  <Override ContentType="application/vnd.openxmlformats-officedocument.presentationml.slideLayout+xml" PartName="/ppt/slideLayouts/slideLayout305.xml"/>
  <Override ContentType="application/vnd.openxmlformats-officedocument.presentationml.slideLayout+xml" PartName="/ppt/slideLayouts/slideLayout348.xml"/>
  <Override ContentType="application/vnd.openxmlformats-officedocument.presentationml.slideLayout+xml" PartName="/ppt/slideLayouts/slideLayout47.xml"/>
  <Override ContentType="application/vnd.openxmlformats-officedocument.presentationml.slideLayout+xml" PartName="/ppt/slideLayouts/slideLayout399.xml"/>
  <Override ContentType="application/vnd.openxmlformats-officedocument.presentationml.slideLayout+xml" PartName="/ppt/slideLayouts/slideLayout356.xml"/>
  <Override ContentType="application/vnd.openxmlformats-officedocument.presentationml.slideLayout+xml" PartName="/ppt/slideLayouts/slideLayout496.xml"/>
  <Override ContentType="application/vnd.openxmlformats-officedocument.presentationml.slideLayout+xml" PartName="/ppt/slideLayouts/slideLayout5.xml"/>
  <Override ContentType="application/vnd.openxmlformats-officedocument.presentationml.slideLayout+xml" PartName="/ppt/slideLayouts/slideLayout410.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449.xml"/>
  <Override ContentType="application/vnd.openxmlformats-officedocument.presentationml.slideLayout+xml" PartName="/ppt/slideLayouts/slideLayout429.xml"/>
  <Override ContentType="application/vnd.openxmlformats-officedocument.presentationml.slideLayout+xml" PartName="/ppt/slideLayouts/slideLayout35.xml"/>
  <Override ContentType="application/vnd.openxmlformats-officedocument.presentationml.slideLayout+xml" PartName="/ppt/slideLayouts/slideLayout228.xml"/>
  <Override ContentType="application/vnd.openxmlformats-officedocument.presentationml.slideLayout+xml" PartName="/ppt/slideLayouts/slideLayout280.xml"/>
  <Override ContentType="application/vnd.openxmlformats-officedocument.presentationml.slideLayout+xml" PartName="/ppt/slideLayouts/slideLayout453.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325.xml"/>
  <Override ContentType="application/vnd.openxmlformats-officedocument.presentationml.slideLayout+xml" PartName="/ppt/slideLayouts/slideLayout341.xml"/>
  <Override ContentType="application/vnd.openxmlformats-officedocument.presentationml.slideLayout+xml" PartName="/ppt/slideLayouts/slideLayout368.xml"/>
  <Override ContentType="application/vnd.openxmlformats-officedocument.presentationml.slideLayout+xml" PartName="/ppt/slideLayouts/slideLayout477.xml"/>
  <Override ContentType="application/vnd.openxmlformats-officedocument.presentationml.slideLayout+xml" PartName="/ppt/slideLayouts/slideLayout328.xml"/>
  <Override ContentType="application/vnd.openxmlformats-officedocument.presentationml.slideLayout+xml" PartName="/ppt/slideLayouts/slideLayout353.xml"/>
  <Override ContentType="application/vnd.openxmlformats-officedocument.presentationml.slideLayout+xml" PartName="/ppt/slideLayouts/slideLayout434.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507.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441.xml"/>
  <Override ContentType="application/vnd.openxmlformats-officedocument.presentationml.slideLayout+xml" PartName="/ppt/slideLayouts/slideLayout298.xml"/>
  <Override ContentType="application/vnd.openxmlformats-officedocument.presentationml.slideLayout+xml" PartName="/ppt/slideLayouts/slideLayout484.xml"/>
  <Override ContentType="application/vnd.openxmlformats-officedocument.presentationml.slideLayout+xml" PartName="/ppt/slideLayouts/slideLayout247.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396.xml"/>
  <Override ContentType="application/vnd.openxmlformats-officedocument.presentationml.slideLayout+xml" PartName="/ppt/slideLayouts/slideLayout255.xml"/>
  <Override ContentType="application/vnd.openxmlformats-officedocument.presentationml.slideLayout+xml" PartName="/ppt/slideLayouts/slideLayout381.xml"/>
  <Override ContentType="application/vnd.openxmlformats-officedocument.presentationml.slideLayout+xml" PartName="/ppt/slideLayouts/slideLayout127.xml"/>
  <Override ContentType="application/vnd.openxmlformats-officedocument.presentationml.slideLayout+xml" PartName="/ppt/slideLayouts/slideLayout174.xml"/>
  <Override ContentType="application/vnd.openxmlformats-officedocument.presentationml.slideLayout+xml" PartName="/ppt/slideLayouts/slideLayout462.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240.xml"/>
  <Override ContentType="application/vnd.openxmlformats-officedocument.presentationml.slideLayout+xml" PartName="/ppt/slideLayouts/slideLayout413.xml"/>
  <Override ContentType="application/vnd.openxmlformats-officedocument.presentationml.slideLayout+xml" PartName="/ppt/slideLayouts/slideLayout283.xml"/>
  <Override ContentType="application/vnd.openxmlformats-officedocument.presentationml.slideLayout+xml" PartName="/ppt/slideLayouts/slideLayout456.xml"/>
  <Override ContentType="application/vnd.openxmlformats-officedocument.presentationml.slideLayout+xml" PartName="/ppt/slideLayouts/slideLayout112.xml"/>
  <Override ContentType="application/vnd.openxmlformats-officedocument.presentationml.slideLayout+xml" PartName="/ppt/slideLayouts/slideLayout75.xml"/>
  <Override ContentType="application/vnd.openxmlformats-officedocument.presentationml.slideLayout+xml" PartName="/ppt/slideLayouts/slideLayout469.xml"/>
  <Override ContentType="application/vnd.openxmlformats-officedocument.presentationml.slideLayout+xml" PartName="/ppt/slideLayouts/slideLayout426.xml"/>
  <Override ContentType="application/vnd.openxmlformats-officedocument.presentationml.slideLayout+xml" PartName="/ppt/slideLayouts/slideLayout32.xml"/>
  <Override ContentType="application/vnd.openxmlformats-officedocument.presentationml.slideLayout+xml" PartName="/ppt/slideLayouts/slideLayout375.xml"/>
  <Override ContentType="application/vnd.openxmlformats-officedocument.presentationml.slideLayout+xml" PartName="/ppt/slideLayouts/slideLayout3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40.xml"/>
  <Override ContentType="application/vnd.openxmlformats-officedocument.presentationml.slideLayout+xml" PartName="/ppt/slideLayouts/slideLayout306.xml"/>
  <Override ContentType="application/vnd.openxmlformats-officedocument.presentationml.slideLayout+xml" PartName="/ppt/slideLayouts/slideLayout349.xml"/>
  <Override ContentType="application/vnd.openxmlformats-officedocument.presentationml.slideLayout+xml" PartName="/ppt/slideLayouts/slideLayout411.xml"/>
  <Override ContentType="application/vnd.openxmlformats-officedocument.presentationml.slideLayout+xml" PartName="/ppt/slideLayouts/slideLayout233.xml"/>
  <Override ContentType="application/vnd.openxmlformats-officedocument.presentationml.slideLayout+xml" PartName="/ppt/slideLayouts/slideLayout383.xml"/>
  <Override ContentType="application/vnd.openxmlformats-officedocument.presentationml.slideLayout+xml" PartName="/ppt/slideLayouts/slideLayout497.xml"/>
  <Override ContentType="application/vnd.openxmlformats-officedocument.presentationml.slideLayout+xml" PartName="/ppt/slideLayouts/slideLayout454.xml"/>
  <Override ContentType="application/vnd.openxmlformats-officedocument.presentationml.slideLayout+xml" PartName="/ppt/slideLayouts/slideLayout60.xml"/>
  <Override ContentType="application/vnd.openxmlformats-officedocument.presentationml.slideLayout+xml" PartName="/ppt/slideLayouts/slideLayout32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369.xml"/>
  <Override ContentType="application/vnd.openxmlformats-officedocument.presentationml.slideLayout+xml" PartName="/ppt/slideLayouts/slideLayout276.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360.xml"/>
  <Override ContentType="application/vnd.openxmlformats-officedocument.presentationml.slideLayout+xml" PartName="/ppt/slideLayouts/slideLayout261.xml"/>
  <Override ContentType="application/vnd.openxmlformats-officedocument.presentationml.slideLayout+xml" PartName="/ppt/slideLayouts/slideLayout4.xml"/>
  <Override ContentType="application/vnd.openxmlformats-officedocument.presentationml.slideLayout+xml" PartName="/ppt/slideLayouts/slideLayout398.xml"/>
  <Override ContentType="application/vnd.openxmlformats-officedocument.presentationml.slideLayout+xml" PartName="/ppt/slideLayouts/slideLayout355.xml"/>
  <Override ContentType="application/vnd.openxmlformats-officedocument.presentationml.slideLayout+xml" PartName="/ppt/slideLayouts/slideLayout405.xml"/>
  <Override ContentType="application/vnd.openxmlformats-officedocument.presentationml.slideLayout+xml" PartName="/ppt/slideLayouts/slideLayout312.xml"/>
  <Override ContentType="application/vnd.openxmlformats-officedocument.presentationml.slideLayout+xml" PartName="/ppt/slideLayouts/slideLayout448.xml"/>
  <Override ContentType="application/vnd.openxmlformats-officedocument.presentationml.slideLayout+xml" PartName="/ppt/slideLayouts/slideLayout227.xml"/>
  <Override ContentType="application/vnd.openxmlformats-officedocument.presentationml.slideLayout+xml" PartName="/ppt/slideLayouts/slideLayout482.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354.xml"/>
  <Override ContentType="application/vnd.openxmlformats-officedocument.presentationml.slideLayout+xml" PartName="/ppt/slideLayouts/slideLayout282.xml"/>
  <Override ContentType="application/vnd.openxmlformats-officedocument.presentationml.slideLayout+xml" PartName="/ppt/slideLayouts/slideLayout397.xml"/>
  <Override ContentType="application/vnd.openxmlformats-officedocument.presentationml.slideLayout+xml" PartName="/ppt/slideLayouts/slideLayout76.xml"/>
  <Override ContentType="application/vnd.openxmlformats-officedocument.presentationml.slideLayout+xml" PartName="/ppt/slideLayouts/slideLayout33.xml"/>
  <Override ContentType="application/vnd.openxmlformats-officedocument.presentationml.slideLayout+xml" PartName="/ppt/slideLayouts/slideLayout476.xml"/>
  <Override ContentType="application/vnd.openxmlformats-officedocument.presentationml.slideLayout+xml" PartName="/ppt/slideLayouts/slideLayout327.xml"/>
  <Override ContentType="application/vnd.openxmlformats-officedocument.presentationml.slideLayout+xml" PartName="/ppt/slideLayouts/slideLayout433.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361.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461.xml"/>
  <Override ContentType="application/vnd.openxmlformats-officedocument.presentationml.slideLayout+xml" PartName="/ppt/slideLayouts/slideLayout126.xml"/>
  <Override ContentType="application/vnd.openxmlformats-officedocument.presentationml.slideLayout+xml" PartName="/ppt/slideLayouts/slideLayout254.xml"/>
  <Override ContentType="application/vnd.openxmlformats-officedocument.presentationml.slideLayout+xml" PartName="/ppt/slideLayouts/slideLayout427.xml"/>
  <Override ContentType="application/vnd.openxmlformats-officedocument.presentationml.slideLayout+xml" PartName="/ppt/slideLayouts/slideLayout169.xml"/>
  <Override ContentType="application/vnd.openxmlformats-officedocument.presentationml.slideLayout+xml" PartName="/ppt/slideLayouts/slideLayout27.xml"/>
  <Override ContentType="application/vnd.openxmlformats-officedocument.presentationml.slideLayout+xml" PartName="/ppt/slideLayouts/slideLayout376.xml"/>
  <Override ContentType="application/vnd.openxmlformats-officedocument.presentationml.slideLayout+xml" PartName="/ppt/slideLayouts/slideLayout160.xml"/>
  <Override ContentType="application/vnd.openxmlformats-officedocument.presentationml.slideLayout+xml" PartName="/ppt/slideLayouts/slideLayout333.xml"/>
  <Override ContentType="application/vnd.openxmlformats-officedocument.presentationml.slideLayout+xml" PartName="/ppt/slideLayouts/slideLayout506.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404.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501.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323.xml"/>
  <Override ContentType="application/vnd.openxmlformats-officedocument.presentationml.slideLayout+xml" PartName="/ppt/slideLayouts/slideLayout498.xml"/>
  <Override ContentType="application/vnd.openxmlformats-officedocument.presentationml.slideLayout+xml" PartName="/ppt/slideLayouts/slideLayout226.xml"/>
  <Override ContentType="application/vnd.openxmlformats-officedocument.presentationml.slideLayout+xml" PartName="/ppt/slideLayouts/slideLayout412.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34.xml"/>
  <Override ContentType="application/vnd.openxmlformats-officedocument.presentationml.slideLayout+xml" PartName="/ppt/slideLayouts/slideLayout420.xml"/>
  <Override ContentType="application/vnd.openxmlformats-officedocument.presentationml.slideLayout+xml" PartName="/ppt/slideLayouts/slideLayout331.xml"/>
  <Override ContentType="application/vnd.openxmlformats-officedocument.presentationml.slideLayout+xml" PartName="/ppt/slideLayouts/slideLayout242.xml"/>
  <Override ContentType="application/vnd.openxmlformats-officedocument.presentationml.slideLayout+xml" PartName="/ppt/slideLayouts/slideLayout483.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386.xml"/>
  <Override ContentType="application/vnd.openxmlformats-officedocument.presentationml.slideLayout+xml" PartName="/ppt/slideLayouts/slideLayout122.xml"/>
  <Override ContentType="application/vnd.openxmlformats-officedocument.presentationml.slideLayout+xml" PartName="/ppt/slideLayouts/slideLayout338.xml"/>
  <Override ContentType="application/vnd.openxmlformats-officedocument.presentationml.slideLayout+xml" PartName="/ppt/slideLayouts/slideLayout53.xml"/>
  <Override ContentType="application/vnd.openxmlformats-officedocument.presentationml.slideLayout+xml" PartName="/ppt/slideLayouts/slideLayout435.xml"/>
  <Override ContentType="application/vnd.openxmlformats-officedocument.presentationml.slideLayout+xml" PartName="/ppt/slideLayouts/slideLayout257.xml"/>
  <Override ContentType="application/vnd.openxmlformats-officedocument.presentationml.slideLayout+xml" PartName="/ppt/slideLayouts/slideLayout84.xml"/>
  <Override ContentType="application/vnd.openxmlformats-officedocument.presentationml.slideLayout+xml" PartName="/ppt/slideLayouts/slideLayout370.xml"/>
  <Override ContentType="application/vnd.openxmlformats-officedocument.presentationml.slideLayout+xml" PartName="/ppt/slideLayouts/slideLayout92.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362.xml"/>
  <Override ContentType="application/vnd.openxmlformats-officedocument.presentationml.slideLayout+xml" PartName="/ppt/slideLayouts/slideLayout451.xml"/>
  <Override ContentType="application/vnd.openxmlformats-officedocument.presentationml.slideLayout+xml" PartName="/ppt/slideLayouts/slideLayout17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428.xml"/>
  <Override ContentType="application/vnd.openxmlformats-officedocument.presentationml.slideLayout+xml" PartName="/ppt/slideLayouts/slideLayout467.xml"/>
  <Override ContentType="application/vnd.openxmlformats-officedocument.presentationml.slideLayout+xml" PartName="/ppt/slideLayouts/slideLayout458.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475.xml"/>
  <Override ContentType="application/vnd.openxmlformats-officedocument.presentationml.slideLayout+xml" PartName="/ppt/slideLayouts/slideLayout394.xml"/>
  <Override ContentType="application/vnd.openxmlformats-officedocument.presentationml.slideLayout+xml" PartName="/ppt/slideLayouts/slideLayout13.xml"/>
  <Override ContentType="application/vnd.openxmlformats-officedocument.presentationml.slideLayout+xml" PartName="/ppt/slideLayouts/slideLayout347.xml"/>
  <Override ContentType="application/vnd.openxmlformats-officedocument.presentationml.slideLayout+xml" PartName="/ppt/slideLayouts/slideLayout377.xml"/>
  <Override ContentType="application/vnd.openxmlformats-officedocument.presentationml.slideLayout+xml" PartName="/ppt/slideLayouts/slideLayout161.xml"/>
  <Override ContentType="application/vnd.openxmlformats-officedocument.presentationml.slideLayout+xml" PartName="/ppt/slideLayouts/slideLayout490.xml"/>
  <Override ContentType="application/vnd.openxmlformats-officedocument.presentationml.slideLayout+xml" PartName="/ppt/slideLayouts/slideLayout266.xml"/>
  <Override ContentType="application/vnd.openxmlformats-officedocument.presentationml.slideLayout+xml" PartName="/ppt/slideLayouts/slideLayout460.xml"/>
  <Override ContentType="application/vnd.openxmlformats-officedocument.presentationml.slideLayout+xml" PartName="/ppt/slideLayouts/slideLayout249.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43.xml"/>
  <Override ContentType="application/vnd.openxmlformats-officedocument.presentationml.slideLayout+xml" PartName="/ppt/slideLayouts/slideLayout45.xml"/>
  <Override ContentType="application/vnd.openxmlformats-officedocument.presentationml.slideLayout+xml" PartName="/ppt/slideLayouts/slideLayout296.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421.xml"/>
  <Override ContentType="application/vnd.openxmlformats-officedocument.presentationml.slideLayout+xml" PartName="/ppt/slideLayouts/slideLayout499.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500.xml"/>
  <Override ContentType="application/vnd.openxmlformats-officedocument.presentationml.slideLayout+xml" PartName="/ppt/slideLayouts/slideLayout128.xml"/>
  <Override ContentType="application/vnd.openxmlformats-officedocument.presentationml.slideLayout+xml" PartName="/ppt/slideLayouts/slideLayout489.xml"/>
  <Override ContentType="application/vnd.openxmlformats-officedocument.presentationml.slideLayout+xml" PartName="/ppt/slideLayouts/slideLayout403.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162.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339.xml"/>
  <Override ContentType="application/vnd.openxmlformats-officedocument.presentationml.slideLayout+xml" PartName="/ppt/slideLayouts/slideLayout436.xml"/>
  <Override ContentType="application/vnd.openxmlformats-officedocument.presentationml.slideLayout+xml" PartName="/ppt/slideLayouts/slideLayout288.xml"/>
  <Override ContentType="application/vnd.openxmlformats-officedocument.presentationml.slideLayout+xml" PartName="/ppt/slideLayouts/slideLayout330.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36.xml"/>
  <Override ContentType="application/vnd.openxmlformats-officedocument.presentationml.slideLayout+xml" PartName="/ppt/slideLayouts/slideLayout274.xml"/>
  <Override ContentType="application/vnd.openxmlformats-officedocument.presentationml.slideLayout+xml" PartName="/ppt/slideLayouts/slideLayout385.xml"/>
  <Override ContentType="application/vnd.openxmlformats-officedocument.presentationml.slideLayout+xml" PartName="/ppt/slideLayouts/slideLayout324.xml"/>
  <Override ContentType="application/vnd.openxmlformats-officedocument.presentationml.slideLayout+xml" PartName="/ppt/slideLayouts/slideLayout452.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329.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56.xml"/>
  <Override ContentType="application/vnd.openxmlformats-officedocument.presentationml.slideLayout+xml" PartName="/ppt/slideLayouts/slideLayout442.xml"/>
  <Override ContentType="application/vnd.openxmlformats-officedocument.presentationml.slideLayout+xml" PartName="/ppt/slideLayouts/slideLayout468.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395.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419.xml"/>
  <Override ContentType="application/vnd.openxmlformats-officedocument.presentationml.slideLayout+xml" PartName="/ppt/slideLayouts/slideLayout290.xml"/>
  <Override ContentType="application/vnd.openxmlformats-officedocument.presentationml.slideLayout+xml" PartName="/ppt/slideLayouts/slideLayout378.xml"/>
  <Override ContentType="application/vnd.openxmlformats-officedocument.presentationml.slideLayout+xml" PartName="/ppt/slideLayouts/slideLayout508.xml"/>
  <Override ContentType="application/vnd.openxmlformats-officedocument.presentationml.slideLayout+xml" PartName="/ppt/slideLayouts/slideLayout26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457.xml"/>
  <Override ContentType="application/vnd.openxmlformats-officedocument.presentationml.slideLayout+xml" PartName="/ppt/slideLayouts/slideLayout241.xml"/>
  <Override ContentType="application/vnd.openxmlformats-officedocument.presentationml.slideLayout+xml" PartName="/ppt/slideLayouts/slideLayout363.xml"/>
  <Override ContentType="application/vnd.openxmlformats-officedocument.presentationml.slideLayout+xml" PartName="/ppt/slideLayouts/slideLayout31.xml"/>
  <Override ContentType="application/vnd.openxmlformats-officedocument.presentationml.slideLayout+xml" PartName="/ppt/slideLayouts/slideLayout14.xml"/>
  <Override ContentType="application/vnd.openxmlformats-officedocument.presentationml.slideLayout+xml" PartName="/ppt/slideLayouts/slideLayout380.xml"/>
  <Override ContentType="application/vnd.openxmlformats-officedocument.presentationml.slideLayout+xml" PartName="/ppt/slideLayouts/slideLayout474.xml"/>
  <Override ContentType="application/vnd.openxmlformats-officedocument.presentationml.slideLayout+xml" PartName="/ppt/slideLayouts/slideLayout199.xml"/>
  <Override ContentType="application/vnd.openxmlformats-officedocument.presentationml.slideLayout+xml" PartName="/ppt/slideLayouts/slideLayout491.xml"/>
  <Override ContentType="application/vnd.openxmlformats-officedocument.presentationml.slideLayout+xml" PartName="/ppt/slideLayouts/slideLayout346.xml"/>
  <Override ContentType="application/vnd.openxmlformats-officedocument.presentationml.slideLayout+xml" PartName="/ppt/slideLayouts/slideLayout171.xml"/>
  <Override ContentType="application/vnd.openxmlformats-officedocument.presentationml.slideLayout+xml" PartName="/ppt/slideLayouts/slideLayout39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437.xml"/>
  <Override ContentType="application/vnd.openxmlformats-officedocument.presentationml.slideLayout+xml" PartName="/ppt/slideLayouts/slideLayout402.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259.xml"/>
  <Override ContentType="application/vnd.openxmlformats-officedocument.presentationml.slideLayout+xml" PartName="/ppt/slideLayouts/slideLayout208.xml"/>
  <Override ContentType="application/vnd.openxmlformats-officedocument.presentationml.slideLayout+xml" PartName="/ppt/slideLayouts/slideLayout503.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422.xml"/>
  <Override ContentType="application/vnd.openxmlformats-officedocument.presentationml.slideLayout+xml" PartName="/ppt/slideLayouts/slideLayout465.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372.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409.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345.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418.xml"/>
  <Override ContentType="application/vnd.openxmlformats-officedocument.presentationml.slideLayout+xml" PartName="/ppt/slideLayouts/slideLayout336.xml"/>
  <Override ContentType="application/vnd.openxmlformats-officedocument.presentationml.slideLayout+xml" PartName="/ppt/slideLayouts/slideLayout388.xml"/>
  <Override ContentType="application/vnd.openxmlformats-officedocument.presentationml.slideLayout+xml" PartName="/ppt/slideLayouts/slideLayout166.xml"/>
  <Override ContentType="application/vnd.openxmlformats-officedocument.presentationml.slideLayout+xml" PartName="/ppt/slideLayouts/slideLayout379.xml"/>
  <Override ContentType="application/vnd.openxmlformats-officedocument.presentationml.slideLayout+xml" PartName="/ppt/slideLayouts/slideLayout272.xml"/>
  <Override ContentType="application/vnd.openxmlformats-officedocument.presentationml.slideLayout+xml" PartName="/ppt/slideLayouts/slideLayout264.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43.xml"/>
  <Override ContentType="application/vnd.openxmlformats-officedocument.presentationml.slideLayout+xml" PartName="/ppt/slideLayouts/slideLayout364.xml"/>
  <Override ContentType="application/vnd.openxmlformats-officedocument.presentationml.slideLayout+xml" PartName="/ppt/slideLayouts/slideLayout51.xml"/>
  <Override ContentType="application/vnd.openxmlformats-officedocument.presentationml.slideLayout+xml" PartName="/ppt/slideLayouts/slideLayout445.xml"/>
  <Override ContentType="application/vnd.openxmlformats-officedocument.presentationml.slideLayout+xml" PartName="/ppt/slideLayouts/slideLayout94.xml"/>
  <Override ContentType="application/vnd.openxmlformats-officedocument.presentationml.slideLayout+xml" PartName="/ppt/slideLayouts/slideLayout488.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87.xml"/>
  <Override ContentType="application/vnd.openxmlformats-officedocument.presentationml.slideLayout+xml" PartName="/ppt/slideLayouts/slideLayout321.xml"/>
  <Override ContentType="application/vnd.openxmlformats-officedocument.presentationml.slideLayout+xml" PartName="/ppt/slideLayouts/slideLayout492.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430.xml"/>
  <Override ContentType="application/vnd.openxmlformats-officedocument.presentationml.slideLayout+xml" PartName="/ppt/slideLayouts/slideLayout473.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286.xml"/>
  <Override ContentType="application/vnd.openxmlformats-officedocument.presentationml.slideLayout+xml" PartName="/ppt/slideLayouts/slideLayout472.xml"/>
  <Override ContentType="application/vnd.openxmlformats-officedocument.presentationml.slideLayout+xml" PartName="/ppt/slideLayouts/slideLayout43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365.xml"/>
  <Override ContentType="application/vnd.openxmlformats-officedocument.presentationml.slideLayout+xml" PartName="/ppt/slideLayouts/slideLayout322.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423.xml"/>
  <Override ContentType="application/vnd.openxmlformats-officedocument.presentationml.slideLayout+xml" PartName="/ppt/slideLayouts/slideLayout215.xml"/>
  <Override ContentType="application/vnd.openxmlformats-officedocument.presentationml.slideLayout+xml" PartName="/ppt/slideLayouts/slideLayout258.xml"/>
  <Override ContentType="application/vnd.openxmlformats-officedocument.presentationml.slideLayout+xml" PartName="/ppt/slideLayouts/slideLayout466.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502.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417.xml"/>
  <Override ContentType="application/vnd.openxmlformats-officedocument.presentationml.slideLayout+xml" PartName="/ppt/slideLayouts/slideLayout337.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71.xml"/>
  <Override ContentType="application/vnd.openxmlformats-officedocument.presentationml.slideLayout+xml" PartName="/ppt/slideLayouts/slideLayout387.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16.xml"/>
  <Override ContentType="application/vnd.openxmlformats-officedocument.presentationml.slideLayout+xml" PartName="/ppt/slideLayouts/slideLayout459.xml"/>
  <Override ContentType="application/vnd.openxmlformats-officedocument.presentationml.slideLayout+xml" PartName="/ppt/slideLayouts/slideLayout344.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450.xml"/>
  <Override ContentType="application/vnd.openxmlformats-officedocument.presentationml.slideLayout+xml" PartName="/ppt/slideLayouts/slideLayout192.xml"/>
  <Override ContentType="application/vnd.openxmlformats-officedocument.presentationml.slideLayout+xml" PartName="/ppt/slideLayouts/slideLayout493.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401.xml"/>
  <Override ContentType="application/vnd.openxmlformats-officedocument.presentationml.slideLayout+xml" PartName="/ppt/slideLayouts/slideLayout271.xml"/>
  <Override ContentType="application/vnd.openxmlformats-officedocument.presentationml.slideLayout+xml" PartName="/ppt/slideLayouts/slideLayout444.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350.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393.xml"/>
  <Override ContentType="application/vnd.openxmlformats-officedocument.presentationml.slideLayout+xml" PartName="/ppt/slideLayouts/slideLayout487.xml"/>
  <Override ContentType="application/vnd.openxmlformats-officedocument.presentationml.slideLayout+xml" PartName="/ppt/slideLayouts/slideLayout186.xml"/>
  <Override ContentType="application/vnd.openxmlformats-officedocument.presentationml.slideLayout+xml" PartName="/ppt/slideLayouts/slideLayout35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4156" r:id="rId5"/>
    <p:sldMasterId id="2147484157" r:id="rId6"/>
    <p:sldMasterId id="2147484158" r:id="rId7"/>
    <p:sldMasterId id="2147484159" r:id="rId8"/>
    <p:sldMasterId id="2147484160" r:id="rId9"/>
    <p:sldMasterId id="2147484161"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Lst>
  <p:sldSz cy="5715000" cx="9144000"/>
  <p:notesSz cx="6858000" cy="9144000"/>
  <p:embeddedFontLst>
    <p:embeddedFont>
      <p:font typeface="IBM Plex Sans"/>
      <p:regular r:id="rId43"/>
      <p:bold r:id="rId44"/>
      <p:italic r:id="rId45"/>
      <p:boldItalic r:id="rId46"/>
    </p:embeddedFont>
    <p:embeddedFont>
      <p:font typeface="Roboto"/>
      <p:regular r:id="rId47"/>
      <p:bold r:id="rId48"/>
      <p:italic r:id="rId49"/>
      <p:boldItalic r:id="rId50"/>
    </p:embeddedFont>
    <p:embeddedFont>
      <p:font typeface="Arimo"/>
      <p:regular r:id="rId51"/>
      <p:bold r:id="rId52"/>
      <p:italic r:id="rId53"/>
      <p:boldItalic r:id="rId54"/>
    </p:embeddedFont>
    <p:embeddedFont>
      <p:font typeface="Lato"/>
      <p:regular r:id="rId55"/>
      <p:bold r:id="rId56"/>
      <p:italic r:id="rId57"/>
      <p:boldItalic r:id="rId58"/>
    </p:embeddedFont>
    <p:embeddedFont>
      <p:font typeface="Poppins"/>
      <p:regular r:id="rId59"/>
      <p:bold r:id="rId60"/>
      <p:italic r:id="rId61"/>
      <p:boldItalic r:id="rId62"/>
    </p:embeddedFont>
    <p:embeddedFont>
      <p:font typeface="Inter"/>
      <p:regular r:id="rId63"/>
      <p:bold r:id="rId64"/>
      <p:italic r:id="rId65"/>
      <p:boldItalic r:id="rId66"/>
    </p:embeddedFont>
    <p:embeddedFont>
      <p:font typeface="Poppins Medium"/>
      <p:regular r:id="rId67"/>
      <p:bold r:id="rId68"/>
      <p:italic r:id="rId69"/>
      <p:boldItalic r:id="rId70"/>
    </p:embeddedFont>
    <p:embeddedFont>
      <p:font typeface="Poppins SemiBold"/>
      <p:regular r:id="rId71"/>
      <p:bold r:id="rId72"/>
      <p:italic r:id="rId73"/>
      <p:boldItalic r:id="rId74"/>
    </p:embeddedFont>
    <p:embeddedFont>
      <p:font typeface="Roboto Mono"/>
      <p:regular r:id="rId75"/>
      <p:bold r:id="rId76"/>
      <p:italic r:id="rId77"/>
      <p:boldItalic r:id="rId78"/>
    </p:embeddedFont>
    <p:embeddedFont>
      <p:font typeface="DM Sans"/>
      <p:regular r:id="rId79"/>
      <p:bold r:id="rId80"/>
      <p:italic r:id="rId81"/>
      <p:boldItalic r:id="rId82"/>
    </p:embeddedFont>
    <p:embeddedFont>
      <p:font typeface="IBM Plex Mono"/>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Dana Malcolm"/>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C047B0-745B-4378-AFD7-2E4259F69487}">
  <a:tblStyle styleId="{22C047B0-745B-4378-AFD7-2E4259F6948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slide" Target="slides/slide31.xml"/><Relationship Id="rId41" Type="http://schemas.openxmlformats.org/officeDocument/2006/relationships/slide" Target="slides/slide30.xml"/><Relationship Id="rId44" Type="http://schemas.openxmlformats.org/officeDocument/2006/relationships/font" Target="fonts/IBMPlexSans-bold.fntdata"/><Relationship Id="rId43" Type="http://schemas.openxmlformats.org/officeDocument/2006/relationships/font" Target="fonts/IBMPlexSans-regular.fntdata"/><Relationship Id="rId46" Type="http://schemas.openxmlformats.org/officeDocument/2006/relationships/font" Target="fonts/IBMPlexSans-boldItalic.fntdata"/><Relationship Id="rId45" Type="http://schemas.openxmlformats.org/officeDocument/2006/relationships/font" Target="fonts/IBMPlexSans-italic.fntdata"/><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11" Type="http://schemas.openxmlformats.org/officeDocument/2006/relationships/notesMaster" Target="notesMasters/notesMaster1.xml"/><Relationship Id="rId10" Type="http://schemas.openxmlformats.org/officeDocument/2006/relationships/slideMaster" Target="slideMasters/slideMaster6.xml"/><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 Id="rId84" Type="http://schemas.openxmlformats.org/officeDocument/2006/relationships/font" Target="fonts/IBMPlexMono-bold.fntdata"/><Relationship Id="rId83" Type="http://schemas.openxmlformats.org/officeDocument/2006/relationships/font" Target="fonts/IBMPlexMono-regular.fntdata"/><Relationship Id="rId86" Type="http://schemas.openxmlformats.org/officeDocument/2006/relationships/font" Target="fonts/IBMPlexMono-boldItalic.fntdata"/><Relationship Id="rId85" Type="http://schemas.openxmlformats.org/officeDocument/2006/relationships/font" Target="fonts/IBMPlexMono-italic.fntdata"/><Relationship Id="rId80" Type="http://schemas.openxmlformats.org/officeDocument/2006/relationships/font" Target="fonts/DMSans-bold.fntdata"/><Relationship Id="rId82" Type="http://schemas.openxmlformats.org/officeDocument/2006/relationships/font" Target="fonts/DMSans-boldItalic.fntdata"/><Relationship Id="rId81" Type="http://schemas.openxmlformats.org/officeDocument/2006/relationships/font" Target="fonts/DMSans-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Master" Target="slideMasters/slideMaster5.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PoppinsSemiBold-italic.fntdata"/><Relationship Id="rId72" Type="http://schemas.openxmlformats.org/officeDocument/2006/relationships/font" Target="fonts/PoppinsSemiBold-bold.fntdata"/><Relationship Id="rId75" Type="http://schemas.openxmlformats.org/officeDocument/2006/relationships/font" Target="fonts/RobotoMono-regular.fntdata"/><Relationship Id="rId74" Type="http://schemas.openxmlformats.org/officeDocument/2006/relationships/font" Target="fonts/PoppinsSemiBold-boldItalic.fntdata"/><Relationship Id="rId77" Type="http://schemas.openxmlformats.org/officeDocument/2006/relationships/font" Target="fonts/RobotoMono-italic.fntdata"/><Relationship Id="rId76" Type="http://schemas.openxmlformats.org/officeDocument/2006/relationships/font" Target="fonts/RobotoMono-bold.fntdata"/><Relationship Id="rId79" Type="http://schemas.openxmlformats.org/officeDocument/2006/relationships/font" Target="fonts/DMSans-regular.fntdata"/><Relationship Id="rId78" Type="http://schemas.openxmlformats.org/officeDocument/2006/relationships/font" Target="fonts/RobotoMono-boldItalic.fntdata"/><Relationship Id="rId71" Type="http://schemas.openxmlformats.org/officeDocument/2006/relationships/font" Target="fonts/PoppinsSemiBold-regular.fntdata"/><Relationship Id="rId70" Type="http://schemas.openxmlformats.org/officeDocument/2006/relationships/font" Target="fonts/PoppinsMedium-boldItalic.fntdata"/><Relationship Id="rId62" Type="http://schemas.openxmlformats.org/officeDocument/2006/relationships/font" Target="fonts/Poppins-boldItalic.fntdata"/><Relationship Id="rId61" Type="http://schemas.openxmlformats.org/officeDocument/2006/relationships/font" Target="fonts/Poppins-italic.fntdata"/><Relationship Id="rId64" Type="http://schemas.openxmlformats.org/officeDocument/2006/relationships/font" Target="fonts/Inter-bold.fntdata"/><Relationship Id="rId63" Type="http://schemas.openxmlformats.org/officeDocument/2006/relationships/font" Target="fonts/Inter-regular.fntdata"/><Relationship Id="rId66" Type="http://schemas.openxmlformats.org/officeDocument/2006/relationships/font" Target="fonts/Inter-boldItalic.fntdata"/><Relationship Id="rId65" Type="http://schemas.openxmlformats.org/officeDocument/2006/relationships/font" Target="fonts/Inter-italic.fntdata"/><Relationship Id="rId68" Type="http://schemas.openxmlformats.org/officeDocument/2006/relationships/font" Target="fonts/PoppinsMedium-bold.fntdata"/><Relationship Id="rId67" Type="http://schemas.openxmlformats.org/officeDocument/2006/relationships/font" Target="fonts/PoppinsMedium-regular.fntdata"/><Relationship Id="rId60" Type="http://schemas.openxmlformats.org/officeDocument/2006/relationships/font" Target="fonts/Poppins-bold.fntdata"/><Relationship Id="rId69" Type="http://schemas.openxmlformats.org/officeDocument/2006/relationships/font" Target="fonts/PoppinsMedium-italic.fntdata"/><Relationship Id="rId51" Type="http://schemas.openxmlformats.org/officeDocument/2006/relationships/font" Target="fonts/Arimo-regular.fntdata"/><Relationship Id="rId50" Type="http://schemas.openxmlformats.org/officeDocument/2006/relationships/font" Target="fonts/Roboto-boldItalic.fntdata"/><Relationship Id="rId53" Type="http://schemas.openxmlformats.org/officeDocument/2006/relationships/font" Target="fonts/Arimo-italic.fntdata"/><Relationship Id="rId52" Type="http://schemas.openxmlformats.org/officeDocument/2006/relationships/font" Target="fonts/Arimo-bold.fntdata"/><Relationship Id="rId55" Type="http://schemas.openxmlformats.org/officeDocument/2006/relationships/font" Target="fonts/Lato-regular.fntdata"/><Relationship Id="rId54" Type="http://schemas.openxmlformats.org/officeDocument/2006/relationships/font" Target="fonts/Arimo-boldItalic.fntdata"/><Relationship Id="rId57" Type="http://schemas.openxmlformats.org/officeDocument/2006/relationships/font" Target="fonts/Lato-italic.fntdata"/><Relationship Id="rId56" Type="http://schemas.openxmlformats.org/officeDocument/2006/relationships/font" Target="fonts/Lato-bold.fntdata"/><Relationship Id="rId59" Type="http://schemas.openxmlformats.org/officeDocument/2006/relationships/font" Target="fonts/Poppins-regular.fntdata"/><Relationship Id="rId58" Type="http://schemas.openxmlformats.org/officeDocument/2006/relationships/font" Target="fonts/Lato-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1T11:50:28.940">
    <p:pos x="6000" y="0"/>
    <p:text>@dejan.krstic2709@gmail.com m2 ready for review - just need to fix syllabus slide
_Assigned to you_</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11T10:07:12.957">
    <p:pos x="6000" y="0"/>
    <p:text>Note to update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12T09:35:05.630">
    <p:pos x="1718" y="893"/>
    <p:text>@eduardo.rmelgoza@productschool.com visual is a little blurry - not sure if thats from the original source or if theres a way to sharpen, just wanted to point it out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OHa0rewmnw80YWTocFIAcJo9QzVOl76p6-C54M2T-hQ/preview" TargetMode="External"/><Relationship Id="rId3" Type="http://schemas.openxmlformats.org/officeDocument/2006/relationships/hyperlink" Target="https://djn-krs-2709.github.io/AI-Vibe-Coding---Product-School/Modules/M2%20-%20Validation%20Brief.html" TargetMode="External"/><Relationship Id="rId4" Type="http://schemas.openxmlformats.org/officeDocument/2006/relationships/hyperlink" Target="https://djn-krs-2709.github.io/AI-Vibe-Coding---Product-School/Modules/M2%20-%20Context%20Data%20Pack.html" TargetMode="External"/><Relationship Id="rId5" Type="http://schemas.openxmlformats.org/officeDocument/2006/relationships/hyperlink" Target="https://djn-krs-2709.github.io/AI-Vibe-Coding---Product-School/Modules/M2%20-%20Structured%20Prompt%20Builder.html" TargetMode="External"/><Relationship Id="rId6" Type="http://schemas.openxmlformats.org/officeDocument/2006/relationships/hyperlink" Target="http://lovable.dev" TargetMode="External"/><Relationship Id="rId7" Type="http://schemas.openxmlformats.org/officeDocument/2006/relationships/hyperlink" Target="https://djn-krs-2709.github.io/AI-Vibe-Coding---Product-School/Modules/M2%20-%20Structured%20Prompt%20Builder.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EPaPuFXtSqL0L6P38wf73Q7B9emdnRy2zVfGeQk0Dl0/template/preview" TargetMode="External"/><Relationship Id="rId3" Type="http://schemas.openxmlformats.org/officeDocument/2006/relationships/hyperlink" Target="https://djn-krs-2709.github.io/AI-Vibe-Coding---Product-School/Modules/M2%20-%20Validation%20Brief.html" TargetMode="External"/><Relationship Id="rId4" Type="http://schemas.openxmlformats.org/officeDocument/2006/relationships/hyperlink" Target="https://djn-krs-2709.github.io/AI-Vibe-Coding---Product-School/Modules/M2%20-%20Context%20Data%20Pack.html"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jn-krs-2709.github.io/AI-Vibe-Coding---Product-School/Modules/M2%20-%20Structured%20Prompt%20Builder.html" TargetMode="External"/><Relationship Id="rId3" Type="http://schemas.openxmlformats.org/officeDocument/2006/relationships/hyperlink" Target="https://djn-krs-2709.github.io/AI-Vibe-Coding---Product-School/Modules/M2%20-%20Structured%20Prompt%20Builder.html" TargetMode="External"/><Relationship Id="rId4" Type="http://schemas.openxmlformats.org/officeDocument/2006/relationships/hyperlink" Target="https://lovable.dev/"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5" name="Shape 2315"/>
        <p:cNvGrpSpPr/>
        <p:nvPr/>
      </p:nvGrpSpPr>
      <p:grpSpPr>
        <a:xfrm>
          <a:off x="0" y="0"/>
          <a:ext cx="0" cy="0"/>
          <a:chOff x="0" y="0"/>
          <a:chExt cx="0" cy="0"/>
        </a:xfrm>
      </p:grpSpPr>
      <p:sp>
        <p:nvSpPr>
          <p:cNvPr id="2316" name="Google Shape;2316;g3c971b43cd0_0_3161: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317" name="Google Shape;2317;g3c971b43cd0_0_3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Module 2: </a:t>
            </a:r>
            <a:r>
              <a:rPr lang="en" sz="1400">
                <a:solidFill>
                  <a:srgbClr val="7F7F7F"/>
                </a:solidFill>
                <a:latin typeface="Poppins SemiBold"/>
                <a:ea typeface="Poppins SemiBold"/>
                <a:cs typeface="Poppins SemiBold"/>
                <a:sym typeface="Poppins SemiBold"/>
              </a:rPr>
              <a:t>Sharpen Intent with Strategic Prototypes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1" name="Shape 2321"/>
        <p:cNvGrpSpPr/>
        <p:nvPr/>
      </p:nvGrpSpPr>
      <p:grpSpPr>
        <a:xfrm>
          <a:off x="0" y="0"/>
          <a:ext cx="0" cy="0"/>
          <a:chOff x="0" y="0"/>
          <a:chExt cx="0" cy="0"/>
        </a:xfrm>
      </p:grpSpPr>
      <p:sp>
        <p:nvSpPr>
          <p:cNvPr id="2322" name="Google Shape;2322;g3c971b43cd0_0_3166: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323" name="Google Shape;2323;g3c971b43cd0_0_3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📌Note for instructors: Please </a:t>
            </a:r>
            <a:r>
              <a:rPr b="1" lang="en" sz="1200" u="sng">
                <a:solidFill>
                  <a:srgbClr val="CC0000"/>
                </a:solidFill>
                <a:latin typeface="Lato"/>
                <a:ea typeface="Lato"/>
                <a:cs typeface="Lato"/>
                <a:sym typeface="Lato"/>
              </a:rPr>
              <a:t>do not share the link to the slide deck with students.</a:t>
            </a:r>
            <a:r>
              <a:rPr b="1" lang="en" sz="1200">
                <a:solidFill>
                  <a:srgbClr val="CC0000"/>
                </a:solidFill>
                <a:latin typeface="Lato"/>
                <a:ea typeface="Lato"/>
                <a:cs typeface="Lato"/>
                <a:sym typeface="Lato"/>
              </a:rPr>
              <a:t> If they want to view the deck, send them to the LMS where they can view it from there. </a:t>
            </a:r>
            <a:br>
              <a:rPr b="1" lang="en" sz="1200">
                <a:solidFill>
                  <a:srgbClr val="CC0000"/>
                </a:solidFill>
                <a:latin typeface="Lato"/>
                <a:ea typeface="Lato"/>
                <a:cs typeface="Lato"/>
                <a:sym typeface="Lato"/>
              </a:rPr>
            </a:b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Where to access content?</a:t>
            </a: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You can</a:t>
            </a:r>
            <a:r>
              <a:rPr lang="en" sz="1200" u="sng">
                <a:solidFill>
                  <a:schemeClr val="dk1"/>
                </a:solidFill>
                <a:latin typeface="Lato"/>
                <a:ea typeface="Lato"/>
                <a:cs typeface="Lato"/>
                <a:sym typeface="Lato"/>
              </a:rPr>
              <a:t> view the deck</a:t>
            </a:r>
            <a:r>
              <a:rPr lang="en" sz="1200">
                <a:solidFill>
                  <a:schemeClr val="dk1"/>
                </a:solidFill>
                <a:latin typeface="Lato"/>
                <a:ea typeface="Lato"/>
                <a:cs typeface="Lato"/>
                <a:sym typeface="Lato"/>
              </a:rPr>
              <a:t> from Docebo.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ℹ️ All students should have access to the LMS (Docebo) with all the class materials by now. If not, please reach out to Student Success directly in Slack. </a:t>
            </a:r>
            <a:endParaRPr sz="1200">
              <a:solidFill>
                <a:schemeClr val="dk1"/>
              </a:solidFill>
              <a:latin typeface="Lato"/>
              <a:ea typeface="Lato"/>
              <a:cs typeface="Lato"/>
              <a:sym typeface="La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9" name="Shape 2339"/>
        <p:cNvGrpSpPr/>
        <p:nvPr/>
      </p:nvGrpSpPr>
      <p:grpSpPr>
        <a:xfrm>
          <a:off x="0" y="0"/>
          <a:ext cx="0" cy="0"/>
          <a:chOff x="0" y="0"/>
          <a:chExt cx="0" cy="0"/>
        </a:xfrm>
      </p:grpSpPr>
      <p:sp>
        <p:nvSpPr>
          <p:cNvPr id="2340" name="Google Shape;2340;g3cb52fdad13_0_889: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341" name="Google Shape;2341;g3cb52fdad13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1241AF"/>
                </a:solidFill>
                <a:latin typeface="Poppins"/>
                <a:ea typeface="Poppins"/>
                <a:cs typeface="Poppins"/>
                <a:sym typeface="Poppins"/>
              </a:rPr>
              <a:t>Vibe Coding Certification Syllabus</a:t>
            </a:r>
            <a:endParaRPr b="1">
              <a:solidFill>
                <a:srgbClr val="1241AF"/>
              </a:solidFill>
              <a:latin typeface="Poppins"/>
              <a:ea typeface="Poppins"/>
              <a:cs typeface="Poppins"/>
              <a:sym typeface="Poppins"/>
            </a:endParaRPr>
          </a:p>
          <a:p>
            <a:pPr indent="0" lvl="0" marL="0" rtl="0" algn="l">
              <a:spcBef>
                <a:spcPts val="0"/>
              </a:spcBef>
              <a:spcAft>
                <a:spcPts val="0"/>
              </a:spcAft>
              <a:buNone/>
            </a:pPr>
            <a:r>
              <a:rPr lang="en">
                <a:solidFill>
                  <a:srgbClr val="7F7F7F"/>
                </a:solidFill>
                <a:latin typeface="Poppins SemiBold"/>
                <a:ea typeface="Poppins SemiBold"/>
                <a:cs typeface="Poppins SemiBold"/>
                <a:sym typeface="Poppins SemiBold"/>
              </a:rPr>
              <a:t>Build end-to-end applications faster—without a technical background.</a:t>
            </a:r>
            <a:endParaRPr>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3cb52fdad13_1_464: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358" name="Google Shape;2358;g3cb52fdad13_1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Agenda</a:t>
            </a:r>
            <a:endParaRPr sz="1400">
              <a:solidFill>
                <a:srgbClr val="7F7F7F"/>
              </a:solidFill>
              <a:latin typeface="Poppins SemiBold"/>
              <a:ea typeface="Poppins SemiBold"/>
              <a:cs typeface="Poppins SemiBold"/>
              <a:sym typeface="Poppins SemiBold"/>
            </a:endParaRPr>
          </a:p>
          <a:p>
            <a:pPr indent="0" lvl="0" marL="45720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How to Build Smarter, Not Just Faster</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The Prototype Validation Lens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Hands-On Lab: </a:t>
            </a:r>
            <a:r>
              <a:rPr lang="en" sz="1200">
                <a:solidFill>
                  <a:schemeClr val="dk1"/>
                </a:solidFill>
                <a:latin typeface="Lato"/>
                <a:ea typeface="Lato"/>
                <a:cs typeface="Lato"/>
                <a:sym typeface="Lato"/>
              </a:rPr>
              <a:t>Start Your Final Project and Build With Confidence</a:t>
            </a:r>
            <a:endParaRPr sz="1200">
              <a:solidFill>
                <a:schemeClr val="dk1"/>
              </a:solidFill>
              <a:latin typeface="Lato"/>
              <a:ea typeface="Lato"/>
              <a:cs typeface="Lato"/>
              <a:sym typeface="La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g3cb52fdad13_1_485: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2" name="Google Shape;2372;g3cb52fdad13_1_4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01. How to Build Smarter, Not Just Faster</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g386ad779c8b_0_755:notes"/>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377" name="Google Shape;2377;g386ad779c8b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Instructor-Led Demo</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✏️Task: </a:t>
            </a:r>
            <a:r>
              <a:rPr lang="en" sz="1200">
                <a:solidFill>
                  <a:schemeClr val="dk1"/>
                </a:solidFill>
                <a:latin typeface="Lato"/>
                <a:ea typeface="Lato"/>
                <a:cs typeface="Lato"/>
                <a:sym typeface="Lato"/>
              </a:rPr>
              <a:t>What You Can Prove With Context Injection</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15 Minutes</a:t>
            </a:r>
            <a:br>
              <a:rPr lang="en" sz="1400">
                <a:solidFill>
                  <a:srgbClr val="7F7F7F"/>
                </a:solidFill>
                <a:latin typeface="Poppins SemiBold"/>
                <a:ea typeface="Poppins SemiBold"/>
                <a:cs typeface="Poppins SemiBold"/>
                <a:sym typeface="Poppins SemiBold"/>
              </a:rPr>
            </a:br>
            <a:br>
              <a:rPr lang="en" sz="1400">
                <a:solidFill>
                  <a:srgbClr val="7F7F7F"/>
                </a:solidFill>
                <a:latin typeface="Poppins SemiBold"/>
                <a:ea typeface="Poppins SemiBold"/>
                <a:cs typeface="Poppins SemiBold"/>
                <a:sym typeface="Poppins SemiBold"/>
              </a:rPr>
            </a:br>
            <a:r>
              <a:rPr b="1" lang="en" sz="1200">
                <a:solidFill>
                  <a:srgbClr val="CC0000"/>
                </a:solidFill>
                <a:latin typeface="Lato"/>
                <a:ea typeface="Lato"/>
                <a:cs typeface="Lato"/>
                <a:sym typeface="Lato"/>
              </a:rPr>
              <a:t>📌 Note for Instructors: This is an Instructor-Led Demo. Students are </a:t>
            </a:r>
            <a:r>
              <a:rPr b="1" lang="en" sz="1200" u="sng">
                <a:solidFill>
                  <a:srgbClr val="CC0000"/>
                </a:solidFill>
                <a:latin typeface="Lato"/>
                <a:ea typeface="Lato"/>
                <a:cs typeface="Lato"/>
                <a:sym typeface="Lato"/>
              </a:rPr>
              <a:t>not expected to build along with you</a:t>
            </a:r>
            <a:r>
              <a:rPr b="1" lang="en" sz="1200">
                <a:solidFill>
                  <a:srgbClr val="CC0000"/>
                </a:solidFill>
                <a:latin typeface="Lato"/>
                <a:ea typeface="Lato"/>
                <a:cs typeface="Lato"/>
                <a:sym typeface="Lato"/>
              </a:rPr>
              <a:t>. </a:t>
            </a:r>
            <a:r>
              <a:rPr b="1" lang="en" sz="1200">
                <a:solidFill>
                  <a:srgbClr val="1241B1"/>
                </a:solidFill>
                <a:latin typeface="Lato"/>
                <a:ea typeface="Lato"/>
                <a:cs typeface="Lato"/>
                <a:sym typeface="Lato"/>
              </a:rPr>
              <a:t>For more details, access our </a:t>
            </a:r>
            <a:r>
              <a:rPr b="1" lang="en" sz="1200" u="sng">
                <a:solidFill>
                  <a:srgbClr val="1241B1"/>
                </a:solidFill>
                <a:latin typeface="Lato"/>
                <a:ea typeface="Lato"/>
                <a:cs typeface="Lato"/>
                <a:sym typeface="Lato"/>
                <a:hlinkClick r:id="rId2">
                  <a:extLst>
                    <a:ext uri="{A12FA001-AC4F-418D-AE19-62706E023703}">
                      <ahyp:hlinkClr val="tx"/>
                    </a:ext>
                  </a:extLst>
                </a:hlinkClick>
              </a:rPr>
              <a:t>Demo Guide</a:t>
            </a:r>
            <a:br>
              <a:rPr lang="en" sz="1200">
                <a:solidFill>
                  <a:srgbClr val="CC0000"/>
                </a:solidFill>
                <a:latin typeface="Lato"/>
                <a:ea typeface="Lato"/>
                <a:cs typeface="Lato"/>
                <a:sym typeface="Lato"/>
              </a:rPr>
            </a:br>
            <a:r>
              <a:rPr lang="en" sz="1200">
                <a:solidFill>
                  <a:srgbClr val="CC0000"/>
                </a:solidFill>
                <a:latin typeface="Lato"/>
                <a:ea typeface="Lato"/>
                <a:cs typeface="Lato"/>
                <a:sym typeface="Lato"/>
              </a:rPr>
              <a:t>This demo is designed to show the before and after of a prompt. You are demonstrating that the difference between a generic mockup and a strategic tool isn't the design, but rather the context (data, quotes, and hypotheses) you feed the AI.</a:t>
            </a:r>
            <a:endParaRPr i="1" sz="1200">
              <a:solidFill>
                <a:srgbClr val="CC0000"/>
              </a:solidFill>
              <a:latin typeface="Lato"/>
              <a:ea typeface="Lato"/>
              <a:cs typeface="Lato"/>
              <a:sym typeface="Lato"/>
            </a:endParaRPr>
          </a:p>
          <a:p>
            <a:pPr indent="0" lvl="0" marL="0" rtl="0" algn="l">
              <a:spcBef>
                <a:spcPts val="0"/>
              </a:spcBef>
              <a:spcAft>
                <a:spcPts val="0"/>
              </a:spcAft>
              <a:buNone/>
            </a:pPr>
            <a:r>
              <a:t/>
            </a: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rgbClr val="CC0000"/>
                </a:solidFill>
                <a:latin typeface="Lato"/>
                <a:ea typeface="Lato"/>
                <a:cs typeface="Lato"/>
                <a:sym typeface="Lato"/>
              </a:rPr>
              <a:t>CRITICAL:  </a:t>
            </a:r>
            <a:r>
              <a:rPr lang="en" sz="1200">
                <a:solidFill>
                  <a:srgbClr val="CC0000"/>
                </a:solidFill>
                <a:latin typeface="Lato"/>
                <a:ea typeface="Lato"/>
                <a:cs typeface="Lato"/>
                <a:sym typeface="Lato"/>
              </a:rPr>
              <a:t>You must have five tabs open: Your </a:t>
            </a:r>
            <a:r>
              <a:rPr b="1" lang="en" sz="1200">
                <a:solidFill>
                  <a:srgbClr val="CC0000"/>
                </a:solidFill>
                <a:latin typeface="Lato"/>
                <a:ea typeface="Lato"/>
                <a:cs typeface="Lato"/>
                <a:sym typeface="Lato"/>
              </a:rPr>
              <a:t>module 1 dashboard prototype</a:t>
            </a:r>
            <a:r>
              <a:rPr lang="en" sz="1200">
                <a:solidFill>
                  <a:srgbClr val="CC0000"/>
                </a:solidFill>
                <a:latin typeface="Lato"/>
                <a:ea typeface="Lato"/>
                <a:cs typeface="Lato"/>
                <a:sym typeface="Lato"/>
              </a:rPr>
              <a:t> in Lovable, your </a:t>
            </a:r>
            <a:r>
              <a:rPr b="1" lang="en" sz="1200">
                <a:solidFill>
                  <a:srgbClr val="CC0000"/>
                </a:solidFill>
                <a:latin typeface="Lato"/>
                <a:ea typeface="Lato"/>
                <a:cs typeface="Lato"/>
                <a:sym typeface="Lato"/>
              </a:rPr>
              <a:t>completed </a:t>
            </a:r>
            <a:r>
              <a:rPr b="1" lang="en" sz="1200" u="sng">
                <a:solidFill>
                  <a:schemeClr val="hlink"/>
                </a:solidFill>
                <a:latin typeface="Lato"/>
                <a:ea typeface="Lato"/>
                <a:cs typeface="Lato"/>
                <a:sym typeface="Lato"/>
                <a:hlinkClick r:id="rId3"/>
              </a:rPr>
              <a:t>validation brief</a:t>
            </a:r>
            <a:r>
              <a:rPr b="1" lang="en" sz="1200">
                <a:solidFill>
                  <a:srgbClr val="CC0000"/>
                </a:solidFill>
                <a:latin typeface="Lato"/>
                <a:ea typeface="Lato"/>
                <a:cs typeface="Lato"/>
                <a:sym typeface="Lato"/>
              </a:rPr>
              <a:t> </a:t>
            </a:r>
            <a:r>
              <a:rPr lang="en" sz="1200">
                <a:solidFill>
                  <a:srgbClr val="CC0000"/>
                </a:solidFill>
                <a:latin typeface="Lato"/>
                <a:ea typeface="Lato"/>
                <a:cs typeface="Lato"/>
                <a:sym typeface="Lato"/>
              </a:rPr>
              <a:t>(used to show students where the logic starts), the </a:t>
            </a:r>
            <a:r>
              <a:rPr b="1" lang="en" sz="1200">
                <a:solidFill>
                  <a:srgbClr val="CC0000"/>
                </a:solidFill>
                <a:latin typeface="Lato"/>
                <a:ea typeface="Lato"/>
                <a:cs typeface="Lato"/>
                <a:sym typeface="Lato"/>
              </a:rPr>
              <a:t>completed </a:t>
            </a:r>
            <a:r>
              <a:rPr b="1" lang="en" sz="1200" u="sng">
                <a:solidFill>
                  <a:schemeClr val="hlink"/>
                </a:solidFill>
                <a:latin typeface="Lato"/>
                <a:ea typeface="Lato"/>
                <a:cs typeface="Lato"/>
                <a:sym typeface="Lato"/>
                <a:hlinkClick r:id="rId4"/>
              </a:rPr>
              <a:t>context data pack</a:t>
            </a:r>
            <a:r>
              <a:rPr lang="en" sz="1200">
                <a:solidFill>
                  <a:srgbClr val="CC0000"/>
                </a:solidFill>
                <a:latin typeface="Lato"/>
                <a:ea typeface="Lato"/>
                <a:cs typeface="Lato"/>
                <a:sym typeface="Lato"/>
              </a:rPr>
              <a:t> (used to show where the evidence comes from), the structured </a:t>
            </a:r>
            <a:r>
              <a:rPr lang="en" sz="1200" u="sng">
                <a:solidFill>
                  <a:schemeClr val="hlink"/>
                </a:solidFill>
                <a:latin typeface="Lato"/>
                <a:ea typeface="Lato"/>
                <a:cs typeface="Lato"/>
                <a:sym typeface="Lato"/>
                <a:hlinkClick r:id="rId5"/>
              </a:rPr>
              <a:t>prompt builder</a:t>
            </a:r>
            <a:r>
              <a:rPr lang="en" sz="1200">
                <a:solidFill>
                  <a:srgbClr val="CC0000"/>
                </a:solidFill>
                <a:latin typeface="Lato"/>
                <a:ea typeface="Lato"/>
                <a:cs typeface="Lato"/>
                <a:sym typeface="Lato"/>
              </a:rPr>
              <a:t>—</a:t>
            </a:r>
            <a:r>
              <a:rPr lang="en" sz="1200" u="sng">
                <a:solidFill>
                  <a:srgbClr val="CC0000"/>
                </a:solidFill>
                <a:latin typeface="Lato"/>
                <a:ea typeface="Lato"/>
                <a:cs typeface="Lato"/>
                <a:sym typeface="Lato"/>
              </a:rPr>
              <a:t>pre-filled</a:t>
            </a:r>
            <a:r>
              <a:rPr lang="en" sz="1200">
                <a:solidFill>
                  <a:srgbClr val="CC0000"/>
                </a:solidFill>
                <a:latin typeface="Lato"/>
                <a:ea typeface="Lato"/>
                <a:cs typeface="Lato"/>
                <a:sym typeface="Lato"/>
              </a:rPr>
              <a:t> with the info from your brief and data pack so you are ready to copy the final prompt and, a second, blank Lovable project for your new module 2 build.</a:t>
            </a:r>
            <a:endParaRPr sz="1200">
              <a:solidFill>
                <a:srgbClr val="CC0000"/>
              </a:solidFill>
              <a:latin typeface="Lato"/>
              <a:ea typeface="Lato"/>
              <a:cs typeface="Lato"/>
              <a:sym typeface="Lato"/>
            </a:endParaRPr>
          </a:p>
          <a:p>
            <a:pPr indent="-304800" lvl="0" marL="457200" rtl="0" algn="l">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Ensure you have </a:t>
            </a:r>
            <a:r>
              <a:rPr lang="en" sz="1200" u="sng">
                <a:solidFill>
                  <a:srgbClr val="CC0000"/>
                </a:solidFill>
                <a:latin typeface="Lato"/>
                <a:ea typeface="Lato"/>
                <a:cs typeface="Lato"/>
                <a:sym typeface="Lato"/>
              </a:rPr>
              <a:t>practiced and run through this exercise at least once before your class</a:t>
            </a:r>
            <a:r>
              <a:rPr lang="en" sz="1200">
                <a:solidFill>
                  <a:srgbClr val="CC0000"/>
                </a:solidFill>
                <a:latin typeface="Lato"/>
                <a:ea typeface="Lato"/>
                <a:cs typeface="Lato"/>
                <a:sym typeface="Lato"/>
              </a:rPr>
              <a:t> so you are prepared.</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b="1"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Preparation &amp; Setup</a:t>
            </a: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Open the </a:t>
            </a:r>
            <a:r>
              <a:rPr lang="en" sz="1200" u="sng">
                <a:solidFill>
                  <a:schemeClr val="hlink"/>
                </a:solidFill>
                <a:latin typeface="Lato"/>
                <a:ea typeface="Lato"/>
                <a:cs typeface="Lato"/>
                <a:sym typeface="Lato"/>
                <a:hlinkClick r:id="rId6"/>
              </a:rPr>
              <a:t>Lovable</a:t>
            </a:r>
            <a:r>
              <a:rPr lang="en" sz="1200">
                <a:solidFill>
                  <a:schemeClr val="dk1"/>
                </a:solidFill>
                <a:latin typeface="Lato"/>
                <a:ea typeface="Lato"/>
                <a:cs typeface="Lato"/>
                <a:sym typeface="Lato"/>
              </a:rPr>
              <a:t> tab containing your </a:t>
            </a:r>
            <a:r>
              <a:rPr lang="en" sz="1200">
                <a:solidFill>
                  <a:schemeClr val="dk1"/>
                </a:solidFill>
                <a:latin typeface="Lato"/>
                <a:ea typeface="Lato"/>
                <a:cs typeface="Lato"/>
                <a:sym typeface="Lato"/>
              </a:rPr>
              <a:t>generic retention tab from Module 1 that looks “good” but is filled with genetic filler text or data.</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Open a fresh Lovable project.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Have your </a:t>
            </a:r>
            <a:r>
              <a:rPr lang="en" sz="1200" u="sng">
                <a:solidFill>
                  <a:schemeClr val="hlink"/>
                </a:solidFill>
                <a:latin typeface="Lato"/>
                <a:ea typeface="Lato"/>
                <a:cs typeface="Lato"/>
                <a:sym typeface="Lato"/>
                <a:hlinkClick r:id="rId7"/>
              </a:rPr>
              <a:t>tool-generated</a:t>
            </a:r>
            <a:r>
              <a:rPr lang="en" sz="1200">
                <a:solidFill>
                  <a:schemeClr val="dk1"/>
                </a:solidFill>
                <a:latin typeface="Lato"/>
                <a:ea typeface="Lato"/>
                <a:cs typeface="Lato"/>
                <a:sym typeface="Lato"/>
              </a:rPr>
              <a:t> Retention Engine prompt ready to paste. </a:t>
            </a:r>
            <a:br>
              <a:rPr lang="en" sz="1200">
                <a:solidFill>
                  <a:srgbClr val="CC0000"/>
                </a:solidFill>
                <a:latin typeface="Lato"/>
                <a:ea typeface="Lato"/>
                <a:cs typeface="Lato"/>
                <a:sym typeface="Lato"/>
              </a:rPr>
            </a:b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Live Demo Steps</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rgbClr val="FF0000"/>
                </a:solidFill>
                <a:latin typeface="Lato"/>
                <a:ea typeface="Lato"/>
                <a:cs typeface="Lato"/>
                <a:sym typeface="Lato"/>
              </a:rPr>
              <a:t>1</a:t>
            </a:r>
            <a:r>
              <a:rPr b="1" lang="en" sz="1200">
                <a:solidFill>
                  <a:srgbClr val="FF0000"/>
                </a:solidFill>
                <a:latin typeface="Lato"/>
                <a:ea typeface="Lato"/>
                <a:cs typeface="Lato"/>
                <a:sym typeface="Lato"/>
              </a:rPr>
              <a:t> MINUTE:</a:t>
            </a:r>
            <a:r>
              <a:rPr lang="en" sz="1200">
                <a:solidFill>
                  <a:schemeClr val="dk1"/>
                </a:solidFill>
                <a:latin typeface="Lato"/>
                <a:ea typeface="Lato"/>
                <a:cs typeface="Lato"/>
                <a:sym typeface="Lato"/>
              </a:rPr>
              <a:t> </a:t>
            </a:r>
            <a:r>
              <a:rPr b="1" lang="en" sz="1200">
                <a:solidFill>
                  <a:schemeClr val="dk1"/>
                </a:solidFill>
                <a:latin typeface="Lato"/>
                <a:ea typeface="Lato"/>
                <a:cs typeface="Lato"/>
                <a:sym typeface="Lato"/>
              </a:rPr>
              <a:t>Step 1: The "Speed Illusion" Critique: Show Tab 1 with your M1 dashboard and point out the generic cards and sidebar.</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Explain that while this looks shippable, it's strategically useless. It doesn't address specific business problems like churn and explain that you are going to rebuild this with intent rather than just aesthetics.</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rgbClr val="FF0000"/>
                </a:solidFill>
                <a:latin typeface="Lato"/>
                <a:ea typeface="Lato"/>
                <a:cs typeface="Lato"/>
                <a:sym typeface="Lato"/>
              </a:rPr>
              <a:t>2</a:t>
            </a:r>
            <a:r>
              <a:rPr b="1" lang="en" sz="1200">
                <a:solidFill>
                  <a:srgbClr val="FF0000"/>
                </a:solidFill>
                <a:latin typeface="Lato"/>
                <a:ea typeface="Lato"/>
                <a:cs typeface="Lato"/>
                <a:sym typeface="Lato"/>
              </a:rPr>
              <a:t> MINUTES:</a:t>
            </a:r>
            <a:r>
              <a:rPr lang="en" sz="1200">
                <a:solidFill>
                  <a:schemeClr val="dk1"/>
                </a:solidFill>
                <a:latin typeface="Lato"/>
                <a:ea typeface="Lato"/>
                <a:cs typeface="Lato"/>
                <a:sym typeface="Lato"/>
              </a:rPr>
              <a:t> </a:t>
            </a:r>
            <a:r>
              <a:rPr b="1" lang="en" sz="1200">
                <a:solidFill>
                  <a:schemeClr val="dk1"/>
                </a:solidFill>
                <a:latin typeface="Lato"/>
                <a:ea typeface="Lato"/>
                <a:cs typeface="Lato"/>
                <a:sym typeface="Lato"/>
              </a:rPr>
              <a:t>Step 2: The Strategic Ingredients: Rapidly toggle through your tabs to show where the data/context information comes from.</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Show the validation brief (hypothesis, kill switch) and the context data pack (metrics and user quotes) and explain that to fix the empty mockup, you’ve prepared your ingredients. </a:t>
            </a:r>
            <a:endParaRPr sz="1200">
              <a:solidFill>
                <a:schemeClr val="dk1"/>
              </a:solidFill>
              <a:latin typeface="Lato"/>
              <a:ea typeface="Lato"/>
              <a:cs typeface="Lato"/>
              <a:sym typeface="Lato"/>
            </a:endParaRPr>
          </a:p>
          <a:p>
            <a:pPr indent="-304800" lvl="1" marL="13716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Explain that you aren't guessing what to change; you are pulling from these pre-built strategy assets so the AI builds what you need, not just what it thinks looks good.</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rgbClr val="FF0000"/>
                </a:solidFill>
                <a:latin typeface="Lato"/>
                <a:ea typeface="Lato"/>
                <a:cs typeface="Lato"/>
                <a:sym typeface="Lato"/>
              </a:rPr>
              <a:t>3</a:t>
            </a:r>
            <a:r>
              <a:rPr b="1" lang="en" sz="1200">
                <a:solidFill>
                  <a:srgbClr val="FF0000"/>
                </a:solidFill>
                <a:latin typeface="Lato"/>
                <a:ea typeface="Lato"/>
                <a:cs typeface="Lato"/>
                <a:sym typeface="Lato"/>
              </a:rPr>
              <a:t> MINUTES: </a:t>
            </a:r>
            <a:r>
              <a:rPr b="1" lang="en" sz="1200">
                <a:solidFill>
                  <a:schemeClr val="dk1"/>
                </a:solidFill>
                <a:latin typeface="Lato"/>
                <a:ea typeface="Lato"/>
                <a:cs typeface="Lato"/>
                <a:sym typeface="Lato"/>
              </a:rPr>
              <a:t>Step 3: The Context Injection: </a:t>
            </a:r>
            <a:r>
              <a:rPr b="1" lang="en" sz="1200">
                <a:solidFill>
                  <a:schemeClr val="dk1"/>
                </a:solidFill>
                <a:latin typeface="Lato"/>
                <a:ea typeface="Lato"/>
                <a:cs typeface="Lato"/>
                <a:sym typeface="Lato"/>
              </a:rPr>
              <a:t>Switch to your structured prompt builder tab.</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Show that you have already moved the data from the previous two tools into this builder. Highlight the contextual pillars in Block 1 and the strategic guardrails in Block 3.</a:t>
            </a:r>
            <a:endParaRPr sz="1200">
              <a:solidFill>
                <a:schemeClr val="dk1"/>
              </a:solidFill>
              <a:latin typeface="Lato"/>
              <a:ea typeface="Lato"/>
              <a:cs typeface="Lato"/>
              <a:sym typeface="Lato"/>
            </a:endParaRPr>
          </a:p>
          <a:p>
            <a:pPr indent="-304800" lvl="1" marL="13716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Explain that the prompt builder is the bridge. Notice block 1 contains the actual user quotes and churn data, while block 3 is the kill switch. This way, you are engineering the outcome by providing these specific pillars.</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rgbClr val="FF0000"/>
                </a:solidFill>
                <a:latin typeface="Lato"/>
                <a:ea typeface="Lato"/>
                <a:cs typeface="Lato"/>
                <a:sym typeface="Lato"/>
              </a:rPr>
              <a:t>5 </a:t>
            </a:r>
            <a:r>
              <a:rPr b="1" lang="en" sz="1200">
                <a:solidFill>
                  <a:srgbClr val="FF0000"/>
                </a:solidFill>
                <a:latin typeface="Lato"/>
                <a:ea typeface="Lato"/>
                <a:cs typeface="Lato"/>
                <a:sym typeface="Lato"/>
              </a:rPr>
              <a:t>MINUTES: </a:t>
            </a:r>
            <a:r>
              <a:rPr b="1" lang="en" sz="1200">
                <a:solidFill>
                  <a:schemeClr val="dk1"/>
                </a:solidFill>
                <a:latin typeface="Lato"/>
                <a:ea typeface="Lato"/>
                <a:cs typeface="Lato"/>
                <a:sym typeface="Lato"/>
              </a:rPr>
              <a:t>Step 4: The Live Build: </a:t>
            </a:r>
            <a:r>
              <a:rPr b="1" lang="en" sz="1200">
                <a:solidFill>
                  <a:schemeClr val="dk1"/>
                </a:solidFill>
                <a:latin typeface="Lato"/>
                <a:ea typeface="Lato"/>
                <a:cs typeface="Lato"/>
                <a:sym typeface="Lato"/>
              </a:rPr>
              <a:t>Switch to your second tab, paste the full context injection prompt into Lovable, and hit build.</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EXAMPLE Prompt: </a:t>
            </a:r>
            <a:r>
              <a:rPr i="1" lang="en" sz="1200">
                <a:solidFill>
                  <a:schemeClr val="dk1"/>
                </a:solidFill>
                <a:latin typeface="Lato"/>
                <a:ea typeface="Lato"/>
                <a:cs typeface="Lato"/>
                <a:sym typeface="Lato"/>
              </a:rPr>
              <a:t>“Build a 3-screen onboarding flow for a B2B project management SaaS that prominently surfaces team invitations within the first 3 steps.</a:t>
            </a:r>
            <a:endParaRPr i="1" sz="1200">
              <a:solidFill>
                <a:schemeClr val="dk1"/>
              </a:solidFill>
              <a:latin typeface="Lato"/>
              <a:ea typeface="Lato"/>
              <a:cs typeface="Lato"/>
              <a:sym typeface="Lato"/>
            </a:endParaRPr>
          </a:p>
          <a:p>
            <a:pPr indent="457200" lvl="0" marL="914400" rtl="0" algn="l">
              <a:spcBef>
                <a:spcPts val="0"/>
              </a:spcBef>
              <a:spcAft>
                <a:spcPts val="0"/>
              </a:spcAft>
              <a:buNone/>
            </a:pPr>
            <a:r>
              <a:rPr i="1" lang="en" sz="1200">
                <a:solidFill>
                  <a:schemeClr val="dk1"/>
                </a:solidFill>
                <a:latin typeface="Lato"/>
                <a:ea typeface="Lato"/>
                <a:cs typeface="Lato"/>
                <a:sym typeface="Lato"/>
              </a:rPr>
              <a:t>Context: Scenario: 30% of new customers churn within 90 days. Users who invite a teammate within 3 days retain at 68% vs 22% for solo users.</a:t>
            </a:r>
            <a:endParaRPr i="1" sz="1200">
              <a:solidFill>
                <a:schemeClr val="dk1"/>
              </a:solidFill>
              <a:latin typeface="Lato"/>
              <a:ea typeface="Lato"/>
              <a:cs typeface="Lato"/>
              <a:sym typeface="Lato"/>
            </a:endParaRPr>
          </a:p>
          <a:p>
            <a:pPr indent="457200" lvl="0" marL="914400" rtl="0" algn="l">
              <a:spcBef>
                <a:spcPts val="0"/>
              </a:spcBef>
              <a:spcAft>
                <a:spcPts val="0"/>
              </a:spcAft>
              <a:buNone/>
            </a:pPr>
            <a:r>
              <a:rPr i="1" lang="en" sz="1200">
                <a:solidFill>
                  <a:schemeClr val="dk1"/>
                </a:solidFill>
                <a:latin typeface="Lato"/>
                <a:ea typeface="Lato"/>
                <a:cs typeface="Lato"/>
                <a:sym typeface="Lato"/>
              </a:rPr>
              <a:t>Hypothesis: If we surface team invites prominently during first-run onboarding, the day-3 invite rate increases from 12% to 25%.</a:t>
            </a:r>
            <a:endParaRPr i="1" sz="1200">
              <a:solidFill>
                <a:schemeClr val="dk1"/>
              </a:solidFill>
              <a:latin typeface="Lato"/>
              <a:ea typeface="Lato"/>
              <a:cs typeface="Lato"/>
              <a:sym typeface="Lato"/>
            </a:endParaRPr>
          </a:p>
          <a:p>
            <a:pPr indent="457200" lvl="0" marL="914400" rtl="0" algn="l">
              <a:spcBef>
                <a:spcPts val="0"/>
              </a:spcBef>
              <a:spcAft>
                <a:spcPts val="0"/>
              </a:spcAft>
              <a:buNone/>
            </a:pPr>
            <a:r>
              <a:rPr i="1" lang="en" sz="1200">
                <a:solidFill>
                  <a:schemeClr val="dk1"/>
                </a:solidFill>
                <a:latin typeface="Lato"/>
                <a:ea typeface="Lato"/>
                <a:cs typeface="Lato"/>
                <a:sym typeface="Lato"/>
              </a:rPr>
              <a:t>User Insight: "I tried to invite my team but it asked for role and department. I don't know that. I just want to add them."</a:t>
            </a:r>
            <a:endParaRPr i="1" sz="1200">
              <a:solidFill>
                <a:schemeClr val="dk1"/>
              </a:solidFill>
              <a:latin typeface="Lato"/>
              <a:ea typeface="Lato"/>
              <a:cs typeface="Lato"/>
              <a:sym typeface="Lato"/>
            </a:endParaRPr>
          </a:p>
          <a:p>
            <a:pPr indent="457200" lvl="0" marL="914400" rtl="0" algn="l">
              <a:spcBef>
                <a:spcPts val="0"/>
              </a:spcBef>
              <a:spcAft>
                <a:spcPts val="0"/>
              </a:spcAft>
              <a:buNone/>
            </a:pPr>
            <a:r>
              <a:rPr i="1" lang="en" sz="1200">
                <a:solidFill>
                  <a:schemeClr val="dk1"/>
                </a:solidFill>
                <a:latin typeface="Lato"/>
                <a:ea typeface="Lato"/>
                <a:cs typeface="Lato"/>
                <a:sym typeface="Lato"/>
              </a:rPr>
              <a:t>Instructions: Screen 1: Reframe product as a team tool. Screen 2: Primary CTA is inviting teammates (remove friction like role/department). Screen 3: Show how collaboration unlocks value.</a:t>
            </a:r>
            <a:endParaRPr i="1" sz="1200">
              <a:solidFill>
                <a:schemeClr val="dk1"/>
              </a:solidFill>
              <a:latin typeface="Lato"/>
              <a:ea typeface="Lato"/>
              <a:cs typeface="Lato"/>
              <a:sym typeface="Lato"/>
            </a:endParaRPr>
          </a:p>
          <a:p>
            <a:pPr indent="457200" lvl="0" marL="914400" rtl="0" algn="l">
              <a:spcBef>
                <a:spcPts val="0"/>
              </a:spcBef>
              <a:spcAft>
                <a:spcPts val="0"/>
              </a:spcAft>
              <a:buNone/>
            </a:pPr>
            <a:r>
              <a:rPr i="1" lang="en" sz="1200">
                <a:solidFill>
                  <a:schemeClr val="dk1"/>
                </a:solidFill>
                <a:latin typeface="Lato"/>
                <a:ea typeface="Lato"/>
                <a:cs typeface="Lato"/>
                <a:sym typeface="Lato"/>
              </a:rPr>
              <a:t>Display Metrics: Include "Day 3 invite rate: 12%", "90-day retention with invite: 68%", and "Overall churn: 30%" visually in the UI”.</a:t>
            </a:r>
            <a:endParaRPr i="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While the UI renders, explain that you are starting a new project to ensure a clean slate. Because you injected specific user quotes and metrics, the AI is forced to solve that friction rather than just giving us a standard template. This is where the strategy becomes a functional tool.</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startAt="4"/>
            </a:pPr>
            <a:r>
              <a:rPr b="1" lang="en" sz="1200">
                <a:solidFill>
                  <a:srgbClr val="FF0000"/>
                </a:solidFill>
                <a:latin typeface="Lato"/>
                <a:ea typeface="Lato"/>
                <a:cs typeface="Lato"/>
                <a:sym typeface="Lato"/>
              </a:rPr>
              <a:t>1</a:t>
            </a:r>
            <a:r>
              <a:rPr b="1" lang="en" sz="1200">
                <a:solidFill>
                  <a:srgbClr val="FF0000"/>
                </a:solidFill>
                <a:latin typeface="Lato"/>
                <a:ea typeface="Lato"/>
                <a:cs typeface="Lato"/>
                <a:sym typeface="Lato"/>
              </a:rPr>
              <a:t> MINUTE: </a:t>
            </a:r>
            <a:r>
              <a:rPr b="1" lang="en" sz="1200">
                <a:solidFill>
                  <a:schemeClr val="dk1"/>
                </a:solidFill>
                <a:latin typeface="Lato"/>
                <a:ea typeface="Lato"/>
                <a:cs typeface="Lato"/>
                <a:sym typeface="Lato"/>
              </a:rPr>
              <a:t>Step 4: The Before and After: Toggle back and forth between Tab 1 and Tab 2 to demonstrate the immediate impact of the context injection.</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Point out that while the visual quality is identical, the second prototype is fundamentally stronger because it reflects real-world metrics, solves the specific "department code" friction mentioned in the quotes, and validates the churn hypothesis.</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Close the demo with this main takeaway: Their M1 prototype is still a generic mockup, while what they will build </a:t>
            </a:r>
            <a:r>
              <a:rPr lang="en" sz="1200">
                <a:solidFill>
                  <a:schemeClr val="dk1"/>
                </a:solidFill>
                <a:latin typeface="Lato"/>
                <a:ea typeface="Lato"/>
                <a:cs typeface="Lato"/>
                <a:sym typeface="Lato"/>
              </a:rPr>
              <a:t>today</a:t>
            </a:r>
            <a:r>
              <a:rPr lang="en" sz="1200">
                <a:solidFill>
                  <a:schemeClr val="dk1"/>
                </a:solidFill>
                <a:latin typeface="Lato"/>
                <a:ea typeface="Lato"/>
                <a:cs typeface="Lato"/>
                <a:sym typeface="Lato"/>
              </a:rPr>
              <a:t> will be a strategic tool a VP would actually approve because it is built to test a specific business outcome.  </a:t>
            </a:r>
            <a:r>
              <a:rPr b="1" i="1" lang="en" sz="1200">
                <a:solidFill>
                  <a:srgbClr val="CC0000"/>
                </a:solidFill>
                <a:latin typeface="Lato"/>
                <a:ea typeface="Lato"/>
                <a:cs typeface="Lato"/>
                <a:sym typeface="Lato"/>
              </a:rPr>
              <a:t>Let students know that in the next lab, they will apply this same context injection technique to their own builds.</a:t>
            </a:r>
            <a:endParaRPr b="1" i="1" sz="1200">
              <a:solidFill>
                <a:srgbClr val="CC0000"/>
              </a:solidFill>
              <a:latin typeface="Lato"/>
              <a:ea typeface="Lato"/>
              <a:cs typeface="Lato"/>
              <a:sym typeface="Lato"/>
            </a:endParaRPr>
          </a:p>
          <a:p>
            <a:pPr indent="0" lvl="0" marL="0" rtl="0" algn="l">
              <a:spcBef>
                <a:spcPts val="0"/>
              </a:spcBef>
              <a:spcAft>
                <a:spcPts val="0"/>
              </a:spcAft>
              <a:buNone/>
            </a:pPr>
            <a:r>
              <a:t/>
            </a:r>
            <a:endParaRPr b="1" i="1" sz="1200">
              <a:solidFill>
                <a:srgbClr val="CC0000"/>
              </a:solidFill>
              <a:latin typeface="Lato"/>
              <a:ea typeface="Lato"/>
              <a:cs typeface="Lato"/>
              <a:sym typeface="La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0" name="Shape 2390"/>
        <p:cNvGrpSpPr/>
        <p:nvPr/>
      </p:nvGrpSpPr>
      <p:grpSpPr>
        <a:xfrm>
          <a:off x="0" y="0"/>
          <a:ext cx="0" cy="0"/>
          <a:chOff x="0" y="0"/>
          <a:chExt cx="0" cy="0"/>
        </a:xfrm>
      </p:grpSpPr>
      <p:sp>
        <p:nvSpPr>
          <p:cNvPr id="2391" name="Google Shape;2391;g3cb52fdad13_1_1362: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392" name="Google Shape;2392;g3cb52fdad13_1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Instructor-Led Q&amp;A</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Reflection Moment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5</a:t>
            </a:r>
            <a:r>
              <a:rPr lang="en" sz="1200">
                <a:solidFill>
                  <a:schemeClr val="dk1"/>
                </a:solidFill>
                <a:latin typeface="Lato"/>
                <a:ea typeface="Lato"/>
                <a:cs typeface="Lato"/>
                <a:sym typeface="Lato"/>
              </a:rPr>
              <a:t> Minutes</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rgbClr val="CC0000"/>
                </a:solidFill>
                <a:latin typeface="Lato"/>
                <a:ea typeface="Lato"/>
                <a:cs typeface="Lato"/>
                <a:sym typeface="Lato"/>
              </a:rPr>
              <a:t>📌 Note for instructors:</a:t>
            </a:r>
            <a:r>
              <a:rPr lang="en" sz="1200">
                <a:solidFill>
                  <a:srgbClr val="CC0000"/>
                </a:solidFill>
                <a:latin typeface="Lato"/>
                <a:ea typeface="Lato"/>
                <a:cs typeface="Lato"/>
                <a:sym typeface="Lato"/>
              </a:rPr>
              <a:t> Keep this to quick answers from 2–3 volunteers. Stress there is no wrong answers and students should feel uncomfortable as they’re likely unable to answer any of these questions. </a:t>
            </a:r>
            <a:r>
              <a:rPr lang="en" sz="1200">
                <a:solidFill>
                  <a:srgbClr val="CC0000"/>
                </a:solidFill>
                <a:latin typeface="Lato"/>
                <a:ea typeface="Lato"/>
                <a:cs typeface="Lato"/>
                <a:sym typeface="Lato"/>
              </a:rPr>
              <a:t>Their</a:t>
            </a:r>
            <a:r>
              <a:rPr lang="en" sz="1200">
                <a:solidFill>
                  <a:srgbClr val="CC0000"/>
                </a:solidFill>
                <a:latin typeface="Lato"/>
                <a:ea typeface="Lato"/>
                <a:cs typeface="Lato"/>
                <a:sym typeface="Lato"/>
              </a:rPr>
              <a:t> prototypes didn’t test anything specific and that’s the point. </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To get students started thinking about what their their Module 1 prototype </a:t>
            </a:r>
            <a:r>
              <a:rPr i="1" lang="en" sz="1200">
                <a:solidFill>
                  <a:schemeClr val="dk1"/>
                </a:solidFill>
                <a:latin typeface="Lato"/>
                <a:ea typeface="Lato"/>
                <a:cs typeface="Lato"/>
                <a:sym typeface="Lato"/>
              </a:rPr>
              <a:t>actually </a:t>
            </a:r>
            <a:r>
              <a:rPr lang="en" sz="1200">
                <a:solidFill>
                  <a:schemeClr val="dk1"/>
                </a:solidFill>
                <a:latin typeface="Lato"/>
                <a:ea typeface="Lato"/>
                <a:cs typeface="Lato"/>
                <a:sym typeface="Lato"/>
              </a:rPr>
              <a:t>tested, ask them to open up their M1 prototype and share their perspective on:</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Questions: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What assumption were you actually testing? Be honest.</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If your VP asked, “What did you learn from this?” what would you say?</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Where is your user data? Metrics? User language?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You can </a:t>
            </a:r>
            <a:r>
              <a:rPr lang="en" sz="1200">
                <a:solidFill>
                  <a:schemeClr val="dk1"/>
                </a:solidFill>
                <a:latin typeface="Lato"/>
                <a:ea typeface="Lato"/>
                <a:cs typeface="Lato"/>
                <a:sym typeface="Lato"/>
              </a:rPr>
              <a:t>frame it in a different way as a quick vote if students are not quick to respond. Ask: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By a show of hands, who…</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…Found their M1 build was testing a clear assumption? (Maybe a few hands)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…Had real user data in there? (Almost no one, likely)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…Could answer their VP’s question? (Silence)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Takeaway: </a:t>
            </a:r>
            <a:endParaRPr b="1" sz="1050">
              <a:solidFill>
                <a:srgbClr val="44474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This isn’t supposed to be a “gotcha!” moment. Let students know they should be feeling that gap, because it means that Module 1 worked - it proved you can build. Now it’s time to learn how to create </a:t>
            </a:r>
            <a:r>
              <a:rPr lang="en" sz="1200">
                <a:solidFill>
                  <a:schemeClr val="dk1"/>
                </a:solidFill>
                <a:latin typeface="Lato"/>
                <a:ea typeface="Lato"/>
                <a:cs typeface="Lato"/>
                <a:sym typeface="Lato"/>
              </a:rPr>
              <a:t>something</a:t>
            </a:r>
            <a:r>
              <a:rPr lang="en" sz="1200">
                <a:solidFill>
                  <a:schemeClr val="dk1"/>
                </a:solidFill>
                <a:latin typeface="Lato"/>
                <a:ea typeface="Lato"/>
                <a:cs typeface="Lato"/>
                <a:sym typeface="Lato"/>
              </a:rPr>
              <a:t> that matters. Let’s look at the framework and content needed to close the gap so that by the end of this module, when we ask this again, your prototype will be able to answer the three questions above easily. </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3" name="Shape 2403"/>
        <p:cNvGrpSpPr/>
        <p:nvPr/>
      </p:nvGrpSpPr>
      <p:grpSpPr>
        <a:xfrm>
          <a:off x="0" y="0"/>
          <a:ext cx="0" cy="0"/>
          <a:chOff x="0" y="0"/>
          <a:chExt cx="0" cy="0"/>
        </a:xfrm>
      </p:grpSpPr>
      <p:sp>
        <p:nvSpPr>
          <p:cNvPr id="2404" name="Google Shape;2404;g3cb52fdad13_0_271: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405" name="Google Shape;2405;g3cb52fdad13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So now you know, a valuable prototype requires more than just functional buttons; it requires context. While design systems and components provide the shell, Context Injection provides the soul. Without these three ingredients, you are simply generating high-fidelity "Lorem Ipsum." By injecting strategic intent, real logic, and credible language, you transform a visual mockup into a specialized instrument for validation.</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Poppins SemiBold"/>
              <a:buChar char="●"/>
            </a:pPr>
            <a:r>
              <a:rPr b="1" lang="en" sz="1200">
                <a:solidFill>
                  <a:schemeClr val="dk1"/>
                </a:solidFill>
                <a:latin typeface="Lato"/>
                <a:ea typeface="Lato"/>
                <a:cs typeface="Lato"/>
                <a:sym typeface="Lato"/>
              </a:rPr>
              <a:t>Hypothesis: </a:t>
            </a:r>
            <a:r>
              <a:rPr lang="en" sz="1200">
                <a:solidFill>
                  <a:schemeClr val="dk1"/>
                </a:solidFill>
                <a:latin typeface="Lato"/>
                <a:ea typeface="Lato"/>
                <a:cs typeface="Lato"/>
                <a:sym typeface="Lato"/>
              </a:rPr>
              <a:t>This is the anchor for your entire build session. In Vibe Coding, if you don't tell the AI what you are testing, it will prioritize aesthetics by default. By starting your prompt with "I am testing whether...", you force the tool to prioritize the specific hierarchy and features that prove or disprove your assumption. It turns the AI from a creative partner into a strategic researcher.</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Poppins SemiBold"/>
              <a:buChar char="●"/>
            </a:pPr>
            <a:r>
              <a:rPr b="1" lang="en" sz="1200">
                <a:solidFill>
                  <a:schemeClr val="dk1"/>
                </a:solidFill>
                <a:latin typeface="Lato"/>
                <a:ea typeface="Lato"/>
                <a:cs typeface="Lato"/>
                <a:sym typeface="Lato"/>
              </a:rPr>
              <a:t>Real Data: </a:t>
            </a:r>
            <a:r>
              <a:rPr lang="en" sz="1200">
                <a:solidFill>
                  <a:schemeClr val="dk1"/>
                </a:solidFill>
                <a:latin typeface="Lato"/>
                <a:ea typeface="Lato"/>
                <a:cs typeface="Lato"/>
                <a:sym typeface="Lato"/>
              </a:rPr>
              <a:t>When you use 50 rows of anonymized user logs instead of "User A" and "User B," you are stress-testing the prototype’s ability to handle the messiness of the real world. This is where you find out if your retention dashboard actually surfaces a risk score that makes sense, or if the logic falls apart when faced with actual data complexity.</a:t>
            </a:r>
            <a:br>
              <a:rPr lang="en" sz="1200">
                <a:solidFill>
                  <a:schemeClr val="dk1"/>
                </a:solidFill>
                <a:latin typeface="Lato"/>
                <a:ea typeface="Lato"/>
                <a:cs typeface="Lato"/>
                <a:sym typeface="Lato"/>
              </a:rPr>
            </a:b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Poppins SemiBold"/>
              <a:buChar char="●"/>
            </a:pPr>
            <a:r>
              <a:rPr b="1" lang="en" sz="1200">
                <a:solidFill>
                  <a:schemeClr val="dk1"/>
                </a:solidFill>
                <a:latin typeface="Lato"/>
                <a:ea typeface="Lato"/>
                <a:cs typeface="Lato"/>
                <a:sym typeface="Lato"/>
              </a:rPr>
              <a:t>User Voice:</a:t>
            </a:r>
            <a:r>
              <a:rPr lang="en" sz="1200">
                <a:solidFill>
                  <a:schemeClr val="dk1"/>
                </a:solidFill>
                <a:latin typeface="Lato"/>
                <a:ea typeface="Lato"/>
                <a:cs typeface="Lato"/>
                <a:sym typeface="Lato"/>
              </a:rPr>
              <a:t> Credibility is won or lost in the microcopy. If a Customer Success VP sees a button labeled "See Users" instead of "Analyze Net Revenue Retention," the vibe is broken. Injecting specific terminology and a precise persona ensures that when you put this in front of a user, they aren't distracted by marketing speak. They can focus entirely on the utility of the solution because it speaks their language.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Context Injection is about building something that is right for the specific person solving a specific problem. Including them ensures you’re building a strategic asset.</a:t>
            </a:r>
            <a:endParaRPr sz="1200">
              <a:solidFill>
                <a:schemeClr val="dk1"/>
              </a:solidFill>
              <a:latin typeface="Lato"/>
              <a:ea typeface="Lato"/>
              <a:cs typeface="Lato"/>
              <a:sym typeface="La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g3cd4828c349_0_4548: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2" name="Google Shape;2422;g3cd4828c349_0_45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02. The Prototype Validation Lens</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5" name="Shape 2425"/>
        <p:cNvGrpSpPr/>
        <p:nvPr/>
      </p:nvGrpSpPr>
      <p:grpSpPr>
        <a:xfrm>
          <a:off x="0" y="0"/>
          <a:ext cx="0" cy="0"/>
          <a:chOff x="0" y="0"/>
          <a:chExt cx="0" cy="0"/>
        </a:xfrm>
      </p:grpSpPr>
      <p:sp>
        <p:nvSpPr>
          <p:cNvPr id="2426" name="Google Shape;2426;g3cb52fdad13_0_126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427" name="Google Shape;2427;g3cb52fdad13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000">
              <a:solidFill>
                <a:srgbClr val="555555"/>
              </a:solidFill>
              <a:latin typeface="Inter"/>
              <a:ea typeface="Inter"/>
              <a:cs typeface="Inter"/>
              <a:sym typeface="Inter"/>
            </a:endParaRPr>
          </a:p>
          <a:p>
            <a:pPr indent="0" lvl="0" marL="0" rtl="0" algn="l">
              <a:lnSpc>
                <a:spcPct val="100000"/>
              </a:lnSpc>
              <a:spcBef>
                <a:spcPts val="0"/>
              </a:spcBef>
              <a:spcAft>
                <a:spcPts val="0"/>
              </a:spcAft>
              <a:buNone/>
            </a:pPr>
            <a:br>
              <a:rPr b="1" lang="en" sz="1000">
                <a:solidFill>
                  <a:srgbClr val="555555"/>
                </a:solidFill>
                <a:latin typeface="Inter"/>
                <a:ea typeface="Inter"/>
                <a:cs typeface="Inter"/>
                <a:sym typeface="Inter"/>
              </a:rPr>
            </a:br>
            <a:r>
              <a:rPr lang="en" sz="1200">
                <a:solidFill>
                  <a:schemeClr val="dk1"/>
                </a:solidFill>
                <a:latin typeface="Lato"/>
                <a:ea typeface="Lato"/>
                <a:cs typeface="Lato"/>
                <a:sym typeface="Lato"/>
              </a:rPr>
              <a:t>The three ingredients—Hypothesis, Data, and Voice—are the fuel, but the Validation Lens Loop is the engine. Most people treat prototyping as a straight line from idea to finished. In Vibe Coding, you need to treat it as a circle. This framework is the fix for the high-fidelity trap you likely felt after the discussion on your M1 prototype. It ensures that every credit you spend and every prompt you write moves your product from a place of uncertainty to a place of evidence-backed strategy.</a:t>
            </a:r>
            <a:endParaRPr sz="1200">
              <a:solidFill>
                <a:schemeClr val="dk1"/>
              </a:solidFill>
              <a:latin typeface="Lato"/>
              <a:ea typeface="Lato"/>
              <a:cs typeface="Lato"/>
              <a:sym typeface="Lato"/>
            </a:endParaRPr>
          </a:p>
          <a:p>
            <a:pPr indent="-304800" lvl="0" marL="457200" rtl="0" algn="l">
              <a:lnSpc>
                <a:spcPct val="100000"/>
              </a:lnSpc>
              <a:spcBef>
                <a:spcPts val="9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Step 1: Identify the Hypothesis:</a:t>
            </a:r>
            <a:r>
              <a:rPr lang="en" sz="1200">
                <a:solidFill>
                  <a:schemeClr val="dk1"/>
                </a:solidFill>
                <a:latin typeface="Lato"/>
                <a:ea typeface="Lato"/>
                <a:cs typeface="Lato"/>
                <a:sym typeface="Lato"/>
              </a:rPr>
              <a:t> This is where you name the test. As you just saw, this starts with a clear statement: "I am testing whether [X] leads to [Y]." This prevents aimless prompting and ensures every version of your prototype has a specific job to do. If you can’t define the "whether," you aren't ready to prompt.</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00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Step 2: Define the Constraints</a:t>
            </a:r>
            <a:r>
              <a:rPr lang="en" sz="1200">
                <a:solidFill>
                  <a:schemeClr val="dk1"/>
                </a:solidFill>
                <a:latin typeface="Lato"/>
                <a:ea typeface="Lato"/>
                <a:cs typeface="Lato"/>
                <a:sym typeface="Lato"/>
              </a:rPr>
              <a:t>: Here, you set the guardrails—the intent, the logic, and the interaction patterns. These constraints are the context injections of Data and User Voice we just covered. They ensure the AI stays on track and produces a specialized tool that tests your specific assumption rather than a generic demo.</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00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Step 3: Build and Stress-Test: </a:t>
            </a:r>
            <a:r>
              <a:rPr lang="en" sz="1200">
                <a:solidFill>
                  <a:schemeClr val="dk1"/>
                </a:solidFill>
                <a:latin typeface="Lato"/>
                <a:ea typeface="Lato"/>
                <a:cs typeface="Lato"/>
                <a:sym typeface="Lato"/>
              </a:rPr>
              <a:t>This is the step most people skip because it feels uncomfortable. You aren't building to see the prototype work or look pretty; you are building to see where it breaks. You want to find the technical gaps and the usability friction now, while it’s still cheap. Remember that finding a break isn't a failure, it is actually the highest signal you can get.</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00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Step 4: Synthesize and Pivot: </a:t>
            </a:r>
            <a:r>
              <a:rPr lang="en" sz="1200">
                <a:solidFill>
                  <a:schemeClr val="dk1"/>
                </a:solidFill>
                <a:latin typeface="Lato"/>
                <a:ea typeface="Lato"/>
                <a:cs typeface="Lato"/>
                <a:sym typeface="Lato"/>
              </a:rPr>
              <a:t>The loop isn't closed until you learn. You must take the evidence from the stress test and use it to refine your problem framing. The goal isn’t to move to the next feature; you update your hypothesis based on that evidence. This is how you iterate on the core product strategy, not just the pixels on the screen.</a:t>
            </a:r>
            <a:endParaRPr sz="1200">
              <a:solidFill>
                <a:schemeClr val="dk1"/>
              </a:solidFill>
              <a:latin typeface="Lato"/>
              <a:ea typeface="Lato"/>
              <a:cs typeface="Lato"/>
              <a:sym typeface="Lato"/>
            </a:endParaRPr>
          </a:p>
          <a:p>
            <a:pPr indent="0" lvl="0" marL="0" rtl="0" algn="l">
              <a:lnSpc>
                <a:spcPct val="100000"/>
              </a:lnSpc>
              <a:spcBef>
                <a:spcPts val="900"/>
              </a:spcBef>
              <a:spcAft>
                <a:spcPts val="0"/>
              </a:spcAft>
              <a:buNone/>
            </a:pPr>
            <a:r>
              <a:rPr lang="en" sz="1200">
                <a:solidFill>
                  <a:schemeClr val="dk1"/>
                </a:solidFill>
                <a:latin typeface="Lato"/>
                <a:ea typeface="Lato"/>
                <a:cs typeface="Lato"/>
                <a:sym typeface="Lato"/>
              </a:rPr>
              <a:t>By following this loop, you ensure that your build remains a strategic exercise because you’re systematically collapsing the distance between a raw vibe and a validated product direction.</a:t>
            </a:r>
            <a:endParaRPr sz="1200">
              <a:solidFill>
                <a:schemeClr val="dk1"/>
              </a:solidFill>
              <a:latin typeface="Lato"/>
              <a:ea typeface="Lato"/>
              <a:cs typeface="Lato"/>
              <a:sym typeface="La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5" name="Shape 2455"/>
        <p:cNvGrpSpPr/>
        <p:nvPr/>
      </p:nvGrpSpPr>
      <p:grpSpPr>
        <a:xfrm>
          <a:off x="0" y="0"/>
          <a:ext cx="0" cy="0"/>
          <a:chOff x="0" y="0"/>
          <a:chExt cx="0" cy="0"/>
        </a:xfrm>
      </p:grpSpPr>
      <p:sp>
        <p:nvSpPr>
          <p:cNvPr id="2456" name="Google Shape;2456;g3cb52fdad13_0_123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457" name="Google Shape;2457;g3cb52fdad13_0_1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br>
              <a:rPr lang="en" sz="1400">
                <a:solidFill>
                  <a:srgbClr val="7F7F7F"/>
                </a:solidFill>
                <a:latin typeface="Poppins SemiBold"/>
                <a:ea typeface="Poppins SemiBold"/>
                <a:cs typeface="Poppins SemiBold"/>
                <a:sym typeface="Poppins SemiBold"/>
              </a:rPr>
            </a:br>
            <a:r>
              <a:rPr lang="en" sz="1200">
                <a:solidFill>
                  <a:schemeClr val="dk1"/>
                </a:solidFill>
                <a:latin typeface="Lato"/>
                <a:ea typeface="Lato"/>
                <a:cs typeface="Lato"/>
                <a:sym typeface="Lato"/>
              </a:rPr>
              <a:t>The most strategic thing you can do when you have the power to build anything in an afternoon is to try and kill your idea as quickly as possible. Every prototype is an experiment, but if you don't identify the specific risk you are testing, you are just aimlessly spending credits. Your "Kill Switch" is the one assumption that, if false, makes the rest of the project irrelevant. Identifying it forces you to match your build fidelity to the actual problem you are trying to solve.</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Ask yourself, “Which assumption, if wrong, kills the whole thing?” Once you have your answer, go build that first.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If your biggest risk is </a:t>
            </a:r>
            <a:r>
              <a:rPr b="1" lang="en" sz="1200">
                <a:solidFill>
                  <a:schemeClr val="dk1"/>
                </a:solidFill>
                <a:latin typeface="Lato"/>
                <a:ea typeface="Lato"/>
                <a:cs typeface="Lato"/>
                <a:sym typeface="Lato"/>
              </a:rPr>
              <a:t>Value</a:t>
            </a:r>
            <a:r>
              <a:rPr lang="en" sz="1200">
                <a:solidFill>
                  <a:schemeClr val="dk1"/>
                </a:solidFill>
                <a:latin typeface="Lato"/>
                <a:ea typeface="Lato"/>
                <a:cs typeface="Lato"/>
                <a:sym typeface="Lato"/>
              </a:rPr>
              <a:t> ("Does anyone want this?"), don't waste time on a complex functional app; build a landing page and see if people click.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If the risk is </a:t>
            </a:r>
            <a:r>
              <a:rPr b="1" lang="en" sz="1200">
                <a:solidFill>
                  <a:schemeClr val="dk1"/>
                </a:solidFill>
                <a:latin typeface="Lato"/>
                <a:ea typeface="Lato"/>
                <a:cs typeface="Lato"/>
                <a:sym typeface="Lato"/>
              </a:rPr>
              <a:t>Usability</a:t>
            </a:r>
            <a:r>
              <a:rPr lang="en" sz="1200">
                <a:solidFill>
                  <a:schemeClr val="dk1"/>
                </a:solidFill>
                <a:latin typeface="Lato"/>
                <a:ea typeface="Lato"/>
                <a:cs typeface="Lato"/>
                <a:sym typeface="Lato"/>
              </a:rPr>
              <a:t> ("Does it make sense?"), a clickable mockup is your best tool to watch a user navigate.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If it’s </a:t>
            </a:r>
            <a:r>
              <a:rPr b="1" lang="en" sz="1200">
                <a:solidFill>
                  <a:schemeClr val="dk1"/>
                </a:solidFill>
                <a:latin typeface="Lato"/>
                <a:ea typeface="Lato"/>
                <a:cs typeface="Lato"/>
                <a:sym typeface="Lato"/>
              </a:rPr>
              <a:t>Feasibility</a:t>
            </a:r>
            <a:r>
              <a:rPr lang="en" sz="1200">
                <a:solidFill>
                  <a:schemeClr val="dk1"/>
                </a:solidFill>
                <a:latin typeface="Lato"/>
                <a:ea typeface="Lato"/>
                <a:cs typeface="Lato"/>
                <a:sym typeface="Lato"/>
              </a:rPr>
              <a:t> ("Does the logic work?"), then you must build a functional prototype to find the edge cases where your data or logic might fail.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By building to test that specific failure point first, you ensure you aren't wasting effort on a foundation that is destined to crumble. This can be applied whether you’re building net new, or trying to adjust a existing product.</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E.g., 0-1 New Products:</a:t>
            </a:r>
            <a:r>
              <a:rPr lang="en" sz="1200">
                <a:solidFill>
                  <a:schemeClr val="dk1"/>
                </a:solidFill>
                <a:latin typeface="Lato"/>
                <a:ea typeface="Lato"/>
                <a:cs typeface="Lato"/>
                <a:sym typeface="Lato"/>
              </a:rPr>
              <a:t> When you are working on a blank slate, your biggest threat isn't technical; it’s apathy. Your kill switch is desirability and understanding whether the user </a:t>
            </a:r>
            <a:r>
              <a:rPr i="1" lang="en" sz="1200">
                <a:solidFill>
                  <a:schemeClr val="dk1"/>
                </a:solidFill>
                <a:latin typeface="Lato"/>
                <a:ea typeface="Lato"/>
                <a:cs typeface="Lato"/>
                <a:sym typeface="Lato"/>
              </a:rPr>
              <a:t>actually</a:t>
            </a:r>
            <a:r>
              <a:rPr lang="en" sz="1200">
                <a:solidFill>
                  <a:schemeClr val="dk1"/>
                </a:solidFill>
                <a:latin typeface="Lato"/>
                <a:ea typeface="Lato"/>
                <a:cs typeface="Lato"/>
                <a:sym typeface="Lato"/>
              </a:rPr>
              <a:t> wants the value you're promising. The goal here is to validate that problem-solution fit exists before you spend any more time refining the details.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E.g.,</a:t>
            </a:r>
            <a:r>
              <a:rPr lang="en" sz="1200">
                <a:solidFill>
                  <a:schemeClr val="dk1"/>
                </a:solidFill>
                <a:latin typeface="Lato"/>
                <a:ea typeface="Lato"/>
                <a:cs typeface="Lato"/>
                <a:sym typeface="Lato"/>
              </a:rPr>
              <a:t> </a:t>
            </a:r>
            <a:r>
              <a:rPr b="1" lang="en" sz="1200">
                <a:solidFill>
                  <a:schemeClr val="dk1"/>
                </a:solidFill>
                <a:latin typeface="Lato"/>
                <a:ea typeface="Lato"/>
                <a:cs typeface="Lato"/>
                <a:sym typeface="Lato"/>
              </a:rPr>
              <a:t>1-N Existing Products:</a:t>
            </a:r>
            <a:r>
              <a:rPr lang="en" sz="1200">
                <a:solidFill>
                  <a:schemeClr val="dk1"/>
                </a:solidFill>
                <a:latin typeface="Lato"/>
                <a:ea typeface="Lato"/>
                <a:cs typeface="Lato"/>
                <a:sym typeface="Lato"/>
              </a:rPr>
              <a:t> When adding to an existing product, your risk is organ rejection. You might build a brilliant feature, but if it's buried where users can't find it, or if it adds friction to a task they already do quickly, it's dead on arrival. Your build must prove adoption and prove that the new logic integrates into the user's existing reality without breaking their momentum.</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By identifying the "Kill Switch," you move from a "guess-and-check" mindset to a targeted strategic experiment.</a:t>
            </a:r>
            <a:endParaRPr sz="1200">
              <a:solidFill>
                <a:schemeClr val="dk1"/>
              </a:solidFill>
              <a:latin typeface="Lato"/>
              <a:ea typeface="Lato"/>
              <a:cs typeface="Lato"/>
              <a:sym typeface="La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7" name="Shape 2467"/>
        <p:cNvGrpSpPr/>
        <p:nvPr/>
      </p:nvGrpSpPr>
      <p:grpSpPr>
        <a:xfrm>
          <a:off x="0" y="0"/>
          <a:ext cx="0" cy="0"/>
          <a:chOff x="0" y="0"/>
          <a:chExt cx="0" cy="0"/>
        </a:xfrm>
      </p:grpSpPr>
      <p:sp>
        <p:nvSpPr>
          <p:cNvPr id="2468" name="Google Shape;2468;g3cb52fdad13_0_1328: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469" name="Google Shape;2469;g3cb52fdad13_0_132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 </a:t>
            </a:r>
            <a:r>
              <a:rPr b="1" lang="en" sz="1200">
                <a:solidFill>
                  <a:srgbClr val="CC0000"/>
                </a:solidFill>
                <a:latin typeface="Lato"/>
                <a:ea typeface="Lato"/>
                <a:cs typeface="Lato"/>
                <a:sym typeface="Lato"/>
              </a:rPr>
              <a:t>Note for instructors:</a:t>
            </a:r>
            <a:r>
              <a:rPr lang="en" sz="1200">
                <a:solidFill>
                  <a:srgbClr val="CC0000"/>
                </a:solidFill>
                <a:latin typeface="Lato"/>
                <a:ea typeface="Lato"/>
                <a:cs typeface="Lato"/>
                <a:sym typeface="Lato"/>
              </a:rPr>
              <a:t> Make sure you </a:t>
            </a:r>
            <a:r>
              <a:rPr b="1" lang="en" sz="1200">
                <a:solidFill>
                  <a:srgbClr val="CC0000"/>
                </a:solidFill>
                <a:latin typeface="Lato"/>
                <a:ea typeface="Lato"/>
                <a:cs typeface="Lato"/>
                <a:sym typeface="Lato"/>
              </a:rPr>
              <a:t>stress to students that this is their time to commit. </a:t>
            </a:r>
            <a:r>
              <a:rPr lang="en" sz="1200">
                <a:solidFill>
                  <a:srgbClr val="CC0000"/>
                </a:solidFill>
                <a:latin typeface="Lato"/>
                <a:ea typeface="Lato"/>
                <a:cs typeface="Lato"/>
                <a:sym typeface="Lato"/>
              </a:rPr>
              <a:t>While the scenarios were introduced in Module 1, students may not have been sure and just picked one on a whim to do the exercise. This is their </a:t>
            </a:r>
            <a:r>
              <a:rPr b="1" lang="en" sz="1200">
                <a:solidFill>
                  <a:srgbClr val="CC0000"/>
                </a:solidFill>
                <a:latin typeface="Lato"/>
                <a:ea typeface="Lato"/>
                <a:cs typeface="Lato"/>
                <a:sym typeface="Lato"/>
              </a:rPr>
              <a:t>moment to choose. If that’s different than what they built in Module 1, that’s ok. But there’s no changing after this - so choose wisely!</a:t>
            </a:r>
            <a:endParaRPr b="1"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While we’ve already mentioned the final project and your M1 prototype might be on the right track, this is your </a:t>
            </a:r>
            <a:r>
              <a:rPr lang="en" sz="1200">
                <a:solidFill>
                  <a:schemeClr val="dk1"/>
                </a:solidFill>
                <a:latin typeface="Lato"/>
                <a:ea typeface="Lato"/>
                <a:cs typeface="Lato"/>
                <a:sym typeface="Lato"/>
              </a:rPr>
              <a:t>commitment</a:t>
            </a:r>
            <a:r>
              <a:rPr lang="en" sz="1200">
                <a:solidFill>
                  <a:schemeClr val="dk1"/>
                </a:solidFill>
                <a:latin typeface="Lato"/>
                <a:ea typeface="Lato"/>
                <a:cs typeface="Lato"/>
                <a:sym typeface="Lato"/>
              </a:rPr>
              <a:t> moment. The scenario you choose now is the one you will carry through the rest of the course. Every lab, every prototype, and every deliverable builds on this specific problem. There is no switching after today, so pick the one that aligns best with your professional interests or current work challenges. </a:t>
            </a:r>
            <a:endParaRPr b="1"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Scenario 1: The Retention Engine: </a:t>
            </a:r>
            <a:r>
              <a:rPr lang="en" sz="1200">
                <a:solidFill>
                  <a:schemeClr val="dk1"/>
                </a:solidFill>
                <a:latin typeface="Lato"/>
                <a:ea typeface="Lato"/>
                <a:cs typeface="Lato"/>
                <a:sym typeface="Lato"/>
              </a:rPr>
              <a:t>You’re a PM at a B2B SaaS company losing 30% of users within 90 days. Leadership wants answers. Your job is to build a prototype that surfaces churn drivers and tests whether a specific intervention can change that curve. The likely kill switch here is Value, so try to answer “does your proposed fix actually solve the reason they are leaving?”</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Scenario 2: The Internal Tool:</a:t>
            </a:r>
            <a:r>
              <a:rPr lang="en" sz="1200">
                <a:solidFill>
                  <a:schemeClr val="dk1"/>
                </a:solidFill>
                <a:latin typeface="Lato"/>
                <a:ea typeface="Lato"/>
                <a:cs typeface="Lato"/>
                <a:sym typeface="Lato"/>
              </a:rPr>
              <a:t> Your company built a CRM with only 18% adoption and now it’s a ghost town. Your job is to figure out why adoption is so low and prototype a version that actually fits into how people work. This is a classic 1-to-N usability problem where the product exists, but the interface isn't serving the user's reality.</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Scenario 3: Marketplace Trust: </a:t>
            </a:r>
            <a:r>
              <a:rPr lang="en" sz="1200">
                <a:solidFill>
                  <a:schemeClr val="dk1"/>
                </a:solidFill>
                <a:latin typeface="Lato"/>
                <a:ea typeface="Lato"/>
                <a:cs typeface="Lato"/>
                <a:sym typeface="Lato"/>
              </a:rPr>
              <a:t>Bookings are flat because new providers have zero reviews, and buyers don’t trust them. You need to prototype a trust mechanism that gets first-time providers their first booking. Keep in mind, this could be a Value risk (does trust matter most?) or a Feasibility risk (can you actually generate credible signals?).</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Scenario 4: The Dashboard: </a:t>
            </a:r>
            <a:r>
              <a:rPr lang="en" sz="1200">
                <a:solidFill>
                  <a:schemeClr val="dk1"/>
                </a:solidFill>
                <a:latin typeface="Lato"/>
                <a:ea typeface="Lato"/>
                <a:cs typeface="Lato"/>
                <a:sym typeface="Lato"/>
              </a:rPr>
              <a:t>Your analytics have a 60% bounce rate because, while the data is there, nobody finds insights. Your job is to prototype a version that surfaces the right information so users can make decisions. This is likely a Usability risk where the data exists, but the flow to find it is broken.</a:t>
            </a:r>
            <a:endParaRPr sz="1200">
              <a:solidFill>
                <a:schemeClr val="dk1"/>
              </a:solidFill>
              <a:latin typeface="Lato"/>
              <a:ea typeface="Lato"/>
              <a:cs typeface="Lato"/>
              <a:sym typeface="Lato"/>
            </a:endParaRPr>
          </a:p>
          <a:p>
            <a:pPr indent="0" lvl="0" marL="0" rtl="0" algn="l">
              <a:spcBef>
                <a:spcPts val="1000"/>
              </a:spcBef>
              <a:spcAft>
                <a:spcPts val="0"/>
              </a:spcAft>
              <a:buNone/>
            </a:pPr>
            <a:r>
              <a:rPr b="1" lang="en" sz="1200">
                <a:solidFill>
                  <a:srgbClr val="CC0000"/>
                </a:solidFill>
                <a:latin typeface="Lato"/>
                <a:ea typeface="Lato"/>
                <a:cs typeface="Lato"/>
                <a:sym typeface="Lato"/>
              </a:rPr>
              <a:t>📌 Note for instructors: If a student wants to go this route, make sure they run it by you and get approval during the break or after class today. </a:t>
            </a:r>
            <a:endParaRPr b="1" sz="1200">
              <a:solidFill>
                <a:srgbClr val="CC0000"/>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Alternative: Bring Your Own:</a:t>
            </a:r>
            <a:r>
              <a:rPr lang="en" sz="1200">
                <a:solidFill>
                  <a:schemeClr val="dk1"/>
                </a:solidFill>
                <a:latin typeface="Lato"/>
                <a:ea typeface="Lato"/>
                <a:cs typeface="Lato"/>
                <a:sym typeface="Lato"/>
              </a:rPr>
              <a:t> As an alternative, you can use a real problem from your company, but it must have three things: a clear user, a measurable outcome, and enough ambiguity that you don't already know the answer. </a:t>
            </a:r>
            <a:endParaRPr b="1" sz="1200">
              <a:solidFill>
                <a:srgbClr val="CC0000"/>
              </a:solidFill>
              <a:latin typeface="Lato"/>
              <a:ea typeface="Lato"/>
              <a:cs typeface="Lato"/>
              <a:sym typeface="Lato"/>
            </a:endParaRPr>
          </a:p>
        </p:txBody>
      </p:sp>
      <p:sp>
        <p:nvSpPr>
          <p:cNvPr id="2470" name="Google Shape;2470;g3cb52fdad13_0_132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8" name="Shape 2498"/>
        <p:cNvGrpSpPr/>
        <p:nvPr/>
      </p:nvGrpSpPr>
      <p:grpSpPr>
        <a:xfrm>
          <a:off x="0" y="0"/>
          <a:ext cx="0" cy="0"/>
          <a:chOff x="0" y="0"/>
          <a:chExt cx="0" cy="0"/>
        </a:xfrm>
      </p:grpSpPr>
      <p:sp>
        <p:nvSpPr>
          <p:cNvPr id="2499" name="Google Shape;2499;g3cb52fdad13_0_1644: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500" name="Google Shape;2500;g3cb52fdad13_0_164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Quick Debrief</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Final Project Commitment </a:t>
            </a:r>
            <a:r>
              <a:rPr lang="en" sz="1200">
                <a:solidFill>
                  <a:schemeClr val="dk1"/>
                </a:solidFill>
                <a:latin typeface="Lato"/>
                <a:ea typeface="Lato"/>
                <a:cs typeface="Lato"/>
                <a:sym typeface="Lato"/>
              </a:rPr>
              <a:t>Statement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 Minutes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Ask students to post their scenario choice on Slack as well as the main logic or reasoning behind it.  Stress to students not to overthink it, and focus instead on the one that most closely resembles a problem from their own work </a:t>
            </a:r>
            <a:r>
              <a:rPr lang="en" sz="1200">
                <a:solidFill>
                  <a:schemeClr val="dk1"/>
                </a:solidFill>
                <a:latin typeface="Lato"/>
                <a:ea typeface="Lato"/>
                <a:cs typeface="Lato"/>
                <a:sym typeface="Lato"/>
              </a:rPr>
              <a:t>experience</a:t>
            </a:r>
            <a:r>
              <a:rPr lang="en" sz="1200">
                <a:solidFill>
                  <a:schemeClr val="dk1"/>
                </a:solidFill>
                <a:latin typeface="Lato"/>
                <a:ea typeface="Lato"/>
                <a:cs typeface="Lato"/>
                <a:sym typeface="Lato"/>
              </a:rPr>
              <a:t>.  As statements come in, read out some choices to give an idea of where the focus seems to be.</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Highlight the range of ideas and ue the Slack channel as a gallery. Follow up with any students who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2" name="Shape 2512"/>
        <p:cNvGrpSpPr/>
        <p:nvPr/>
      </p:nvGrpSpPr>
      <p:grpSpPr>
        <a:xfrm>
          <a:off x="0" y="0"/>
          <a:ext cx="0" cy="0"/>
          <a:chOff x="0" y="0"/>
          <a:chExt cx="0" cy="0"/>
        </a:xfrm>
      </p:grpSpPr>
      <p:sp>
        <p:nvSpPr>
          <p:cNvPr id="2513" name="Google Shape;2513;g3c971b43cd0_0_13604: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514" name="Google Shape;2514;g3c971b43cd0_0_1360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Clr>
                <a:srgbClr val="7F7F7F"/>
              </a:buClr>
              <a:buSzPts val="1400"/>
              <a:buFont typeface="Poppins SemiBold"/>
              <a:buNone/>
            </a:pPr>
            <a:r>
              <a:rPr lang="en" sz="1400">
                <a:solidFill>
                  <a:srgbClr val="7F7F7F"/>
                </a:solidFill>
                <a:latin typeface="Poppins SemiBold"/>
                <a:ea typeface="Poppins SemiBold"/>
                <a:cs typeface="Poppins SemiBold"/>
                <a:sym typeface="Poppins SemiBold"/>
              </a:rPr>
              <a:t>Notes</a:t>
            </a:r>
            <a:br>
              <a:rPr lang="en" sz="1400">
                <a:solidFill>
                  <a:srgbClr val="7F7F7F"/>
                </a:solidFill>
                <a:latin typeface="Poppins SemiBold"/>
                <a:ea typeface="Poppins SemiBold"/>
                <a:cs typeface="Poppins SemiBold"/>
                <a:sym typeface="Poppins SemiBold"/>
              </a:rPr>
            </a:br>
            <a:br>
              <a:rPr lang="en" sz="1400">
                <a:solidFill>
                  <a:srgbClr val="7F7F7F"/>
                </a:solidFill>
                <a:latin typeface="Poppins SemiBold"/>
                <a:ea typeface="Poppins SemiBold"/>
                <a:cs typeface="Poppins SemiBold"/>
                <a:sym typeface="Poppins SemiBold"/>
              </a:rPr>
            </a:br>
            <a:r>
              <a:rPr lang="en" sz="1200">
                <a:solidFill>
                  <a:schemeClr val="dk1"/>
                </a:solidFill>
                <a:latin typeface="Lato"/>
                <a:ea typeface="Lato"/>
                <a:cs typeface="Lato"/>
                <a:sym typeface="Lato"/>
              </a:rPr>
              <a:t>The Problem Framework is a tactical pre-flight checklist designed to shift your focus to articulating exactly what you are testing. In vibe coding, you’ve seen it’s easy to let the speed of the AI pull you straight into the solution space. However, </a:t>
            </a:r>
            <a:r>
              <a:rPr b="1" lang="en" sz="1200">
                <a:solidFill>
                  <a:schemeClr val="dk1"/>
                </a:solidFill>
                <a:latin typeface="Lato"/>
                <a:ea typeface="Lato"/>
                <a:cs typeface="Lato"/>
                <a:sym typeface="Lato"/>
              </a:rPr>
              <a:t>prototyping doesn't replace the core PM responsibility of identifying the problem or job to be done</a:t>
            </a:r>
            <a:r>
              <a:rPr lang="en" sz="1200">
                <a:solidFill>
                  <a:schemeClr val="dk1"/>
                </a:solidFill>
                <a:latin typeface="Lato"/>
                <a:ea typeface="Lato"/>
                <a:cs typeface="Lato"/>
                <a:sym typeface="Lato"/>
              </a:rPr>
              <a:t>; it just makes the validation of that problem faster. Filling this out ensures you aren't just vibe building a generic solution, but using that speed to test a very specific, high-stakes intent.</a:t>
            </a:r>
            <a:endParaRPr sz="1200">
              <a:solidFill>
                <a:schemeClr val="dk1"/>
              </a:solidFill>
              <a:latin typeface="Lato"/>
              <a:ea typeface="Lato"/>
              <a:cs typeface="Lato"/>
              <a:sym typeface="Lato"/>
            </a:endParaRPr>
          </a:p>
          <a:p>
            <a:pPr indent="0" lvl="0" marL="0" rtl="0" algn="l">
              <a:spcBef>
                <a:spcPts val="0"/>
              </a:spcBef>
              <a:spcAft>
                <a:spcPts val="0"/>
              </a:spcAft>
              <a:buClr>
                <a:srgbClr val="7F7F7F"/>
              </a:buClr>
              <a:buSzPts val="1400"/>
              <a:buFont typeface="Poppins SemiBold"/>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Char char="●"/>
            </a:pPr>
            <a:r>
              <a:rPr b="1" lang="en" sz="1200">
                <a:solidFill>
                  <a:schemeClr val="dk1"/>
                </a:solidFill>
                <a:latin typeface="Lato"/>
                <a:ea typeface="Lato"/>
                <a:cs typeface="Lato"/>
                <a:sym typeface="Lato"/>
              </a:rPr>
              <a:t>Goal and Problem:</a:t>
            </a:r>
            <a:r>
              <a:rPr lang="en" sz="1200">
                <a:solidFill>
                  <a:schemeClr val="dk1"/>
                </a:solidFill>
                <a:latin typeface="Lato"/>
                <a:ea typeface="Lato"/>
                <a:cs typeface="Lato"/>
                <a:sym typeface="Lato"/>
              </a:rPr>
              <a:t> You must distinguish the desired outcome from the specific obstacle. </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Char char="○"/>
            </a:pPr>
            <a:r>
              <a:rPr lang="en" sz="1200">
                <a:solidFill>
                  <a:schemeClr val="dk1"/>
                </a:solidFill>
                <a:latin typeface="Lato"/>
                <a:ea typeface="Lato"/>
                <a:cs typeface="Lato"/>
                <a:sym typeface="Lato"/>
              </a:rPr>
              <a:t>For a company like </a:t>
            </a:r>
            <a:r>
              <a:rPr b="1" lang="en" sz="1200">
                <a:solidFill>
                  <a:schemeClr val="dk1"/>
                </a:solidFill>
                <a:latin typeface="Lato"/>
                <a:ea typeface="Lato"/>
                <a:cs typeface="Lato"/>
                <a:sym typeface="Lato"/>
              </a:rPr>
              <a:t>Airbnb</a:t>
            </a:r>
            <a:r>
              <a:rPr lang="en" sz="1200">
                <a:solidFill>
                  <a:schemeClr val="dk1"/>
                </a:solidFill>
                <a:latin typeface="Lato"/>
                <a:ea typeface="Lato"/>
                <a:cs typeface="Lato"/>
                <a:sym typeface="Lato"/>
              </a:rPr>
              <a:t>, the Goal for a PM isn't "build a profile page"; it's "increase booking conversion for new hosts." The Problem is the precise naming of the hurdle: "Guests don't trust hosts with zero reviews." Vibe Coding can build the UI in seconds, but if you haven't named the obstacle, you'll end up with a generic profile instead of a trust-building tool.</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Char char="●"/>
            </a:pPr>
            <a:r>
              <a:rPr b="1" lang="en" sz="1200">
                <a:solidFill>
                  <a:schemeClr val="dk1"/>
                </a:solidFill>
                <a:latin typeface="Lato"/>
                <a:ea typeface="Lato"/>
                <a:cs typeface="Lato"/>
                <a:sym typeface="Lato"/>
              </a:rPr>
              <a:t>Context and Constraints:</a:t>
            </a:r>
            <a:r>
              <a:rPr lang="en" sz="1200">
                <a:solidFill>
                  <a:schemeClr val="dk1"/>
                </a:solidFill>
                <a:latin typeface="Lato"/>
                <a:ea typeface="Lato"/>
                <a:cs typeface="Lato"/>
                <a:sym typeface="Lato"/>
              </a:rPr>
              <a:t> This defines the "who, where, and when" of the user journey alongside the non-negotiable guardrails. </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At Airbnb, the Context might be a first-time host in a high-density urban market. The Constraints are the technical or resource limits, such as "must work within the existing identity verification API" or "cannot change the global search algorithm." These specifics prevent you from using AI to hallucinate a "blue sky" solution that can never actually be shipped.</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Char char="●"/>
            </a:pPr>
            <a:r>
              <a:rPr b="1" lang="en" sz="1200">
                <a:solidFill>
                  <a:schemeClr val="dk1"/>
                </a:solidFill>
                <a:latin typeface="Lato"/>
                <a:ea typeface="Lato"/>
                <a:cs typeface="Lato"/>
                <a:sym typeface="Lato"/>
              </a:rPr>
              <a:t>Success Criteria and Explore:</a:t>
            </a:r>
            <a:r>
              <a:rPr lang="en" sz="1200">
                <a:solidFill>
                  <a:schemeClr val="dk1"/>
                </a:solidFill>
                <a:latin typeface="Lato"/>
                <a:ea typeface="Lato"/>
                <a:cs typeface="Lato"/>
                <a:sym typeface="Lato"/>
              </a:rPr>
              <a:t> This is where you define the learning and the threshold for victory. </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Following the Airbnb thread, the "Explore" is the specific learning objective: "We are trying to learn if a 'Verified Identity' badge is enough to overcome the lack of reviews." The Success Criteria is the measurable target: "A 15% increase in booking requests for zero-review hosts." Defining this threshold upfront ensures you are running a strategic experiment rather than just playing with a toy.</a:t>
            </a:r>
            <a:endParaRPr sz="1200">
              <a:solidFill>
                <a:schemeClr val="dk1"/>
              </a:solidFill>
              <a:latin typeface="Lato"/>
              <a:ea typeface="Lato"/>
              <a:cs typeface="Lato"/>
              <a:sym typeface="Lato"/>
            </a:endParaRPr>
          </a:p>
          <a:p>
            <a:pPr indent="0" lvl="0" marL="0" rtl="0" algn="l">
              <a:spcBef>
                <a:spcPts val="1000"/>
              </a:spcBef>
              <a:spcAft>
                <a:spcPts val="0"/>
              </a:spcAft>
              <a:buNone/>
            </a:pPr>
            <a:r>
              <a:rPr lang="en" sz="1200">
                <a:solidFill>
                  <a:schemeClr val="dk1"/>
                </a:solidFill>
                <a:latin typeface="Lato"/>
                <a:ea typeface="Lato"/>
                <a:cs typeface="Lato"/>
                <a:sym typeface="Lato"/>
              </a:rPr>
              <a:t>By completing this six-part checklist, you ensure you’ve brought a tight enough problem to make your solution meaningful. You are systematically de-risking a business direction by articulating the logic of the experiment before you ever type a prompt.</a:t>
            </a:r>
            <a:endParaRPr sz="1200">
              <a:solidFill>
                <a:schemeClr val="dk1"/>
              </a:solidFill>
              <a:latin typeface="Lato"/>
              <a:ea typeface="Lato"/>
              <a:cs typeface="Lato"/>
              <a:sym typeface="Lato"/>
            </a:endParaRPr>
          </a:p>
          <a:p>
            <a:pPr indent="0" lvl="0" marL="0" rtl="0" algn="l">
              <a:spcBef>
                <a:spcPts val="0"/>
              </a:spcBef>
              <a:spcAft>
                <a:spcPts val="0"/>
              </a:spcAft>
              <a:buClr>
                <a:srgbClr val="7F7F7F"/>
              </a:buClr>
              <a:buSzPts val="1400"/>
              <a:buFont typeface="Poppins SemiBold"/>
              <a:buNone/>
            </a:pPr>
            <a:r>
              <a:t/>
            </a:r>
            <a:endParaRPr sz="1400">
              <a:solidFill>
                <a:srgbClr val="7F7F7F"/>
              </a:solidFill>
              <a:latin typeface="Poppins SemiBold"/>
              <a:ea typeface="Poppins SemiBold"/>
              <a:cs typeface="Poppins SemiBold"/>
              <a:sym typeface="Poppins SemiBold"/>
            </a:endParaRPr>
          </a:p>
        </p:txBody>
      </p:sp>
      <p:sp>
        <p:nvSpPr>
          <p:cNvPr id="2515" name="Google Shape;2515;g3c971b43cd0_0_1360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9" name="Shape 2569"/>
        <p:cNvGrpSpPr/>
        <p:nvPr/>
      </p:nvGrpSpPr>
      <p:grpSpPr>
        <a:xfrm>
          <a:off x="0" y="0"/>
          <a:ext cx="0" cy="0"/>
          <a:chOff x="0" y="0"/>
          <a:chExt cx="0" cy="0"/>
        </a:xfrm>
      </p:grpSpPr>
      <p:sp>
        <p:nvSpPr>
          <p:cNvPr id="2570" name="Google Shape;2570;g3cb52fdad13_0_1631: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571" name="Google Shape;2571;g3cb52fdad13_0_1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Individual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Frame Before You Build</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20</a:t>
            </a:r>
            <a:r>
              <a:rPr lang="en" sz="1200">
                <a:solidFill>
                  <a:schemeClr val="dk1"/>
                </a:solidFill>
                <a:latin typeface="Lato"/>
                <a:ea typeface="Lato"/>
                <a:cs typeface="Lato"/>
                <a:sym typeface="Lato"/>
              </a:rPr>
              <a:t> Minutes</a:t>
            </a:r>
            <a:endParaRPr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 Note for Instructors: </a:t>
            </a:r>
            <a:r>
              <a:rPr lang="en" sz="1200">
                <a:solidFill>
                  <a:srgbClr val="CC0000"/>
                </a:solidFill>
                <a:latin typeface="Lato"/>
                <a:ea typeface="Lato"/>
                <a:cs typeface="Lato"/>
                <a:sym typeface="Lato"/>
              </a:rPr>
              <a:t>Emphasize that this is strategy before execution phase. </a:t>
            </a:r>
            <a:r>
              <a:rPr b="1" lang="en" sz="1200">
                <a:solidFill>
                  <a:srgbClr val="CC0000"/>
                </a:solidFill>
                <a:latin typeface="Lato"/>
                <a:ea typeface="Lato"/>
                <a:cs typeface="Lato"/>
                <a:sym typeface="Lato"/>
              </a:rPr>
              <a:t>Students must not open Lovable yet.</a:t>
            </a:r>
            <a:r>
              <a:rPr lang="en" sz="1200">
                <a:solidFill>
                  <a:srgbClr val="CC0000"/>
                </a:solidFill>
                <a:latin typeface="Lato"/>
                <a:ea typeface="Lato"/>
                <a:cs typeface="Lato"/>
                <a:sym typeface="Lato"/>
              </a:rPr>
              <a:t> This exercise ensures they don't burn credits building the wrong thing. </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Remind them that this Validation Brief is a core part of their final project deliverable.</a:t>
            </a:r>
            <a:r>
              <a:rPr lang="en" sz="1200">
                <a:solidFill>
                  <a:srgbClr val="CC0000"/>
                </a:solidFill>
                <a:latin typeface="Lato"/>
                <a:ea typeface="Lato"/>
                <a:cs typeface="Lato"/>
                <a:sym typeface="Lato"/>
              </a:rPr>
              <a:t> If students get stuck on "Explore," push them to define the one thing they need to learn to move their confidence line.</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Let students know they will</a:t>
            </a:r>
            <a:r>
              <a:rPr b="1" lang="en" sz="1200">
                <a:solidFill>
                  <a:srgbClr val="CC0000"/>
                </a:solidFill>
                <a:latin typeface="Lato"/>
                <a:ea typeface="Lato"/>
                <a:cs typeface="Lato"/>
                <a:sym typeface="Lato"/>
              </a:rPr>
              <a:t> join a random breakout group to work in a “co-working” environment, but they should each be building their own solution.</a:t>
            </a:r>
            <a:endParaRPr b="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After a few minutes, pop into each group to see how students are getting on and check for:</a:t>
            </a:r>
            <a:endParaRPr sz="1200">
              <a:solidFill>
                <a:srgbClr val="CC0000"/>
              </a:solidFill>
              <a:latin typeface="Lato"/>
              <a:ea typeface="Lato"/>
              <a:cs typeface="Lato"/>
              <a:sym typeface="Lato"/>
            </a:endParaRPr>
          </a:p>
          <a:p>
            <a:pPr indent="-304800" lvl="1" marL="914400" rtl="0" algn="just">
              <a:lnSpc>
                <a:spcPct val="115000"/>
              </a:lnSpc>
              <a:spcBef>
                <a:spcPts val="0"/>
              </a:spcBef>
              <a:spcAft>
                <a:spcPts val="0"/>
              </a:spcAft>
              <a:buClr>
                <a:srgbClr val="CC0000"/>
              </a:buClr>
              <a:buSzPts val="1200"/>
              <a:buFont typeface="Lato"/>
              <a:buChar char="○"/>
            </a:pPr>
            <a:r>
              <a:rPr i="1" lang="en" sz="1200">
                <a:solidFill>
                  <a:srgbClr val="CC0000"/>
                </a:solidFill>
                <a:latin typeface="Lato"/>
                <a:ea typeface="Lato"/>
                <a:cs typeface="Lato"/>
                <a:sym typeface="Lato"/>
              </a:rPr>
              <a:t>Context Data</a:t>
            </a:r>
            <a:endParaRPr i="1" sz="1200">
              <a:solidFill>
                <a:srgbClr val="CC0000"/>
              </a:solidFill>
              <a:latin typeface="Lato"/>
              <a:ea typeface="Lato"/>
              <a:cs typeface="Lato"/>
              <a:sym typeface="Lato"/>
            </a:endParaRPr>
          </a:p>
          <a:p>
            <a:pPr indent="-304800" lvl="1" marL="914400" rtl="0" algn="just">
              <a:lnSpc>
                <a:spcPct val="115000"/>
              </a:lnSpc>
              <a:spcBef>
                <a:spcPts val="0"/>
              </a:spcBef>
              <a:spcAft>
                <a:spcPts val="0"/>
              </a:spcAft>
              <a:buClr>
                <a:srgbClr val="CC0000"/>
              </a:buClr>
              <a:buSzPts val="1200"/>
              <a:buFont typeface="Lato"/>
              <a:buChar char="○"/>
            </a:pPr>
            <a:r>
              <a:rPr i="1" lang="en" sz="1200">
                <a:solidFill>
                  <a:srgbClr val="CC0000"/>
                </a:solidFill>
                <a:latin typeface="Lato"/>
                <a:ea typeface="Lato"/>
                <a:cs typeface="Lato"/>
                <a:sym typeface="Lato"/>
              </a:rPr>
              <a:t>Fidelity choices</a:t>
            </a:r>
            <a:endParaRPr i="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b="1" lang="en" sz="1200">
                <a:solidFill>
                  <a:srgbClr val="CC0000"/>
                </a:solidFill>
                <a:latin typeface="Lato"/>
                <a:ea typeface="Lato"/>
                <a:cs typeface="Lato"/>
                <a:sym typeface="Lato"/>
              </a:rPr>
              <a:t>Remind students they </a:t>
            </a:r>
            <a:r>
              <a:rPr b="1" lang="en" sz="1200">
                <a:solidFill>
                  <a:srgbClr val="CC0000"/>
                </a:solidFill>
                <a:latin typeface="Lato"/>
                <a:ea typeface="Lato"/>
                <a:cs typeface="Lato"/>
                <a:sym typeface="Lato"/>
              </a:rPr>
              <a:t>must have their strategy and context data locked in the document by the end of the session to be ready for the Lab.</a:t>
            </a: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t/>
            </a: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Scenario:</a:t>
            </a:r>
            <a:r>
              <a:rPr lang="en" sz="1200">
                <a:solidFill>
                  <a:schemeClr val="dk1"/>
                </a:solidFill>
                <a:latin typeface="Lato"/>
                <a:ea typeface="Lato"/>
                <a:cs typeface="Lato"/>
                <a:sym typeface="Lato"/>
              </a:rPr>
              <a:t> In this individual exercise, students transition from a vague project scenario to a specific build strategy. Their job is to defining the "why" behind their build of their final project scenario before they commit to a single pixel of "how."</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Instructions:</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👉Share the link to the </a:t>
            </a:r>
            <a:r>
              <a:rPr lang="en" sz="1200" u="sng">
                <a:solidFill>
                  <a:schemeClr val="hlink"/>
                </a:solidFill>
                <a:latin typeface="Lato"/>
                <a:ea typeface="Lato"/>
                <a:cs typeface="Lato"/>
                <a:sym typeface="Lato"/>
                <a:hlinkClick r:id="rId2"/>
              </a:rPr>
              <a:t>activity guide</a:t>
            </a:r>
            <a:r>
              <a:rPr lang="en" sz="1200">
                <a:solidFill>
                  <a:schemeClr val="dk1"/>
                </a:solidFill>
                <a:latin typeface="Lato"/>
                <a:ea typeface="Lato"/>
                <a:cs typeface="Lato"/>
                <a:sym typeface="Lato"/>
              </a:rPr>
              <a:t> in the chat.</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Have students start with </a:t>
            </a:r>
            <a:r>
              <a:rPr lang="en" sz="1200">
                <a:solidFill>
                  <a:schemeClr val="dk1"/>
                </a:solidFill>
                <a:latin typeface="Lato"/>
                <a:ea typeface="Lato"/>
                <a:cs typeface="Lato"/>
                <a:sym typeface="Lato"/>
              </a:rPr>
              <a:t>Part 1: Validation Brief. They should fill in their hypothesis, risk type, and success criteria. Focus them on the Kill Switch: "What is the one thing that, if wrong, ends this project?" If they are stuck, point them to the </a:t>
            </a:r>
            <a:r>
              <a:rPr lang="en" sz="1200" u="sng">
                <a:solidFill>
                  <a:schemeClr val="hlink"/>
                </a:solidFill>
                <a:latin typeface="Lato"/>
                <a:ea typeface="Lato"/>
                <a:cs typeface="Lato"/>
                <a:sym typeface="Lato"/>
                <a:hlinkClick r:id="rId3"/>
              </a:rPr>
              <a:t>Brief Builder tool</a:t>
            </a:r>
            <a:r>
              <a:rPr lang="en" sz="1200">
                <a:solidFill>
                  <a:schemeClr val="dk1"/>
                </a:solidFill>
                <a:latin typeface="Lato"/>
                <a:ea typeface="Lato"/>
                <a:cs typeface="Lato"/>
                <a:sym typeface="Lato"/>
              </a:rPr>
              <a:t>, linked in the document. </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Once built, move students to </a:t>
            </a:r>
            <a:r>
              <a:rPr lang="en" sz="1200">
                <a:solidFill>
                  <a:schemeClr val="dk1"/>
                </a:solidFill>
                <a:latin typeface="Lato"/>
                <a:ea typeface="Lato"/>
                <a:cs typeface="Lato"/>
                <a:sym typeface="Lato"/>
              </a:rPr>
              <a:t>complete</a:t>
            </a:r>
            <a:r>
              <a:rPr lang="en" sz="1200">
                <a:solidFill>
                  <a:schemeClr val="dk1"/>
                </a:solidFill>
                <a:latin typeface="Lato"/>
                <a:ea typeface="Lato"/>
                <a:cs typeface="Lato"/>
                <a:sym typeface="Lato"/>
              </a:rPr>
              <a:t> Part 2: Context Injection. Instruct students to open the </a:t>
            </a:r>
            <a:r>
              <a:rPr lang="en" sz="1200" u="sng">
                <a:solidFill>
                  <a:schemeClr val="hlink"/>
                </a:solidFill>
                <a:latin typeface="Lato"/>
                <a:ea typeface="Lato"/>
                <a:cs typeface="Lato"/>
                <a:sym typeface="Lato"/>
                <a:hlinkClick r:id="rId4"/>
              </a:rPr>
              <a:t>Context Data Pack</a:t>
            </a:r>
            <a:r>
              <a:rPr lang="en" sz="1200">
                <a:solidFill>
                  <a:schemeClr val="dk1"/>
                </a:solidFill>
                <a:latin typeface="Lato"/>
                <a:ea typeface="Lato"/>
                <a:cs typeface="Lato"/>
                <a:sym typeface="Lato"/>
              </a:rPr>
              <a:t>, linked in the document. They need to selectively copy their scenario brief, stakeholder quotes, and metrics into their document. This is the fuel for their prompts.</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Finally, ensure students have a few minutes allocated for Part 3: Visual Reference. Have students secure their visual anchor on Mobbin (like a CRM logging flow) or screenshot their M1 prototype. Stress: </a:t>
            </a:r>
            <a:r>
              <a:rPr i="1" lang="en" sz="1200">
                <a:solidFill>
                  <a:schemeClr val="dk1"/>
                </a:solidFill>
                <a:latin typeface="Lato"/>
                <a:ea typeface="Lato"/>
                <a:cs typeface="Lato"/>
                <a:sym typeface="Lato"/>
              </a:rPr>
              <a:t>"Focus on the pattern, not the product name."</a:t>
            </a:r>
            <a:endParaRPr i="1"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Give one final </a:t>
            </a:r>
            <a:r>
              <a:rPr lang="en" sz="1200">
                <a:solidFill>
                  <a:schemeClr val="dk1"/>
                </a:solidFill>
                <a:latin typeface="Lato"/>
                <a:ea typeface="Lato"/>
                <a:cs typeface="Lato"/>
                <a:sym typeface="Lato"/>
              </a:rPr>
              <a:t>reminder that </a:t>
            </a:r>
            <a:r>
              <a:rPr b="1" lang="en" sz="1200">
                <a:solidFill>
                  <a:schemeClr val="dk1"/>
                </a:solidFill>
                <a:latin typeface="Lato"/>
                <a:ea typeface="Lato"/>
                <a:cs typeface="Lato"/>
                <a:sym typeface="Lato"/>
              </a:rPr>
              <a:t>students need to have all three complete by the end of the breakout session to be ready to build after the break</a:t>
            </a:r>
            <a:r>
              <a:rPr lang="en" sz="1200">
                <a:solidFill>
                  <a:schemeClr val="dk1"/>
                </a:solidFill>
                <a:latin typeface="Lato"/>
                <a:ea typeface="Lato"/>
                <a:cs typeface="Lato"/>
                <a:sym typeface="Lato"/>
              </a:rPr>
              <a:t>. Once you return from breakouts, if students say they didn’t finish, let them know they can use the 5 minute break to tie up loose ends.</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r>
              <a:rPr lang="en" sz="1200">
                <a:solidFill>
                  <a:schemeClr val="dk1"/>
                </a:solidFill>
                <a:latin typeface="Lato"/>
                <a:ea typeface="Lato"/>
                <a:cs typeface="Lato"/>
                <a:sym typeface="Lato"/>
              </a:rPr>
              <a:t> </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g3cd4828c349_0_5264: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585" name="Google Shape;2585;g3cd4828c349_0_5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Time for a 5-minute break—you’ve earned it!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8" name="Shape 2588"/>
        <p:cNvGrpSpPr/>
        <p:nvPr/>
      </p:nvGrpSpPr>
      <p:grpSpPr>
        <a:xfrm>
          <a:off x="0" y="0"/>
          <a:ext cx="0" cy="0"/>
          <a:chOff x="0" y="0"/>
          <a:chExt cx="0" cy="0"/>
        </a:xfrm>
      </p:grpSpPr>
      <p:sp>
        <p:nvSpPr>
          <p:cNvPr id="2589" name="Google Shape;2589;g3cd4828c349_0_5268: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590" name="Google Shape;2590;g3cd4828c349_0_5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0" name="Shape 2600"/>
        <p:cNvGrpSpPr/>
        <p:nvPr/>
      </p:nvGrpSpPr>
      <p:grpSpPr>
        <a:xfrm>
          <a:off x="0" y="0"/>
          <a:ext cx="0" cy="0"/>
          <a:chOff x="0" y="0"/>
          <a:chExt cx="0" cy="0"/>
        </a:xfrm>
      </p:grpSpPr>
      <p:sp>
        <p:nvSpPr>
          <p:cNvPr id="2601" name="Google Shape;2601;g3cd4828c349_0_6265: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602" name="Google Shape;2602;g3cd4828c349_0_626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a:solidFill>
                <a:schemeClr val="dk1"/>
              </a:solidFill>
              <a:latin typeface="Inter"/>
              <a:ea typeface="Inter"/>
              <a:cs typeface="Inter"/>
              <a:sym typeface="Inter"/>
            </a:endParaRPr>
          </a:p>
          <a:p>
            <a:pPr indent="0" lvl="0" marL="0" rtl="0" algn="just">
              <a:spcBef>
                <a:spcPts val="0"/>
              </a:spcBef>
              <a:spcAft>
                <a:spcPts val="0"/>
              </a:spcAft>
              <a:buNone/>
            </a:pPr>
            <a:r>
              <a:t/>
            </a:r>
            <a:endParaRPr b="1">
              <a:solidFill>
                <a:srgbClr val="7F7F7F"/>
              </a:solidFill>
              <a:latin typeface="Inter"/>
              <a:ea typeface="Inter"/>
              <a:cs typeface="Inter"/>
              <a:sym typeface="Inter"/>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Leveraging these four inputs ensures that you remain the architect of the your strategy while the AI handles the heavy lifting of the execution.</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Validation Brief: </a:t>
            </a:r>
            <a:r>
              <a:rPr lang="en" sz="1200">
                <a:solidFill>
                  <a:schemeClr val="dk1"/>
                </a:solidFill>
                <a:latin typeface="Lato"/>
                <a:ea typeface="Lato"/>
                <a:cs typeface="Lato"/>
                <a:sym typeface="Lato"/>
              </a:rPr>
              <a:t>By defining your hypothesis and kill switch upfront, you ensure that every credit spent and every screen built is a deliberate move to de-risk a specific business assumption.</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Visual Reference: </a:t>
            </a:r>
            <a:r>
              <a:rPr lang="en" sz="1200">
                <a:solidFill>
                  <a:schemeClr val="dk1"/>
                </a:solidFill>
                <a:latin typeface="Lato"/>
                <a:ea typeface="Lato"/>
                <a:cs typeface="Lato"/>
                <a:sym typeface="Lato"/>
              </a:rPr>
              <a:t>When you use professional anchors to remove the ambiguity of text-only prompts, you force the AI to build within the proven UI patterns of the world’s best products.</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Context Data Pack: </a:t>
            </a:r>
            <a:r>
              <a:rPr lang="en" sz="1200">
                <a:solidFill>
                  <a:schemeClr val="dk1"/>
                </a:solidFill>
                <a:latin typeface="Lato"/>
                <a:ea typeface="Lato"/>
                <a:cs typeface="Lato"/>
                <a:sym typeface="Lato"/>
              </a:rPr>
              <a:t>When you swap placeholders for real user quotes and performance metrics, you force your testers to confront the actual product logic rather than getting distracted by the look and feel.</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Structured Prompt:</a:t>
            </a:r>
            <a:r>
              <a:rPr lang="en" sz="1200">
                <a:solidFill>
                  <a:schemeClr val="dk1"/>
                </a:solidFill>
                <a:latin typeface="Lato"/>
                <a:ea typeface="Lato"/>
                <a:cs typeface="Lato"/>
                <a:sym typeface="Lato"/>
              </a:rPr>
              <a:t> By applying a rigid framework to turn the AI into a precision instrument, </a:t>
            </a:r>
            <a:r>
              <a:rPr lang="en" sz="1200">
                <a:solidFill>
                  <a:schemeClr val="dk1"/>
                </a:solidFill>
                <a:latin typeface="Lato"/>
                <a:ea typeface="Lato"/>
                <a:cs typeface="Lato"/>
                <a:sym typeface="Lato"/>
              </a:rPr>
              <a:t>you gain</a:t>
            </a:r>
            <a:r>
              <a:rPr lang="en" sz="1200">
                <a:solidFill>
                  <a:schemeClr val="dk1"/>
                </a:solidFill>
                <a:latin typeface="Lato"/>
                <a:ea typeface="Lato"/>
                <a:cs typeface="Lato"/>
                <a:sym typeface="Lato"/>
              </a:rPr>
              <a:t> control over the business rules and prevent the tool from hallucinating its own logic.</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Layering these strategic inputs gives you a repeatable, evidence-backed prototyping engine.</a:t>
            </a:r>
            <a:endParaRPr sz="1200">
              <a:solidFill>
                <a:schemeClr val="dk1"/>
              </a:solidFill>
              <a:latin typeface="Lato"/>
              <a:ea typeface="Lato"/>
              <a:cs typeface="Lato"/>
              <a:sym typeface="La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3" name="Shape 2633"/>
        <p:cNvGrpSpPr/>
        <p:nvPr/>
      </p:nvGrpSpPr>
      <p:grpSpPr>
        <a:xfrm>
          <a:off x="0" y="0"/>
          <a:ext cx="0" cy="0"/>
          <a:chOff x="0" y="0"/>
          <a:chExt cx="0" cy="0"/>
        </a:xfrm>
      </p:grpSpPr>
      <p:sp>
        <p:nvSpPr>
          <p:cNvPr id="2634" name="Google Shape;2634;g3cd4828c349_0_450: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635" name="Google Shape;2635;g3cd4828c349_0_45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03. Hands-On Lab: </a:t>
            </a:r>
            <a:r>
              <a:rPr lang="en" sz="1400">
                <a:solidFill>
                  <a:srgbClr val="7F7F7F"/>
                </a:solidFill>
                <a:latin typeface="Poppins SemiBold"/>
                <a:ea typeface="Poppins SemiBold"/>
                <a:cs typeface="Poppins SemiBold"/>
                <a:sym typeface="Poppins SemiBold"/>
              </a:rPr>
              <a:t>Start Your Final Project and Build With Confidence</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9" name="Shape 2639"/>
        <p:cNvGrpSpPr/>
        <p:nvPr/>
      </p:nvGrpSpPr>
      <p:grpSpPr>
        <a:xfrm>
          <a:off x="0" y="0"/>
          <a:ext cx="0" cy="0"/>
          <a:chOff x="0" y="0"/>
          <a:chExt cx="0" cy="0"/>
        </a:xfrm>
      </p:grpSpPr>
      <p:sp>
        <p:nvSpPr>
          <p:cNvPr id="2640" name="Google Shape;2640;g3cd4828c349_0_455: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641" name="Google Shape;2641;g3cd4828c349_0_45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b="1">
              <a:solidFill>
                <a:schemeClr val="dk1"/>
              </a:solidFill>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Individual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✏️Task: </a:t>
            </a:r>
            <a:r>
              <a:rPr lang="en" sz="1200">
                <a:solidFill>
                  <a:schemeClr val="dk1"/>
                </a:solidFill>
                <a:latin typeface="Lato"/>
                <a:ea typeface="Lato"/>
                <a:cs typeface="Lato"/>
                <a:sym typeface="Lato"/>
              </a:rPr>
              <a:t>Start Your Final Project and Build With Confidence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3</a:t>
            </a:r>
            <a:r>
              <a:rPr lang="en" sz="1200">
                <a:solidFill>
                  <a:schemeClr val="dk1"/>
                </a:solidFill>
                <a:latin typeface="Lato"/>
                <a:ea typeface="Lato"/>
                <a:cs typeface="Lato"/>
                <a:sym typeface="Lato"/>
              </a:rPr>
              <a:t>0 Minutes</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rgbClr val="CC0000"/>
                </a:solidFill>
                <a:latin typeface="Lato"/>
                <a:ea typeface="Lato"/>
                <a:cs typeface="Lato"/>
                <a:sym typeface="Lato"/>
              </a:rPr>
              <a:t>📌 Note for Instructors: </a:t>
            </a:r>
            <a:r>
              <a:rPr lang="en" sz="1200">
                <a:solidFill>
                  <a:srgbClr val="CC0000"/>
                </a:solidFill>
                <a:latin typeface="Lato"/>
                <a:ea typeface="Lato"/>
                <a:cs typeface="Lato"/>
                <a:sym typeface="Lato"/>
              </a:rPr>
              <a:t>The goal is to move from the high-speed vibes of Module 1 to a structured orchestration approach, in the same way you demoed earlier.</a:t>
            </a:r>
            <a:r>
              <a:rPr b="1" lang="en" sz="1200">
                <a:solidFill>
                  <a:srgbClr val="CC0000"/>
                </a:solidFill>
                <a:latin typeface="Lato"/>
                <a:ea typeface="Lato"/>
                <a:cs typeface="Lato"/>
                <a:sym typeface="Lato"/>
              </a:rPr>
              <a:t> We are proving that injecting real context leads to a superior, strategic prototype.</a:t>
            </a:r>
            <a:r>
              <a:rPr b="1" lang="en" sz="1200">
                <a:solidFill>
                  <a:srgbClr val="CC0000"/>
                </a:solidFill>
                <a:latin typeface="Lato"/>
                <a:ea typeface="Lato"/>
                <a:cs typeface="Lato"/>
                <a:sym typeface="Lato"/>
              </a:rPr>
              <a:t>. While students are working independently, create breakout rooms to simulate a "pair programming" environment where they can build in the presence of others.</a:t>
            </a:r>
            <a:endParaRPr b="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CRITICAL: Remind students that once the 20 minutes are up, they must have a functional, shareable link. They will be randomly assigned a partner for a "Show and Swap" immediately following this exercise, and they cannot review a blank screen.</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br>
              <a:rPr lang="en" sz="1200">
                <a:solidFill>
                  <a:srgbClr val="CC0000"/>
                </a:solidFill>
                <a:latin typeface="Lato"/>
                <a:ea typeface="Lato"/>
                <a:cs typeface="Lato"/>
                <a:sym typeface="Lato"/>
              </a:rPr>
            </a:br>
            <a:r>
              <a:rPr lang="en" sz="1200">
                <a:solidFill>
                  <a:srgbClr val="CC0000"/>
                </a:solidFill>
                <a:latin typeface="Lato"/>
                <a:ea typeface="Lato"/>
                <a:cs typeface="Lato"/>
                <a:sym typeface="Lato"/>
              </a:rPr>
              <a:t>Key things to watch out for: </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AutoNum type="arabicPeriod"/>
            </a:pPr>
            <a:r>
              <a:rPr lang="en" sz="1200">
                <a:solidFill>
                  <a:srgbClr val="CC0000"/>
                </a:solidFill>
                <a:latin typeface="Lato"/>
                <a:ea typeface="Lato"/>
                <a:cs typeface="Lato"/>
                <a:sym typeface="Lato"/>
              </a:rPr>
              <a:t>Remind students to iterate on their prompt using the prompt builder or in in ChatGPT or Gemini first. They should not burn Lovable credits on trial-and-error. </a:t>
            </a:r>
            <a:endParaRPr sz="1200">
              <a:solidFill>
                <a:srgbClr val="CC0000"/>
              </a:solidFill>
              <a:latin typeface="Lato"/>
              <a:ea typeface="Lato"/>
              <a:cs typeface="Lato"/>
              <a:sym typeface="Lato"/>
            </a:endParaRPr>
          </a:p>
          <a:p>
            <a:pPr indent="-304800" lvl="1" marL="914400" rtl="0" algn="just">
              <a:lnSpc>
                <a:spcPct val="115000"/>
              </a:lnSpc>
              <a:spcBef>
                <a:spcPts val="0"/>
              </a:spcBef>
              <a:spcAft>
                <a:spcPts val="0"/>
              </a:spcAft>
              <a:buClr>
                <a:srgbClr val="CC0000"/>
              </a:buClr>
              <a:buSzPts val="1200"/>
              <a:buFont typeface="Lato"/>
              <a:buAutoNum type="alphaLcPeriod"/>
            </a:pPr>
            <a:r>
              <a:rPr lang="en" sz="1200">
                <a:solidFill>
                  <a:srgbClr val="CC0000"/>
                </a:solidFill>
                <a:latin typeface="Lato"/>
                <a:ea typeface="Lato"/>
                <a:cs typeface="Lato"/>
                <a:sym typeface="Lato"/>
              </a:rPr>
              <a:t>Only paste into Lovable once the "Mega-Prompt" feels rock solid.</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AutoNum type="arabicPeriod"/>
            </a:pPr>
            <a:r>
              <a:rPr lang="en" sz="1200">
                <a:solidFill>
                  <a:srgbClr val="CC0000"/>
                </a:solidFill>
                <a:latin typeface="Lato"/>
                <a:ea typeface="Lato"/>
                <a:cs typeface="Lato"/>
                <a:sym typeface="Lato"/>
              </a:rPr>
              <a:t>Point students back to their Fidelity Level (Landing Page vs. Functional App) and warn against trying to </a:t>
            </a:r>
            <a:r>
              <a:rPr lang="en" sz="1200">
                <a:solidFill>
                  <a:srgbClr val="CC0000"/>
                </a:solidFill>
                <a:latin typeface="Lato"/>
                <a:ea typeface="Lato"/>
                <a:cs typeface="Lato"/>
                <a:sym typeface="Lato"/>
              </a:rPr>
              <a:t>build</a:t>
            </a:r>
            <a:r>
              <a:rPr lang="en" sz="1200">
                <a:solidFill>
                  <a:srgbClr val="CC0000"/>
                </a:solidFill>
                <a:latin typeface="Lato"/>
                <a:ea typeface="Lato"/>
                <a:cs typeface="Lato"/>
                <a:sym typeface="Lato"/>
              </a:rPr>
              <a:t> 10 screens at once. </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None/>
            </a:pPr>
            <a:r>
              <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Scenario:</a:t>
            </a:r>
            <a:r>
              <a:rPr lang="en" sz="1200">
                <a:solidFill>
                  <a:schemeClr val="dk1"/>
                </a:solidFill>
                <a:latin typeface="Lato"/>
                <a:ea typeface="Lato"/>
                <a:cs typeface="Lato"/>
                <a:sym typeface="Lato"/>
              </a:rPr>
              <a:t> </a:t>
            </a:r>
            <a:r>
              <a:rPr lang="en" sz="1200">
                <a:solidFill>
                  <a:schemeClr val="dk1"/>
                </a:solidFill>
                <a:latin typeface="Lato"/>
                <a:ea typeface="Lato"/>
                <a:cs typeface="Lato"/>
                <a:sym typeface="Lato"/>
              </a:rPr>
              <a:t>In this hands-on lab, students apply the Validation Lens to a real build. They are using the </a:t>
            </a:r>
            <a:r>
              <a:rPr lang="en" sz="1200" u="sng">
                <a:solidFill>
                  <a:schemeClr val="hlink"/>
                </a:solidFill>
                <a:latin typeface="Lato"/>
                <a:ea typeface="Lato"/>
                <a:cs typeface="Lato"/>
                <a:sym typeface="Lato"/>
                <a:hlinkClick r:id="rId2"/>
              </a:rPr>
              <a:t>Structured Prompt Builder</a:t>
            </a:r>
            <a:r>
              <a:rPr lang="en" sz="1200">
                <a:solidFill>
                  <a:schemeClr val="dk1"/>
                </a:solidFill>
                <a:latin typeface="Lato"/>
                <a:ea typeface="Lato"/>
                <a:cs typeface="Lato"/>
                <a:sym typeface="Lato"/>
              </a:rPr>
              <a:t> to aggregate their hypothesis, user quotes, and visual references from the previous exercise into one high-intent command. The goal is to prove that context-rich prompting eliminates AI hallucinations and produces a hit on the first try.</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IMPORTANT: </a:t>
            </a:r>
            <a:r>
              <a:rPr lang="en" sz="1200">
                <a:solidFill>
                  <a:schemeClr val="dk1"/>
                </a:solidFill>
                <a:latin typeface="Lato"/>
                <a:ea typeface="Lato"/>
                <a:cs typeface="Lato"/>
                <a:sym typeface="Lato"/>
              </a:rPr>
              <a:t>👉Remind students to return to their exercise guide from earlier and move to the Hands-On Lab section.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Instructions:</a:t>
            </a:r>
            <a:endParaRPr b="1"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Instruct students to open the </a:t>
            </a:r>
            <a:r>
              <a:rPr lang="en" sz="1200" u="sng">
                <a:solidFill>
                  <a:schemeClr val="hlink"/>
                </a:solidFill>
                <a:latin typeface="Lato"/>
                <a:ea typeface="Lato"/>
                <a:cs typeface="Lato"/>
                <a:sym typeface="Lato"/>
                <a:hlinkClick r:id="rId3"/>
              </a:rPr>
              <a:t>Structured Prompt Builder</a:t>
            </a:r>
            <a:r>
              <a:rPr lang="en" sz="1200">
                <a:solidFill>
                  <a:schemeClr val="dk1"/>
                </a:solidFill>
                <a:latin typeface="Lato"/>
                <a:ea typeface="Lato"/>
                <a:cs typeface="Lato"/>
                <a:sym typeface="Lato"/>
              </a:rPr>
              <a:t>. They must pull the three artifacts they created in the previous exercise—the Validation Brief, Visual Reference, and Data Pack—and feed them into the four blocks of the tool.</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Encourage students to paste their "Complete Prompt" into ChatGPT or Gemini first to smoke test the logic and wording before moving on to Lovable.</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Once their prompt is refined, instruct students to paste it into </a:t>
            </a:r>
            <a:r>
              <a:rPr lang="en" sz="1200" u="sng">
                <a:solidFill>
                  <a:schemeClr val="hlink"/>
                </a:solidFill>
                <a:latin typeface="Lato"/>
                <a:ea typeface="Lato"/>
                <a:cs typeface="Lato"/>
                <a:sym typeface="Lato"/>
                <a:hlinkClick r:id="rId4"/>
              </a:rPr>
              <a:t>Lovable</a:t>
            </a:r>
            <a:r>
              <a:rPr lang="en" sz="1200">
                <a:solidFill>
                  <a:schemeClr val="dk1"/>
                </a:solidFill>
                <a:latin typeface="Lato"/>
                <a:ea typeface="Lato"/>
                <a:cs typeface="Lato"/>
                <a:sym typeface="Lato"/>
              </a:rPr>
              <a:t> in one shot.</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If the output needs a tweak, encourage students to use Targeted Edits (Step 3 of the toolkit) to fix the UI without breaking the core logic.</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Pop into breakout groups periodically to see how things are going. </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In the final 2 minutes, ensure every student has generated a shareable prototype link and give rooms a warning. </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3" name="Shape 2653"/>
        <p:cNvGrpSpPr/>
        <p:nvPr/>
      </p:nvGrpSpPr>
      <p:grpSpPr>
        <a:xfrm>
          <a:off x="0" y="0"/>
          <a:ext cx="0" cy="0"/>
          <a:chOff x="0" y="0"/>
          <a:chExt cx="0" cy="0"/>
        </a:xfrm>
      </p:grpSpPr>
      <p:sp>
        <p:nvSpPr>
          <p:cNvPr id="2654" name="Google Shape;2654;g3cd4828c349_0_896: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655" name="Google Shape;2655;g3cd4828c349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Breakout Group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Show and Swap Your Prototype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10 Minutes</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To get students to reflect upon what they’ve built, </a:t>
            </a:r>
            <a:r>
              <a:rPr b="1" lang="en" sz="1200">
                <a:solidFill>
                  <a:schemeClr val="dk1"/>
                </a:solidFill>
                <a:latin typeface="Lato"/>
                <a:ea typeface="Lato"/>
                <a:cs typeface="Lato"/>
                <a:sym typeface="Lato"/>
              </a:rPr>
              <a:t>randomly assign students into breakout rooms in groups of two</a:t>
            </a:r>
            <a:r>
              <a:rPr lang="en" sz="1200">
                <a:solidFill>
                  <a:schemeClr val="dk1"/>
                </a:solidFill>
                <a:latin typeface="Lato"/>
                <a:ea typeface="Lato"/>
                <a:cs typeface="Lato"/>
                <a:sym typeface="Lato"/>
              </a:rPr>
              <a:t>. Instruct the pairs to exchange their shareable prototype links in the chat immediately upon entering the room. Tell them t</a:t>
            </a:r>
            <a:r>
              <a:rPr lang="en" sz="1200">
                <a:solidFill>
                  <a:schemeClr val="dk1"/>
                </a:solidFill>
                <a:latin typeface="Lato"/>
                <a:ea typeface="Lato"/>
                <a:cs typeface="Lato"/>
                <a:sym typeface="Lato"/>
              </a:rPr>
              <a:t>hey are testing if their strategic intent and kill switch actually translate into the build.</a:t>
            </a:r>
            <a:r>
              <a:rPr lang="en" sz="1200">
                <a:solidFill>
                  <a:schemeClr val="dk1"/>
                </a:solidFill>
                <a:latin typeface="Lato"/>
                <a:ea typeface="Lato"/>
                <a:cs typeface="Lato"/>
                <a:sym typeface="Lato"/>
              </a:rPr>
              <a:t>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Emphasize that f</a:t>
            </a:r>
            <a:r>
              <a:rPr lang="en" sz="1200">
                <a:solidFill>
                  <a:schemeClr val="dk1"/>
                </a:solidFill>
                <a:latin typeface="Lato"/>
                <a:ea typeface="Lato"/>
                <a:cs typeface="Lato"/>
                <a:sym typeface="Lato"/>
              </a:rPr>
              <a:t>or the first 3 minutes, one partner watches as the other navigates. </a:t>
            </a:r>
            <a:r>
              <a:rPr b="1" lang="en" sz="1200">
                <a:solidFill>
                  <a:schemeClr val="dk1"/>
                </a:solidFill>
                <a:latin typeface="Lato"/>
                <a:ea typeface="Lato"/>
                <a:cs typeface="Lato"/>
                <a:sym typeface="Lato"/>
              </a:rPr>
              <a:t>No guidance, no "tours." If a user gets lost, that is the data! The builder should watch for hesitation or confusion. </a:t>
            </a:r>
            <a:endParaRPr b="1"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Then, after 3 minutes, the partner exploring answers the three questions on the slide/in the guide while the builder takes notes. Then, swap and repeat.</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Questions:</a:t>
            </a: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What do you think the core hypothesis or kill switch was?</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Based on the UI and flow alone, what specific business risk or user problem do you think I am trying to validate? (If they can’t guess it, the orchestration didn't surface the strategy).</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Where did the experience lose credibility?</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Where did the logic fall apart? Identify the moment the AI’s generic patterns took over and broke the specific context of the scenario.</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Did the data make you feel like you were using a real product?</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Did the inclusion of specific user quotes and metrics successfully mask the fact that this is an early V1 mockup, or did it still feel like "placeholder" content?</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endParaRPr b="1"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6" name="Shape 2666"/>
        <p:cNvGrpSpPr/>
        <p:nvPr/>
      </p:nvGrpSpPr>
      <p:grpSpPr>
        <a:xfrm>
          <a:off x="0" y="0"/>
          <a:ext cx="0" cy="0"/>
          <a:chOff x="0" y="0"/>
          <a:chExt cx="0" cy="0"/>
        </a:xfrm>
      </p:grpSpPr>
      <p:sp>
        <p:nvSpPr>
          <p:cNvPr id="2667" name="Google Shape;2667;g3cd4828c349_0_4266: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668" name="Google Shape;2668;g3cd4828c349_0_426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Quick Debrief</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Production-Readiness Score Statement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 Minutes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Ask students to post their M2 prototype score (1–5) and a one-sentence explanation in Slack. </a:t>
            </a:r>
            <a:r>
              <a:rPr b="1" lang="en" sz="1200">
                <a:solidFill>
                  <a:schemeClr val="dk1"/>
                </a:solidFill>
                <a:latin typeface="Lato"/>
                <a:ea typeface="Lato"/>
                <a:cs typeface="Lato"/>
                <a:sym typeface="Lato"/>
              </a:rPr>
              <a:t>The primary goal here is to stress the shift in criteria.</a:t>
            </a:r>
            <a:r>
              <a:rPr lang="en" sz="1200">
                <a:solidFill>
                  <a:schemeClr val="dk1"/>
                </a:solidFill>
                <a:latin typeface="Lato"/>
                <a:ea typeface="Lato"/>
                <a:cs typeface="Lato"/>
                <a:sym typeface="Lato"/>
              </a:rPr>
              <a:t> Remind students that in M1, they scored based on the look. In M2, they must score based on the test. Even if their numerical score stayed the same, the reason for that score should be fundamentally different because it now accounts for functional logic and user behavior.  </a:t>
            </a:r>
            <a:r>
              <a:rPr lang="en" sz="1200">
                <a:solidFill>
                  <a:schemeClr val="dk1"/>
                </a:solidFill>
                <a:latin typeface="Lato"/>
                <a:ea typeface="Lato"/>
                <a:cs typeface="Lato"/>
                <a:sym typeface="Lato"/>
              </a:rPr>
              <a:t>As the scores come in, read them out live </a:t>
            </a:r>
            <a:r>
              <a:rPr lang="en" sz="1200">
                <a:solidFill>
                  <a:schemeClr val="dk1"/>
                </a:solidFill>
                <a:latin typeface="Lato"/>
                <a:ea typeface="Lato"/>
                <a:cs typeface="Lato"/>
                <a:sym typeface="Lato"/>
              </a:rPr>
              <a:t>to highlight the shift from a visual vibe to a functional tool.</a:t>
            </a:r>
            <a:r>
              <a:rPr lang="en" sz="1200">
                <a:solidFill>
                  <a:schemeClr val="dk1"/>
                </a:solidFill>
                <a:latin typeface="Lato"/>
                <a:ea typeface="Lato"/>
                <a:cs typeface="Lato"/>
                <a:sym typeface="Lato"/>
              </a:rPr>
              <a:t> </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i="1" lang="en" sz="1200">
                <a:solidFill>
                  <a:schemeClr val="dk1"/>
                </a:solidFill>
                <a:latin typeface="Lato"/>
                <a:ea typeface="Lato"/>
                <a:cs typeface="Lato"/>
                <a:sym typeface="Lato"/>
              </a:rPr>
              <a:t>EXAMPLE:  "</a:t>
            </a:r>
            <a:r>
              <a:rPr i="1" lang="en" sz="1200">
                <a:solidFill>
                  <a:schemeClr val="dk1"/>
                </a:solidFill>
                <a:latin typeface="Lato"/>
                <a:ea typeface="Lato"/>
                <a:cs typeface="Lato"/>
                <a:sym typeface="Lato"/>
              </a:rPr>
              <a:t>3/5—In M1 this was a 3 because of the colors; now it's a 3 because the filter logic works but the detail view is still a static image.”</a:t>
            </a: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For those with low scores, ask if the vibe failed because of the prompt's technical complexity or if they need to simplify the test for the next iteration.</a:t>
            </a:r>
            <a:endParaRPr b="1"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0" name="Shape 2680"/>
        <p:cNvGrpSpPr/>
        <p:nvPr/>
      </p:nvGrpSpPr>
      <p:grpSpPr>
        <a:xfrm>
          <a:off x="0" y="0"/>
          <a:ext cx="0" cy="0"/>
          <a:chOff x="0" y="0"/>
          <a:chExt cx="0" cy="0"/>
        </a:xfrm>
      </p:grpSpPr>
      <p:sp>
        <p:nvSpPr>
          <p:cNvPr id="2681" name="Google Shape;2681;g3cd4828c349_1_1: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682" name="Google Shape;2682;g3cd4828c34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Instructor-Led Q&amp;A</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Reflection Moment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5 Minutes</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rgbClr val="CC0000"/>
                </a:solidFill>
                <a:latin typeface="Lato"/>
                <a:ea typeface="Lato"/>
                <a:cs typeface="Lato"/>
                <a:sym typeface="Lato"/>
              </a:rPr>
              <a:t>📌 Note for instructors:</a:t>
            </a:r>
            <a:r>
              <a:rPr lang="en" sz="1200">
                <a:solidFill>
                  <a:srgbClr val="CC0000"/>
                </a:solidFill>
                <a:latin typeface="Lato"/>
                <a:ea typeface="Lato"/>
                <a:cs typeface="Lato"/>
                <a:sym typeface="Lato"/>
              </a:rPr>
              <a:t> Keep this to quick answers from 2–3 volunteers. </a:t>
            </a:r>
            <a:r>
              <a:rPr lang="en" sz="1200">
                <a:solidFill>
                  <a:srgbClr val="CC0000"/>
                </a:solidFill>
                <a:latin typeface="Lato"/>
                <a:ea typeface="Lato"/>
                <a:cs typeface="Lato"/>
                <a:sym typeface="Lato"/>
              </a:rPr>
              <a:t>This is the "Full Circle" moment. At the start of the module, students likely struggled to answer these questions. Now, after using the Validation Brief and context injection, they should feel a radical shift in their confidence.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To get students reflecting on how far their Module 2 prototype </a:t>
            </a:r>
            <a:r>
              <a:rPr lang="en" sz="1200">
                <a:solidFill>
                  <a:schemeClr val="dk1"/>
                </a:solidFill>
                <a:latin typeface="Lato"/>
                <a:ea typeface="Lato"/>
                <a:cs typeface="Lato"/>
                <a:sym typeface="Lato"/>
              </a:rPr>
              <a:t>has come,</a:t>
            </a:r>
            <a:r>
              <a:rPr lang="en" sz="1200">
                <a:solidFill>
                  <a:schemeClr val="dk1"/>
                </a:solidFill>
                <a:latin typeface="Lato"/>
                <a:ea typeface="Lato"/>
                <a:cs typeface="Lato"/>
                <a:sym typeface="Lato"/>
              </a:rPr>
              <a:t> ask them to think back to their answers from the start of the class and now share their perspective on:</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Questions: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What specific assumption were you actually testing today, and how does this build prove it?</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If your VP asked, “What did you learn from this?” what would you say?</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Where is your user data? Metrics? User language?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You can frame it in a different way as a quick vote if students are not quick to respond. Ask: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By a show of hands, who…</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…Can now explain what their prototype was testing?</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…Had real user data in there?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…Feels confident answering their VP’s question now? </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Takeaway: </a:t>
            </a:r>
            <a:endParaRPr b="1" sz="1050">
              <a:solidFill>
                <a:srgbClr val="44474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As PMs, you just witnessed the shift from vibe building to strategic validation. In Module 1, you proved you could build; in Module 2, you proved you could build something that provides an answer. You’ve successfully closed the gap between a visual mockup and a credible business case!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3" name="Shape 2693"/>
        <p:cNvGrpSpPr/>
        <p:nvPr/>
      </p:nvGrpSpPr>
      <p:grpSpPr>
        <a:xfrm>
          <a:off x="0" y="0"/>
          <a:ext cx="0" cy="0"/>
          <a:chOff x="0" y="0"/>
          <a:chExt cx="0" cy="0"/>
        </a:xfrm>
      </p:grpSpPr>
      <p:sp>
        <p:nvSpPr>
          <p:cNvPr id="2694" name="Google Shape;2694;g3cd4828c349_0_908: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695" name="Google Shape;2695;g3cd4828c349_0_90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Quick Debrief</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Key Learning Statement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 Minutes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b="1" lang="en" sz="1200">
                <a:latin typeface="Lato"/>
                <a:ea typeface="Lato"/>
                <a:cs typeface="Lato"/>
                <a:sym typeface="Lato"/>
              </a:rPr>
              <a:t>Instructions: </a:t>
            </a:r>
            <a:r>
              <a:rPr lang="en" sz="1200">
                <a:latin typeface="Lato"/>
                <a:ea typeface="Lato"/>
                <a:cs typeface="Lato"/>
                <a:sym typeface="Lato"/>
              </a:rPr>
              <a:t>Ask students to quickly jot down one sentence in your designated Slack cohort that answers the following: “What assumption did you test today and what did you learn from it?” Once they've posted, have them read through the channel and reply to at least two of their peers' sentences. As the responses come in, read them aloud and comment on what are some similar key messages and learnings. </a:t>
            </a:r>
            <a:endParaRPr b="1"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Focus on the shift from guessing to validating. By using the Validation Brief and Context Data Pack, they’ve replaced "I think" with "I know." They’ve been able to prove that when you inject real user voice and clear constraints into a build, you get the clarity needed to make a high-stakes product decision in minutes rather than months. </a:t>
            </a:r>
            <a:endParaRPr b="1" sz="1200">
              <a:latin typeface="Lato"/>
              <a:ea typeface="Lato"/>
              <a:cs typeface="Lato"/>
              <a:sym typeface="Lato"/>
            </a:endParaRPr>
          </a:p>
          <a:p>
            <a:pPr indent="0" lvl="0" marL="0" rtl="0" algn="l">
              <a:lnSpc>
                <a:spcPct val="115000"/>
              </a:lnSpc>
              <a:spcBef>
                <a:spcPts val="0"/>
              </a:spcBef>
              <a:spcAft>
                <a:spcPts val="0"/>
              </a:spcAft>
              <a:buNone/>
            </a:pPr>
            <a:r>
              <a:t/>
            </a:r>
            <a:endParaRPr b="1">
              <a:latin typeface="Lato"/>
              <a:ea typeface="Lato"/>
              <a:cs typeface="Lato"/>
              <a:sym typeface="La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7" name="Shape 2707"/>
        <p:cNvGrpSpPr/>
        <p:nvPr/>
      </p:nvGrpSpPr>
      <p:grpSpPr>
        <a:xfrm>
          <a:off x="0" y="0"/>
          <a:ext cx="0" cy="0"/>
          <a:chOff x="0" y="0"/>
          <a:chExt cx="0" cy="0"/>
        </a:xfrm>
      </p:grpSpPr>
      <p:sp>
        <p:nvSpPr>
          <p:cNvPr id="2708" name="Google Shape;2708;g3cd4828c349_0_2066: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709" name="Google Shape;2709;g3cd4828c349_0_2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 Note for instructor: </a:t>
            </a:r>
            <a:r>
              <a:rPr lang="en" sz="1200">
                <a:solidFill>
                  <a:srgbClr val="CC0000"/>
                </a:solidFill>
                <a:latin typeface="Lato"/>
                <a:ea typeface="Lato"/>
                <a:cs typeface="Lato"/>
                <a:sym typeface="Lato"/>
              </a:rPr>
              <a:t>Use this slide as a way to not only share today’s accomplishments but get students excited about what’s to come! This is the "landing the plane" moment where you shift their identity from someone who requests and waits to a PM who can </a:t>
            </a:r>
            <a:r>
              <a:rPr lang="en" sz="1200">
                <a:solidFill>
                  <a:srgbClr val="CC0000"/>
                </a:solidFill>
                <a:latin typeface="Lato"/>
                <a:ea typeface="Lato"/>
                <a:cs typeface="Lato"/>
                <a:sym typeface="Lato"/>
              </a:rPr>
              <a:t>build</a:t>
            </a:r>
            <a:r>
              <a:rPr lang="en" sz="1200">
                <a:solidFill>
                  <a:srgbClr val="CC0000"/>
                </a:solidFill>
                <a:latin typeface="Lato"/>
                <a:ea typeface="Lato"/>
                <a:cs typeface="Lato"/>
                <a:sym typeface="Lato"/>
              </a:rPr>
              <a:t> and validate on their own. </a:t>
            </a:r>
            <a:endParaRPr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As we wrap up today, let’s look at the math of your new operating model. You experienced another strategic shift in how you build. In your day job, how often do you show a mockup only to have stakeholders get distracted by "lorem ipsum" or generic designs rather than focusing on the core idea? How long does it take to get a "go/no-go" decision on a real hypothesis? You might spend weeks in meetings trying to prove a point, but look at what you did today. You walked in here with an assumption and, by injecting real data and user voice, you built a professional business case. You created a precision instrument that surfaced evidence in real-time.</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You have closed the credibility gap that kills most product ideas. This isn't just about being "faster"—it’s about having the intent to lead. You are leaving this room no longer just "building vibes," but driving strategic pivots. You have turned the AI into a partner that understands your business logic as well as you do.</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Coming up in Module 3, we’re going to take this same product and push for even better execution. Now that you have mastered context injection and sharpened your intent, we are going to focus on scaling these prototypes into high-fidelity experiences.</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3" name="Shape 2743"/>
        <p:cNvGrpSpPr/>
        <p:nvPr/>
      </p:nvGrpSpPr>
      <p:grpSpPr>
        <a:xfrm>
          <a:off x="0" y="0"/>
          <a:ext cx="0" cy="0"/>
          <a:chOff x="0" y="0"/>
          <a:chExt cx="0" cy="0"/>
        </a:xfrm>
      </p:grpSpPr>
      <p:sp>
        <p:nvSpPr>
          <p:cNvPr id="2744" name="Google Shape;2744;g3cd4828c349_0_3391: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745" name="Google Shape;2745;g3cd4828c349_0_3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At the end of each module, recap key concepts and content covered in today’s lesson.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3" name="Shape 2753"/>
        <p:cNvGrpSpPr/>
        <p:nvPr/>
      </p:nvGrpSpPr>
      <p:grpSpPr>
        <a:xfrm>
          <a:off x="0" y="0"/>
          <a:ext cx="0" cy="0"/>
          <a:chOff x="0" y="0"/>
          <a:chExt cx="0" cy="0"/>
        </a:xfrm>
      </p:grpSpPr>
      <p:sp>
        <p:nvSpPr>
          <p:cNvPr id="2754" name="Google Shape;2754;g3cd4828c349_0_3400:notes"/>
          <p:cNvSpPr/>
          <p:nvPr>
            <p:ph idx="2" type="sldImg"/>
          </p:nvPr>
        </p:nvSpPr>
        <p:spPr>
          <a:xfrm>
            <a:off x="960123" y="1143000"/>
            <a:ext cx="4937700" cy="3086100"/>
          </a:xfrm>
          <a:custGeom>
            <a:rect b="b" l="l" r="r" t="t"/>
            <a:pathLst>
              <a:path extrusionOk="0" h="120000" w="120000">
                <a:moveTo>
                  <a:pt x="0" y="0"/>
                </a:moveTo>
                <a:lnTo>
                  <a:pt x="120000" y="0"/>
                </a:lnTo>
                <a:lnTo>
                  <a:pt x="120000" y="120000"/>
                </a:lnTo>
                <a:lnTo>
                  <a:pt x="0" y="120000"/>
                </a:lnTo>
                <a:close/>
              </a:path>
            </a:pathLst>
          </a:custGeom>
        </p:spPr>
      </p:sp>
      <p:sp>
        <p:nvSpPr>
          <p:cNvPr id="2755" name="Google Shape;2755;g3cd4828c349_0_34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br>
              <a:rPr b="1" lang="en" sz="1200">
                <a:solidFill>
                  <a:schemeClr val="dk1"/>
                </a:solidFill>
                <a:latin typeface="Lato"/>
                <a:ea typeface="Lato"/>
                <a:cs typeface="Lato"/>
                <a:sym typeface="Lato"/>
              </a:rPr>
            </a:br>
            <a:r>
              <a:rPr b="1" lang="en" sz="1200">
                <a:solidFill>
                  <a:schemeClr val="dk1"/>
                </a:solidFill>
                <a:latin typeface="Lato"/>
                <a:ea typeface="Lato"/>
                <a:cs typeface="Lato"/>
                <a:sym typeface="Lato"/>
              </a:rPr>
              <a:t>📌 Note: that the “Dig Deeper” section is optional for students who want to get additional practice with more advanced topics or explore further </a:t>
            </a:r>
            <a:r>
              <a:rPr b="1" lang="en" sz="1200" u="sng">
                <a:solidFill>
                  <a:schemeClr val="dk1"/>
                </a:solidFill>
                <a:latin typeface="Lato"/>
                <a:ea typeface="Lato"/>
                <a:cs typeface="Lato"/>
                <a:sym typeface="Lato"/>
              </a:rPr>
              <a:t>on their own time.</a:t>
            </a:r>
            <a:endParaRPr sz="1200" u="sng">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Next Session:</a:t>
            </a:r>
            <a:r>
              <a:rPr lang="en" sz="1200">
                <a:solidFill>
                  <a:schemeClr val="dk1"/>
                </a:solidFill>
                <a:latin typeface="Lato"/>
                <a:ea typeface="Lato"/>
                <a:cs typeface="Lato"/>
                <a:sym typeface="Lato"/>
              </a:rPr>
              <a:t> Give a brief overview of what students can expect during the next session.</a:t>
            </a:r>
            <a:endParaRPr b="1">
              <a:solidFill>
                <a:schemeClr val="dk1"/>
              </a:solidFill>
              <a:latin typeface="Inter"/>
              <a:ea typeface="Inter"/>
              <a:cs typeface="Inter"/>
              <a:sym typeface="Inter"/>
            </a:endParaRPr>
          </a:p>
          <a:p>
            <a:pPr indent="0" lvl="0" marL="0" rtl="0" algn="l">
              <a:spcBef>
                <a:spcPts val="0"/>
              </a:spcBef>
              <a:spcAft>
                <a:spcPts val="0"/>
              </a:spcAft>
              <a:buNone/>
            </a:pPr>
            <a:r>
              <a:t/>
            </a:r>
            <a:endParaRPr>
              <a:latin typeface="Lato"/>
              <a:ea typeface="Lato"/>
              <a:cs typeface="Lato"/>
              <a:sym typeface="Lato"/>
            </a:endParaRPr>
          </a:p>
        </p:txBody>
      </p:sp>
      <p:sp>
        <p:nvSpPr>
          <p:cNvPr id="2756" name="Google Shape;2756;g3cd4828c349_0_340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2" name="Shape 2762"/>
        <p:cNvGrpSpPr/>
        <p:nvPr/>
      </p:nvGrpSpPr>
      <p:grpSpPr>
        <a:xfrm>
          <a:off x="0" y="0"/>
          <a:ext cx="0" cy="0"/>
          <a:chOff x="0" y="0"/>
          <a:chExt cx="0" cy="0"/>
        </a:xfrm>
      </p:grpSpPr>
      <p:sp>
        <p:nvSpPr>
          <p:cNvPr id="2763" name="Google Shape;2763;g3cd4828c349_0_3408: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764" name="Google Shape;2764;g3cd4828c349_0_340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Lato"/>
                <a:ea typeface="Lato"/>
                <a:cs typeface="Lato"/>
                <a:sym typeface="Lato"/>
              </a:rPr>
              <a:t>We will be having daily surveys at the end of each class, and your opinion matters to us. </a:t>
            </a:r>
            <a:endParaRPr sz="1200">
              <a:solidFill>
                <a:schemeClr val="dk1"/>
              </a:solidFill>
              <a:latin typeface="Lato"/>
              <a:ea typeface="Lato"/>
              <a:cs typeface="Lato"/>
              <a:sym typeface="Lato"/>
            </a:endParaRPr>
          </a:p>
          <a:p>
            <a:pPr indent="-304800" lvl="0" marL="457200" rtl="0" algn="l">
              <a:lnSpc>
                <a:spcPct val="115000"/>
              </a:lnSpc>
              <a:spcBef>
                <a:spcPts val="1200"/>
              </a:spcBef>
              <a:spcAft>
                <a:spcPts val="0"/>
              </a:spcAft>
              <a:buClr>
                <a:schemeClr val="dk1"/>
              </a:buClr>
              <a:buSzPts val="1200"/>
              <a:buFont typeface="Lato"/>
              <a:buChar char="●"/>
            </a:pPr>
            <a:r>
              <a:rPr lang="en" sz="1200">
                <a:solidFill>
                  <a:schemeClr val="dk1"/>
                </a:solidFill>
                <a:latin typeface="Lato"/>
                <a:ea typeface="Lato"/>
                <a:cs typeface="Lato"/>
                <a:sym typeface="Lato"/>
              </a:rPr>
              <a:t>This is crucial in making sure our team can learn the best way to support you, and if we are also hitting the mark, Like real product managers, we would want to iterate and adjust so that we can support your needs. </a:t>
            </a:r>
            <a:endParaRPr sz="1200">
              <a:solidFill>
                <a:schemeClr val="dk1"/>
              </a:solidFill>
              <a:latin typeface="Lato"/>
              <a:ea typeface="Lato"/>
              <a:cs typeface="Lato"/>
              <a:sym typeface="Lato"/>
            </a:endParaRPr>
          </a:p>
          <a:p>
            <a:pPr indent="0" lvl="0" marL="0" rtl="0" algn="l">
              <a:spcBef>
                <a:spcPts val="1200"/>
              </a:spcBef>
              <a:spcAft>
                <a:spcPts val="0"/>
              </a:spcAft>
              <a:buNone/>
            </a:pPr>
            <a:r>
              <a:t/>
            </a:r>
            <a:endParaRPr>
              <a:latin typeface="Inter"/>
              <a:ea typeface="Inter"/>
              <a:cs typeface="Inter"/>
              <a:sym typeface="Inte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3" name="Shape 2773"/>
        <p:cNvGrpSpPr/>
        <p:nvPr/>
      </p:nvGrpSpPr>
      <p:grpSpPr>
        <a:xfrm>
          <a:off x="0" y="0"/>
          <a:ext cx="0" cy="0"/>
          <a:chOff x="0" y="0"/>
          <a:chExt cx="0" cy="0"/>
        </a:xfrm>
      </p:grpSpPr>
      <p:sp>
        <p:nvSpPr>
          <p:cNvPr id="2774" name="Google Shape;2774;g3c971b43cd0_0_1603: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775" name="Google Shape;2775;g3c971b43cd0_0_1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 </a:t>
            </a:r>
            <a:r>
              <a:rPr lang="en" sz="1400">
                <a:solidFill>
                  <a:srgbClr val="7F7F7F"/>
                </a:solidFill>
                <a:latin typeface="Poppins SemiBold"/>
                <a:ea typeface="Poppins SemiBold"/>
                <a:cs typeface="Poppins SemiBold"/>
                <a:sym typeface="Poppins SemiBold"/>
              </a:rPr>
              <a:t>More Resources</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just">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Here are some additional resources students can learn to deepen their knowledge of what we have covered in this section.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9" name="Shape 2789"/>
        <p:cNvGrpSpPr/>
        <p:nvPr/>
      </p:nvGrpSpPr>
      <p:grpSpPr>
        <a:xfrm>
          <a:off x="0" y="0"/>
          <a:ext cx="0" cy="0"/>
          <a:chOff x="0" y="0"/>
          <a:chExt cx="0" cy="0"/>
        </a:xfrm>
      </p:grpSpPr>
      <p:sp>
        <p:nvSpPr>
          <p:cNvPr id="2790" name="Google Shape;2790;g3c971b43cd0_0_1623: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1" name="Google Shape;2791;g3c971b43cd0_0_16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3C485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Q&amp;A</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This is a chance to dive deeper into the topics covered and answer any additional questions students may have!</a:t>
            </a:r>
            <a:endParaRPr b="1">
              <a:solidFill>
                <a:schemeClr val="dk1"/>
              </a:solidFill>
              <a:latin typeface="Inter"/>
              <a:ea typeface="Inter"/>
              <a:cs typeface="Inter"/>
              <a:sym typeface="Inte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4" name="Shape 2794"/>
        <p:cNvGrpSpPr/>
        <p:nvPr/>
      </p:nvGrpSpPr>
      <p:grpSpPr>
        <a:xfrm>
          <a:off x="0" y="0"/>
          <a:ext cx="0" cy="0"/>
          <a:chOff x="0" y="0"/>
          <a:chExt cx="0" cy="0"/>
        </a:xfrm>
      </p:grpSpPr>
      <p:sp>
        <p:nvSpPr>
          <p:cNvPr id="2795" name="Google Shape;2795;g3ce166274ff_0_398: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796" name="Google Shape;2796;g3ce166274ff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Thank you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5.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5.gi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5.gif"/></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9.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5.gif"/></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0.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2.png"/></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2.png"/></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2.png"/></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2.pn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2.png"/></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5.gif"/></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9.pn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0.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pn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2.png"/></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5.gif"/></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9.png"/></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0.png"/></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1" name="Google Shape;11;p2"/>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2" name="Google Shape;12;p2"/>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13" name="Google Shape;13;p2"/>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rtl="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 name="Google Shape;14;p2"/>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5" name="Shape 15"/>
        <p:cNvGrpSpPr/>
        <p:nvPr/>
      </p:nvGrpSpPr>
      <p:grpSpPr>
        <a:xfrm>
          <a:off x="0" y="0"/>
          <a:ext cx="0" cy="0"/>
          <a:chOff x="0" y="0"/>
          <a:chExt cx="0" cy="0"/>
        </a:xfrm>
      </p:grpSpPr>
      <p:pic>
        <p:nvPicPr>
          <p:cNvPr id="16" name="Google Shape;16;p3"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7" name="Google Shape;17;p3"/>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8" name="Google Shape;18;p3"/>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 name="Google Shape;19;p3"/>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20" name="Shape 20"/>
        <p:cNvGrpSpPr/>
        <p:nvPr/>
      </p:nvGrpSpPr>
      <p:grpSpPr>
        <a:xfrm>
          <a:off x="0" y="0"/>
          <a:ext cx="0" cy="0"/>
          <a:chOff x="0" y="0"/>
          <a:chExt cx="0" cy="0"/>
        </a:xfrm>
      </p:grpSpPr>
      <p:pic>
        <p:nvPicPr>
          <p:cNvPr id="21" name="Google Shape;21;p4"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22" name="Google Shape;22;p4"/>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23" name="Shape 23"/>
        <p:cNvGrpSpPr/>
        <p:nvPr/>
      </p:nvGrpSpPr>
      <p:grpSpPr>
        <a:xfrm>
          <a:off x="0" y="0"/>
          <a:ext cx="0" cy="0"/>
          <a:chOff x="0" y="0"/>
          <a:chExt cx="0" cy="0"/>
        </a:xfrm>
      </p:grpSpPr>
      <p:grpSp>
        <p:nvGrpSpPr>
          <p:cNvPr id="24" name="Google Shape;24;p5"/>
          <p:cNvGrpSpPr/>
          <p:nvPr/>
        </p:nvGrpSpPr>
        <p:grpSpPr>
          <a:xfrm>
            <a:off x="0" y="0"/>
            <a:ext cx="9143998" cy="5714776"/>
            <a:chOff x="0" y="-2"/>
            <a:chExt cx="10973237" cy="6858005"/>
          </a:xfrm>
        </p:grpSpPr>
        <p:pic>
          <p:nvPicPr>
            <p:cNvPr id="25" name="Google Shape;25;p5"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26" name="Google Shape;26;p5"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27" name="Google Shape;27;p5"/>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28" name="Google Shape;28;p5"/>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29" name="Google Shape;29;p5"/>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6"/>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2" name="Google Shape;32;p6"/>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33" name="Shape 33"/>
        <p:cNvGrpSpPr/>
        <p:nvPr/>
      </p:nvGrpSpPr>
      <p:grpSpPr>
        <a:xfrm>
          <a:off x="0" y="0"/>
          <a:ext cx="0" cy="0"/>
          <a:chOff x="0" y="0"/>
          <a:chExt cx="0" cy="0"/>
        </a:xfrm>
      </p:grpSpPr>
      <p:sp>
        <p:nvSpPr>
          <p:cNvPr id="34" name="Google Shape;34;p7"/>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5" name="Google Shape;35;p7"/>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6" name="Google Shape;36;p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39" name="Shape 39"/>
        <p:cNvGrpSpPr/>
        <p:nvPr/>
      </p:nvGrpSpPr>
      <p:grpSpPr>
        <a:xfrm>
          <a:off x="0" y="0"/>
          <a:ext cx="0" cy="0"/>
          <a:chOff x="0" y="0"/>
          <a:chExt cx="0" cy="0"/>
        </a:xfrm>
      </p:grpSpPr>
      <p:sp>
        <p:nvSpPr>
          <p:cNvPr id="40" name="Google Shape;40;p9"/>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1" name="Google Shape;41;p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0"/>
          <p:cNvSpPr txBox="1"/>
          <p:nvPr>
            <p:ph type="title"/>
          </p:nvPr>
        </p:nvSpPr>
        <p:spPr>
          <a:xfrm>
            <a:off x="1378150" y="500167"/>
            <a:ext cx="6387600" cy="47067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44" name="Shape 44"/>
        <p:cNvGrpSpPr/>
        <p:nvPr/>
      </p:nvGrpSpPr>
      <p:grpSpPr>
        <a:xfrm>
          <a:off x="0" y="0"/>
          <a:ext cx="0" cy="0"/>
          <a:chOff x="0" y="0"/>
          <a:chExt cx="0" cy="0"/>
        </a:xfrm>
      </p:grpSpPr>
      <p:sp>
        <p:nvSpPr>
          <p:cNvPr id="45" name="Google Shape;45;p11"/>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1"/>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7" name="Google Shape;47;p11"/>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SzPts val="4800"/>
              <a:buNone/>
              <a:defRPr sz="48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48" name="Google Shape;48;p11"/>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51" name="Shape 51"/>
        <p:cNvGrpSpPr/>
        <p:nvPr/>
      </p:nvGrpSpPr>
      <p:grpSpPr>
        <a:xfrm>
          <a:off x="0" y="0"/>
          <a:ext cx="0" cy="0"/>
          <a:chOff x="0" y="0"/>
          <a:chExt cx="0" cy="0"/>
        </a:xfrm>
      </p:grpSpPr>
      <p:sp>
        <p:nvSpPr>
          <p:cNvPr id="52" name="Google Shape;52;p1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b="1"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None/>
              <a:defRPr sz="1200">
                <a:solidFill>
                  <a:schemeClr val="accent1"/>
                </a:solidFill>
              </a:defRPr>
            </a:lvl2pPr>
            <a:lvl3pPr lvl="2" algn="l">
              <a:lnSpc>
                <a:spcPct val="115000"/>
              </a:lnSpc>
              <a:spcBef>
                <a:spcPts val="0"/>
              </a:spcBef>
              <a:spcAft>
                <a:spcPts val="0"/>
              </a:spcAft>
              <a:buClr>
                <a:schemeClr val="accent1"/>
              </a:buClr>
              <a:buSzPts val="1200"/>
              <a:buNone/>
              <a:defRPr sz="1200">
                <a:solidFill>
                  <a:schemeClr val="accent1"/>
                </a:solidFill>
              </a:defRPr>
            </a:lvl3pPr>
            <a:lvl4pPr lvl="3" algn="l">
              <a:lnSpc>
                <a:spcPct val="115000"/>
              </a:lnSpc>
              <a:spcBef>
                <a:spcPts val="0"/>
              </a:spcBef>
              <a:spcAft>
                <a:spcPts val="0"/>
              </a:spcAft>
              <a:buClr>
                <a:schemeClr val="accent1"/>
              </a:buClr>
              <a:buSzPts val="1200"/>
              <a:buNone/>
              <a:defRPr sz="1200">
                <a:solidFill>
                  <a:schemeClr val="accent1"/>
                </a:solidFill>
              </a:defRPr>
            </a:lvl4pPr>
            <a:lvl5pPr lvl="4" algn="l">
              <a:lnSpc>
                <a:spcPct val="115000"/>
              </a:lnSpc>
              <a:spcBef>
                <a:spcPts val="0"/>
              </a:spcBef>
              <a:spcAft>
                <a:spcPts val="0"/>
              </a:spcAft>
              <a:buClr>
                <a:schemeClr val="accent1"/>
              </a:buClr>
              <a:buSzPts val="1200"/>
              <a:buNone/>
              <a:defRPr sz="1200">
                <a:solidFill>
                  <a:schemeClr val="accent1"/>
                </a:solidFill>
              </a:defRPr>
            </a:lvl5pPr>
            <a:lvl6pPr lvl="5" algn="l">
              <a:lnSpc>
                <a:spcPct val="115000"/>
              </a:lnSpc>
              <a:spcBef>
                <a:spcPts val="0"/>
              </a:spcBef>
              <a:spcAft>
                <a:spcPts val="0"/>
              </a:spcAft>
              <a:buClr>
                <a:schemeClr val="accent1"/>
              </a:buClr>
              <a:buSzPts val="1200"/>
              <a:buNone/>
              <a:defRPr sz="1200">
                <a:solidFill>
                  <a:schemeClr val="accent1"/>
                </a:solidFill>
              </a:defRPr>
            </a:lvl6pPr>
            <a:lvl7pPr lvl="6" algn="l">
              <a:lnSpc>
                <a:spcPct val="115000"/>
              </a:lnSpc>
              <a:spcBef>
                <a:spcPts val="0"/>
              </a:spcBef>
              <a:spcAft>
                <a:spcPts val="0"/>
              </a:spcAft>
              <a:buClr>
                <a:schemeClr val="accent1"/>
              </a:buClr>
              <a:buSzPts val="1200"/>
              <a:buNone/>
              <a:defRPr sz="1200">
                <a:solidFill>
                  <a:schemeClr val="accent1"/>
                </a:solidFill>
              </a:defRPr>
            </a:lvl7pPr>
            <a:lvl8pPr lvl="7" algn="l">
              <a:lnSpc>
                <a:spcPct val="115000"/>
              </a:lnSpc>
              <a:spcBef>
                <a:spcPts val="0"/>
              </a:spcBef>
              <a:spcAft>
                <a:spcPts val="0"/>
              </a:spcAft>
              <a:buClr>
                <a:schemeClr val="accent1"/>
              </a:buClr>
              <a:buSzPts val="1200"/>
              <a:buNone/>
              <a:defRPr sz="1200">
                <a:solidFill>
                  <a:schemeClr val="accent1"/>
                </a:solidFill>
              </a:defRPr>
            </a:lvl8pPr>
            <a:lvl9pPr lvl="8" algn="l">
              <a:lnSpc>
                <a:spcPct val="115000"/>
              </a:lnSpc>
              <a:spcBef>
                <a:spcPts val="0"/>
              </a:spcBef>
              <a:spcAft>
                <a:spcPts val="0"/>
              </a:spcAft>
              <a:buClr>
                <a:schemeClr val="accent1"/>
              </a:buClr>
              <a:buSzPts val="1200"/>
              <a:buNone/>
              <a:defRPr sz="1200">
                <a:solidFill>
                  <a:schemeClr val="accent1"/>
                </a:solidFill>
              </a:defRPr>
            </a:lvl9pPr>
          </a:lstStyle>
          <a:p/>
        </p:txBody>
      </p:sp>
      <p:sp>
        <p:nvSpPr>
          <p:cNvPr id="53" name="Google Shape;53;p14"/>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54" name="Google Shape;54;p14"/>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5" name="Google Shape;55;p14"/>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56" name="Shape 56"/>
        <p:cNvGrpSpPr/>
        <p:nvPr/>
      </p:nvGrpSpPr>
      <p:grpSpPr>
        <a:xfrm>
          <a:off x="0" y="0"/>
          <a:ext cx="0" cy="0"/>
          <a:chOff x="0" y="0"/>
          <a:chExt cx="0" cy="0"/>
        </a:xfrm>
      </p:grpSpPr>
      <p:sp>
        <p:nvSpPr>
          <p:cNvPr id="57" name="Google Shape;57;p15"/>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8" name="Google Shape;58;p15"/>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9" name="Google Shape;59;p15"/>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0" name="Google Shape;60;p15"/>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61" name="Google Shape;61;p15"/>
          <p:cNvSpPr txBox="1"/>
          <p:nvPr>
            <p:ph idx="4"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b="1"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None/>
              <a:defRPr sz="1200">
                <a:solidFill>
                  <a:schemeClr val="accent1"/>
                </a:solidFill>
              </a:defRPr>
            </a:lvl2pPr>
            <a:lvl3pPr lvl="2" algn="l">
              <a:lnSpc>
                <a:spcPct val="115000"/>
              </a:lnSpc>
              <a:spcBef>
                <a:spcPts val="0"/>
              </a:spcBef>
              <a:spcAft>
                <a:spcPts val="0"/>
              </a:spcAft>
              <a:buClr>
                <a:schemeClr val="accent1"/>
              </a:buClr>
              <a:buSzPts val="1200"/>
              <a:buNone/>
              <a:defRPr sz="1200">
                <a:solidFill>
                  <a:schemeClr val="accent1"/>
                </a:solidFill>
              </a:defRPr>
            </a:lvl3pPr>
            <a:lvl4pPr lvl="3" algn="l">
              <a:lnSpc>
                <a:spcPct val="115000"/>
              </a:lnSpc>
              <a:spcBef>
                <a:spcPts val="0"/>
              </a:spcBef>
              <a:spcAft>
                <a:spcPts val="0"/>
              </a:spcAft>
              <a:buClr>
                <a:schemeClr val="accent1"/>
              </a:buClr>
              <a:buSzPts val="1200"/>
              <a:buNone/>
              <a:defRPr sz="1200">
                <a:solidFill>
                  <a:schemeClr val="accent1"/>
                </a:solidFill>
              </a:defRPr>
            </a:lvl4pPr>
            <a:lvl5pPr lvl="4" algn="l">
              <a:lnSpc>
                <a:spcPct val="115000"/>
              </a:lnSpc>
              <a:spcBef>
                <a:spcPts val="0"/>
              </a:spcBef>
              <a:spcAft>
                <a:spcPts val="0"/>
              </a:spcAft>
              <a:buClr>
                <a:schemeClr val="accent1"/>
              </a:buClr>
              <a:buSzPts val="1200"/>
              <a:buNone/>
              <a:defRPr sz="1200">
                <a:solidFill>
                  <a:schemeClr val="accent1"/>
                </a:solidFill>
              </a:defRPr>
            </a:lvl5pPr>
            <a:lvl6pPr lvl="5" algn="l">
              <a:lnSpc>
                <a:spcPct val="115000"/>
              </a:lnSpc>
              <a:spcBef>
                <a:spcPts val="0"/>
              </a:spcBef>
              <a:spcAft>
                <a:spcPts val="0"/>
              </a:spcAft>
              <a:buClr>
                <a:schemeClr val="accent1"/>
              </a:buClr>
              <a:buSzPts val="1200"/>
              <a:buNone/>
              <a:defRPr sz="1200">
                <a:solidFill>
                  <a:schemeClr val="accent1"/>
                </a:solidFill>
              </a:defRPr>
            </a:lvl6pPr>
            <a:lvl7pPr lvl="6" algn="l">
              <a:lnSpc>
                <a:spcPct val="115000"/>
              </a:lnSpc>
              <a:spcBef>
                <a:spcPts val="0"/>
              </a:spcBef>
              <a:spcAft>
                <a:spcPts val="0"/>
              </a:spcAft>
              <a:buClr>
                <a:schemeClr val="accent1"/>
              </a:buClr>
              <a:buSzPts val="1200"/>
              <a:buNone/>
              <a:defRPr sz="1200">
                <a:solidFill>
                  <a:schemeClr val="accent1"/>
                </a:solidFill>
              </a:defRPr>
            </a:lvl7pPr>
            <a:lvl8pPr lvl="7" algn="l">
              <a:lnSpc>
                <a:spcPct val="115000"/>
              </a:lnSpc>
              <a:spcBef>
                <a:spcPts val="0"/>
              </a:spcBef>
              <a:spcAft>
                <a:spcPts val="0"/>
              </a:spcAft>
              <a:buClr>
                <a:schemeClr val="accent1"/>
              </a:buClr>
              <a:buSzPts val="1200"/>
              <a:buNone/>
              <a:defRPr sz="1200">
                <a:solidFill>
                  <a:schemeClr val="accent1"/>
                </a:solidFill>
              </a:defRPr>
            </a:lvl8pPr>
            <a:lvl9pPr lvl="8" algn="l">
              <a:lnSpc>
                <a:spcPct val="115000"/>
              </a:lnSpc>
              <a:spcBef>
                <a:spcPts val="0"/>
              </a:spcBef>
              <a:spcAft>
                <a:spcPts val="0"/>
              </a:spcAft>
              <a:buClr>
                <a:schemeClr val="accent1"/>
              </a:buClr>
              <a:buSzPts val="1200"/>
              <a:buNone/>
              <a:defRPr sz="1200">
                <a:solidFill>
                  <a:schemeClr val="accent1"/>
                </a:solidFill>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16"/>
          <p:cNvSpPr txBox="1"/>
          <p:nvPr>
            <p:ph type="title"/>
          </p:nvPr>
        </p:nvSpPr>
        <p:spPr>
          <a:xfrm>
            <a:off x="457200" y="35229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4" name="Google Shape;64;p16"/>
          <p:cNvSpPr txBox="1"/>
          <p:nvPr>
            <p:ph idx="1" type="subTitle"/>
          </p:nvPr>
        </p:nvSpPr>
        <p:spPr>
          <a:xfrm>
            <a:off x="457200" y="3088800"/>
            <a:ext cx="5010300" cy="434100"/>
          </a:xfrm>
          <a:prstGeom prst="rect">
            <a:avLst/>
          </a:prstGeom>
        </p:spPr>
        <p:txBody>
          <a:bodyPr anchorCtr="0" anchor="ctr" bIns="0" lIns="0" spcFirstLastPara="1" rIns="0" wrap="square" tIns="0">
            <a:noAutofit/>
          </a:bodyPr>
          <a:lstStyle>
            <a:lvl1pPr indent="0" lvl="0" marL="0" marR="0" rtl="0" algn="l">
              <a:lnSpc>
                <a:spcPct val="115000"/>
              </a:lnSpc>
              <a:spcBef>
                <a:spcPts val="0"/>
              </a:spcBef>
              <a:spcAft>
                <a:spcPts val="0"/>
              </a:spcAft>
              <a:buNone/>
              <a:defRPr sz="2000">
                <a:solidFill>
                  <a:schemeClr val="lt1"/>
                </a:solidFill>
              </a:defRPr>
            </a:lvl1pPr>
            <a:lvl2pPr indent="0" lvl="1" marL="0" marR="0" rtl="0" algn="l">
              <a:lnSpc>
                <a:spcPct val="115000"/>
              </a:lnSpc>
              <a:spcBef>
                <a:spcPts val="0"/>
              </a:spcBef>
              <a:spcAft>
                <a:spcPts val="0"/>
              </a:spcAft>
              <a:buNone/>
              <a:defRPr sz="2000">
                <a:solidFill>
                  <a:schemeClr val="lt1"/>
                </a:solidFill>
              </a:defRPr>
            </a:lvl2pPr>
            <a:lvl3pPr indent="0" lvl="2" marL="0" marR="0" rtl="0" algn="l">
              <a:lnSpc>
                <a:spcPct val="115000"/>
              </a:lnSpc>
              <a:spcBef>
                <a:spcPts val="0"/>
              </a:spcBef>
              <a:spcAft>
                <a:spcPts val="0"/>
              </a:spcAft>
              <a:buNone/>
              <a:defRPr sz="2000">
                <a:solidFill>
                  <a:schemeClr val="lt1"/>
                </a:solidFill>
              </a:defRPr>
            </a:lvl3pPr>
            <a:lvl4pPr indent="0" lvl="3" marL="0" marR="0" rtl="0" algn="l">
              <a:lnSpc>
                <a:spcPct val="115000"/>
              </a:lnSpc>
              <a:spcBef>
                <a:spcPts val="0"/>
              </a:spcBef>
              <a:spcAft>
                <a:spcPts val="0"/>
              </a:spcAft>
              <a:buNone/>
              <a:defRPr sz="2000">
                <a:solidFill>
                  <a:schemeClr val="lt1"/>
                </a:solidFill>
              </a:defRPr>
            </a:lvl4pPr>
            <a:lvl5pPr indent="0" lvl="4" marL="0" marR="0" rtl="0" algn="l">
              <a:lnSpc>
                <a:spcPct val="115000"/>
              </a:lnSpc>
              <a:spcBef>
                <a:spcPts val="0"/>
              </a:spcBef>
              <a:spcAft>
                <a:spcPts val="0"/>
              </a:spcAft>
              <a:buNone/>
              <a:defRPr sz="2000">
                <a:solidFill>
                  <a:schemeClr val="lt1"/>
                </a:solidFill>
              </a:defRPr>
            </a:lvl5pPr>
            <a:lvl6pPr indent="0" lvl="5" marL="0" marR="0" rtl="0" algn="l">
              <a:lnSpc>
                <a:spcPct val="115000"/>
              </a:lnSpc>
              <a:spcBef>
                <a:spcPts val="0"/>
              </a:spcBef>
              <a:spcAft>
                <a:spcPts val="0"/>
              </a:spcAft>
              <a:buNone/>
              <a:defRPr sz="2000">
                <a:solidFill>
                  <a:schemeClr val="lt1"/>
                </a:solidFill>
              </a:defRPr>
            </a:lvl6pPr>
            <a:lvl7pPr indent="0" lvl="6" marL="0" marR="0" rtl="0" algn="l">
              <a:lnSpc>
                <a:spcPct val="115000"/>
              </a:lnSpc>
              <a:spcBef>
                <a:spcPts val="0"/>
              </a:spcBef>
              <a:spcAft>
                <a:spcPts val="0"/>
              </a:spcAft>
              <a:buNone/>
              <a:defRPr sz="2000">
                <a:solidFill>
                  <a:schemeClr val="lt1"/>
                </a:solidFill>
              </a:defRPr>
            </a:lvl7pPr>
            <a:lvl8pPr indent="0" lvl="7" marL="0" marR="0" rtl="0" algn="l">
              <a:lnSpc>
                <a:spcPct val="115000"/>
              </a:lnSpc>
              <a:spcBef>
                <a:spcPts val="0"/>
              </a:spcBef>
              <a:spcAft>
                <a:spcPts val="0"/>
              </a:spcAft>
              <a:buNone/>
              <a:defRPr sz="2000">
                <a:solidFill>
                  <a:schemeClr val="lt1"/>
                </a:solidFill>
              </a:defRPr>
            </a:lvl8pPr>
            <a:lvl9pPr indent="0" lvl="8" marL="0" marR="0" rtl="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65" name="Shape 65"/>
        <p:cNvGrpSpPr/>
        <p:nvPr/>
      </p:nvGrpSpPr>
      <p:grpSpPr>
        <a:xfrm>
          <a:off x="0" y="0"/>
          <a:ext cx="0" cy="0"/>
          <a:chOff x="0" y="0"/>
          <a:chExt cx="0" cy="0"/>
        </a:xfrm>
      </p:grpSpPr>
      <p:sp>
        <p:nvSpPr>
          <p:cNvPr id="66" name="Google Shape;66;p17"/>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7" name="Google Shape;67;p17"/>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68" name="Shape 68"/>
        <p:cNvGrpSpPr/>
        <p:nvPr/>
      </p:nvGrpSpPr>
      <p:grpSpPr>
        <a:xfrm>
          <a:off x="0" y="0"/>
          <a:ext cx="0" cy="0"/>
          <a:chOff x="0" y="0"/>
          <a:chExt cx="0" cy="0"/>
        </a:xfrm>
      </p:grpSpPr>
      <p:sp>
        <p:nvSpPr>
          <p:cNvPr id="69" name="Google Shape;69;p18"/>
          <p:cNvSpPr/>
          <p:nvPr>
            <p:ph idx="2" type="pic"/>
          </p:nvPr>
        </p:nvSpPr>
        <p:spPr>
          <a:xfrm>
            <a:off x="76200" y="91667"/>
            <a:ext cx="4495800" cy="5531700"/>
          </a:xfrm>
          <a:prstGeom prst="roundRect">
            <a:avLst>
              <a:gd fmla="val 16667" name="adj"/>
            </a:avLst>
          </a:prstGeom>
          <a:noFill/>
          <a:ln>
            <a:noFill/>
          </a:ln>
        </p:spPr>
      </p:sp>
      <p:sp>
        <p:nvSpPr>
          <p:cNvPr id="70" name="Google Shape;70;p18"/>
          <p:cNvSpPr txBox="1"/>
          <p:nvPr>
            <p:ph idx="1" type="body"/>
          </p:nvPr>
        </p:nvSpPr>
        <p:spPr>
          <a:xfrm>
            <a:off x="50253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1" name="Google Shape;71;p18"/>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2" name="Google Shape;72;p18"/>
          <p:cNvSpPr txBox="1"/>
          <p:nvPr>
            <p:ph type="title"/>
          </p:nvPr>
        </p:nvSpPr>
        <p:spPr>
          <a:xfrm>
            <a:off x="5025300" y="891281"/>
            <a:ext cx="3661500" cy="636300"/>
          </a:xfrm>
          <a:prstGeom prst="rect">
            <a:avLst/>
          </a:prstGeom>
        </p:spPr>
        <p:txBody>
          <a:bodyPr anchorCtr="0" anchor="t"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73" name="Shape 73"/>
        <p:cNvGrpSpPr/>
        <p:nvPr/>
      </p:nvGrpSpPr>
      <p:grpSpPr>
        <a:xfrm>
          <a:off x="0" y="0"/>
          <a:ext cx="0" cy="0"/>
          <a:chOff x="0" y="0"/>
          <a:chExt cx="0" cy="0"/>
        </a:xfrm>
      </p:grpSpPr>
      <p:sp>
        <p:nvSpPr>
          <p:cNvPr id="74" name="Google Shape;74;p19"/>
          <p:cNvSpPr/>
          <p:nvPr>
            <p:ph idx="2" type="pic"/>
          </p:nvPr>
        </p:nvSpPr>
        <p:spPr>
          <a:xfrm>
            <a:off x="4572000" y="91667"/>
            <a:ext cx="4495800" cy="5531700"/>
          </a:xfrm>
          <a:prstGeom prst="roundRect">
            <a:avLst>
              <a:gd fmla="val 16667" name="adj"/>
            </a:avLst>
          </a:prstGeom>
          <a:noFill/>
          <a:ln>
            <a:noFill/>
          </a:ln>
        </p:spPr>
      </p:sp>
      <p:sp>
        <p:nvSpPr>
          <p:cNvPr id="75" name="Google Shape;75;p19"/>
          <p:cNvSpPr txBox="1"/>
          <p:nvPr>
            <p:ph idx="1" type="body"/>
          </p:nvPr>
        </p:nvSpPr>
        <p:spPr>
          <a:xfrm>
            <a:off x="4572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6" name="Google Shape;76;p19"/>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7" name="Google Shape;77;p19"/>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78" name="Shape 78"/>
        <p:cNvGrpSpPr/>
        <p:nvPr/>
      </p:nvGrpSpPr>
      <p:grpSpPr>
        <a:xfrm>
          <a:off x="0" y="0"/>
          <a:ext cx="0" cy="0"/>
          <a:chOff x="0" y="0"/>
          <a:chExt cx="0" cy="0"/>
        </a:xfrm>
      </p:grpSpPr>
      <p:sp>
        <p:nvSpPr>
          <p:cNvPr id="79" name="Google Shape;79;p20"/>
          <p:cNvSpPr txBox="1"/>
          <p:nvPr>
            <p:ph idx="1" type="body"/>
          </p:nvPr>
        </p:nvSpPr>
        <p:spPr>
          <a:xfrm>
            <a:off x="4572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0" name="Google Shape;80;p20"/>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1" name="Google Shape;81;p20"/>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82" name="Shape 82"/>
        <p:cNvGrpSpPr/>
        <p:nvPr/>
      </p:nvGrpSpPr>
      <p:grpSpPr>
        <a:xfrm>
          <a:off x="0" y="0"/>
          <a:ext cx="0" cy="0"/>
          <a:chOff x="0" y="0"/>
          <a:chExt cx="0" cy="0"/>
        </a:xfrm>
      </p:grpSpPr>
      <p:sp>
        <p:nvSpPr>
          <p:cNvPr id="83" name="Google Shape;83;p21"/>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84" name="Google Shape;84;p21"/>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5" name="Google Shape;85;p21"/>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86" name="Shape 86"/>
        <p:cNvGrpSpPr/>
        <p:nvPr/>
      </p:nvGrpSpPr>
      <p:grpSpPr>
        <a:xfrm>
          <a:off x="0" y="0"/>
          <a:ext cx="0" cy="0"/>
          <a:chOff x="0" y="0"/>
          <a:chExt cx="0" cy="0"/>
        </a:xfrm>
      </p:grpSpPr>
      <p:sp>
        <p:nvSpPr>
          <p:cNvPr id="87" name="Google Shape;87;p22"/>
          <p:cNvSpPr/>
          <p:nvPr>
            <p:ph idx="2" type="pic"/>
          </p:nvPr>
        </p:nvSpPr>
        <p:spPr>
          <a:xfrm>
            <a:off x="0" y="2900000"/>
            <a:ext cx="9144000" cy="2814900"/>
          </a:xfrm>
          <a:prstGeom prst="roundRect">
            <a:avLst>
              <a:gd fmla="val 1254" name="adj"/>
            </a:avLst>
          </a:prstGeom>
          <a:noFill/>
          <a:ln>
            <a:noFill/>
          </a:ln>
        </p:spPr>
      </p:sp>
      <p:sp>
        <p:nvSpPr>
          <p:cNvPr id="88" name="Google Shape;88;p22"/>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9" name="Google Shape;89;p22"/>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0" name="Google Shape;90;p22"/>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23"/>
          <p:cNvSpPr txBox="1"/>
          <p:nvPr>
            <p:ph type="title"/>
          </p:nvPr>
        </p:nvSpPr>
        <p:spPr>
          <a:xfrm>
            <a:off x="457200" y="4138500"/>
            <a:ext cx="5010300" cy="1119300"/>
          </a:xfrm>
          <a:prstGeom prst="rect">
            <a:avLst/>
          </a:prstGeom>
        </p:spPr>
        <p:txBody>
          <a:bodyPr anchorCtr="0" anchor="t" bIns="0" lIns="0" spcFirstLastPara="1" rIns="0" wrap="square" tIns="0">
            <a:sp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93" name="Google Shape;93;p23"/>
          <p:cNvSpPr txBox="1"/>
          <p:nvPr>
            <p:ph idx="1" type="subTitle"/>
          </p:nvPr>
        </p:nvSpPr>
        <p:spPr>
          <a:xfrm>
            <a:off x="457200" y="3552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94" name="Shape 94"/>
        <p:cNvGrpSpPr/>
        <p:nvPr/>
      </p:nvGrpSpPr>
      <p:grpSpPr>
        <a:xfrm>
          <a:off x="0" y="0"/>
          <a:ext cx="0" cy="0"/>
          <a:chOff x="0" y="0"/>
          <a:chExt cx="0" cy="0"/>
        </a:xfrm>
      </p:grpSpPr>
      <p:sp>
        <p:nvSpPr>
          <p:cNvPr id="95" name="Google Shape;95;p24"/>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6" name="Google Shape;96;p24"/>
          <p:cNvSpPr/>
          <p:nvPr>
            <p:ph idx="2" type="pic"/>
          </p:nvPr>
        </p:nvSpPr>
        <p:spPr>
          <a:xfrm>
            <a:off x="0" y="0"/>
            <a:ext cx="9144000" cy="2814900"/>
          </a:xfrm>
          <a:prstGeom prst="roundRect">
            <a:avLst>
              <a:gd fmla="val 1254" name="adj"/>
            </a:avLst>
          </a:prstGeom>
          <a:noFill/>
          <a:ln>
            <a:noFill/>
          </a:ln>
        </p:spPr>
      </p:sp>
      <p:sp>
        <p:nvSpPr>
          <p:cNvPr id="97" name="Google Shape;97;p24"/>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8" name="Google Shape;98;p24"/>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9" name="Google Shape;99;p24"/>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100" name="Shape 100"/>
        <p:cNvGrpSpPr/>
        <p:nvPr/>
      </p:nvGrpSpPr>
      <p:grpSpPr>
        <a:xfrm>
          <a:off x="0" y="0"/>
          <a:ext cx="0" cy="0"/>
          <a:chOff x="0" y="0"/>
          <a:chExt cx="0" cy="0"/>
        </a:xfrm>
      </p:grpSpPr>
      <p:sp>
        <p:nvSpPr>
          <p:cNvPr id="101" name="Google Shape;101;p25"/>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2" name="Google Shape;102;p25"/>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3" name="Google Shape;103;p25"/>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4" name="Google Shape;104;p25"/>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5" name="Google Shape;105;p25"/>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6" name="Google Shape;106;p25"/>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7" name="Google Shape;107;p25"/>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108" name="Shape 108"/>
        <p:cNvGrpSpPr/>
        <p:nvPr/>
      </p:nvGrpSpPr>
      <p:grpSpPr>
        <a:xfrm>
          <a:off x="0" y="0"/>
          <a:ext cx="0" cy="0"/>
          <a:chOff x="0" y="0"/>
          <a:chExt cx="0" cy="0"/>
        </a:xfrm>
      </p:grpSpPr>
      <p:sp>
        <p:nvSpPr>
          <p:cNvPr id="109" name="Google Shape;109;p26"/>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0" name="Google Shape;110;p26"/>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1" name="Google Shape;111;p26"/>
          <p:cNvSpPr txBox="1"/>
          <p:nvPr>
            <p:ph idx="2"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2" name="Google Shape;112;p26"/>
          <p:cNvSpPr txBox="1"/>
          <p:nvPr>
            <p:ph idx="3"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3" name="Google Shape;113;p26"/>
          <p:cNvSpPr txBox="1"/>
          <p:nvPr>
            <p:ph idx="4"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114" name="Shape 114"/>
        <p:cNvGrpSpPr/>
        <p:nvPr/>
      </p:nvGrpSpPr>
      <p:grpSpPr>
        <a:xfrm>
          <a:off x="0" y="0"/>
          <a:ext cx="0" cy="0"/>
          <a:chOff x="0" y="0"/>
          <a:chExt cx="0" cy="0"/>
        </a:xfrm>
      </p:grpSpPr>
      <p:sp>
        <p:nvSpPr>
          <p:cNvPr id="115" name="Google Shape;115;p2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6" name="Google Shape;116;p27"/>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 name="Google Shape;117;p27"/>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8" name="Google Shape;118;p27"/>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9" name="Google Shape;119;p27"/>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0" name="Google Shape;120;p27"/>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1" name="Google Shape;121;p27"/>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2" name="Google Shape;122;p27"/>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3" name="Google Shape;123;p27"/>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4" name="Google Shape;124;p27"/>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125" name="Shape 125"/>
        <p:cNvGrpSpPr/>
        <p:nvPr/>
      </p:nvGrpSpPr>
      <p:grpSpPr>
        <a:xfrm>
          <a:off x="0" y="0"/>
          <a:ext cx="0" cy="0"/>
          <a:chOff x="0" y="0"/>
          <a:chExt cx="0" cy="0"/>
        </a:xfrm>
      </p:grpSpPr>
      <p:pic>
        <p:nvPicPr>
          <p:cNvPr id="126" name="Google Shape;126;p28"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127" name="Google Shape;127;p28"/>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128" name="Shape 128"/>
        <p:cNvGrpSpPr/>
        <p:nvPr/>
      </p:nvGrpSpPr>
      <p:grpSpPr>
        <a:xfrm>
          <a:off x="0" y="0"/>
          <a:ext cx="0" cy="0"/>
          <a:chOff x="0" y="0"/>
          <a:chExt cx="0" cy="0"/>
        </a:xfrm>
      </p:grpSpPr>
      <p:pic>
        <p:nvPicPr>
          <p:cNvPr id="129" name="Google Shape;129;p29"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130" name="Google Shape;130;p29"/>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31" name="Google Shape;131;p29"/>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132" name="Shape 132"/>
        <p:cNvGrpSpPr/>
        <p:nvPr/>
      </p:nvGrpSpPr>
      <p:grpSpPr>
        <a:xfrm>
          <a:off x="0" y="0"/>
          <a:ext cx="0" cy="0"/>
          <a:chOff x="0" y="0"/>
          <a:chExt cx="0" cy="0"/>
        </a:xfrm>
      </p:grpSpPr>
      <p:pic>
        <p:nvPicPr>
          <p:cNvPr id="133" name="Google Shape;133;p30"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134" name="Google Shape;134;p30"/>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135" name="Google Shape;135;p30"/>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36" name="Google Shape;136;p30"/>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7" name="Google Shape;137;p30"/>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138" name="Google Shape;138;p30"/>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139" name="Shape 139"/>
        <p:cNvGrpSpPr/>
        <p:nvPr/>
      </p:nvGrpSpPr>
      <p:grpSpPr>
        <a:xfrm>
          <a:off x="0" y="0"/>
          <a:ext cx="0" cy="0"/>
          <a:chOff x="0" y="0"/>
          <a:chExt cx="0" cy="0"/>
        </a:xfrm>
      </p:grpSpPr>
      <p:sp>
        <p:nvSpPr>
          <p:cNvPr id="140" name="Google Shape;140;p31"/>
          <p:cNvSpPr/>
          <p:nvPr>
            <p:ph idx="2" type="pic"/>
          </p:nvPr>
        </p:nvSpPr>
        <p:spPr>
          <a:xfrm>
            <a:off x="457200" y="1524000"/>
            <a:ext cx="1827300" cy="1827300"/>
          </a:xfrm>
          <a:prstGeom prst="roundRect">
            <a:avLst>
              <a:gd fmla="val 4137" name="adj"/>
            </a:avLst>
          </a:prstGeom>
          <a:noFill/>
          <a:ln>
            <a:noFill/>
          </a:ln>
        </p:spPr>
      </p:sp>
      <p:sp>
        <p:nvSpPr>
          <p:cNvPr id="141" name="Google Shape;141;p31"/>
          <p:cNvSpPr/>
          <p:nvPr>
            <p:ph idx="3" type="pic"/>
          </p:nvPr>
        </p:nvSpPr>
        <p:spPr>
          <a:xfrm>
            <a:off x="2591313" y="1524000"/>
            <a:ext cx="1827300" cy="1827300"/>
          </a:xfrm>
          <a:prstGeom prst="roundRect">
            <a:avLst>
              <a:gd fmla="val 4137" name="adj"/>
            </a:avLst>
          </a:prstGeom>
          <a:noFill/>
          <a:ln>
            <a:noFill/>
          </a:ln>
        </p:spPr>
      </p:sp>
      <p:sp>
        <p:nvSpPr>
          <p:cNvPr id="142" name="Google Shape;142;p31"/>
          <p:cNvSpPr/>
          <p:nvPr>
            <p:ph idx="4" type="pic"/>
          </p:nvPr>
        </p:nvSpPr>
        <p:spPr>
          <a:xfrm>
            <a:off x="4725450" y="1524000"/>
            <a:ext cx="1827300" cy="1827300"/>
          </a:xfrm>
          <a:prstGeom prst="roundRect">
            <a:avLst>
              <a:gd fmla="val 4137" name="adj"/>
            </a:avLst>
          </a:prstGeom>
          <a:noFill/>
          <a:ln>
            <a:noFill/>
          </a:ln>
        </p:spPr>
      </p:sp>
      <p:sp>
        <p:nvSpPr>
          <p:cNvPr id="143" name="Google Shape;143;p31"/>
          <p:cNvSpPr/>
          <p:nvPr>
            <p:ph idx="5" type="pic"/>
          </p:nvPr>
        </p:nvSpPr>
        <p:spPr>
          <a:xfrm>
            <a:off x="6859563" y="1524000"/>
            <a:ext cx="1827300" cy="1827300"/>
          </a:xfrm>
          <a:prstGeom prst="roundRect">
            <a:avLst>
              <a:gd fmla="val 4137" name="adj"/>
            </a:avLst>
          </a:prstGeom>
          <a:noFill/>
          <a:ln>
            <a:noFill/>
          </a:ln>
        </p:spPr>
      </p:sp>
      <p:sp>
        <p:nvSpPr>
          <p:cNvPr id="144" name="Google Shape;144;p3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45" name="Google Shape;145;p31"/>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6" name="Google Shape;146;p31"/>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7" name="Google Shape;147;p31"/>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8" name="Google Shape;148;p31"/>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9" name="Google Shape;149;p31"/>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0" name="Google Shape;150;p31"/>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1" name="Google Shape;151;p31"/>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2" name="Google Shape;152;p31"/>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153" name="Shape 153"/>
        <p:cNvGrpSpPr/>
        <p:nvPr/>
      </p:nvGrpSpPr>
      <p:grpSpPr>
        <a:xfrm>
          <a:off x="0" y="0"/>
          <a:ext cx="0" cy="0"/>
          <a:chOff x="0" y="0"/>
          <a:chExt cx="0" cy="0"/>
        </a:xfrm>
      </p:grpSpPr>
      <p:sp>
        <p:nvSpPr>
          <p:cNvPr id="154" name="Google Shape;154;p32"/>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55" name="Google Shape;155;p32"/>
          <p:cNvSpPr/>
          <p:nvPr>
            <p:ph idx="2" type="pic"/>
          </p:nvPr>
        </p:nvSpPr>
        <p:spPr>
          <a:xfrm flipH="1">
            <a:off x="953803" y="1184556"/>
            <a:ext cx="2664300" cy="3336300"/>
          </a:xfrm>
          <a:prstGeom prst="rect">
            <a:avLst/>
          </a:prstGeom>
          <a:noFill/>
          <a:ln>
            <a:noFill/>
          </a:ln>
        </p:spPr>
      </p:sp>
      <p:sp>
        <p:nvSpPr>
          <p:cNvPr id="156" name="Google Shape;156;p32"/>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7" name="Google Shape;157;p32"/>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8" name="Google Shape;158;p32"/>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59" name="Shape 159"/>
        <p:cNvGrpSpPr/>
        <p:nvPr/>
      </p:nvGrpSpPr>
      <p:grpSpPr>
        <a:xfrm>
          <a:off x="0" y="0"/>
          <a:ext cx="0" cy="0"/>
          <a:chOff x="0" y="0"/>
          <a:chExt cx="0" cy="0"/>
        </a:xfrm>
      </p:grpSpPr>
      <p:sp>
        <p:nvSpPr>
          <p:cNvPr id="160" name="Google Shape;160;p3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61" name="Shape 161"/>
        <p:cNvGrpSpPr/>
        <p:nvPr/>
      </p:nvGrpSpPr>
      <p:grpSpPr>
        <a:xfrm>
          <a:off x="0" y="0"/>
          <a:ext cx="0" cy="0"/>
          <a:chOff x="0" y="0"/>
          <a:chExt cx="0" cy="0"/>
        </a:xfrm>
      </p:grpSpPr>
      <p:sp>
        <p:nvSpPr>
          <p:cNvPr id="162" name="Google Shape;162;p3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3" name="Google Shape;163;p34"/>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64" name="Shape 164"/>
        <p:cNvGrpSpPr/>
        <p:nvPr/>
      </p:nvGrpSpPr>
      <p:grpSpPr>
        <a:xfrm>
          <a:off x="0" y="0"/>
          <a:ext cx="0" cy="0"/>
          <a:chOff x="0" y="0"/>
          <a:chExt cx="0" cy="0"/>
        </a:xfrm>
      </p:grpSpPr>
      <p:sp>
        <p:nvSpPr>
          <p:cNvPr id="165" name="Google Shape;165;p35"/>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6" name="Google Shape;166;p35"/>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67" name="Shape 167"/>
        <p:cNvGrpSpPr/>
        <p:nvPr/>
      </p:nvGrpSpPr>
      <p:grpSpPr>
        <a:xfrm>
          <a:off x="0" y="0"/>
          <a:ext cx="0" cy="0"/>
          <a:chOff x="0" y="0"/>
          <a:chExt cx="0" cy="0"/>
        </a:xfrm>
      </p:grpSpPr>
      <p:sp>
        <p:nvSpPr>
          <p:cNvPr id="168" name="Google Shape;168;p36"/>
          <p:cNvSpPr/>
          <p:nvPr>
            <p:ph idx="2" type="pic"/>
          </p:nvPr>
        </p:nvSpPr>
        <p:spPr>
          <a:xfrm>
            <a:off x="4572000" y="91667"/>
            <a:ext cx="4495800" cy="5531700"/>
          </a:xfrm>
          <a:prstGeom prst="roundRect">
            <a:avLst>
              <a:gd fmla="val 16667" name="adj"/>
            </a:avLst>
          </a:prstGeom>
          <a:noFill/>
          <a:ln>
            <a:noFill/>
          </a:ln>
        </p:spPr>
      </p:sp>
      <p:sp>
        <p:nvSpPr>
          <p:cNvPr id="169" name="Google Shape;169;p36"/>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0" name="Google Shape;170;p36"/>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1" name="Google Shape;171;p36"/>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72" name="Shape 172"/>
        <p:cNvGrpSpPr/>
        <p:nvPr/>
      </p:nvGrpSpPr>
      <p:grpSpPr>
        <a:xfrm>
          <a:off x="0" y="0"/>
          <a:ext cx="0" cy="0"/>
          <a:chOff x="0" y="0"/>
          <a:chExt cx="0" cy="0"/>
        </a:xfrm>
      </p:grpSpPr>
      <p:sp>
        <p:nvSpPr>
          <p:cNvPr id="173" name="Google Shape;173;p37"/>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74" name="Google Shape;174;p3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5" name="Google Shape;175;p37"/>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6" name="Google Shape;176;p37"/>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77" name="Shape 177"/>
        <p:cNvGrpSpPr/>
        <p:nvPr/>
      </p:nvGrpSpPr>
      <p:grpSpPr>
        <a:xfrm>
          <a:off x="0" y="0"/>
          <a:ext cx="0" cy="0"/>
          <a:chOff x="0" y="0"/>
          <a:chExt cx="0" cy="0"/>
        </a:xfrm>
      </p:grpSpPr>
      <p:sp>
        <p:nvSpPr>
          <p:cNvPr id="178" name="Google Shape;178;p3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79" name="Google Shape;179;p38"/>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80" name="Shape 180"/>
        <p:cNvGrpSpPr/>
        <p:nvPr/>
      </p:nvGrpSpPr>
      <p:grpSpPr>
        <a:xfrm>
          <a:off x="0" y="0"/>
          <a:ext cx="0" cy="0"/>
          <a:chOff x="0" y="0"/>
          <a:chExt cx="0" cy="0"/>
        </a:xfrm>
      </p:grpSpPr>
      <p:sp>
        <p:nvSpPr>
          <p:cNvPr id="181" name="Google Shape;181;p3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82" name="Shape 182"/>
        <p:cNvGrpSpPr/>
        <p:nvPr/>
      </p:nvGrpSpPr>
      <p:grpSpPr>
        <a:xfrm>
          <a:off x="0" y="0"/>
          <a:ext cx="0" cy="0"/>
          <a:chOff x="0" y="0"/>
          <a:chExt cx="0" cy="0"/>
        </a:xfrm>
      </p:grpSpPr>
      <p:sp>
        <p:nvSpPr>
          <p:cNvPr id="183" name="Google Shape;183;p40"/>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84" name="Google Shape;184;p40"/>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85" name="Google Shape;185;p4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86" name="Shape 186"/>
        <p:cNvGrpSpPr/>
        <p:nvPr/>
      </p:nvGrpSpPr>
      <p:grpSpPr>
        <a:xfrm>
          <a:off x="0" y="0"/>
          <a:ext cx="0" cy="0"/>
          <a:chOff x="0" y="0"/>
          <a:chExt cx="0" cy="0"/>
        </a:xfrm>
      </p:grpSpPr>
      <p:sp>
        <p:nvSpPr>
          <p:cNvPr id="187" name="Google Shape;187;p41"/>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88" name="Google Shape;188;p4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9" name="Google Shape;189;p41"/>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90" name="Google Shape;190;p4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91" name="Shape 191"/>
        <p:cNvGrpSpPr/>
        <p:nvPr/>
      </p:nvGrpSpPr>
      <p:grpSpPr>
        <a:xfrm>
          <a:off x="0" y="0"/>
          <a:ext cx="0" cy="0"/>
          <a:chOff x="0" y="0"/>
          <a:chExt cx="0" cy="0"/>
        </a:xfrm>
      </p:grpSpPr>
      <p:sp>
        <p:nvSpPr>
          <p:cNvPr id="192" name="Google Shape;192;p42"/>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3" name="Google Shape;193;p42"/>
          <p:cNvSpPr/>
          <p:nvPr>
            <p:ph idx="2" type="pic"/>
          </p:nvPr>
        </p:nvSpPr>
        <p:spPr>
          <a:xfrm>
            <a:off x="0" y="0"/>
            <a:ext cx="9144000" cy="2814900"/>
          </a:xfrm>
          <a:prstGeom prst="roundRect">
            <a:avLst>
              <a:gd fmla="val 1254" name="adj"/>
            </a:avLst>
          </a:prstGeom>
          <a:noFill/>
          <a:ln>
            <a:noFill/>
          </a:ln>
        </p:spPr>
      </p:sp>
      <p:sp>
        <p:nvSpPr>
          <p:cNvPr id="194" name="Google Shape;194;p42"/>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5" name="Google Shape;195;p42"/>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6" name="Google Shape;196;p42"/>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97" name="Shape 197"/>
        <p:cNvGrpSpPr/>
        <p:nvPr/>
      </p:nvGrpSpPr>
      <p:grpSpPr>
        <a:xfrm>
          <a:off x="0" y="0"/>
          <a:ext cx="0" cy="0"/>
          <a:chOff x="0" y="0"/>
          <a:chExt cx="0" cy="0"/>
        </a:xfrm>
      </p:grpSpPr>
      <p:sp>
        <p:nvSpPr>
          <p:cNvPr id="198" name="Google Shape;198;p4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9" name="Google Shape;199;p43"/>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00" name="Google Shape;200;p43"/>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201" name="Shape 201"/>
        <p:cNvGrpSpPr/>
        <p:nvPr/>
      </p:nvGrpSpPr>
      <p:grpSpPr>
        <a:xfrm>
          <a:off x="0" y="0"/>
          <a:ext cx="0" cy="0"/>
          <a:chOff x="0" y="0"/>
          <a:chExt cx="0" cy="0"/>
        </a:xfrm>
      </p:grpSpPr>
      <p:sp>
        <p:nvSpPr>
          <p:cNvPr id="202" name="Google Shape;202;p44"/>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03" name="Google Shape;203;p44"/>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204" name="Shape 204"/>
        <p:cNvGrpSpPr/>
        <p:nvPr/>
      </p:nvGrpSpPr>
      <p:grpSpPr>
        <a:xfrm>
          <a:off x="0" y="0"/>
          <a:ext cx="0" cy="0"/>
          <a:chOff x="0" y="0"/>
          <a:chExt cx="0" cy="0"/>
        </a:xfrm>
      </p:grpSpPr>
      <p:sp>
        <p:nvSpPr>
          <p:cNvPr id="205" name="Google Shape;205;p45"/>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06" name="Google Shape;206;p4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7" name="Google Shape;207;p4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08" name="Google Shape;208;p4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209" name="Shape 209"/>
        <p:cNvGrpSpPr/>
        <p:nvPr/>
      </p:nvGrpSpPr>
      <p:grpSpPr>
        <a:xfrm>
          <a:off x="0" y="0"/>
          <a:ext cx="0" cy="0"/>
          <a:chOff x="0" y="0"/>
          <a:chExt cx="0" cy="0"/>
        </a:xfrm>
      </p:grpSpPr>
      <p:sp>
        <p:nvSpPr>
          <p:cNvPr id="210" name="Google Shape;210;p4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1" name="Google Shape;211;p46"/>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2" name="Google Shape;212;p46"/>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13" name="Google Shape;213;p46"/>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14" name="Google Shape;214;p46"/>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215" name="Google Shape;215;p46"/>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216" name="Shape 216"/>
        <p:cNvGrpSpPr/>
        <p:nvPr/>
      </p:nvGrpSpPr>
      <p:grpSpPr>
        <a:xfrm>
          <a:off x="0" y="0"/>
          <a:ext cx="0" cy="0"/>
          <a:chOff x="0" y="0"/>
          <a:chExt cx="0" cy="0"/>
        </a:xfrm>
      </p:grpSpPr>
      <p:sp>
        <p:nvSpPr>
          <p:cNvPr id="217" name="Google Shape;217;p47"/>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8" name="Google Shape;218;p47"/>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219" name="Shape 219"/>
        <p:cNvGrpSpPr/>
        <p:nvPr/>
      </p:nvGrpSpPr>
      <p:grpSpPr>
        <a:xfrm>
          <a:off x="0" y="0"/>
          <a:ext cx="0" cy="0"/>
          <a:chOff x="0" y="0"/>
          <a:chExt cx="0" cy="0"/>
        </a:xfrm>
      </p:grpSpPr>
      <p:sp>
        <p:nvSpPr>
          <p:cNvPr id="220" name="Google Shape;220;p4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221" name="Shape 221"/>
        <p:cNvGrpSpPr/>
        <p:nvPr/>
      </p:nvGrpSpPr>
      <p:grpSpPr>
        <a:xfrm>
          <a:off x="0" y="0"/>
          <a:ext cx="0" cy="0"/>
          <a:chOff x="0" y="0"/>
          <a:chExt cx="0" cy="0"/>
        </a:xfrm>
      </p:grpSpPr>
      <p:sp>
        <p:nvSpPr>
          <p:cNvPr id="222" name="Google Shape;222;p49"/>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3" name="Google Shape;223;p49"/>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24" name="Google Shape;224;p49"/>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225" name="Shape 225"/>
        <p:cNvGrpSpPr/>
        <p:nvPr/>
      </p:nvGrpSpPr>
      <p:grpSpPr>
        <a:xfrm>
          <a:off x="0" y="0"/>
          <a:ext cx="0" cy="0"/>
          <a:chOff x="0" y="0"/>
          <a:chExt cx="0" cy="0"/>
        </a:xfrm>
      </p:grpSpPr>
      <p:sp>
        <p:nvSpPr>
          <p:cNvPr id="226" name="Google Shape;226;p50"/>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7" name="Google Shape;227;p5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228" name="Shape 228"/>
        <p:cNvGrpSpPr/>
        <p:nvPr/>
      </p:nvGrpSpPr>
      <p:grpSpPr>
        <a:xfrm>
          <a:off x="0" y="0"/>
          <a:ext cx="0" cy="0"/>
          <a:chOff x="0" y="0"/>
          <a:chExt cx="0" cy="0"/>
        </a:xfrm>
      </p:grpSpPr>
      <p:sp>
        <p:nvSpPr>
          <p:cNvPr id="229" name="Google Shape;229;p5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30" name="Google Shape;230;p5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231" name="Shape 231"/>
        <p:cNvGrpSpPr/>
        <p:nvPr/>
      </p:nvGrpSpPr>
      <p:grpSpPr>
        <a:xfrm>
          <a:off x="0" y="0"/>
          <a:ext cx="0" cy="0"/>
          <a:chOff x="0" y="0"/>
          <a:chExt cx="0" cy="0"/>
        </a:xfrm>
      </p:grpSpPr>
      <p:sp>
        <p:nvSpPr>
          <p:cNvPr id="232" name="Google Shape;232;p5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233" name="Shape 233"/>
        <p:cNvGrpSpPr/>
        <p:nvPr/>
      </p:nvGrpSpPr>
      <p:grpSpPr>
        <a:xfrm>
          <a:off x="0" y="0"/>
          <a:ext cx="0" cy="0"/>
          <a:chOff x="0" y="0"/>
          <a:chExt cx="0" cy="0"/>
        </a:xfrm>
      </p:grpSpPr>
      <p:sp>
        <p:nvSpPr>
          <p:cNvPr id="234" name="Google Shape;234;p53"/>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35" name="Google Shape;235;p53"/>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36" name="Google Shape;236;p53"/>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237" name="Google Shape;237;p53"/>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38" name="Google Shape;238;p53"/>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239" name="Shape 239"/>
        <p:cNvGrpSpPr/>
        <p:nvPr/>
      </p:nvGrpSpPr>
      <p:grpSpPr>
        <a:xfrm>
          <a:off x="0" y="0"/>
          <a:ext cx="0" cy="0"/>
          <a:chOff x="0" y="0"/>
          <a:chExt cx="0" cy="0"/>
        </a:xfrm>
      </p:grpSpPr>
      <p:sp>
        <p:nvSpPr>
          <p:cNvPr id="240" name="Google Shape;240;p5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241" name="Shape 241"/>
        <p:cNvGrpSpPr/>
        <p:nvPr/>
      </p:nvGrpSpPr>
      <p:grpSpPr>
        <a:xfrm>
          <a:off x="0" y="0"/>
          <a:ext cx="0" cy="0"/>
          <a:chOff x="0" y="0"/>
          <a:chExt cx="0" cy="0"/>
        </a:xfrm>
      </p:grpSpPr>
      <p:sp>
        <p:nvSpPr>
          <p:cNvPr id="242" name="Google Shape;242;p5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243" name="Shape 243"/>
        <p:cNvGrpSpPr/>
        <p:nvPr/>
      </p:nvGrpSpPr>
      <p:grpSpPr>
        <a:xfrm>
          <a:off x="0" y="0"/>
          <a:ext cx="0" cy="0"/>
          <a:chOff x="0" y="0"/>
          <a:chExt cx="0" cy="0"/>
        </a:xfrm>
      </p:grpSpPr>
      <p:sp>
        <p:nvSpPr>
          <p:cNvPr id="244" name="Google Shape;244;p5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45" name="Google Shape;245;p5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246" name="Shape 246"/>
        <p:cNvGrpSpPr/>
        <p:nvPr/>
      </p:nvGrpSpPr>
      <p:grpSpPr>
        <a:xfrm>
          <a:off x="0" y="0"/>
          <a:ext cx="0" cy="0"/>
          <a:chOff x="0" y="0"/>
          <a:chExt cx="0" cy="0"/>
        </a:xfrm>
      </p:grpSpPr>
      <p:sp>
        <p:nvSpPr>
          <p:cNvPr id="247" name="Google Shape;247;p5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48" name="Google Shape;248;p5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249" name="Shape 249"/>
        <p:cNvGrpSpPr/>
        <p:nvPr/>
      </p:nvGrpSpPr>
      <p:grpSpPr>
        <a:xfrm>
          <a:off x="0" y="0"/>
          <a:ext cx="0" cy="0"/>
          <a:chOff x="0" y="0"/>
          <a:chExt cx="0" cy="0"/>
        </a:xfrm>
      </p:grpSpPr>
      <p:sp>
        <p:nvSpPr>
          <p:cNvPr id="250" name="Google Shape;250;p58"/>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51" name="Google Shape;251;p58"/>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2" name="Google Shape;252;p58"/>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3" name="Google Shape;253;p5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254" name="Shape 254"/>
        <p:cNvGrpSpPr/>
        <p:nvPr/>
      </p:nvGrpSpPr>
      <p:grpSpPr>
        <a:xfrm>
          <a:off x="0" y="0"/>
          <a:ext cx="0" cy="0"/>
          <a:chOff x="0" y="0"/>
          <a:chExt cx="0" cy="0"/>
        </a:xfrm>
      </p:grpSpPr>
      <p:sp>
        <p:nvSpPr>
          <p:cNvPr id="255" name="Google Shape;255;p5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56" name="Google Shape;256;p59"/>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7" name="Google Shape;257;p59"/>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58" name="Google Shape;258;p5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9" name="Google Shape;259;p59"/>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0" name="Google Shape;260;p59"/>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61" name="Google Shape;261;p59"/>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2" name="Google Shape;262;p59"/>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63" name="Google Shape;263;p59"/>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4" name="Google Shape;264;p59"/>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265" name="Shape 265"/>
        <p:cNvGrpSpPr/>
        <p:nvPr/>
      </p:nvGrpSpPr>
      <p:grpSpPr>
        <a:xfrm>
          <a:off x="0" y="0"/>
          <a:ext cx="0" cy="0"/>
          <a:chOff x="0" y="0"/>
          <a:chExt cx="0" cy="0"/>
        </a:xfrm>
      </p:grpSpPr>
      <p:pic>
        <p:nvPicPr>
          <p:cNvPr descr="preencoded.png" id="266" name="Google Shape;266;p6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67" name="Google Shape;267;p6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268" name="Shape 268"/>
        <p:cNvGrpSpPr/>
        <p:nvPr/>
      </p:nvGrpSpPr>
      <p:grpSpPr>
        <a:xfrm>
          <a:off x="0" y="0"/>
          <a:ext cx="0" cy="0"/>
          <a:chOff x="0" y="0"/>
          <a:chExt cx="0" cy="0"/>
        </a:xfrm>
      </p:grpSpPr>
      <p:pic>
        <p:nvPicPr>
          <p:cNvPr descr="preencoded.png" id="269" name="Google Shape;269;p6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70" name="Google Shape;270;p6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271" name="Shape 271"/>
        <p:cNvGrpSpPr/>
        <p:nvPr/>
      </p:nvGrpSpPr>
      <p:grpSpPr>
        <a:xfrm>
          <a:off x="0" y="0"/>
          <a:ext cx="0" cy="0"/>
          <a:chOff x="0" y="0"/>
          <a:chExt cx="0" cy="0"/>
        </a:xfrm>
      </p:grpSpPr>
      <p:sp>
        <p:nvSpPr>
          <p:cNvPr id="272" name="Google Shape;272;p6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273" name="Shape 273"/>
        <p:cNvGrpSpPr/>
        <p:nvPr/>
      </p:nvGrpSpPr>
      <p:grpSpPr>
        <a:xfrm>
          <a:off x="0" y="0"/>
          <a:ext cx="0" cy="0"/>
          <a:chOff x="0" y="0"/>
          <a:chExt cx="0" cy="0"/>
        </a:xfrm>
      </p:grpSpPr>
      <p:sp>
        <p:nvSpPr>
          <p:cNvPr id="274" name="Google Shape;274;p63"/>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275" name="Google Shape;275;p63"/>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76" name="Google Shape;276;p6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77" name="Google Shape;277;p63"/>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278" name="Google Shape;278;p63"/>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279" name="Google Shape;279;p6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280" name="Shape 280"/>
        <p:cNvGrpSpPr/>
        <p:nvPr/>
      </p:nvGrpSpPr>
      <p:grpSpPr>
        <a:xfrm>
          <a:off x="0" y="0"/>
          <a:ext cx="0" cy="0"/>
          <a:chOff x="0" y="0"/>
          <a:chExt cx="0" cy="0"/>
        </a:xfrm>
      </p:grpSpPr>
      <p:sp>
        <p:nvSpPr>
          <p:cNvPr id="281" name="Google Shape;281;p6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82" name="Google Shape;282;p64"/>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3" name="Google Shape;283;p64"/>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284" name="Shape 284"/>
        <p:cNvGrpSpPr/>
        <p:nvPr/>
      </p:nvGrpSpPr>
      <p:grpSpPr>
        <a:xfrm>
          <a:off x="0" y="0"/>
          <a:ext cx="0" cy="0"/>
          <a:chOff x="0" y="0"/>
          <a:chExt cx="0" cy="0"/>
        </a:xfrm>
      </p:grpSpPr>
      <p:sp>
        <p:nvSpPr>
          <p:cNvPr id="285" name="Google Shape;285;p65"/>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65"/>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7" name="Google Shape;287;p6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9">
    <p:spTree>
      <p:nvGrpSpPr>
        <p:cNvPr id="288" name="Shape 288"/>
        <p:cNvGrpSpPr/>
        <p:nvPr/>
      </p:nvGrpSpPr>
      <p:grpSpPr>
        <a:xfrm>
          <a:off x="0" y="0"/>
          <a:ext cx="0" cy="0"/>
          <a:chOff x="0" y="0"/>
          <a:chExt cx="0" cy="0"/>
        </a:xfrm>
      </p:grpSpPr>
      <p:sp>
        <p:nvSpPr>
          <p:cNvPr id="289" name="Google Shape;289;p6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0" name="Google Shape;290;p66"/>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291" name="Shape 291"/>
        <p:cNvGrpSpPr/>
        <p:nvPr/>
      </p:nvGrpSpPr>
      <p:grpSpPr>
        <a:xfrm>
          <a:off x="0" y="0"/>
          <a:ext cx="0" cy="0"/>
          <a:chOff x="0" y="0"/>
          <a:chExt cx="0" cy="0"/>
        </a:xfrm>
      </p:grpSpPr>
      <p:sp>
        <p:nvSpPr>
          <p:cNvPr id="292" name="Google Shape;292;p6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93" name="Google Shape;293;p67"/>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4" name="Google Shape;294;p67"/>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5" name="Google Shape;295;p67"/>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6" name="Google Shape;296;p67"/>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7" name="Google Shape;297;p67"/>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67"/>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67"/>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300" name="Shape 300"/>
        <p:cNvGrpSpPr/>
        <p:nvPr/>
      </p:nvGrpSpPr>
      <p:grpSpPr>
        <a:xfrm>
          <a:off x="0" y="0"/>
          <a:ext cx="0" cy="0"/>
          <a:chOff x="0" y="0"/>
          <a:chExt cx="0" cy="0"/>
        </a:xfrm>
      </p:grpSpPr>
      <p:sp>
        <p:nvSpPr>
          <p:cNvPr id="301" name="Google Shape;301;p6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02" name="Google Shape;302;p68"/>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03" name="Google Shape;303;p6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304" name="Shape 304"/>
        <p:cNvGrpSpPr/>
        <p:nvPr/>
      </p:nvGrpSpPr>
      <p:grpSpPr>
        <a:xfrm>
          <a:off x="0" y="0"/>
          <a:ext cx="0" cy="0"/>
          <a:chOff x="0" y="0"/>
          <a:chExt cx="0" cy="0"/>
        </a:xfrm>
      </p:grpSpPr>
      <p:sp>
        <p:nvSpPr>
          <p:cNvPr id="305" name="Google Shape;305;p69"/>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306" name="Google Shape;306;p69"/>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307" name="Google Shape;307;p69"/>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308" name="Google Shape;308;p69"/>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309" name="Google Shape;309;p69"/>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0" name="Google Shape;310;p69"/>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1" name="Google Shape;311;p69"/>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2" name="Google Shape;312;p69"/>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313" name="Google Shape;313;p69"/>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314" name="Google Shape;314;p69"/>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315" name="Google Shape;315;p69"/>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316" name="Google Shape;316;p69"/>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317" name="Google Shape;317;p69"/>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10">
    <p:spTree>
      <p:nvGrpSpPr>
        <p:cNvPr id="318" name="Shape 318"/>
        <p:cNvGrpSpPr/>
        <p:nvPr/>
      </p:nvGrpSpPr>
      <p:grpSpPr>
        <a:xfrm>
          <a:off x="0" y="0"/>
          <a:ext cx="0" cy="0"/>
          <a:chOff x="0" y="0"/>
          <a:chExt cx="0" cy="0"/>
        </a:xfrm>
      </p:grpSpPr>
      <p:sp>
        <p:nvSpPr>
          <p:cNvPr id="319" name="Google Shape;319;p7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320" name="Google Shape;320;p70"/>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321" name="Shape 321"/>
        <p:cNvGrpSpPr/>
        <p:nvPr/>
      </p:nvGrpSpPr>
      <p:grpSpPr>
        <a:xfrm>
          <a:off x="0" y="0"/>
          <a:ext cx="0" cy="0"/>
          <a:chOff x="0" y="0"/>
          <a:chExt cx="0" cy="0"/>
        </a:xfrm>
      </p:grpSpPr>
      <p:pic>
        <p:nvPicPr>
          <p:cNvPr descr="preencoded.png" id="322" name="Google Shape;322;p7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23" name="Google Shape;323;p7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24" name="Shape 324"/>
        <p:cNvGrpSpPr/>
        <p:nvPr/>
      </p:nvGrpSpPr>
      <p:grpSpPr>
        <a:xfrm>
          <a:off x="0" y="0"/>
          <a:ext cx="0" cy="0"/>
          <a:chOff x="0" y="0"/>
          <a:chExt cx="0" cy="0"/>
        </a:xfrm>
      </p:grpSpPr>
      <p:pic>
        <p:nvPicPr>
          <p:cNvPr descr="preencoded.png" id="325" name="Google Shape;325;p7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26" name="Google Shape;326;p7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_4">
    <p:spTree>
      <p:nvGrpSpPr>
        <p:cNvPr id="327" name="Shape 327"/>
        <p:cNvGrpSpPr/>
        <p:nvPr/>
      </p:nvGrpSpPr>
      <p:grpSpPr>
        <a:xfrm>
          <a:off x="0" y="0"/>
          <a:ext cx="0" cy="0"/>
          <a:chOff x="0" y="0"/>
          <a:chExt cx="0" cy="0"/>
        </a:xfrm>
      </p:grpSpPr>
      <p:sp>
        <p:nvSpPr>
          <p:cNvPr id="328" name="Google Shape;328;p7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9" name="Google Shape;329;p7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0" name="Google Shape;330;p7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331" name="Shape 331"/>
        <p:cNvGrpSpPr/>
        <p:nvPr/>
      </p:nvGrpSpPr>
      <p:grpSpPr>
        <a:xfrm>
          <a:off x="0" y="0"/>
          <a:ext cx="0" cy="0"/>
          <a:chOff x="0" y="0"/>
          <a:chExt cx="0" cy="0"/>
        </a:xfrm>
      </p:grpSpPr>
      <p:pic>
        <p:nvPicPr>
          <p:cNvPr descr="preencoded.png" id="332" name="Google Shape;332;p7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3" name="Google Shape;333;p74"/>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34" name="Shape 334"/>
        <p:cNvGrpSpPr/>
        <p:nvPr/>
      </p:nvGrpSpPr>
      <p:grpSpPr>
        <a:xfrm>
          <a:off x="0" y="0"/>
          <a:ext cx="0" cy="0"/>
          <a:chOff x="0" y="0"/>
          <a:chExt cx="0" cy="0"/>
        </a:xfrm>
      </p:grpSpPr>
      <p:pic>
        <p:nvPicPr>
          <p:cNvPr descr="preencoded.png" id="335" name="Google Shape;335;p7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6" name="Google Shape;336;p7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37" name="Shape 337"/>
        <p:cNvGrpSpPr/>
        <p:nvPr/>
      </p:nvGrpSpPr>
      <p:grpSpPr>
        <a:xfrm>
          <a:off x="0" y="0"/>
          <a:ext cx="0" cy="0"/>
          <a:chOff x="0" y="0"/>
          <a:chExt cx="0" cy="0"/>
        </a:xfrm>
      </p:grpSpPr>
      <p:pic>
        <p:nvPicPr>
          <p:cNvPr descr="preencoded.png" id="338" name="Google Shape;338;p7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9" name="Google Shape;339;p7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0" name="Shape 340"/>
        <p:cNvGrpSpPr/>
        <p:nvPr/>
      </p:nvGrpSpPr>
      <p:grpSpPr>
        <a:xfrm>
          <a:off x="0" y="0"/>
          <a:ext cx="0" cy="0"/>
          <a:chOff x="0" y="0"/>
          <a:chExt cx="0" cy="0"/>
        </a:xfrm>
      </p:grpSpPr>
      <p:pic>
        <p:nvPicPr>
          <p:cNvPr descr="preencoded.png" id="341" name="Google Shape;341;p7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2" name="Google Shape;342;p77"/>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343" name="Shape 343"/>
        <p:cNvGrpSpPr/>
        <p:nvPr/>
      </p:nvGrpSpPr>
      <p:grpSpPr>
        <a:xfrm>
          <a:off x="0" y="0"/>
          <a:ext cx="0" cy="0"/>
          <a:chOff x="0" y="0"/>
          <a:chExt cx="0" cy="0"/>
        </a:xfrm>
      </p:grpSpPr>
      <p:pic>
        <p:nvPicPr>
          <p:cNvPr descr="preencoded.png" id="344" name="Google Shape;344;p7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5" name="Google Shape;345;p78"/>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46" name="Shape 346"/>
        <p:cNvGrpSpPr/>
        <p:nvPr/>
      </p:nvGrpSpPr>
      <p:grpSpPr>
        <a:xfrm>
          <a:off x="0" y="0"/>
          <a:ext cx="0" cy="0"/>
          <a:chOff x="0" y="0"/>
          <a:chExt cx="0" cy="0"/>
        </a:xfrm>
      </p:grpSpPr>
      <p:sp>
        <p:nvSpPr>
          <p:cNvPr descr="preencoded.png" id="347" name="Google Shape;347;p79"/>
          <p:cNvSpPr/>
          <p:nvPr/>
        </p:nvSpPr>
        <p:spPr>
          <a:xfrm>
            <a:off x="0" y="0"/>
            <a:ext cx="9144002" cy="5143501"/>
          </a:xfrm>
          <a:prstGeom prst="rect">
            <a:avLst/>
          </a:prstGeom>
          <a:noFill/>
          <a:ln>
            <a:noFill/>
          </a:ln>
        </p:spPr>
      </p:sp>
      <p:sp>
        <p:nvSpPr>
          <p:cNvPr id="348" name="Google Shape;348;p7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2" name="Shape 352"/>
        <p:cNvGrpSpPr/>
        <p:nvPr/>
      </p:nvGrpSpPr>
      <p:grpSpPr>
        <a:xfrm>
          <a:off x="0" y="0"/>
          <a:ext cx="0" cy="0"/>
          <a:chOff x="0" y="0"/>
          <a:chExt cx="0" cy="0"/>
        </a:xfrm>
      </p:grpSpPr>
      <p:pic>
        <p:nvPicPr>
          <p:cNvPr id="353" name="Google Shape;353;p81"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354" name="Google Shape;354;p81"/>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355" name="Google Shape;355;p81"/>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356" name="Google Shape;356;p81"/>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357" name="Google Shape;357;p81"/>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58" name="Google Shape;358;p81"/>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359" name="Shape 359"/>
        <p:cNvGrpSpPr/>
        <p:nvPr/>
      </p:nvGrpSpPr>
      <p:grpSpPr>
        <a:xfrm>
          <a:off x="0" y="0"/>
          <a:ext cx="0" cy="0"/>
          <a:chOff x="0" y="0"/>
          <a:chExt cx="0" cy="0"/>
        </a:xfrm>
      </p:grpSpPr>
      <p:pic>
        <p:nvPicPr>
          <p:cNvPr id="360" name="Google Shape;360;p82"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361" name="Google Shape;361;p82"/>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362" name="Google Shape;362;p82"/>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63" name="Google Shape;363;p82"/>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364" name="Shape 364"/>
        <p:cNvGrpSpPr/>
        <p:nvPr/>
      </p:nvGrpSpPr>
      <p:grpSpPr>
        <a:xfrm>
          <a:off x="0" y="0"/>
          <a:ext cx="0" cy="0"/>
          <a:chOff x="0" y="0"/>
          <a:chExt cx="0" cy="0"/>
        </a:xfrm>
      </p:grpSpPr>
      <p:pic>
        <p:nvPicPr>
          <p:cNvPr id="365" name="Google Shape;365;p83"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366" name="Google Shape;366;p83"/>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367" name="Shape 367"/>
        <p:cNvGrpSpPr/>
        <p:nvPr/>
      </p:nvGrpSpPr>
      <p:grpSpPr>
        <a:xfrm>
          <a:off x="0" y="0"/>
          <a:ext cx="0" cy="0"/>
          <a:chOff x="0" y="0"/>
          <a:chExt cx="0" cy="0"/>
        </a:xfrm>
      </p:grpSpPr>
      <p:grpSp>
        <p:nvGrpSpPr>
          <p:cNvPr id="368" name="Google Shape;368;p84"/>
          <p:cNvGrpSpPr/>
          <p:nvPr/>
        </p:nvGrpSpPr>
        <p:grpSpPr>
          <a:xfrm>
            <a:off x="0" y="0"/>
            <a:ext cx="9143998" cy="5714776"/>
            <a:chOff x="0" y="-2"/>
            <a:chExt cx="10973237" cy="6858005"/>
          </a:xfrm>
        </p:grpSpPr>
        <p:pic>
          <p:nvPicPr>
            <p:cNvPr id="369" name="Google Shape;369;p84"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370" name="Google Shape;370;p84"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371" name="Google Shape;371;p84"/>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372" name="Google Shape;372;p84"/>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373" name="Google Shape;373;p84"/>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4" name="Shape 374"/>
        <p:cNvGrpSpPr/>
        <p:nvPr/>
      </p:nvGrpSpPr>
      <p:grpSpPr>
        <a:xfrm>
          <a:off x="0" y="0"/>
          <a:ext cx="0" cy="0"/>
          <a:chOff x="0" y="0"/>
          <a:chExt cx="0" cy="0"/>
        </a:xfrm>
      </p:grpSpPr>
      <p:sp>
        <p:nvSpPr>
          <p:cNvPr id="375" name="Google Shape;375;p85"/>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376" name="Google Shape;376;p85"/>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377" name="Shape 377"/>
        <p:cNvGrpSpPr/>
        <p:nvPr/>
      </p:nvGrpSpPr>
      <p:grpSpPr>
        <a:xfrm>
          <a:off x="0" y="0"/>
          <a:ext cx="0" cy="0"/>
          <a:chOff x="0" y="0"/>
          <a:chExt cx="0" cy="0"/>
        </a:xfrm>
      </p:grpSpPr>
      <p:sp>
        <p:nvSpPr>
          <p:cNvPr id="378" name="Google Shape;378;p86"/>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79" name="Google Shape;379;p86"/>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380" name="Google Shape;380;p8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1" name="Shape 381"/>
        <p:cNvGrpSpPr/>
        <p:nvPr/>
      </p:nvGrpSpPr>
      <p:grpSpPr>
        <a:xfrm>
          <a:off x="0" y="0"/>
          <a:ext cx="0" cy="0"/>
          <a:chOff x="0" y="0"/>
          <a:chExt cx="0" cy="0"/>
        </a:xfrm>
      </p:grpSpPr>
      <p:sp>
        <p:nvSpPr>
          <p:cNvPr id="382" name="Google Shape;382;p8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383" name="Shape 383"/>
        <p:cNvGrpSpPr/>
        <p:nvPr/>
      </p:nvGrpSpPr>
      <p:grpSpPr>
        <a:xfrm>
          <a:off x="0" y="0"/>
          <a:ext cx="0" cy="0"/>
          <a:chOff x="0" y="0"/>
          <a:chExt cx="0" cy="0"/>
        </a:xfrm>
      </p:grpSpPr>
      <p:sp>
        <p:nvSpPr>
          <p:cNvPr id="384" name="Google Shape;384;p8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385" name="Google Shape;385;p88"/>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386" name="Shape 386"/>
        <p:cNvGrpSpPr/>
        <p:nvPr/>
      </p:nvGrpSpPr>
      <p:grpSpPr>
        <a:xfrm>
          <a:off x="0" y="0"/>
          <a:ext cx="0" cy="0"/>
          <a:chOff x="0" y="0"/>
          <a:chExt cx="0" cy="0"/>
        </a:xfrm>
      </p:grpSpPr>
      <p:sp>
        <p:nvSpPr>
          <p:cNvPr id="387" name="Google Shape;387;p89"/>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388" name="Shape 388"/>
        <p:cNvGrpSpPr/>
        <p:nvPr/>
      </p:nvGrpSpPr>
      <p:grpSpPr>
        <a:xfrm>
          <a:off x="0" y="0"/>
          <a:ext cx="0" cy="0"/>
          <a:chOff x="0" y="0"/>
          <a:chExt cx="0" cy="0"/>
        </a:xfrm>
      </p:grpSpPr>
      <p:sp>
        <p:nvSpPr>
          <p:cNvPr id="389" name="Google Shape;389;p90"/>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0"/>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391" name="Google Shape;391;p90"/>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392" name="Google Shape;392;p90"/>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3" name="Shape 393"/>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394" name="Shape 394"/>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395" name="Shape 395"/>
        <p:cNvGrpSpPr/>
        <p:nvPr/>
      </p:nvGrpSpPr>
      <p:grpSpPr>
        <a:xfrm>
          <a:off x="0" y="0"/>
          <a:ext cx="0" cy="0"/>
          <a:chOff x="0" y="0"/>
          <a:chExt cx="0" cy="0"/>
        </a:xfrm>
      </p:grpSpPr>
      <p:sp>
        <p:nvSpPr>
          <p:cNvPr id="396" name="Google Shape;396;p93"/>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397" name="Google Shape;397;p93"/>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398" name="Google Shape;398;p93"/>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99" name="Google Shape;399;p93"/>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400" name="Shape 400"/>
        <p:cNvGrpSpPr/>
        <p:nvPr/>
      </p:nvGrpSpPr>
      <p:grpSpPr>
        <a:xfrm>
          <a:off x="0" y="0"/>
          <a:ext cx="0" cy="0"/>
          <a:chOff x="0" y="0"/>
          <a:chExt cx="0" cy="0"/>
        </a:xfrm>
      </p:grpSpPr>
      <p:sp>
        <p:nvSpPr>
          <p:cNvPr id="401" name="Google Shape;401;p9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402" name="Google Shape;402;p94"/>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03" name="Google Shape;403;p94"/>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04" name="Google Shape;404;p94"/>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05" name="Google Shape;405;p94"/>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406" name="Shape 406"/>
        <p:cNvGrpSpPr/>
        <p:nvPr/>
      </p:nvGrpSpPr>
      <p:grpSpPr>
        <a:xfrm>
          <a:off x="0" y="0"/>
          <a:ext cx="0" cy="0"/>
          <a:chOff x="0" y="0"/>
          <a:chExt cx="0" cy="0"/>
        </a:xfrm>
      </p:grpSpPr>
      <p:sp>
        <p:nvSpPr>
          <p:cNvPr id="407" name="Google Shape;407;p95"/>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408" name="Google Shape;408;p95"/>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409" name="Shape 409"/>
        <p:cNvGrpSpPr/>
        <p:nvPr/>
      </p:nvGrpSpPr>
      <p:grpSpPr>
        <a:xfrm>
          <a:off x="0" y="0"/>
          <a:ext cx="0" cy="0"/>
          <a:chOff x="0" y="0"/>
          <a:chExt cx="0" cy="0"/>
        </a:xfrm>
      </p:grpSpPr>
      <p:sp>
        <p:nvSpPr>
          <p:cNvPr id="410" name="Google Shape;410;p9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11" name="Google Shape;411;p9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412" name="Shape 412"/>
        <p:cNvGrpSpPr/>
        <p:nvPr/>
      </p:nvGrpSpPr>
      <p:grpSpPr>
        <a:xfrm>
          <a:off x="0" y="0"/>
          <a:ext cx="0" cy="0"/>
          <a:chOff x="0" y="0"/>
          <a:chExt cx="0" cy="0"/>
        </a:xfrm>
      </p:grpSpPr>
      <p:sp>
        <p:nvSpPr>
          <p:cNvPr id="413" name="Google Shape;413;p97"/>
          <p:cNvSpPr/>
          <p:nvPr>
            <p:ph idx="2" type="pic"/>
          </p:nvPr>
        </p:nvSpPr>
        <p:spPr>
          <a:xfrm>
            <a:off x="76200" y="91667"/>
            <a:ext cx="4495800" cy="5531700"/>
          </a:xfrm>
          <a:prstGeom prst="roundRect">
            <a:avLst>
              <a:gd fmla="val 16667" name="adj"/>
            </a:avLst>
          </a:prstGeom>
          <a:noFill/>
          <a:ln>
            <a:noFill/>
          </a:ln>
        </p:spPr>
      </p:sp>
      <p:sp>
        <p:nvSpPr>
          <p:cNvPr id="414" name="Google Shape;414;p97"/>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15" name="Google Shape;415;p97"/>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16" name="Google Shape;416;p97"/>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417" name="Shape 417"/>
        <p:cNvGrpSpPr/>
        <p:nvPr/>
      </p:nvGrpSpPr>
      <p:grpSpPr>
        <a:xfrm>
          <a:off x="0" y="0"/>
          <a:ext cx="0" cy="0"/>
          <a:chOff x="0" y="0"/>
          <a:chExt cx="0" cy="0"/>
        </a:xfrm>
      </p:grpSpPr>
      <p:sp>
        <p:nvSpPr>
          <p:cNvPr id="418" name="Google Shape;418;p98"/>
          <p:cNvSpPr/>
          <p:nvPr>
            <p:ph idx="2" type="pic"/>
          </p:nvPr>
        </p:nvSpPr>
        <p:spPr>
          <a:xfrm>
            <a:off x="4572000" y="91667"/>
            <a:ext cx="4495800" cy="5531700"/>
          </a:xfrm>
          <a:prstGeom prst="roundRect">
            <a:avLst>
              <a:gd fmla="val 16667" name="adj"/>
            </a:avLst>
          </a:prstGeom>
          <a:noFill/>
          <a:ln>
            <a:noFill/>
          </a:ln>
        </p:spPr>
      </p:sp>
      <p:sp>
        <p:nvSpPr>
          <p:cNvPr id="419" name="Google Shape;419;p98"/>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20" name="Google Shape;420;p98"/>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21" name="Google Shape;421;p98"/>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422" name="Shape 422"/>
        <p:cNvGrpSpPr/>
        <p:nvPr/>
      </p:nvGrpSpPr>
      <p:grpSpPr>
        <a:xfrm>
          <a:off x="0" y="0"/>
          <a:ext cx="0" cy="0"/>
          <a:chOff x="0" y="0"/>
          <a:chExt cx="0" cy="0"/>
        </a:xfrm>
      </p:grpSpPr>
      <p:sp>
        <p:nvSpPr>
          <p:cNvPr id="423" name="Google Shape;423;p99"/>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24" name="Google Shape;424;p99"/>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25" name="Google Shape;425;p99"/>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426" name="Shape 426"/>
        <p:cNvGrpSpPr/>
        <p:nvPr/>
      </p:nvGrpSpPr>
      <p:grpSpPr>
        <a:xfrm>
          <a:off x="0" y="0"/>
          <a:ext cx="0" cy="0"/>
          <a:chOff x="0" y="0"/>
          <a:chExt cx="0" cy="0"/>
        </a:xfrm>
      </p:grpSpPr>
      <p:sp>
        <p:nvSpPr>
          <p:cNvPr id="427" name="Google Shape;427;p100"/>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428" name="Google Shape;428;p100"/>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29" name="Google Shape;429;p100"/>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430" name="Shape 430"/>
        <p:cNvGrpSpPr/>
        <p:nvPr/>
      </p:nvGrpSpPr>
      <p:grpSpPr>
        <a:xfrm>
          <a:off x="0" y="0"/>
          <a:ext cx="0" cy="0"/>
          <a:chOff x="0" y="0"/>
          <a:chExt cx="0" cy="0"/>
        </a:xfrm>
      </p:grpSpPr>
      <p:sp>
        <p:nvSpPr>
          <p:cNvPr id="431" name="Google Shape;431;p10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32" name="Google Shape;432;p10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433" name="Shape 433"/>
        <p:cNvGrpSpPr/>
        <p:nvPr/>
      </p:nvGrpSpPr>
      <p:grpSpPr>
        <a:xfrm>
          <a:off x="0" y="0"/>
          <a:ext cx="0" cy="0"/>
          <a:chOff x="0" y="0"/>
          <a:chExt cx="0" cy="0"/>
        </a:xfrm>
      </p:grpSpPr>
      <p:sp>
        <p:nvSpPr>
          <p:cNvPr id="434" name="Google Shape;434;p102"/>
          <p:cNvSpPr/>
          <p:nvPr>
            <p:ph idx="2" type="pic"/>
          </p:nvPr>
        </p:nvSpPr>
        <p:spPr>
          <a:xfrm>
            <a:off x="0" y="2900000"/>
            <a:ext cx="9144000" cy="2814900"/>
          </a:xfrm>
          <a:prstGeom prst="roundRect">
            <a:avLst>
              <a:gd fmla="val 1254" name="adj"/>
            </a:avLst>
          </a:prstGeom>
          <a:noFill/>
          <a:ln>
            <a:noFill/>
          </a:ln>
        </p:spPr>
      </p:sp>
      <p:sp>
        <p:nvSpPr>
          <p:cNvPr id="435" name="Google Shape;435;p102"/>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36" name="Google Shape;436;p102"/>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37" name="Google Shape;437;p102"/>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438" name="Shape 438"/>
        <p:cNvGrpSpPr/>
        <p:nvPr/>
      </p:nvGrpSpPr>
      <p:grpSpPr>
        <a:xfrm>
          <a:off x="0" y="0"/>
          <a:ext cx="0" cy="0"/>
          <a:chOff x="0" y="0"/>
          <a:chExt cx="0" cy="0"/>
        </a:xfrm>
      </p:grpSpPr>
      <p:sp>
        <p:nvSpPr>
          <p:cNvPr id="439" name="Google Shape;439;p103"/>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440" name="Google Shape;440;p103"/>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441" name="Shape 441"/>
        <p:cNvGrpSpPr/>
        <p:nvPr/>
      </p:nvGrpSpPr>
      <p:grpSpPr>
        <a:xfrm>
          <a:off x="0" y="0"/>
          <a:ext cx="0" cy="0"/>
          <a:chOff x="0" y="0"/>
          <a:chExt cx="0" cy="0"/>
        </a:xfrm>
      </p:grpSpPr>
      <p:sp>
        <p:nvSpPr>
          <p:cNvPr id="442" name="Google Shape;442;p104"/>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43" name="Google Shape;443;p104"/>
          <p:cNvSpPr/>
          <p:nvPr>
            <p:ph idx="2" type="pic"/>
          </p:nvPr>
        </p:nvSpPr>
        <p:spPr>
          <a:xfrm>
            <a:off x="0" y="0"/>
            <a:ext cx="9144000" cy="2814900"/>
          </a:xfrm>
          <a:prstGeom prst="roundRect">
            <a:avLst>
              <a:gd fmla="val 1254" name="adj"/>
            </a:avLst>
          </a:prstGeom>
          <a:noFill/>
          <a:ln>
            <a:noFill/>
          </a:ln>
        </p:spPr>
      </p:sp>
      <p:sp>
        <p:nvSpPr>
          <p:cNvPr id="444" name="Google Shape;444;p104"/>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45" name="Google Shape;445;p104"/>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46" name="Google Shape;446;p104"/>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447" name="Shape 447"/>
        <p:cNvGrpSpPr/>
        <p:nvPr/>
      </p:nvGrpSpPr>
      <p:grpSpPr>
        <a:xfrm>
          <a:off x="0" y="0"/>
          <a:ext cx="0" cy="0"/>
          <a:chOff x="0" y="0"/>
          <a:chExt cx="0" cy="0"/>
        </a:xfrm>
      </p:grpSpPr>
      <p:sp>
        <p:nvSpPr>
          <p:cNvPr id="448" name="Google Shape;448;p105"/>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49" name="Google Shape;449;p105"/>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50" name="Google Shape;450;p105"/>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51" name="Google Shape;451;p105"/>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2" name="Google Shape;452;p105"/>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3" name="Google Shape;453;p105"/>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4" name="Google Shape;454;p105"/>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455" name="Shape 455"/>
        <p:cNvGrpSpPr/>
        <p:nvPr/>
      </p:nvGrpSpPr>
      <p:grpSpPr>
        <a:xfrm>
          <a:off x="0" y="0"/>
          <a:ext cx="0" cy="0"/>
          <a:chOff x="0" y="0"/>
          <a:chExt cx="0" cy="0"/>
        </a:xfrm>
      </p:grpSpPr>
      <p:sp>
        <p:nvSpPr>
          <p:cNvPr id="456" name="Google Shape;456;p106"/>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57" name="Google Shape;457;p106"/>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8" name="Google Shape;458;p106"/>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459" name="Google Shape;459;p106"/>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0" name="Google Shape;460;p106"/>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461" name="Shape 461"/>
        <p:cNvGrpSpPr/>
        <p:nvPr/>
      </p:nvGrpSpPr>
      <p:grpSpPr>
        <a:xfrm>
          <a:off x="0" y="0"/>
          <a:ext cx="0" cy="0"/>
          <a:chOff x="0" y="0"/>
          <a:chExt cx="0" cy="0"/>
        </a:xfrm>
      </p:grpSpPr>
      <p:sp>
        <p:nvSpPr>
          <p:cNvPr id="462" name="Google Shape;462;p10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63" name="Google Shape;463;p107"/>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4" name="Google Shape;464;p107"/>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5" name="Google Shape;465;p107"/>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6" name="Google Shape;466;p107"/>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7" name="Google Shape;467;p107"/>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8" name="Google Shape;468;p107"/>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9" name="Google Shape;469;p107"/>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70" name="Google Shape;470;p107"/>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71" name="Google Shape;471;p107"/>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472" name="Shape 472"/>
        <p:cNvGrpSpPr/>
        <p:nvPr/>
      </p:nvGrpSpPr>
      <p:grpSpPr>
        <a:xfrm>
          <a:off x="0" y="0"/>
          <a:ext cx="0" cy="0"/>
          <a:chOff x="0" y="0"/>
          <a:chExt cx="0" cy="0"/>
        </a:xfrm>
      </p:grpSpPr>
      <p:pic>
        <p:nvPicPr>
          <p:cNvPr id="473" name="Google Shape;473;p108"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474" name="Google Shape;474;p108"/>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475" name="Shape 475"/>
        <p:cNvGrpSpPr/>
        <p:nvPr/>
      </p:nvGrpSpPr>
      <p:grpSpPr>
        <a:xfrm>
          <a:off x="0" y="0"/>
          <a:ext cx="0" cy="0"/>
          <a:chOff x="0" y="0"/>
          <a:chExt cx="0" cy="0"/>
        </a:xfrm>
      </p:grpSpPr>
      <p:sp>
        <p:nvSpPr>
          <p:cNvPr id="476" name="Google Shape;476;p109"/>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77" name="Google Shape;477;p109"/>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8" name="Google Shape;478;p109"/>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479" name="Shape 479"/>
        <p:cNvGrpSpPr/>
        <p:nvPr/>
      </p:nvGrpSpPr>
      <p:grpSpPr>
        <a:xfrm>
          <a:off x="0" y="0"/>
          <a:ext cx="0" cy="0"/>
          <a:chOff x="0" y="0"/>
          <a:chExt cx="0" cy="0"/>
        </a:xfrm>
      </p:grpSpPr>
      <p:sp>
        <p:nvSpPr>
          <p:cNvPr id="480" name="Google Shape;480;p110"/>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81" name="Google Shape;481;p11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82" name="Google Shape;482;p110"/>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483" name="Shape 483"/>
        <p:cNvGrpSpPr/>
        <p:nvPr/>
      </p:nvGrpSpPr>
      <p:grpSpPr>
        <a:xfrm>
          <a:off x="0" y="0"/>
          <a:ext cx="0" cy="0"/>
          <a:chOff x="0" y="0"/>
          <a:chExt cx="0" cy="0"/>
        </a:xfrm>
      </p:grpSpPr>
      <p:pic>
        <p:nvPicPr>
          <p:cNvPr id="484" name="Google Shape;484;p111"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485" name="Google Shape;485;p111"/>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86" name="Google Shape;486;p111"/>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487" name="Shape 487"/>
        <p:cNvGrpSpPr/>
        <p:nvPr/>
      </p:nvGrpSpPr>
      <p:grpSpPr>
        <a:xfrm>
          <a:off x="0" y="0"/>
          <a:ext cx="0" cy="0"/>
          <a:chOff x="0" y="0"/>
          <a:chExt cx="0" cy="0"/>
        </a:xfrm>
      </p:grpSpPr>
      <p:pic>
        <p:nvPicPr>
          <p:cNvPr id="488" name="Google Shape;488;p112"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489" name="Google Shape;489;p112"/>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490" name="Google Shape;490;p112"/>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91" name="Google Shape;491;p112"/>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492" name="Google Shape;492;p112"/>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493" name="Shape 493"/>
        <p:cNvGrpSpPr/>
        <p:nvPr/>
      </p:nvGrpSpPr>
      <p:grpSpPr>
        <a:xfrm>
          <a:off x="0" y="0"/>
          <a:ext cx="0" cy="0"/>
          <a:chOff x="0" y="0"/>
          <a:chExt cx="0" cy="0"/>
        </a:xfrm>
      </p:grpSpPr>
      <p:sp>
        <p:nvSpPr>
          <p:cNvPr id="494" name="Google Shape;494;p11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95" name="Google Shape;495;p113"/>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6" name="Google Shape;496;p113"/>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497" name="Google Shape;497;p113"/>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498" name="Google Shape;498;p113"/>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9" name="Google Shape;499;p113"/>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500" name="Google Shape;500;p113"/>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1" name="Google Shape;501;p113"/>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502" name="Google Shape;502;p113"/>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3" name="Google Shape;503;p113"/>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504" name="Shape 504"/>
        <p:cNvGrpSpPr/>
        <p:nvPr/>
      </p:nvGrpSpPr>
      <p:grpSpPr>
        <a:xfrm>
          <a:off x="0" y="0"/>
          <a:ext cx="0" cy="0"/>
          <a:chOff x="0" y="0"/>
          <a:chExt cx="0" cy="0"/>
        </a:xfrm>
      </p:grpSpPr>
      <p:sp>
        <p:nvSpPr>
          <p:cNvPr id="505" name="Google Shape;505;p11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06" name="Google Shape;506;p114"/>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7" name="Google Shape;507;p114"/>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8" name="Google Shape;508;p114"/>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9" name="Google Shape;509;p114"/>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10" name="Google Shape;510;p114"/>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11" name="Google Shape;511;p114"/>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12" name="Google Shape;512;p114"/>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513" name="Shape 513"/>
        <p:cNvGrpSpPr/>
        <p:nvPr/>
      </p:nvGrpSpPr>
      <p:grpSpPr>
        <a:xfrm>
          <a:off x="0" y="0"/>
          <a:ext cx="0" cy="0"/>
          <a:chOff x="0" y="0"/>
          <a:chExt cx="0" cy="0"/>
        </a:xfrm>
      </p:grpSpPr>
      <p:sp>
        <p:nvSpPr>
          <p:cNvPr id="514" name="Google Shape;514;p11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15" name="Google Shape;515;p115"/>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516" name="Shape 516"/>
        <p:cNvGrpSpPr/>
        <p:nvPr/>
      </p:nvGrpSpPr>
      <p:grpSpPr>
        <a:xfrm>
          <a:off x="0" y="0"/>
          <a:ext cx="0" cy="0"/>
          <a:chOff x="0" y="0"/>
          <a:chExt cx="0" cy="0"/>
        </a:xfrm>
      </p:grpSpPr>
      <p:sp>
        <p:nvSpPr>
          <p:cNvPr id="517" name="Google Shape;517;p116"/>
          <p:cNvSpPr/>
          <p:nvPr>
            <p:ph idx="2" type="pic"/>
          </p:nvPr>
        </p:nvSpPr>
        <p:spPr>
          <a:xfrm>
            <a:off x="457200" y="1524000"/>
            <a:ext cx="1827300" cy="1827300"/>
          </a:xfrm>
          <a:prstGeom prst="roundRect">
            <a:avLst>
              <a:gd fmla="val 4137" name="adj"/>
            </a:avLst>
          </a:prstGeom>
          <a:noFill/>
          <a:ln>
            <a:noFill/>
          </a:ln>
        </p:spPr>
      </p:sp>
      <p:sp>
        <p:nvSpPr>
          <p:cNvPr id="518" name="Google Shape;518;p116"/>
          <p:cNvSpPr/>
          <p:nvPr>
            <p:ph idx="3" type="pic"/>
          </p:nvPr>
        </p:nvSpPr>
        <p:spPr>
          <a:xfrm>
            <a:off x="2591313" y="1524000"/>
            <a:ext cx="1827300" cy="1827300"/>
          </a:xfrm>
          <a:prstGeom prst="roundRect">
            <a:avLst>
              <a:gd fmla="val 4137" name="adj"/>
            </a:avLst>
          </a:prstGeom>
          <a:noFill/>
          <a:ln>
            <a:noFill/>
          </a:ln>
        </p:spPr>
      </p:sp>
      <p:sp>
        <p:nvSpPr>
          <p:cNvPr id="519" name="Google Shape;519;p116"/>
          <p:cNvSpPr/>
          <p:nvPr>
            <p:ph idx="4" type="pic"/>
          </p:nvPr>
        </p:nvSpPr>
        <p:spPr>
          <a:xfrm>
            <a:off x="4725450" y="1524000"/>
            <a:ext cx="1827300" cy="1827300"/>
          </a:xfrm>
          <a:prstGeom prst="roundRect">
            <a:avLst>
              <a:gd fmla="val 4137" name="adj"/>
            </a:avLst>
          </a:prstGeom>
          <a:noFill/>
          <a:ln>
            <a:noFill/>
          </a:ln>
        </p:spPr>
      </p:sp>
      <p:sp>
        <p:nvSpPr>
          <p:cNvPr id="520" name="Google Shape;520;p116"/>
          <p:cNvSpPr/>
          <p:nvPr>
            <p:ph idx="5" type="pic"/>
          </p:nvPr>
        </p:nvSpPr>
        <p:spPr>
          <a:xfrm>
            <a:off x="6859563" y="1524000"/>
            <a:ext cx="1827300" cy="1827300"/>
          </a:xfrm>
          <a:prstGeom prst="roundRect">
            <a:avLst>
              <a:gd fmla="val 4137" name="adj"/>
            </a:avLst>
          </a:prstGeom>
          <a:noFill/>
          <a:ln>
            <a:noFill/>
          </a:ln>
        </p:spPr>
      </p:sp>
      <p:sp>
        <p:nvSpPr>
          <p:cNvPr id="521" name="Google Shape;521;p116"/>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522" name="Google Shape;522;p116"/>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3" name="Google Shape;523;p116"/>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4" name="Google Shape;524;p116"/>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5" name="Google Shape;525;p116"/>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6" name="Google Shape;526;p116"/>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7" name="Google Shape;527;p116"/>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8" name="Google Shape;528;p116"/>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9" name="Google Shape;529;p116"/>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530" name="Shape 530"/>
        <p:cNvGrpSpPr/>
        <p:nvPr/>
      </p:nvGrpSpPr>
      <p:grpSpPr>
        <a:xfrm>
          <a:off x="0" y="0"/>
          <a:ext cx="0" cy="0"/>
          <a:chOff x="0" y="0"/>
          <a:chExt cx="0" cy="0"/>
        </a:xfrm>
      </p:grpSpPr>
      <p:sp>
        <p:nvSpPr>
          <p:cNvPr id="531" name="Google Shape;531;p117"/>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32" name="Google Shape;532;p117"/>
          <p:cNvSpPr/>
          <p:nvPr>
            <p:ph idx="2" type="pic"/>
          </p:nvPr>
        </p:nvSpPr>
        <p:spPr>
          <a:xfrm flipH="1">
            <a:off x="953803" y="1184556"/>
            <a:ext cx="2664300" cy="3336300"/>
          </a:xfrm>
          <a:prstGeom prst="rect">
            <a:avLst/>
          </a:prstGeom>
          <a:noFill/>
          <a:ln>
            <a:noFill/>
          </a:ln>
        </p:spPr>
      </p:sp>
      <p:sp>
        <p:nvSpPr>
          <p:cNvPr id="533" name="Google Shape;533;p117"/>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34" name="Google Shape;534;p117"/>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535" name="Google Shape;535;p117"/>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536" name="Shape 536"/>
        <p:cNvGrpSpPr/>
        <p:nvPr/>
      </p:nvGrpSpPr>
      <p:grpSpPr>
        <a:xfrm>
          <a:off x="0" y="0"/>
          <a:ext cx="0" cy="0"/>
          <a:chOff x="0" y="0"/>
          <a:chExt cx="0" cy="0"/>
        </a:xfrm>
      </p:grpSpPr>
      <p:pic>
        <p:nvPicPr>
          <p:cNvPr id="537" name="Google Shape;537;p118"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538" name="Google Shape;538;p118"/>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539" name="Google Shape;539;p118"/>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40" name="Google Shape;540;p118"/>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541" name="Shape 541"/>
        <p:cNvGrpSpPr/>
        <p:nvPr/>
      </p:nvGrpSpPr>
      <p:grpSpPr>
        <a:xfrm>
          <a:off x="0" y="0"/>
          <a:ext cx="0" cy="0"/>
          <a:chOff x="0" y="0"/>
          <a:chExt cx="0" cy="0"/>
        </a:xfrm>
      </p:grpSpPr>
      <p:sp>
        <p:nvSpPr>
          <p:cNvPr id="542" name="Google Shape;542;p11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43" name="Google Shape;543;p119"/>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544" name="Shape 544"/>
        <p:cNvGrpSpPr/>
        <p:nvPr/>
      </p:nvGrpSpPr>
      <p:grpSpPr>
        <a:xfrm>
          <a:off x="0" y="0"/>
          <a:ext cx="0" cy="0"/>
          <a:chOff x="0" y="0"/>
          <a:chExt cx="0" cy="0"/>
        </a:xfrm>
      </p:grpSpPr>
      <p:sp>
        <p:nvSpPr>
          <p:cNvPr id="545" name="Google Shape;545;p12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6" name="Google Shape;546;p120"/>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47" name="Google Shape;547;p120"/>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548" name="Shape 548"/>
        <p:cNvGrpSpPr/>
        <p:nvPr/>
      </p:nvGrpSpPr>
      <p:grpSpPr>
        <a:xfrm>
          <a:off x="0" y="0"/>
          <a:ext cx="0" cy="0"/>
          <a:chOff x="0" y="0"/>
          <a:chExt cx="0" cy="0"/>
        </a:xfrm>
      </p:grpSpPr>
      <p:sp>
        <p:nvSpPr>
          <p:cNvPr id="549" name="Google Shape;549;p12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0" name="Google Shape;550;p12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51" name="Google Shape;551;p12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552" name="Shape 552"/>
        <p:cNvGrpSpPr/>
        <p:nvPr/>
      </p:nvGrpSpPr>
      <p:grpSpPr>
        <a:xfrm>
          <a:off x="0" y="0"/>
          <a:ext cx="0" cy="0"/>
          <a:chOff x="0" y="0"/>
          <a:chExt cx="0" cy="0"/>
        </a:xfrm>
      </p:grpSpPr>
      <p:sp>
        <p:nvSpPr>
          <p:cNvPr id="553" name="Google Shape;553;p12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4" name="Google Shape;554;p122"/>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555" name="Shape 555"/>
        <p:cNvGrpSpPr/>
        <p:nvPr/>
      </p:nvGrpSpPr>
      <p:grpSpPr>
        <a:xfrm>
          <a:off x="0" y="0"/>
          <a:ext cx="0" cy="0"/>
          <a:chOff x="0" y="0"/>
          <a:chExt cx="0" cy="0"/>
        </a:xfrm>
      </p:grpSpPr>
      <p:sp>
        <p:nvSpPr>
          <p:cNvPr id="556" name="Google Shape;556;p12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7" name="Google Shape;557;p12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58" name="Google Shape;558;p12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559" name="Shape 559"/>
        <p:cNvGrpSpPr/>
        <p:nvPr/>
      </p:nvGrpSpPr>
      <p:grpSpPr>
        <a:xfrm>
          <a:off x="0" y="0"/>
          <a:ext cx="0" cy="0"/>
          <a:chOff x="0" y="0"/>
          <a:chExt cx="0" cy="0"/>
        </a:xfrm>
      </p:grpSpPr>
      <p:sp>
        <p:nvSpPr>
          <p:cNvPr id="560" name="Google Shape;560;p124"/>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561" name="Google Shape;561;p124"/>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62" name="Google Shape;562;p124"/>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3" name="Google Shape;563;p124"/>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564" name="Shape 564"/>
        <p:cNvGrpSpPr/>
        <p:nvPr/>
      </p:nvGrpSpPr>
      <p:grpSpPr>
        <a:xfrm>
          <a:off x="0" y="0"/>
          <a:ext cx="0" cy="0"/>
          <a:chOff x="0" y="0"/>
          <a:chExt cx="0" cy="0"/>
        </a:xfrm>
      </p:grpSpPr>
      <p:sp>
        <p:nvSpPr>
          <p:cNvPr id="565" name="Google Shape;565;p12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566" name="Shape 566"/>
        <p:cNvGrpSpPr/>
        <p:nvPr/>
      </p:nvGrpSpPr>
      <p:grpSpPr>
        <a:xfrm>
          <a:off x="0" y="0"/>
          <a:ext cx="0" cy="0"/>
          <a:chOff x="0" y="0"/>
          <a:chExt cx="0" cy="0"/>
        </a:xfrm>
      </p:grpSpPr>
      <p:sp>
        <p:nvSpPr>
          <p:cNvPr id="567" name="Google Shape;567;p12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68" name="Google Shape;568;p126"/>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69" name="Google Shape;569;p126"/>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70" name="Google Shape;570;p126"/>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71" name="Google Shape;571;p126"/>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72" name="Google Shape;572;p126"/>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3" name="Google Shape;573;p126"/>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4" name="Google Shape;574;p126"/>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575" name="Shape 575"/>
        <p:cNvGrpSpPr/>
        <p:nvPr/>
      </p:nvGrpSpPr>
      <p:grpSpPr>
        <a:xfrm>
          <a:off x="0" y="0"/>
          <a:ext cx="0" cy="0"/>
          <a:chOff x="0" y="0"/>
          <a:chExt cx="0" cy="0"/>
        </a:xfrm>
      </p:grpSpPr>
      <p:sp>
        <p:nvSpPr>
          <p:cNvPr id="576" name="Google Shape;576;p127"/>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7" name="Google Shape;577;p127"/>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78" name="Google Shape;578;p127"/>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579" name="Shape 579"/>
        <p:cNvGrpSpPr/>
        <p:nvPr/>
      </p:nvGrpSpPr>
      <p:grpSpPr>
        <a:xfrm>
          <a:off x="0" y="0"/>
          <a:ext cx="0" cy="0"/>
          <a:chOff x="0" y="0"/>
          <a:chExt cx="0" cy="0"/>
        </a:xfrm>
      </p:grpSpPr>
      <p:sp>
        <p:nvSpPr>
          <p:cNvPr id="580" name="Google Shape;580;p128"/>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581" name="Google Shape;581;p128"/>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82" name="Google Shape;582;p12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583" name="Google Shape;583;p128"/>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584" name="Google Shape;584;p128"/>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585" name="Google Shape;585;p12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586" name="Shape 586"/>
        <p:cNvGrpSpPr/>
        <p:nvPr/>
      </p:nvGrpSpPr>
      <p:grpSpPr>
        <a:xfrm>
          <a:off x="0" y="0"/>
          <a:ext cx="0" cy="0"/>
          <a:chOff x="0" y="0"/>
          <a:chExt cx="0" cy="0"/>
        </a:xfrm>
      </p:grpSpPr>
      <p:sp>
        <p:nvSpPr>
          <p:cNvPr id="587" name="Google Shape;587;p12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88" name="Google Shape;588;p12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89" name="Google Shape;589;p129"/>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90" name="Google Shape;590;p129"/>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91" name="Google Shape;591;p129"/>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592" name="Google Shape;592;p129"/>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593" name="Shape 593"/>
        <p:cNvGrpSpPr/>
        <p:nvPr/>
      </p:nvGrpSpPr>
      <p:grpSpPr>
        <a:xfrm>
          <a:off x="0" y="0"/>
          <a:ext cx="0" cy="0"/>
          <a:chOff x="0" y="0"/>
          <a:chExt cx="0" cy="0"/>
        </a:xfrm>
      </p:grpSpPr>
      <p:sp>
        <p:nvSpPr>
          <p:cNvPr id="594" name="Google Shape;594;p130"/>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95" name="Google Shape;595;p130"/>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596" name="Shape 596"/>
        <p:cNvGrpSpPr/>
        <p:nvPr/>
      </p:nvGrpSpPr>
      <p:grpSpPr>
        <a:xfrm>
          <a:off x="0" y="0"/>
          <a:ext cx="0" cy="0"/>
          <a:chOff x="0" y="0"/>
          <a:chExt cx="0" cy="0"/>
        </a:xfrm>
      </p:grpSpPr>
      <p:sp>
        <p:nvSpPr>
          <p:cNvPr id="597" name="Google Shape;597;p13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98" name="Google Shape;598;p13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99" name="Google Shape;599;p13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600" name="Shape 600"/>
        <p:cNvGrpSpPr/>
        <p:nvPr/>
      </p:nvGrpSpPr>
      <p:grpSpPr>
        <a:xfrm>
          <a:off x="0" y="0"/>
          <a:ext cx="0" cy="0"/>
          <a:chOff x="0" y="0"/>
          <a:chExt cx="0" cy="0"/>
        </a:xfrm>
      </p:grpSpPr>
      <p:sp>
        <p:nvSpPr>
          <p:cNvPr id="601" name="Google Shape;601;p132"/>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02" name="Google Shape;602;p132"/>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603" name="Google Shape;603;p132"/>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604" name="Shape 604"/>
        <p:cNvGrpSpPr/>
        <p:nvPr/>
      </p:nvGrpSpPr>
      <p:grpSpPr>
        <a:xfrm>
          <a:off x="0" y="0"/>
          <a:ext cx="0" cy="0"/>
          <a:chOff x="0" y="0"/>
          <a:chExt cx="0" cy="0"/>
        </a:xfrm>
      </p:grpSpPr>
      <p:pic>
        <p:nvPicPr>
          <p:cNvPr id="605" name="Google Shape;605;p133"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sp>
        <p:nvSpPr>
          <p:cNvPr id="606" name="Google Shape;606;p133"/>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07" name="Google Shape;607;p133"/>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608" name="Shape 608"/>
        <p:cNvGrpSpPr/>
        <p:nvPr/>
      </p:nvGrpSpPr>
      <p:grpSpPr>
        <a:xfrm>
          <a:off x="0" y="0"/>
          <a:ext cx="0" cy="0"/>
          <a:chOff x="0" y="0"/>
          <a:chExt cx="0" cy="0"/>
        </a:xfrm>
      </p:grpSpPr>
      <p:sp>
        <p:nvSpPr>
          <p:cNvPr id="609" name="Google Shape;609;p134"/>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610" name="Google Shape;610;p134"/>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611" name="Google Shape;611;p134"/>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612" name="Google Shape;612;p134"/>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613" name="Google Shape;613;p134"/>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4" name="Google Shape;614;p134"/>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5" name="Google Shape;615;p134"/>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6" name="Google Shape;616;p134"/>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617" name="Google Shape;617;p134"/>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618" name="Google Shape;618;p134"/>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619" name="Google Shape;619;p134"/>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620" name="Google Shape;620;p134"/>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621" name="Google Shape;621;p134"/>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622" name="Shape 622"/>
        <p:cNvGrpSpPr/>
        <p:nvPr/>
      </p:nvGrpSpPr>
      <p:grpSpPr>
        <a:xfrm>
          <a:off x="0" y="0"/>
          <a:ext cx="0" cy="0"/>
          <a:chOff x="0" y="0"/>
          <a:chExt cx="0" cy="0"/>
        </a:xfrm>
      </p:grpSpPr>
      <p:sp>
        <p:nvSpPr>
          <p:cNvPr id="623" name="Google Shape;623;p135"/>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624" name="Google Shape;624;p13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625" name="Shape 625"/>
        <p:cNvGrpSpPr/>
        <p:nvPr/>
      </p:nvGrpSpPr>
      <p:grpSpPr>
        <a:xfrm>
          <a:off x="0" y="0"/>
          <a:ext cx="0" cy="0"/>
          <a:chOff x="0" y="0"/>
          <a:chExt cx="0" cy="0"/>
        </a:xfrm>
      </p:grpSpPr>
      <p:sp>
        <p:nvSpPr>
          <p:cNvPr id="626" name="Google Shape;626;p136"/>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627" name="Shape 627"/>
        <p:cNvGrpSpPr/>
        <p:nvPr/>
      </p:nvGrpSpPr>
      <p:grpSpPr>
        <a:xfrm>
          <a:off x="0" y="0"/>
          <a:ext cx="0" cy="0"/>
          <a:chOff x="0" y="0"/>
          <a:chExt cx="0" cy="0"/>
        </a:xfrm>
      </p:grpSpPr>
      <p:sp>
        <p:nvSpPr>
          <p:cNvPr id="628" name="Google Shape;628;p13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629" name="Shape 629"/>
        <p:cNvGrpSpPr/>
        <p:nvPr/>
      </p:nvGrpSpPr>
      <p:grpSpPr>
        <a:xfrm>
          <a:off x="0" y="0"/>
          <a:ext cx="0" cy="0"/>
          <a:chOff x="0" y="0"/>
          <a:chExt cx="0" cy="0"/>
        </a:xfrm>
      </p:grpSpPr>
      <p:sp>
        <p:nvSpPr>
          <p:cNvPr id="630" name="Google Shape;630;p138"/>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31" name="Google Shape;631;p138"/>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632" name="Shape 632"/>
        <p:cNvGrpSpPr/>
        <p:nvPr/>
      </p:nvGrpSpPr>
      <p:grpSpPr>
        <a:xfrm>
          <a:off x="0" y="0"/>
          <a:ext cx="0" cy="0"/>
          <a:chOff x="0" y="0"/>
          <a:chExt cx="0" cy="0"/>
        </a:xfrm>
      </p:grpSpPr>
      <p:sp>
        <p:nvSpPr>
          <p:cNvPr id="633" name="Google Shape;633;p139"/>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4" name="Google Shape;634;p139"/>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35" name="Google Shape;635;p139"/>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636" name="Shape 636"/>
        <p:cNvGrpSpPr/>
        <p:nvPr/>
      </p:nvGrpSpPr>
      <p:grpSpPr>
        <a:xfrm>
          <a:off x="0" y="0"/>
          <a:ext cx="0" cy="0"/>
          <a:chOff x="0" y="0"/>
          <a:chExt cx="0" cy="0"/>
        </a:xfrm>
      </p:grpSpPr>
      <p:sp>
        <p:nvSpPr>
          <p:cNvPr id="637" name="Google Shape;637;p140"/>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8" name="Google Shape;638;p14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639" name="Shape 639"/>
        <p:cNvGrpSpPr/>
        <p:nvPr/>
      </p:nvGrpSpPr>
      <p:grpSpPr>
        <a:xfrm>
          <a:off x="0" y="0"/>
          <a:ext cx="0" cy="0"/>
          <a:chOff x="0" y="0"/>
          <a:chExt cx="0" cy="0"/>
        </a:xfrm>
      </p:grpSpPr>
      <p:sp>
        <p:nvSpPr>
          <p:cNvPr id="640" name="Google Shape;640;p141"/>
          <p:cNvSpPr/>
          <p:nvPr>
            <p:ph idx="2" type="pic"/>
          </p:nvPr>
        </p:nvSpPr>
        <p:spPr>
          <a:xfrm>
            <a:off x="4572000" y="91667"/>
            <a:ext cx="4495800" cy="5531700"/>
          </a:xfrm>
          <a:prstGeom prst="roundRect">
            <a:avLst>
              <a:gd fmla="val 16667" name="adj"/>
            </a:avLst>
          </a:prstGeom>
          <a:noFill/>
          <a:ln>
            <a:noFill/>
          </a:ln>
        </p:spPr>
      </p:sp>
      <p:sp>
        <p:nvSpPr>
          <p:cNvPr id="641" name="Google Shape;641;p141"/>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2" name="Google Shape;642;p141"/>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43" name="Google Shape;643;p141"/>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644" name="Shape 644"/>
        <p:cNvGrpSpPr/>
        <p:nvPr/>
      </p:nvGrpSpPr>
      <p:grpSpPr>
        <a:xfrm>
          <a:off x="0" y="0"/>
          <a:ext cx="0" cy="0"/>
          <a:chOff x="0" y="0"/>
          <a:chExt cx="0" cy="0"/>
        </a:xfrm>
      </p:grpSpPr>
      <p:sp>
        <p:nvSpPr>
          <p:cNvPr id="645" name="Google Shape;645;p142"/>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46" name="Google Shape;646;p14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47" name="Google Shape;647;p142"/>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8" name="Google Shape;648;p142"/>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649" name="Shape 649"/>
        <p:cNvGrpSpPr/>
        <p:nvPr/>
      </p:nvGrpSpPr>
      <p:grpSpPr>
        <a:xfrm>
          <a:off x="0" y="0"/>
          <a:ext cx="0" cy="0"/>
          <a:chOff x="0" y="0"/>
          <a:chExt cx="0" cy="0"/>
        </a:xfrm>
      </p:grpSpPr>
      <p:sp>
        <p:nvSpPr>
          <p:cNvPr id="650" name="Google Shape;650;p14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51" name="Google Shape;651;p14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652" name="Shape 652"/>
        <p:cNvGrpSpPr/>
        <p:nvPr/>
      </p:nvGrpSpPr>
      <p:grpSpPr>
        <a:xfrm>
          <a:off x="0" y="0"/>
          <a:ext cx="0" cy="0"/>
          <a:chOff x="0" y="0"/>
          <a:chExt cx="0" cy="0"/>
        </a:xfrm>
      </p:grpSpPr>
      <p:sp>
        <p:nvSpPr>
          <p:cNvPr id="653" name="Google Shape;653;p14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654" name="Shape 654"/>
        <p:cNvGrpSpPr/>
        <p:nvPr/>
      </p:nvGrpSpPr>
      <p:grpSpPr>
        <a:xfrm>
          <a:off x="0" y="0"/>
          <a:ext cx="0" cy="0"/>
          <a:chOff x="0" y="0"/>
          <a:chExt cx="0" cy="0"/>
        </a:xfrm>
      </p:grpSpPr>
      <p:sp>
        <p:nvSpPr>
          <p:cNvPr id="655" name="Google Shape;655;p145"/>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656" name="Google Shape;656;p145"/>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657" name="Google Shape;657;p145"/>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658" name="Shape 658"/>
        <p:cNvGrpSpPr/>
        <p:nvPr/>
      </p:nvGrpSpPr>
      <p:grpSpPr>
        <a:xfrm>
          <a:off x="0" y="0"/>
          <a:ext cx="0" cy="0"/>
          <a:chOff x="0" y="0"/>
          <a:chExt cx="0" cy="0"/>
        </a:xfrm>
      </p:grpSpPr>
      <p:sp>
        <p:nvSpPr>
          <p:cNvPr id="659" name="Google Shape;659;p146"/>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660" name="Google Shape;660;p146"/>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61" name="Google Shape;661;p146"/>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62" name="Google Shape;662;p14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663" name="Shape 663"/>
        <p:cNvGrpSpPr/>
        <p:nvPr/>
      </p:nvGrpSpPr>
      <p:grpSpPr>
        <a:xfrm>
          <a:off x="0" y="0"/>
          <a:ext cx="0" cy="0"/>
          <a:chOff x="0" y="0"/>
          <a:chExt cx="0" cy="0"/>
        </a:xfrm>
      </p:grpSpPr>
      <p:sp>
        <p:nvSpPr>
          <p:cNvPr id="664" name="Google Shape;664;p147"/>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65" name="Google Shape;665;p147"/>
          <p:cNvSpPr/>
          <p:nvPr>
            <p:ph idx="2" type="pic"/>
          </p:nvPr>
        </p:nvSpPr>
        <p:spPr>
          <a:xfrm>
            <a:off x="0" y="0"/>
            <a:ext cx="9144000" cy="2814900"/>
          </a:xfrm>
          <a:prstGeom prst="roundRect">
            <a:avLst>
              <a:gd fmla="val 1254" name="adj"/>
            </a:avLst>
          </a:prstGeom>
          <a:noFill/>
          <a:ln>
            <a:noFill/>
          </a:ln>
        </p:spPr>
      </p:sp>
      <p:sp>
        <p:nvSpPr>
          <p:cNvPr id="666" name="Google Shape;666;p147"/>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67" name="Google Shape;667;p147"/>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68" name="Google Shape;668;p147"/>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669" name="Shape 669"/>
        <p:cNvGrpSpPr/>
        <p:nvPr/>
      </p:nvGrpSpPr>
      <p:grpSpPr>
        <a:xfrm>
          <a:off x="0" y="0"/>
          <a:ext cx="0" cy="0"/>
          <a:chOff x="0" y="0"/>
          <a:chExt cx="0" cy="0"/>
        </a:xfrm>
      </p:grpSpPr>
      <p:sp>
        <p:nvSpPr>
          <p:cNvPr id="670" name="Google Shape;670;p148"/>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71" name="Google Shape;671;p148"/>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672" name="Google Shape;672;p148"/>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673" name="Shape 673"/>
        <p:cNvGrpSpPr/>
        <p:nvPr/>
      </p:nvGrpSpPr>
      <p:grpSpPr>
        <a:xfrm>
          <a:off x="0" y="0"/>
          <a:ext cx="0" cy="0"/>
          <a:chOff x="0" y="0"/>
          <a:chExt cx="0" cy="0"/>
        </a:xfrm>
      </p:grpSpPr>
      <p:sp>
        <p:nvSpPr>
          <p:cNvPr id="674" name="Google Shape;674;p149"/>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75" name="Google Shape;675;p149"/>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676" name="Shape 676"/>
        <p:cNvGrpSpPr/>
        <p:nvPr/>
      </p:nvGrpSpPr>
      <p:grpSpPr>
        <a:xfrm>
          <a:off x="0" y="0"/>
          <a:ext cx="0" cy="0"/>
          <a:chOff x="0" y="0"/>
          <a:chExt cx="0" cy="0"/>
        </a:xfrm>
      </p:grpSpPr>
      <p:sp>
        <p:nvSpPr>
          <p:cNvPr id="677" name="Google Shape;677;p150"/>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78" name="Google Shape;678;p15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79" name="Google Shape;679;p150"/>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80" name="Google Shape;680;p150"/>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681" name="Shape 681"/>
        <p:cNvGrpSpPr/>
        <p:nvPr/>
      </p:nvGrpSpPr>
      <p:grpSpPr>
        <a:xfrm>
          <a:off x="0" y="0"/>
          <a:ext cx="0" cy="0"/>
          <a:chOff x="0" y="0"/>
          <a:chExt cx="0" cy="0"/>
        </a:xfrm>
      </p:grpSpPr>
      <p:sp>
        <p:nvSpPr>
          <p:cNvPr id="682" name="Google Shape;682;p15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83" name="Google Shape;683;p15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84" name="Google Shape;684;p151"/>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85" name="Google Shape;685;p151"/>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86" name="Google Shape;686;p151"/>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687" name="Google Shape;687;p151"/>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688" name="Shape 688"/>
        <p:cNvGrpSpPr/>
        <p:nvPr/>
      </p:nvGrpSpPr>
      <p:grpSpPr>
        <a:xfrm>
          <a:off x="0" y="0"/>
          <a:ext cx="0" cy="0"/>
          <a:chOff x="0" y="0"/>
          <a:chExt cx="0" cy="0"/>
        </a:xfrm>
      </p:grpSpPr>
      <p:sp>
        <p:nvSpPr>
          <p:cNvPr id="689" name="Google Shape;689;p152"/>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90" name="Google Shape;690;p152"/>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691" name="Shape 691"/>
        <p:cNvGrpSpPr/>
        <p:nvPr/>
      </p:nvGrpSpPr>
      <p:grpSpPr>
        <a:xfrm>
          <a:off x="0" y="0"/>
          <a:ext cx="0" cy="0"/>
          <a:chOff x="0" y="0"/>
          <a:chExt cx="0" cy="0"/>
        </a:xfrm>
      </p:grpSpPr>
      <p:sp>
        <p:nvSpPr>
          <p:cNvPr id="692" name="Google Shape;692;p15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693" name="Shape 693"/>
        <p:cNvGrpSpPr/>
        <p:nvPr/>
      </p:nvGrpSpPr>
      <p:grpSpPr>
        <a:xfrm>
          <a:off x="0" y="0"/>
          <a:ext cx="0" cy="0"/>
          <a:chOff x="0" y="0"/>
          <a:chExt cx="0" cy="0"/>
        </a:xfrm>
      </p:grpSpPr>
      <p:sp>
        <p:nvSpPr>
          <p:cNvPr id="694" name="Google Shape;694;p15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695" name="Shape 695"/>
        <p:cNvGrpSpPr/>
        <p:nvPr/>
      </p:nvGrpSpPr>
      <p:grpSpPr>
        <a:xfrm>
          <a:off x="0" y="0"/>
          <a:ext cx="0" cy="0"/>
          <a:chOff x="0" y="0"/>
          <a:chExt cx="0" cy="0"/>
        </a:xfrm>
      </p:grpSpPr>
      <p:sp>
        <p:nvSpPr>
          <p:cNvPr id="696" name="Google Shape;696;p155"/>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97" name="Google Shape;697;p15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98" name="Google Shape;698;p15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9" name="Google Shape;699;p15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700" name="Shape 700"/>
        <p:cNvGrpSpPr/>
        <p:nvPr/>
      </p:nvGrpSpPr>
      <p:grpSpPr>
        <a:xfrm>
          <a:off x="0" y="0"/>
          <a:ext cx="0" cy="0"/>
          <a:chOff x="0" y="0"/>
          <a:chExt cx="0" cy="0"/>
        </a:xfrm>
      </p:grpSpPr>
      <p:sp>
        <p:nvSpPr>
          <p:cNvPr id="701" name="Google Shape;701;p156"/>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702" name="Google Shape;702;p156"/>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03" name="Google Shape;703;p156"/>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04" name="Google Shape;704;p156"/>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705" name="Shape 705"/>
        <p:cNvGrpSpPr/>
        <p:nvPr/>
      </p:nvGrpSpPr>
      <p:grpSpPr>
        <a:xfrm>
          <a:off x="0" y="0"/>
          <a:ext cx="0" cy="0"/>
          <a:chOff x="0" y="0"/>
          <a:chExt cx="0" cy="0"/>
        </a:xfrm>
      </p:grpSpPr>
      <p:sp>
        <p:nvSpPr>
          <p:cNvPr id="706" name="Google Shape;706;p157"/>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707" name="Google Shape;707;p157"/>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708" name="Google Shape;708;p157"/>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709" name="Shape 709"/>
        <p:cNvGrpSpPr/>
        <p:nvPr/>
      </p:nvGrpSpPr>
      <p:grpSpPr>
        <a:xfrm>
          <a:off x="0" y="0"/>
          <a:ext cx="0" cy="0"/>
          <a:chOff x="0" y="0"/>
          <a:chExt cx="0" cy="0"/>
        </a:xfrm>
      </p:grpSpPr>
      <p:sp>
        <p:nvSpPr>
          <p:cNvPr id="710" name="Google Shape;710;p158"/>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11" name="Google Shape;711;p158"/>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712" name="Shape 712"/>
        <p:cNvGrpSpPr/>
        <p:nvPr/>
      </p:nvGrpSpPr>
      <p:grpSpPr>
        <a:xfrm>
          <a:off x="0" y="0"/>
          <a:ext cx="0" cy="0"/>
          <a:chOff x="0" y="0"/>
          <a:chExt cx="0" cy="0"/>
        </a:xfrm>
      </p:grpSpPr>
      <p:sp>
        <p:nvSpPr>
          <p:cNvPr id="713" name="Google Shape;713;p15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714" name="Shape 714"/>
        <p:cNvGrpSpPr/>
        <p:nvPr/>
      </p:nvGrpSpPr>
      <p:grpSpPr>
        <a:xfrm>
          <a:off x="0" y="0"/>
          <a:ext cx="0" cy="0"/>
          <a:chOff x="0" y="0"/>
          <a:chExt cx="0" cy="0"/>
        </a:xfrm>
      </p:grpSpPr>
      <p:sp>
        <p:nvSpPr>
          <p:cNvPr id="715" name="Google Shape;715;p160"/>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16" name="Google Shape;716;p160"/>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17" name="Google Shape;717;p160"/>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18" name="Google Shape;718;p160"/>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719" name="Shape 719"/>
        <p:cNvGrpSpPr/>
        <p:nvPr/>
      </p:nvGrpSpPr>
      <p:grpSpPr>
        <a:xfrm>
          <a:off x="0" y="0"/>
          <a:ext cx="0" cy="0"/>
          <a:chOff x="0" y="0"/>
          <a:chExt cx="0" cy="0"/>
        </a:xfrm>
      </p:grpSpPr>
      <p:sp>
        <p:nvSpPr>
          <p:cNvPr id="720" name="Google Shape;720;p16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21" name="Google Shape;721;p16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722" name="Shape 722"/>
        <p:cNvGrpSpPr/>
        <p:nvPr/>
      </p:nvGrpSpPr>
      <p:grpSpPr>
        <a:xfrm>
          <a:off x="0" y="0"/>
          <a:ext cx="0" cy="0"/>
          <a:chOff x="0" y="0"/>
          <a:chExt cx="0" cy="0"/>
        </a:xfrm>
      </p:grpSpPr>
      <p:sp>
        <p:nvSpPr>
          <p:cNvPr id="723" name="Google Shape;723;p16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724" name="Shape 724"/>
        <p:cNvGrpSpPr/>
        <p:nvPr/>
      </p:nvGrpSpPr>
      <p:grpSpPr>
        <a:xfrm>
          <a:off x="0" y="0"/>
          <a:ext cx="0" cy="0"/>
          <a:chOff x="0" y="0"/>
          <a:chExt cx="0" cy="0"/>
        </a:xfrm>
      </p:grpSpPr>
      <p:sp>
        <p:nvSpPr>
          <p:cNvPr id="725" name="Google Shape;725;p163"/>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726" name="Google Shape;726;p163"/>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727" name="Google Shape;727;p163"/>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728" name="Google Shape;728;p163"/>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729" name="Google Shape;729;p163"/>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730" name="Shape 730"/>
        <p:cNvGrpSpPr/>
        <p:nvPr/>
      </p:nvGrpSpPr>
      <p:grpSpPr>
        <a:xfrm>
          <a:off x="0" y="0"/>
          <a:ext cx="0" cy="0"/>
          <a:chOff x="0" y="0"/>
          <a:chExt cx="0" cy="0"/>
        </a:xfrm>
      </p:grpSpPr>
      <p:sp>
        <p:nvSpPr>
          <p:cNvPr id="731" name="Google Shape;731;p16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732" name="Shape 732"/>
        <p:cNvGrpSpPr/>
        <p:nvPr/>
      </p:nvGrpSpPr>
      <p:grpSpPr>
        <a:xfrm>
          <a:off x="0" y="0"/>
          <a:ext cx="0" cy="0"/>
          <a:chOff x="0" y="0"/>
          <a:chExt cx="0" cy="0"/>
        </a:xfrm>
      </p:grpSpPr>
      <p:sp>
        <p:nvSpPr>
          <p:cNvPr id="733" name="Google Shape;733;p16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734" name="Shape 734"/>
        <p:cNvGrpSpPr/>
        <p:nvPr/>
      </p:nvGrpSpPr>
      <p:grpSpPr>
        <a:xfrm>
          <a:off x="0" y="0"/>
          <a:ext cx="0" cy="0"/>
          <a:chOff x="0" y="0"/>
          <a:chExt cx="0" cy="0"/>
        </a:xfrm>
      </p:grpSpPr>
      <p:sp>
        <p:nvSpPr>
          <p:cNvPr id="735" name="Google Shape;735;p16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36" name="Google Shape;736;p16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737" name="Shape 737"/>
        <p:cNvGrpSpPr/>
        <p:nvPr/>
      </p:nvGrpSpPr>
      <p:grpSpPr>
        <a:xfrm>
          <a:off x="0" y="0"/>
          <a:ext cx="0" cy="0"/>
          <a:chOff x="0" y="0"/>
          <a:chExt cx="0" cy="0"/>
        </a:xfrm>
      </p:grpSpPr>
      <p:sp>
        <p:nvSpPr>
          <p:cNvPr id="738" name="Google Shape;738;p16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39" name="Google Shape;739;p16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740" name="Shape 740"/>
        <p:cNvGrpSpPr/>
        <p:nvPr/>
      </p:nvGrpSpPr>
      <p:grpSpPr>
        <a:xfrm>
          <a:off x="0" y="0"/>
          <a:ext cx="0" cy="0"/>
          <a:chOff x="0" y="0"/>
          <a:chExt cx="0" cy="0"/>
        </a:xfrm>
      </p:grpSpPr>
      <p:sp>
        <p:nvSpPr>
          <p:cNvPr id="741" name="Google Shape;741;p16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5" name="Shape 745"/>
        <p:cNvGrpSpPr/>
        <p:nvPr/>
      </p:nvGrpSpPr>
      <p:grpSpPr>
        <a:xfrm>
          <a:off x="0" y="0"/>
          <a:ext cx="0" cy="0"/>
          <a:chOff x="0" y="0"/>
          <a:chExt cx="0" cy="0"/>
        </a:xfrm>
      </p:grpSpPr>
      <p:pic>
        <p:nvPicPr>
          <p:cNvPr id="746" name="Google Shape;746;p170"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747" name="Google Shape;747;p170"/>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748" name="Google Shape;748;p170"/>
          <p:cNvSpPr/>
          <p:nvPr/>
        </p:nvSpPr>
        <p:spPr>
          <a:xfrm>
            <a:off x="984762" y="635750"/>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749" name="Google Shape;749;p170"/>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50" name="Google Shape;750;p170"/>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751" name="Shape 751"/>
        <p:cNvGrpSpPr/>
        <p:nvPr/>
      </p:nvGrpSpPr>
      <p:grpSpPr>
        <a:xfrm>
          <a:off x="0" y="0"/>
          <a:ext cx="0" cy="0"/>
          <a:chOff x="0" y="0"/>
          <a:chExt cx="0" cy="0"/>
        </a:xfrm>
      </p:grpSpPr>
      <p:pic>
        <p:nvPicPr>
          <p:cNvPr id="752" name="Google Shape;752;p171"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753" name="Google Shape;753;p171"/>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754" name="Google Shape;754;p171"/>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55" name="Google Shape;755;p171"/>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756" name="Shape 756"/>
        <p:cNvGrpSpPr/>
        <p:nvPr/>
      </p:nvGrpSpPr>
      <p:grpSpPr>
        <a:xfrm>
          <a:off x="0" y="0"/>
          <a:ext cx="0" cy="0"/>
          <a:chOff x="0" y="0"/>
          <a:chExt cx="0" cy="0"/>
        </a:xfrm>
      </p:grpSpPr>
      <p:pic>
        <p:nvPicPr>
          <p:cNvPr id="757" name="Google Shape;757;p172" title="Mesh Holographic Gradients - Dark Gradient 22.png"/>
          <p:cNvPicPr preferRelativeResize="0"/>
          <p:nvPr/>
        </p:nvPicPr>
        <p:blipFill>
          <a:blip r:embed="rId2">
            <a:alphaModFix/>
          </a:blip>
          <a:stretch>
            <a:fillRect/>
          </a:stretch>
        </p:blipFill>
        <p:spPr>
          <a:xfrm>
            <a:off x="0" y="0"/>
            <a:ext cx="9144023" cy="5143501"/>
          </a:xfrm>
          <a:prstGeom prst="rect">
            <a:avLst/>
          </a:prstGeom>
          <a:noFill/>
          <a:ln>
            <a:noFill/>
          </a:ln>
        </p:spPr>
      </p:pic>
      <p:sp>
        <p:nvSpPr>
          <p:cNvPr id="758" name="Google Shape;758;p172"/>
          <p:cNvSpPr txBox="1"/>
          <p:nvPr>
            <p:ph type="title"/>
          </p:nvPr>
        </p:nvSpPr>
        <p:spPr>
          <a:xfrm>
            <a:off x="457200" y="4271667"/>
            <a:ext cx="5023800" cy="935400"/>
          </a:xfrm>
          <a:prstGeom prst="rect">
            <a:avLst/>
          </a:prstGeom>
        </p:spPr>
        <p:txBody>
          <a:bodyPr anchorCtr="0" anchor="b" bIns="0" lIns="0" spcFirstLastPara="1" rIns="0" wrap="square" tIns="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759" name="Shape 759"/>
        <p:cNvGrpSpPr/>
        <p:nvPr/>
      </p:nvGrpSpPr>
      <p:grpSpPr>
        <a:xfrm>
          <a:off x="0" y="0"/>
          <a:ext cx="0" cy="0"/>
          <a:chOff x="0" y="0"/>
          <a:chExt cx="0" cy="0"/>
        </a:xfrm>
      </p:grpSpPr>
      <p:grpSp>
        <p:nvGrpSpPr>
          <p:cNvPr id="760" name="Google Shape;760;p173"/>
          <p:cNvGrpSpPr/>
          <p:nvPr/>
        </p:nvGrpSpPr>
        <p:grpSpPr>
          <a:xfrm>
            <a:off x="0" y="-1"/>
            <a:ext cx="9144000" cy="5143504"/>
            <a:chOff x="0" y="-2"/>
            <a:chExt cx="12192000" cy="6858005"/>
          </a:xfrm>
        </p:grpSpPr>
        <p:pic>
          <p:nvPicPr>
            <p:cNvPr id="761" name="Google Shape;761;p173" title="Break.png"/>
            <p:cNvPicPr preferRelativeResize="0"/>
            <p:nvPr/>
          </p:nvPicPr>
          <p:blipFill rotWithShape="1">
            <a:blip r:embed="rId2">
              <a:alphaModFix/>
            </a:blip>
            <a:srcRect b="0" l="0" r="0" t="0"/>
            <a:stretch/>
          </p:blipFill>
          <p:spPr>
            <a:xfrm>
              <a:off x="0" y="-2"/>
              <a:ext cx="12192000" cy="6858005"/>
            </a:xfrm>
            <a:prstGeom prst="rect">
              <a:avLst/>
            </a:prstGeom>
            <a:noFill/>
            <a:ln>
              <a:noFill/>
            </a:ln>
          </p:spPr>
        </p:pic>
        <p:pic>
          <p:nvPicPr>
            <p:cNvPr id="762" name="Google Shape;762;p173" title="Shapes01.png"/>
            <p:cNvPicPr preferRelativeResize="0"/>
            <p:nvPr/>
          </p:nvPicPr>
          <p:blipFill rotWithShape="1">
            <a:blip r:embed="rId3">
              <a:alphaModFix amt="64000"/>
            </a:blip>
            <a:srcRect b="0" l="0" r="0" t="0"/>
            <a:stretch/>
          </p:blipFill>
          <p:spPr>
            <a:xfrm>
              <a:off x="0" y="0"/>
              <a:ext cx="12192000" cy="6858000"/>
            </a:xfrm>
            <a:prstGeom prst="rect">
              <a:avLst/>
            </a:prstGeom>
            <a:noFill/>
            <a:ln>
              <a:noFill/>
            </a:ln>
          </p:spPr>
        </p:pic>
      </p:grpSp>
      <p:sp>
        <p:nvSpPr>
          <p:cNvPr id="763" name="Google Shape;763;p173"/>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764" name="Google Shape;764;p173"/>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765" name="Google Shape;765;p173"/>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6" name="Shape 766"/>
        <p:cNvGrpSpPr/>
        <p:nvPr/>
      </p:nvGrpSpPr>
      <p:grpSpPr>
        <a:xfrm>
          <a:off x="0" y="0"/>
          <a:ext cx="0" cy="0"/>
          <a:chOff x="0" y="0"/>
          <a:chExt cx="0" cy="0"/>
        </a:xfrm>
      </p:grpSpPr>
      <p:sp>
        <p:nvSpPr>
          <p:cNvPr id="767" name="Google Shape;767;p17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68" name="Google Shape;768;p174"/>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769" name="Shape 769"/>
        <p:cNvGrpSpPr/>
        <p:nvPr/>
      </p:nvGrpSpPr>
      <p:grpSpPr>
        <a:xfrm>
          <a:off x="0" y="0"/>
          <a:ext cx="0" cy="0"/>
          <a:chOff x="0" y="0"/>
          <a:chExt cx="0" cy="0"/>
        </a:xfrm>
      </p:grpSpPr>
      <p:sp>
        <p:nvSpPr>
          <p:cNvPr id="770" name="Google Shape;770;p17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71" name="Google Shape;771;p175"/>
          <p:cNvSpPr txBox="1"/>
          <p:nvPr>
            <p:ph idx="1" type="body"/>
          </p:nvPr>
        </p:nvSpPr>
        <p:spPr>
          <a:xfrm>
            <a:off x="457200" y="1524417"/>
            <a:ext cx="32004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72" name="Google Shape;772;p175"/>
          <p:cNvSpPr txBox="1"/>
          <p:nvPr>
            <p:ph idx="2" type="body"/>
          </p:nvPr>
        </p:nvSpPr>
        <p:spPr>
          <a:xfrm>
            <a:off x="4581600" y="1524417"/>
            <a:ext cx="32004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guide id="2" pos="2304">
          <p15:clr>
            <a:srgbClr val="E46962"/>
          </p15:clr>
        </p15:guide>
        <p15:guide id="3" pos="2880">
          <p15:clr>
            <a:srgbClr val="E46962"/>
          </p15:clr>
        </p15:guide>
        <p15:guide id="4" pos="4902">
          <p15:clr>
            <a:srgbClr val="E46962"/>
          </p15:clr>
        </p15:guide>
      </p15:sldGuideLst>
    </p:ext>
  </p:extLst>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3" name="Shape 773"/>
        <p:cNvGrpSpPr/>
        <p:nvPr/>
      </p:nvGrpSpPr>
      <p:grpSpPr>
        <a:xfrm>
          <a:off x="0" y="0"/>
          <a:ext cx="0" cy="0"/>
          <a:chOff x="0" y="0"/>
          <a:chExt cx="0" cy="0"/>
        </a:xfrm>
      </p:grpSpPr>
      <p:sp>
        <p:nvSpPr>
          <p:cNvPr id="774" name="Google Shape;774;p17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775" name="Shape 775"/>
        <p:cNvGrpSpPr/>
        <p:nvPr/>
      </p:nvGrpSpPr>
      <p:grpSpPr>
        <a:xfrm>
          <a:off x="0" y="0"/>
          <a:ext cx="0" cy="0"/>
          <a:chOff x="0" y="0"/>
          <a:chExt cx="0" cy="0"/>
        </a:xfrm>
      </p:grpSpPr>
      <p:sp>
        <p:nvSpPr>
          <p:cNvPr id="776" name="Google Shape;776;p177"/>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77" name="Google Shape;777;p177"/>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778" name="Shape 778"/>
        <p:cNvGrpSpPr/>
        <p:nvPr/>
      </p:nvGrpSpPr>
      <p:grpSpPr>
        <a:xfrm>
          <a:off x="0" y="0"/>
          <a:ext cx="0" cy="0"/>
          <a:chOff x="0" y="0"/>
          <a:chExt cx="0" cy="0"/>
        </a:xfrm>
      </p:grpSpPr>
      <p:sp>
        <p:nvSpPr>
          <p:cNvPr id="779" name="Google Shape;779;p178"/>
          <p:cNvSpPr txBox="1"/>
          <p:nvPr>
            <p:ph type="title"/>
          </p:nvPr>
        </p:nvSpPr>
        <p:spPr>
          <a:xfrm>
            <a:off x="1378150" y="500167"/>
            <a:ext cx="6387600" cy="47067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780" name="Shape 780"/>
        <p:cNvGrpSpPr/>
        <p:nvPr/>
      </p:nvGrpSpPr>
      <p:grpSpPr>
        <a:xfrm>
          <a:off x="0" y="0"/>
          <a:ext cx="0" cy="0"/>
          <a:chOff x="0" y="0"/>
          <a:chExt cx="0" cy="0"/>
        </a:xfrm>
      </p:grpSpPr>
      <p:sp>
        <p:nvSpPr>
          <p:cNvPr id="781" name="Google Shape;781;p179"/>
          <p:cNvSpPr/>
          <p:nvPr/>
        </p:nvSpPr>
        <p:spPr>
          <a:xfrm>
            <a:off x="4572000" y="508000"/>
            <a:ext cx="4114800" cy="46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79"/>
          <p:cNvSpPr txBox="1"/>
          <p:nvPr>
            <p:ph idx="1" type="body"/>
          </p:nvPr>
        </p:nvSpPr>
        <p:spPr>
          <a:xfrm>
            <a:off x="4572000" y="508000"/>
            <a:ext cx="4114800" cy="46989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800"/>
              </a:spcBef>
              <a:spcAft>
                <a:spcPts val="0"/>
              </a:spcAft>
              <a:buClr>
                <a:schemeClr val="accent1"/>
              </a:buClr>
              <a:buSzPts val="1400"/>
              <a:buChar char="○"/>
              <a:defRPr>
                <a:solidFill>
                  <a:schemeClr val="accent1"/>
                </a:solidFill>
              </a:defRPr>
            </a:lvl2pPr>
            <a:lvl3pPr indent="-317500" lvl="2" marL="1371600">
              <a:spcBef>
                <a:spcPts val="800"/>
              </a:spcBef>
              <a:spcAft>
                <a:spcPts val="0"/>
              </a:spcAft>
              <a:buClr>
                <a:schemeClr val="accent1"/>
              </a:buClr>
              <a:buSzPts val="1400"/>
              <a:buChar char="■"/>
              <a:defRPr>
                <a:solidFill>
                  <a:schemeClr val="accent1"/>
                </a:solidFill>
              </a:defRPr>
            </a:lvl3pPr>
            <a:lvl4pPr indent="-317500" lvl="3" marL="1828800">
              <a:spcBef>
                <a:spcPts val="800"/>
              </a:spcBef>
              <a:spcAft>
                <a:spcPts val="0"/>
              </a:spcAft>
              <a:buClr>
                <a:schemeClr val="accent1"/>
              </a:buClr>
              <a:buSzPts val="1400"/>
              <a:buChar char="●"/>
              <a:defRPr>
                <a:solidFill>
                  <a:schemeClr val="accent1"/>
                </a:solidFill>
              </a:defRPr>
            </a:lvl4pPr>
            <a:lvl5pPr indent="-317500" lvl="4" marL="2286000">
              <a:spcBef>
                <a:spcPts val="800"/>
              </a:spcBef>
              <a:spcAft>
                <a:spcPts val="0"/>
              </a:spcAft>
              <a:buClr>
                <a:schemeClr val="accent1"/>
              </a:buClr>
              <a:buSzPts val="1400"/>
              <a:buChar char="○"/>
              <a:defRPr>
                <a:solidFill>
                  <a:schemeClr val="accent1"/>
                </a:solidFill>
              </a:defRPr>
            </a:lvl5pPr>
            <a:lvl6pPr indent="-317500" lvl="5" marL="2743200">
              <a:spcBef>
                <a:spcPts val="800"/>
              </a:spcBef>
              <a:spcAft>
                <a:spcPts val="0"/>
              </a:spcAft>
              <a:buClr>
                <a:schemeClr val="accent1"/>
              </a:buClr>
              <a:buSzPts val="1400"/>
              <a:buChar char="■"/>
              <a:defRPr>
                <a:solidFill>
                  <a:schemeClr val="accent1"/>
                </a:solidFill>
              </a:defRPr>
            </a:lvl6pPr>
            <a:lvl7pPr indent="-317500" lvl="6" marL="3200400">
              <a:spcBef>
                <a:spcPts val="800"/>
              </a:spcBef>
              <a:spcAft>
                <a:spcPts val="0"/>
              </a:spcAft>
              <a:buClr>
                <a:schemeClr val="accent1"/>
              </a:buClr>
              <a:buSzPts val="1400"/>
              <a:buChar char="●"/>
              <a:defRPr>
                <a:solidFill>
                  <a:schemeClr val="accent1"/>
                </a:solidFill>
              </a:defRPr>
            </a:lvl7pPr>
            <a:lvl8pPr indent="-317500" lvl="7" marL="3657600">
              <a:spcBef>
                <a:spcPts val="800"/>
              </a:spcBef>
              <a:spcAft>
                <a:spcPts val="0"/>
              </a:spcAft>
              <a:buClr>
                <a:schemeClr val="accent1"/>
              </a:buClr>
              <a:buSzPts val="1400"/>
              <a:buChar char="○"/>
              <a:defRPr>
                <a:solidFill>
                  <a:schemeClr val="accent1"/>
                </a:solidFill>
              </a:defRPr>
            </a:lvl8pPr>
            <a:lvl9pPr indent="-317500" lvl="8" marL="4114800">
              <a:spcBef>
                <a:spcPts val="800"/>
              </a:spcBef>
              <a:spcAft>
                <a:spcPts val="800"/>
              </a:spcAft>
              <a:buClr>
                <a:schemeClr val="accent1"/>
              </a:buClr>
              <a:buSzPts val="1400"/>
              <a:buChar char="■"/>
              <a:defRPr>
                <a:solidFill>
                  <a:schemeClr val="accent1"/>
                </a:solidFill>
              </a:defRPr>
            </a:lvl9pPr>
          </a:lstStyle>
          <a:p/>
        </p:txBody>
      </p:sp>
      <p:sp>
        <p:nvSpPr>
          <p:cNvPr id="783" name="Google Shape;783;p179"/>
          <p:cNvSpPr txBox="1"/>
          <p:nvPr>
            <p:ph type="title"/>
          </p:nvPr>
        </p:nvSpPr>
        <p:spPr>
          <a:xfrm>
            <a:off x="457200" y="5080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784" name="Google Shape;784;p179"/>
          <p:cNvSpPr txBox="1"/>
          <p:nvPr>
            <p:ph idx="2" type="subTitle"/>
          </p:nvPr>
        </p:nvSpPr>
        <p:spPr>
          <a:xfrm>
            <a:off x="457200" y="302525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5" name="Shape 785"/>
        <p:cNvGrpSpPr/>
        <p:nvPr/>
      </p:nvGrpSpPr>
      <p:grpSpPr>
        <a:xfrm>
          <a:off x="0" y="0"/>
          <a:ext cx="0" cy="0"/>
          <a:chOff x="0" y="0"/>
          <a:chExt cx="0" cy="0"/>
        </a:xfrm>
      </p:grpSpPr>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786" name="Shape 786"/>
        <p:cNvGrpSpPr/>
        <p:nvPr/>
      </p:nvGrpSpPr>
      <p:grpSpPr>
        <a:xfrm>
          <a:off x="0" y="0"/>
          <a:ext cx="0" cy="0"/>
          <a:chOff x="0" y="0"/>
          <a:chExt cx="0" cy="0"/>
        </a:xfrm>
      </p:grpSpPr>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787" name="Shape 787"/>
        <p:cNvGrpSpPr/>
        <p:nvPr/>
      </p:nvGrpSpPr>
      <p:grpSpPr>
        <a:xfrm>
          <a:off x="0" y="0"/>
          <a:ext cx="0" cy="0"/>
          <a:chOff x="0" y="0"/>
          <a:chExt cx="0" cy="0"/>
        </a:xfrm>
      </p:grpSpPr>
      <p:sp>
        <p:nvSpPr>
          <p:cNvPr id="788" name="Google Shape;788;p182"/>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789" name="Google Shape;789;p18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90" name="Google Shape;790;p182"/>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91" name="Google Shape;791;p182"/>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792" name="Shape 792"/>
        <p:cNvGrpSpPr/>
        <p:nvPr/>
      </p:nvGrpSpPr>
      <p:grpSpPr>
        <a:xfrm>
          <a:off x="0" y="0"/>
          <a:ext cx="0" cy="0"/>
          <a:chOff x="0" y="0"/>
          <a:chExt cx="0" cy="0"/>
        </a:xfrm>
      </p:grpSpPr>
      <p:sp>
        <p:nvSpPr>
          <p:cNvPr id="793" name="Google Shape;793;p183"/>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94" name="Google Shape;794;p183"/>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795" name="Google Shape;795;p183"/>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96" name="Google Shape;796;p183"/>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97" name="Google Shape;797;p183"/>
          <p:cNvSpPr txBox="1"/>
          <p:nvPr>
            <p:ph idx="4" type="body"/>
          </p:nvPr>
        </p:nvSpPr>
        <p:spPr>
          <a:xfrm>
            <a:off x="45720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798" name="Shape 798"/>
        <p:cNvGrpSpPr/>
        <p:nvPr/>
      </p:nvGrpSpPr>
      <p:grpSpPr>
        <a:xfrm>
          <a:off x="0" y="0"/>
          <a:ext cx="0" cy="0"/>
          <a:chOff x="0" y="0"/>
          <a:chExt cx="0" cy="0"/>
        </a:xfrm>
      </p:grpSpPr>
      <p:sp>
        <p:nvSpPr>
          <p:cNvPr id="799" name="Google Shape;799;p184"/>
          <p:cNvSpPr txBox="1"/>
          <p:nvPr>
            <p:ph type="title"/>
          </p:nvPr>
        </p:nvSpPr>
        <p:spPr>
          <a:xfrm>
            <a:off x="457200" y="94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800" name="Google Shape;800;p184"/>
          <p:cNvSpPr txBox="1"/>
          <p:nvPr>
            <p:ph idx="1" type="subTitle"/>
          </p:nvPr>
        </p:nvSpPr>
        <p:spPr>
          <a:xfrm>
            <a:off x="457200" y="5080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801" name="Shape 801"/>
        <p:cNvGrpSpPr/>
        <p:nvPr/>
      </p:nvGrpSpPr>
      <p:grpSpPr>
        <a:xfrm>
          <a:off x="0" y="0"/>
          <a:ext cx="0" cy="0"/>
          <a:chOff x="0" y="0"/>
          <a:chExt cx="0" cy="0"/>
        </a:xfrm>
      </p:grpSpPr>
      <p:sp>
        <p:nvSpPr>
          <p:cNvPr id="802" name="Google Shape;802;p18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03" name="Google Shape;803;p185"/>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804" name="Shape 804"/>
        <p:cNvGrpSpPr/>
        <p:nvPr/>
      </p:nvGrpSpPr>
      <p:grpSpPr>
        <a:xfrm>
          <a:off x="0" y="0"/>
          <a:ext cx="0" cy="0"/>
          <a:chOff x="0" y="0"/>
          <a:chExt cx="0" cy="0"/>
        </a:xfrm>
      </p:grpSpPr>
      <p:sp>
        <p:nvSpPr>
          <p:cNvPr id="805" name="Google Shape;805;p186"/>
          <p:cNvSpPr txBox="1"/>
          <p:nvPr>
            <p:ph type="title"/>
          </p:nvPr>
        </p:nvSpPr>
        <p:spPr>
          <a:xfrm>
            <a:off x="50253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06" name="Google Shape;806;p186"/>
          <p:cNvSpPr txBox="1"/>
          <p:nvPr>
            <p:ph idx="1" type="subTitle"/>
          </p:nvPr>
        </p:nvSpPr>
        <p:spPr>
          <a:xfrm>
            <a:off x="50253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07" name="Google Shape;807;p186"/>
          <p:cNvSpPr/>
          <p:nvPr>
            <p:ph idx="2" type="pic"/>
          </p:nvPr>
        </p:nvSpPr>
        <p:spPr>
          <a:xfrm>
            <a:off x="76200" y="91667"/>
            <a:ext cx="4495800" cy="5531700"/>
          </a:xfrm>
          <a:prstGeom prst="roundRect">
            <a:avLst>
              <a:gd fmla="val 16667" name="adj"/>
            </a:avLst>
          </a:prstGeom>
          <a:noFill/>
          <a:ln>
            <a:noFill/>
          </a:ln>
        </p:spPr>
      </p:sp>
      <p:sp>
        <p:nvSpPr>
          <p:cNvPr id="808" name="Google Shape;808;p186"/>
          <p:cNvSpPr txBox="1"/>
          <p:nvPr>
            <p:ph idx="3" type="body"/>
          </p:nvPr>
        </p:nvSpPr>
        <p:spPr>
          <a:xfrm>
            <a:off x="50253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809" name="Shape 809"/>
        <p:cNvGrpSpPr/>
        <p:nvPr/>
      </p:nvGrpSpPr>
      <p:grpSpPr>
        <a:xfrm>
          <a:off x="0" y="0"/>
          <a:ext cx="0" cy="0"/>
          <a:chOff x="0" y="0"/>
          <a:chExt cx="0" cy="0"/>
        </a:xfrm>
      </p:grpSpPr>
      <p:sp>
        <p:nvSpPr>
          <p:cNvPr id="810" name="Google Shape;810;p187"/>
          <p:cNvSpPr/>
          <p:nvPr>
            <p:ph idx="2" type="pic"/>
          </p:nvPr>
        </p:nvSpPr>
        <p:spPr>
          <a:xfrm>
            <a:off x="4572000" y="91667"/>
            <a:ext cx="4495800" cy="5531700"/>
          </a:xfrm>
          <a:prstGeom prst="roundRect">
            <a:avLst>
              <a:gd fmla="val 16667" name="adj"/>
            </a:avLst>
          </a:prstGeom>
          <a:noFill/>
          <a:ln>
            <a:noFill/>
          </a:ln>
        </p:spPr>
      </p:sp>
      <p:sp>
        <p:nvSpPr>
          <p:cNvPr id="811" name="Google Shape;811;p187"/>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12" name="Google Shape;812;p187"/>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13" name="Google Shape;813;p187"/>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814" name="Shape 814"/>
        <p:cNvGrpSpPr/>
        <p:nvPr/>
      </p:nvGrpSpPr>
      <p:grpSpPr>
        <a:xfrm>
          <a:off x="0" y="0"/>
          <a:ext cx="0" cy="0"/>
          <a:chOff x="0" y="0"/>
          <a:chExt cx="0" cy="0"/>
        </a:xfrm>
      </p:grpSpPr>
      <p:sp>
        <p:nvSpPr>
          <p:cNvPr id="815" name="Google Shape;815;p188"/>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16" name="Google Shape;816;p188"/>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17" name="Google Shape;817;p188"/>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818" name="Shape 818"/>
        <p:cNvGrpSpPr/>
        <p:nvPr/>
      </p:nvGrpSpPr>
      <p:grpSpPr>
        <a:xfrm>
          <a:off x="0" y="0"/>
          <a:ext cx="0" cy="0"/>
          <a:chOff x="0" y="0"/>
          <a:chExt cx="0" cy="0"/>
        </a:xfrm>
      </p:grpSpPr>
      <p:sp>
        <p:nvSpPr>
          <p:cNvPr id="819" name="Google Shape;819;p189"/>
          <p:cNvSpPr txBox="1"/>
          <p:nvPr>
            <p:ph type="title"/>
          </p:nvPr>
        </p:nvSpPr>
        <p:spPr>
          <a:xfrm>
            <a:off x="5030100" y="5080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820" name="Google Shape;820;p189"/>
          <p:cNvSpPr txBox="1"/>
          <p:nvPr>
            <p:ph idx="1" type="subTitle"/>
          </p:nvPr>
        </p:nvSpPr>
        <p:spPr>
          <a:xfrm>
            <a:off x="5030100" y="302525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21" name="Google Shape;821;p189"/>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822" name="Shape 822"/>
        <p:cNvGrpSpPr/>
        <p:nvPr/>
      </p:nvGrpSpPr>
      <p:grpSpPr>
        <a:xfrm>
          <a:off x="0" y="0"/>
          <a:ext cx="0" cy="0"/>
          <a:chOff x="0" y="0"/>
          <a:chExt cx="0" cy="0"/>
        </a:xfrm>
      </p:grpSpPr>
      <p:sp>
        <p:nvSpPr>
          <p:cNvPr id="823" name="Google Shape;823;p19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24" name="Google Shape;824;p19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825" name="Shape 825"/>
        <p:cNvGrpSpPr/>
        <p:nvPr/>
      </p:nvGrpSpPr>
      <p:grpSpPr>
        <a:xfrm>
          <a:off x="0" y="0"/>
          <a:ext cx="0" cy="0"/>
          <a:chOff x="0" y="0"/>
          <a:chExt cx="0" cy="0"/>
        </a:xfrm>
      </p:grpSpPr>
      <p:sp>
        <p:nvSpPr>
          <p:cNvPr id="826" name="Google Shape;826;p191"/>
          <p:cNvSpPr/>
          <p:nvPr>
            <p:ph idx="2" type="pic"/>
          </p:nvPr>
        </p:nvSpPr>
        <p:spPr>
          <a:xfrm>
            <a:off x="0" y="2900000"/>
            <a:ext cx="9144000" cy="2814900"/>
          </a:xfrm>
          <a:prstGeom prst="roundRect">
            <a:avLst>
              <a:gd fmla="val 1254" name="adj"/>
            </a:avLst>
          </a:prstGeom>
          <a:noFill/>
          <a:ln>
            <a:noFill/>
          </a:ln>
        </p:spPr>
      </p:sp>
      <p:sp>
        <p:nvSpPr>
          <p:cNvPr id="827" name="Google Shape;827;p191"/>
          <p:cNvSpPr txBox="1"/>
          <p:nvPr>
            <p:ph type="title"/>
          </p:nvPr>
        </p:nvSpPr>
        <p:spPr>
          <a:xfrm>
            <a:off x="457200" y="1423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28" name="Google Shape;828;p191"/>
          <p:cNvSpPr txBox="1"/>
          <p:nvPr>
            <p:ph idx="1" type="subTitle"/>
          </p:nvPr>
        </p:nvSpPr>
        <p:spPr>
          <a:xfrm>
            <a:off x="457200" y="904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29" name="Google Shape;829;p191"/>
          <p:cNvSpPr txBox="1"/>
          <p:nvPr>
            <p:ph idx="3" type="body"/>
          </p:nvPr>
        </p:nvSpPr>
        <p:spPr>
          <a:xfrm>
            <a:off x="4581600" y="508000"/>
            <a:ext cx="4105200" cy="2391900"/>
          </a:xfrm>
          <a:prstGeom prst="rect">
            <a:avLst/>
          </a:prstGeom>
        </p:spPr>
        <p:txBody>
          <a:bodyPr anchorCtr="0" anchor="t" bIns="91425"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830" name="Shape 830"/>
        <p:cNvGrpSpPr/>
        <p:nvPr/>
      </p:nvGrpSpPr>
      <p:grpSpPr>
        <a:xfrm>
          <a:off x="0" y="0"/>
          <a:ext cx="0" cy="0"/>
          <a:chOff x="0" y="0"/>
          <a:chExt cx="0" cy="0"/>
        </a:xfrm>
      </p:grpSpPr>
      <p:sp>
        <p:nvSpPr>
          <p:cNvPr id="831" name="Google Shape;831;p192"/>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832" name="Google Shape;832;p192"/>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833" name="Shape 833"/>
        <p:cNvGrpSpPr/>
        <p:nvPr/>
      </p:nvGrpSpPr>
      <p:grpSpPr>
        <a:xfrm>
          <a:off x="0" y="0"/>
          <a:ext cx="0" cy="0"/>
          <a:chOff x="0" y="0"/>
          <a:chExt cx="0" cy="0"/>
        </a:xfrm>
      </p:grpSpPr>
      <p:sp>
        <p:nvSpPr>
          <p:cNvPr id="834" name="Google Shape;834;p193"/>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35" name="Google Shape;835;p193"/>
          <p:cNvSpPr/>
          <p:nvPr>
            <p:ph idx="2" type="pic"/>
          </p:nvPr>
        </p:nvSpPr>
        <p:spPr>
          <a:xfrm>
            <a:off x="0" y="0"/>
            <a:ext cx="9144000" cy="2814900"/>
          </a:xfrm>
          <a:prstGeom prst="roundRect">
            <a:avLst>
              <a:gd fmla="val 1254" name="adj"/>
            </a:avLst>
          </a:prstGeom>
          <a:noFill/>
          <a:ln>
            <a:noFill/>
          </a:ln>
        </p:spPr>
      </p:sp>
      <p:sp>
        <p:nvSpPr>
          <p:cNvPr id="836" name="Google Shape;836;p193"/>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37" name="Google Shape;837;p193"/>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38" name="Google Shape;838;p193"/>
          <p:cNvSpPr txBox="1"/>
          <p:nvPr>
            <p:ph idx="3" type="body"/>
          </p:nvPr>
        </p:nvSpPr>
        <p:spPr>
          <a:xfrm>
            <a:off x="4581600" y="2815000"/>
            <a:ext cx="4105200" cy="2391900"/>
          </a:xfrm>
          <a:prstGeom prst="rect">
            <a:avLst/>
          </a:prstGeom>
        </p:spPr>
        <p:txBody>
          <a:bodyPr anchorCtr="0" anchor="t" bIns="0" lIns="0" spcFirstLastPara="1" rIns="0" wrap="square" tIns="91425">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839" name="Shape 839"/>
        <p:cNvGrpSpPr/>
        <p:nvPr/>
      </p:nvGrpSpPr>
      <p:grpSpPr>
        <a:xfrm>
          <a:off x="0" y="0"/>
          <a:ext cx="0" cy="0"/>
          <a:chOff x="0" y="0"/>
          <a:chExt cx="0" cy="0"/>
        </a:xfrm>
      </p:grpSpPr>
      <p:sp>
        <p:nvSpPr>
          <p:cNvPr id="840" name="Google Shape;840;p194"/>
          <p:cNvSpPr txBox="1"/>
          <p:nvPr>
            <p:ph type="title"/>
          </p:nvPr>
        </p:nvSpPr>
        <p:spPr>
          <a:xfrm>
            <a:off x="45720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41" name="Google Shape;841;p194"/>
          <p:cNvSpPr txBox="1"/>
          <p:nvPr>
            <p:ph idx="2" type="title"/>
          </p:nvPr>
        </p:nvSpPr>
        <p:spPr>
          <a:xfrm>
            <a:off x="319995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42" name="Google Shape;842;p194"/>
          <p:cNvSpPr txBox="1"/>
          <p:nvPr>
            <p:ph idx="3" type="title"/>
          </p:nvPr>
        </p:nvSpPr>
        <p:spPr>
          <a:xfrm>
            <a:off x="594405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43" name="Google Shape;843;p194"/>
          <p:cNvSpPr txBox="1"/>
          <p:nvPr>
            <p:ph idx="4"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4" name="Google Shape;844;p194"/>
          <p:cNvSpPr txBox="1"/>
          <p:nvPr>
            <p:ph idx="1" type="body"/>
          </p:nvPr>
        </p:nvSpPr>
        <p:spPr>
          <a:xfrm>
            <a:off x="45720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45" name="Google Shape;845;p194"/>
          <p:cNvSpPr txBox="1"/>
          <p:nvPr>
            <p:ph idx="5" type="body"/>
          </p:nvPr>
        </p:nvSpPr>
        <p:spPr>
          <a:xfrm>
            <a:off x="319995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46" name="Google Shape;846;p194"/>
          <p:cNvSpPr txBox="1"/>
          <p:nvPr>
            <p:ph idx="6" type="body"/>
          </p:nvPr>
        </p:nvSpPr>
        <p:spPr>
          <a:xfrm>
            <a:off x="594405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847" name="Shape 847"/>
        <p:cNvGrpSpPr/>
        <p:nvPr/>
      </p:nvGrpSpPr>
      <p:grpSpPr>
        <a:xfrm>
          <a:off x="0" y="0"/>
          <a:ext cx="0" cy="0"/>
          <a:chOff x="0" y="0"/>
          <a:chExt cx="0" cy="0"/>
        </a:xfrm>
      </p:grpSpPr>
      <p:sp>
        <p:nvSpPr>
          <p:cNvPr id="848" name="Google Shape;848;p195"/>
          <p:cNvSpPr txBox="1"/>
          <p:nvPr>
            <p:ph type="title"/>
          </p:nvPr>
        </p:nvSpPr>
        <p:spPr>
          <a:xfrm>
            <a:off x="457200" y="1525583"/>
            <a:ext cx="3661500" cy="614100"/>
          </a:xfrm>
          <a:prstGeom prst="rect">
            <a:avLst/>
          </a:prstGeom>
          <a:noFill/>
          <a:ln>
            <a:noFill/>
          </a:ln>
        </p:spPr>
        <p:txBody>
          <a:bodyPr anchorCtr="0" anchor="t"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49" name="Google Shape;849;p195"/>
          <p:cNvSpPr txBox="1"/>
          <p:nvPr>
            <p:ph idx="2" type="title"/>
          </p:nvPr>
        </p:nvSpPr>
        <p:spPr>
          <a:xfrm>
            <a:off x="4570999" y="1525583"/>
            <a:ext cx="3661500" cy="614100"/>
          </a:xfrm>
          <a:prstGeom prst="rect">
            <a:avLst/>
          </a:prstGeom>
          <a:noFill/>
          <a:ln>
            <a:noFill/>
          </a:ln>
        </p:spPr>
        <p:txBody>
          <a:bodyPr anchorCtr="0" anchor="t"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50" name="Google Shape;850;p195"/>
          <p:cNvSpPr txBox="1"/>
          <p:nvPr>
            <p:ph idx="3"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51" name="Google Shape;851;p195"/>
          <p:cNvSpPr txBox="1"/>
          <p:nvPr>
            <p:ph idx="1"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52" name="Google Shape;852;p195"/>
          <p:cNvSpPr txBox="1"/>
          <p:nvPr>
            <p:ph idx="4" type="body"/>
          </p:nvPr>
        </p:nvSpPr>
        <p:spPr>
          <a:xfrm>
            <a:off x="45710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853" name="Shape 853"/>
        <p:cNvGrpSpPr/>
        <p:nvPr/>
      </p:nvGrpSpPr>
      <p:grpSpPr>
        <a:xfrm>
          <a:off x="0" y="0"/>
          <a:ext cx="0" cy="0"/>
          <a:chOff x="0" y="0"/>
          <a:chExt cx="0" cy="0"/>
        </a:xfrm>
      </p:grpSpPr>
      <p:sp>
        <p:nvSpPr>
          <p:cNvPr id="854" name="Google Shape;854;p19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55" name="Google Shape;855;p196"/>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56" name="Google Shape;856;p196"/>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57" name="Google Shape;857;p196"/>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58" name="Google Shape;858;p196"/>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859" name="Google Shape;859;p196"/>
          <p:cNvSpPr txBox="1"/>
          <p:nvPr>
            <p:ph idx="5"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60" name="Google Shape;860;p196"/>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61" name="Google Shape;861;p196"/>
          <p:cNvSpPr txBox="1"/>
          <p:nvPr>
            <p:ph idx="6"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62" name="Google Shape;862;p196"/>
          <p:cNvSpPr txBox="1"/>
          <p:nvPr>
            <p:ph idx="7"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63" name="Google Shape;863;p196"/>
          <p:cNvSpPr txBox="1"/>
          <p:nvPr>
            <p:ph idx="8"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864" name="Shape 864"/>
        <p:cNvGrpSpPr/>
        <p:nvPr/>
      </p:nvGrpSpPr>
      <p:grpSpPr>
        <a:xfrm>
          <a:off x="0" y="0"/>
          <a:ext cx="0" cy="0"/>
          <a:chOff x="0" y="0"/>
          <a:chExt cx="0" cy="0"/>
        </a:xfrm>
      </p:grpSpPr>
      <p:pic>
        <p:nvPicPr>
          <p:cNvPr id="865" name="Google Shape;865;p197" title="Mesh Holographic Gradients - Dark Gradient 28.png"/>
          <p:cNvPicPr preferRelativeResize="0"/>
          <p:nvPr/>
        </p:nvPicPr>
        <p:blipFill>
          <a:blip r:embed="rId2">
            <a:alphaModFix/>
          </a:blip>
          <a:stretch>
            <a:fillRect/>
          </a:stretch>
        </p:blipFill>
        <p:spPr>
          <a:xfrm flipH="1" rot="10800000">
            <a:off x="0" y="573151"/>
            <a:ext cx="9141077" cy="5141850"/>
          </a:xfrm>
          <a:prstGeom prst="rect">
            <a:avLst/>
          </a:prstGeom>
          <a:noFill/>
          <a:ln>
            <a:noFill/>
          </a:ln>
        </p:spPr>
      </p:pic>
      <p:sp>
        <p:nvSpPr>
          <p:cNvPr id="866" name="Google Shape;866;p197"/>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867" name="Shape 867"/>
        <p:cNvGrpSpPr/>
        <p:nvPr/>
      </p:nvGrpSpPr>
      <p:grpSpPr>
        <a:xfrm>
          <a:off x="0" y="0"/>
          <a:ext cx="0" cy="0"/>
          <a:chOff x="0" y="0"/>
          <a:chExt cx="0" cy="0"/>
        </a:xfrm>
      </p:grpSpPr>
      <p:sp>
        <p:nvSpPr>
          <p:cNvPr id="868" name="Google Shape;868;p198"/>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69" name="Google Shape;869;p198"/>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70" name="Google Shape;870;p198"/>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871" name="Shape 871"/>
        <p:cNvGrpSpPr/>
        <p:nvPr/>
      </p:nvGrpSpPr>
      <p:grpSpPr>
        <a:xfrm>
          <a:off x="0" y="0"/>
          <a:ext cx="0" cy="0"/>
          <a:chOff x="0" y="0"/>
          <a:chExt cx="0" cy="0"/>
        </a:xfrm>
      </p:grpSpPr>
      <p:sp>
        <p:nvSpPr>
          <p:cNvPr id="872" name="Google Shape;872;p199"/>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73" name="Google Shape;873;p199"/>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74" name="Google Shape;874;p199"/>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875" name="Shape 875"/>
        <p:cNvGrpSpPr/>
        <p:nvPr/>
      </p:nvGrpSpPr>
      <p:grpSpPr>
        <a:xfrm>
          <a:off x="0" y="0"/>
          <a:ext cx="0" cy="0"/>
          <a:chOff x="0" y="0"/>
          <a:chExt cx="0" cy="0"/>
        </a:xfrm>
      </p:grpSpPr>
      <p:pic>
        <p:nvPicPr>
          <p:cNvPr id="876" name="Google Shape;876;p200" title="Mesh Holographic Gradients - Dark Gradient 24.png"/>
          <p:cNvPicPr preferRelativeResize="0"/>
          <p:nvPr/>
        </p:nvPicPr>
        <p:blipFill>
          <a:blip r:embed="rId2">
            <a:alphaModFix/>
          </a:blip>
          <a:stretch>
            <a:fillRect/>
          </a:stretch>
        </p:blipFill>
        <p:spPr>
          <a:xfrm rot="10800000">
            <a:off x="0" y="571500"/>
            <a:ext cx="9144000" cy="5143500"/>
          </a:xfrm>
          <a:prstGeom prst="rect">
            <a:avLst/>
          </a:prstGeom>
          <a:noFill/>
          <a:ln>
            <a:noFill/>
          </a:ln>
        </p:spPr>
      </p:pic>
      <p:sp>
        <p:nvSpPr>
          <p:cNvPr id="877" name="Google Shape;877;p200"/>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878" name="Google Shape;878;p200"/>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879" name="Shape 879"/>
        <p:cNvGrpSpPr/>
        <p:nvPr/>
      </p:nvGrpSpPr>
      <p:grpSpPr>
        <a:xfrm>
          <a:off x="0" y="0"/>
          <a:ext cx="0" cy="0"/>
          <a:chOff x="0" y="0"/>
          <a:chExt cx="0" cy="0"/>
        </a:xfrm>
      </p:grpSpPr>
      <p:pic>
        <p:nvPicPr>
          <p:cNvPr id="880" name="Google Shape;880;p201"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pic>
        <p:nvPicPr>
          <p:cNvPr id="881" name="Google Shape;881;p201"/>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882" name="Google Shape;882;p201"/>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883" name="Google Shape;883;p201"/>
          <p:cNvSpPr txBox="1"/>
          <p:nvPr/>
        </p:nvSpPr>
        <p:spPr>
          <a:xfrm>
            <a:off x="8081975" y="49333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lt1"/>
                </a:solidFill>
                <a:latin typeface="Poppins Medium"/>
                <a:ea typeface="Poppins Medium"/>
                <a:cs typeface="Poppins Medium"/>
                <a:sym typeface="Poppins Medium"/>
              </a:rPr>
              <a:t>2025</a:t>
            </a:r>
            <a:endParaRPr sz="1600">
              <a:solidFill>
                <a:schemeClr val="lt1"/>
              </a:solidFill>
              <a:latin typeface="Poppins Medium"/>
              <a:ea typeface="Poppins Medium"/>
              <a:cs typeface="Poppins Medium"/>
              <a:sym typeface="Poppins Medium"/>
            </a:endParaRPr>
          </a:p>
        </p:txBody>
      </p:sp>
      <p:sp>
        <p:nvSpPr>
          <p:cNvPr id="884" name="Google Shape;884;p201"/>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885" name="Google Shape;885;p201"/>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886" name="Shape 886"/>
        <p:cNvGrpSpPr/>
        <p:nvPr/>
      </p:nvGrpSpPr>
      <p:grpSpPr>
        <a:xfrm>
          <a:off x="0" y="0"/>
          <a:ext cx="0" cy="0"/>
          <a:chOff x="0" y="0"/>
          <a:chExt cx="0" cy="0"/>
        </a:xfrm>
      </p:grpSpPr>
      <p:sp>
        <p:nvSpPr>
          <p:cNvPr id="887" name="Google Shape;887;p20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
        <p:nvSpPr>
          <p:cNvPr id="888" name="Google Shape;888;p202"/>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889" name="Google Shape;889;p202"/>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890" name="Google Shape;890;p202"/>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1" name="Google Shape;891;p202"/>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892" name="Google Shape;892;p202"/>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893" name="Google Shape;893;p202"/>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894" name="Google Shape;894;p202"/>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895" name="Google Shape;895;p202"/>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896" name="Google Shape;896;p202"/>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897" name="Shape 897"/>
        <p:cNvGrpSpPr/>
        <p:nvPr/>
      </p:nvGrpSpPr>
      <p:grpSpPr>
        <a:xfrm>
          <a:off x="0" y="0"/>
          <a:ext cx="0" cy="0"/>
          <a:chOff x="0" y="0"/>
          <a:chExt cx="0" cy="0"/>
        </a:xfrm>
      </p:grpSpPr>
      <p:sp>
        <p:nvSpPr>
          <p:cNvPr id="898" name="Google Shape;898;p20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
        <p:nvSpPr>
          <p:cNvPr id="899" name="Google Shape;899;p203"/>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900" name="Google Shape;900;p203"/>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901" name="Google Shape;901;p203"/>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902" name="Google Shape;902;p203"/>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03" name="Google Shape;903;p203"/>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04" name="Google Shape;904;p203"/>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05" name="Google Shape;905;p203"/>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906" name="Shape 906"/>
        <p:cNvGrpSpPr/>
        <p:nvPr/>
      </p:nvGrpSpPr>
      <p:grpSpPr>
        <a:xfrm>
          <a:off x="0" y="0"/>
          <a:ext cx="0" cy="0"/>
          <a:chOff x="0" y="0"/>
          <a:chExt cx="0" cy="0"/>
        </a:xfrm>
      </p:grpSpPr>
      <p:sp>
        <p:nvSpPr>
          <p:cNvPr id="907" name="Google Shape;907;p20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
        <p:nvSpPr>
          <p:cNvPr id="908" name="Google Shape;908;p204"/>
          <p:cNvSpPr txBox="1"/>
          <p:nvPr>
            <p:ph type="title"/>
          </p:nvPr>
        </p:nvSpPr>
        <p:spPr>
          <a:xfrm>
            <a:off x="571500" y="1010028"/>
            <a:ext cx="4000500" cy="4070100"/>
          </a:xfrm>
          <a:prstGeom prst="rect">
            <a:avLst/>
          </a:prstGeom>
        </p:spPr>
        <p:txBody>
          <a:bodyPr anchorCtr="0" anchor="t" bIns="0" lIns="0" spcFirstLastPara="1" rIns="0" wrap="square" tIns="0">
            <a:norm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2">
  <p:cSld name="Title and list_1">
    <p:spTree>
      <p:nvGrpSpPr>
        <p:cNvPr id="909" name="Shape 909"/>
        <p:cNvGrpSpPr/>
        <p:nvPr/>
      </p:nvGrpSpPr>
      <p:grpSpPr>
        <a:xfrm>
          <a:off x="0" y="0"/>
          <a:ext cx="0" cy="0"/>
          <a:chOff x="0" y="0"/>
          <a:chExt cx="0" cy="0"/>
        </a:xfrm>
      </p:grpSpPr>
      <p:sp>
        <p:nvSpPr>
          <p:cNvPr id="910" name="Google Shape;910;p205"/>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11" name="Google Shape;911;p205"/>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912" name="Google Shape;912;p205"/>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Exercise">
    <p:spTree>
      <p:nvGrpSpPr>
        <p:cNvPr id="913" name="Shape 913"/>
        <p:cNvGrpSpPr/>
        <p:nvPr/>
      </p:nvGrpSpPr>
      <p:grpSpPr>
        <a:xfrm>
          <a:off x="0" y="0"/>
          <a:ext cx="0" cy="0"/>
          <a:chOff x="0" y="0"/>
          <a:chExt cx="0" cy="0"/>
        </a:xfrm>
      </p:grpSpPr>
      <p:sp>
        <p:nvSpPr>
          <p:cNvPr id="914" name="Google Shape;914;p206"/>
          <p:cNvSpPr txBox="1"/>
          <p:nvPr>
            <p:ph idx="1" type="subTitle"/>
          </p:nvPr>
        </p:nvSpPr>
        <p:spPr>
          <a:xfrm>
            <a:off x="571500" y="4736333"/>
            <a:ext cx="3259200" cy="343800"/>
          </a:xfrm>
          <a:prstGeom prst="rect">
            <a:avLst/>
          </a:prstGeom>
          <a:solidFill>
            <a:schemeClr val="accent6"/>
          </a:solidFill>
          <a:ln>
            <a:noFill/>
          </a:ln>
        </p:spPr>
        <p:txBody>
          <a:bodyPr anchorCtr="0" anchor="ctr" bIns="68575" lIns="68575" spcFirstLastPara="1" rIns="68575" wrap="square" tIns="68575">
            <a:noAutofit/>
          </a:bodyPr>
          <a:lstStyle>
            <a:lvl1pPr lvl="0" algn="l">
              <a:lnSpc>
                <a:spcPct val="115000"/>
              </a:lnSpc>
              <a:spcBef>
                <a:spcPts val="0"/>
              </a:spcBef>
              <a:spcAft>
                <a:spcPts val="0"/>
              </a:spcAft>
              <a:buSzPts val="900"/>
              <a:buNone/>
              <a:defRPr sz="1000"/>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915" name="Google Shape;915;p206"/>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16" name="Google Shape;916;p206"/>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888">
          <p15:clr>
            <a:srgbClr val="E46962"/>
          </p15:clr>
        </p15:guide>
        <p15:guide id="2" pos="432">
          <p15:clr>
            <a:srgbClr val="E46962"/>
          </p15:clr>
        </p15:guide>
      </p15:sldGuideLst>
    </p:ext>
  </p:extLst>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1"/>
        </a:solidFill>
      </p:bgPr>
    </p:bg>
    <p:spTree>
      <p:nvGrpSpPr>
        <p:cNvPr id="917" name="Shape 917"/>
        <p:cNvGrpSpPr/>
        <p:nvPr/>
      </p:nvGrpSpPr>
      <p:grpSpPr>
        <a:xfrm>
          <a:off x="0" y="0"/>
          <a:ext cx="0" cy="0"/>
          <a:chOff x="0" y="0"/>
          <a:chExt cx="0" cy="0"/>
        </a:xfrm>
      </p:grpSpPr>
      <p:sp>
        <p:nvSpPr>
          <p:cNvPr id="918" name="Google Shape;918;p207"/>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19" name="Google Shape;919;p207"/>
          <p:cNvSpPr txBox="1"/>
          <p:nvPr>
            <p:ph type="ctrTitle"/>
          </p:nvPr>
        </p:nvSpPr>
        <p:spPr>
          <a:xfrm>
            <a:off x="1371575" y="2663089"/>
            <a:ext cx="6400800" cy="822600"/>
          </a:xfrm>
          <a:prstGeom prst="rect">
            <a:avLst/>
          </a:prstGeom>
          <a:noFill/>
          <a:ln>
            <a:noFill/>
          </a:ln>
        </p:spPr>
        <p:txBody>
          <a:bodyPr anchorCtr="0" anchor="ctr" bIns="0" lIns="0" spcFirstLastPara="1" rIns="0" wrap="square" tIns="0">
            <a:spAutoFit/>
          </a:bodyPr>
          <a:lstStyle>
            <a:lvl1pPr lvl="0" algn="ctr">
              <a:lnSpc>
                <a:spcPct val="100000"/>
              </a:lnSpc>
              <a:spcBef>
                <a:spcPts val="1000"/>
              </a:spcBef>
              <a:spcAft>
                <a:spcPts val="0"/>
              </a:spcAft>
              <a:buClr>
                <a:schemeClr val="lt1"/>
              </a:buClr>
              <a:buSzPts val="3000"/>
              <a:buNone/>
              <a:defRPr b="1" sz="4000">
                <a:solidFill>
                  <a:schemeClr val="lt1"/>
                </a:solidFill>
              </a:defRPr>
            </a:lvl1pPr>
            <a:lvl2pPr lvl="1" algn="ctr">
              <a:lnSpc>
                <a:spcPct val="100000"/>
              </a:lnSpc>
              <a:spcBef>
                <a:spcPts val="0"/>
              </a:spcBef>
              <a:spcAft>
                <a:spcPts val="0"/>
              </a:spcAft>
              <a:buClr>
                <a:schemeClr val="lt1"/>
              </a:buClr>
              <a:buSzPts val="3000"/>
              <a:buNone/>
              <a:defRPr sz="4000">
                <a:solidFill>
                  <a:schemeClr val="lt1"/>
                </a:solidFill>
              </a:defRPr>
            </a:lvl2pPr>
            <a:lvl3pPr lvl="2" algn="ctr">
              <a:lnSpc>
                <a:spcPct val="100000"/>
              </a:lnSpc>
              <a:spcBef>
                <a:spcPts val="0"/>
              </a:spcBef>
              <a:spcAft>
                <a:spcPts val="0"/>
              </a:spcAft>
              <a:buClr>
                <a:schemeClr val="lt1"/>
              </a:buClr>
              <a:buSzPts val="3000"/>
              <a:buNone/>
              <a:defRPr sz="4000">
                <a:solidFill>
                  <a:schemeClr val="lt1"/>
                </a:solidFill>
              </a:defRPr>
            </a:lvl3pPr>
            <a:lvl4pPr lvl="3" algn="ctr">
              <a:lnSpc>
                <a:spcPct val="100000"/>
              </a:lnSpc>
              <a:spcBef>
                <a:spcPts val="0"/>
              </a:spcBef>
              <a:spcAft>
                <a:spcPts val="0"/>
              </a:spcAft>
              <a:buClr>
                <a:schemeClr val="lt1"/>
              </a:buClr>
              <a:buSzPts val="3000"/>
              <a:buNone/>
              <a:defRPr sz="4000">
                <a:solidFill>
                  <a:schemeClr val="lt1"/>
                </a:solidFill>
              </a:defRPr>
            </a:lvl4pPr>
            <a:lvl5pPr lvl="4" algn="ctr">
              <a:lnSpc>
                <a:spcPct val="100000"/>
              </a:lnSpc>
              <a:spcBef>
                <a:spcPts val="0"/>
              </a:spcBef>
              <a:spcAft>
                <a:spcPts val="0"/>
              </a:spcAft>
              <a:buClr>
                <a:schemeClr val="lt1"/>
              </a:buClr>
              <a:buSzPts val="3000"/>
              <a:buNone/>
              <a:defRPr sz="4000">
                <a:solidFill>
                  <a:schemeClr val="lt1"/>
                </a:solidFill>
              </a:defRPr>
            </a:lvl5pPr>
            <a:lvl6pPr lvl="5" algn="ctr">
              <a:lnSpc>
                <a:spcPct val="100000"/>
              </a:lnSpc>
              <a:spcBef>
                <a:spcPts val="0"/>
              </a:spcBef>
              <a:spcAft>
                <a:spcPts val="0"/>
              </a:spcAft>
              <a:buClr>
                <a:schemeClr val="lt1"/>
              </a:buClr>
              <a:buSzPts val="3000"/>
              <a:buNone/>
              <a:defRPr sz="4000">
                <a:solidFill>
                  <a:schemeClr val="lt1"/>
                </a:solidFill>
              </a:defRPr>
            </a:lvl6pPr>
            <a:lvl7pPr lvl="6" algn="ctr">
              <a:lnSpc>
                <a:spcPct val="100000"/>
              </a:lnSpc>
              <a:spcBef>
                <a:spcPts val="0"/>
              </a:spcBef>
              <a:spcAft>
                <a:spcPts val="0"/>
              </a:spcAft>
              <a:buClr>
                <a:schemeClr val="lt1"/>
              </a:buClr>
              <a:buSzPts val="3000"/>
              <a:buNone/>
              <a:defRPr sz="4000">
                <a:solidFill>
                  <a:schemeClr val="lt1"/>
                </a:solidFill>
              </a:defRPr>
            </a:lvl7pPr>
            <a:lvl8pPr lvl="7" algn="ctr">
              <a:lnSpc>
                <a:spcPct val="100000"/>
              </a:lnSpc>
              <a:spcBef>
                <a:spcPts val="0"/>
              </a:spcBef>
              <a:spcAft>
                <a:spcPts val="0"/>
              </a:spcAft>
              <a:buClr>
                <a:schemeClr val="lt1"/>
              </a:buClr>
              <a:buSzPts val="3000"/>
              <a:buNone/>
              <a:defRPr sz="4000">
                <a:solidFill>
                  <a:schemeClr val="lt1"/>
                </a:solidFill>
              </a:defRPr>
            </a:lvl8pPr>
            <a:lvl9pPr lvl="8" algn="ctr">
              <a:lnSpc>
                <a:spcPct val="100000"/>
              </a:lnSpc>
              <a:spcBef>
                <a:spcPts val="0"/>
              </a:spcBef>
              <a:spcAft>
                <a:spcPts val="0"/>
              </a:spcAft>
              <a:buClr>
                <a:schemeClr val="lt1"/>
              </a:buClr>
              <a:buSzPts val="3000"/>
              <a:buNone/>
              <a:defRPr sz="4000">
                <a:solidFill>
                  <a:schemeClr val="lt1"/>
                </a:solidFill>
              </a:defRPr>
            </a:lvl9pPr>
          </a:lstStyle>
          <a:p/>
        </p:txBody>
      </p:sp>
      <p:sp>
        <p:nvSpPr>
          <p:cNvPr id="920" name="Google Shape;920;p207"/>
          <p:cNvSpPr txBox="1"/>
          <p:nvPr>
            <p:ph idx="1" type="subTitle"/>
          </p:nvPr>
        </p:nvSpPr>
        <p:spPr>
          <a:xfrm>
            <a:off x="1371625" y="1944000"/>
            <a:ext cx="6400800" cy="4341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1pPr>
            <a:lvl2pPr lvl="1"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2pPr>
            <a:lvl3pPr lvl="2"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3pPr>
            <a:lvl4pPr lvl="3"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4pPr>
            <a:lvl5pPr lvl="4"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5pPr>
            <a:lvl6pPr lvl="5"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6pPr>
            <a:lvl7pPr lvl="6"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7pPr>
            <a:lvl8pPr lvl="7"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8pPr>
            <a:lvl9pPr lvl="8"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648">
          <p15:clr>
            <a:srgbClr val="E46962"/>
          </p15:clr>
        </p15:guide>
        <p15:guide id="2" pos="3672">
          <p15:clr>
            <a:srgbClr val="E46962"/>
          </p15:clr>
        </p15:guide>
        <p15:guide id="3" orient="horz" pos="1350">
          <p15:clr>
            <a:srgbClr val="E46962"/>
          </p15:clr>
        </p15:guide>
      </p15:sldGuideLst>
    </p:ext>
  </p:extLst>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921" name="Shape 921"/>
        <p:cNvGrpSpPr/>
        <p:nvPr/>
      </p:nvGrpSpPr>
      <p:grpSpPr>
        <a:xfrm>
          <a:off x="0" y="0"/>
          <a:ext cx="0" cy="0"/>
          <a:chOff x="0" y="0"/>
          <a:chExt cx="0" cy="0"/>
        </a:xfrm>
      </p:grpSpPr>
      <p:sp>
        <p:nvSpPr>
          <p:cNvPr id="922" name="Google Shape;922;p208"/>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23" name="Google Shape;923;p208"/>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924" name="Google Shape;924;p208"/>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Sub header, one column">
    <p:spTree>
      <p:nvGrpSpPr>
        <p:cNvPr id="925" name="Shape 925"/>
        <p:cNvGrpSpPr/>
        <p:nvPr/>
      </p:nvGrpSpPr>
      <p:grpSpPr>
        <a:xfrm>
          <a:off x="0" y="0"/>
          <a:ext cx="0" cy="0"/>
          <a:chOff x="0" y="0"/>
          <a:chExt cx="0" cy="0"/>
        </a:xfrm>
      </p:grpSpPr>
      <p:sp>
        <p:nvSpPr>
          <p:cNvPr id="926" name="Google Shape;926;p209"/>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927" name="Google Shape;927;p209"/>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28" name="Google Shape;928;p209"/>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29" name="Google Shape;929;p209"/>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p:cSld name="TITLE_AND_BODY_2">
    <p:spTree>
      <p:nvGrpSpPr>
        <p:cNvPr id="930" name="Shape 930"/>
        <p:cNvGrpSpPr/>
        <p:nvPr/>
      </p:nvGrpSpPr>
      <p:grpSpPr>
        <a:xfrm>
          <a:off x="0" y="0"/>
          <a:ext cx="0" cy="0"/>
          <a:chOff x="0" y="0"/>
          <a:chExt cx="0" cy="0"/>
        </a:xfrm>
      </p:grpSpPr>
      <p:sp>
        <p:nvSpPr>
          <p:cNvPr id="931" name="Google Shape;931;p210"/>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32" name="Google Shape;932;p210"/>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33" name="Google Shape;933;p210"/>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1 1">
  <p:cSld name="Content title and four columns 1 1">
    <p:spTree>
      <p:nvGrpSpPr>
        <p:cNvPr id="934" name="Shape 934"/>
        <p:cNvGrpSpPr/>
        <p:nvPr/>
      </p:nvGrpSpPr>
      <p:grpSpPr>
        <a:xfrm>
          <a:off x="0" y="0"/>
          <a:ext cx="0" cy="0"/>
          <a:chOff x="0" y="0"/>
          <a:chExt cx="0" cy="0"/>
        </a:xfrm>
      </p:grpSpPr>
      <p:sp>
        <p:nvSpPr>
          <p:cNvPr id="935" name="Google Shape;935;p211"/>
          <p:cNvSpPr txBox="1"/>
          <p:nvPr>
            <p:ph idx="12" type="sldNum"/>
          </p:nvPr>
        </p:nvSpPr>
        <p:spPr>
          <a:xfrm>
            <a:off x="8472458" y="5181353"/>
            <a:ext cx="548700" cy="4374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36" name="Google Shape;936;p211"/>
          <p:cNvSpPr txBox="1"/>
          <p:nvPr>
            <p:ph type="title"/>
          </p:nvPr>
        </p:nvSpPr>
        <p:spPr>
          <a:xfrm>
            <a:off x="607200" y="1140611"/>
            <a:ext cx="3936000" cy="596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37" name="Google Shape;937;p211"/>
          <p:cNvSpPr txBox="1"/>
          <p:nvPr>
            <p:ph idx="1" type="body"/>
          </p:nvPr>
        </p:nvSpPr>
        <p:spPr>
          <a:xfrm>
            <a:off x="60720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38" name="Google Shape;938;p211"/>
          <p:cNvSpPr txBox="1"/>
          <p:nvPr>
            <p:ph idx="2" type="body"/>
          </p:nvPr>
        </p:nvSpPr>
        <p:spPr>
          <a:xfrm>
            <a:off x="260095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39" name="Google Shape;939;p211"/>
          <p:cNvSpPr txBox="1"/>
          <p:nvPr>
            <p:ph idx="3" type="body"/>
          </p:nvPr>
        </p:nvSpPr>
        <p:spPr>
          <a:xfrm>
            <a:off x="658845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40" name="Google Shape;940;p211"/>
          <p:cNvSpPr txBox="1"/>
          <p:nvPr>
            <p:ph idx="4" type="subTitle"/>
          </p:nvPr>
        </p:nvSpPr>
        <p:spPr>
          <a:xfrm>
            <a:off x="60720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941" name="Google Shape;941;p211"/>
          <p:cNvSpPr txBox="1"/>
          <p:nvPr>
            <p:ph idx="5" type="subTitle"/>
          </p:nvPr>
        </p:nvSpPr>
        <p:spPr>
          <a:xfrm>
            <a:off x="658845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942" name="Google Shape;942;p211"/>
          <p:cNvSpPr txBox="1"/>
          <p:nvPr>
            <p:ph idx="6" type="subTitle"/>
          </p:nvPr>
        </p:nvSpPr>
        <p:spPr>
          <a:xfrm>
            <a:off x="260095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943" name="Google Shape;943;p211"/>
          <p:cNvSpPr txBox="1"/>
          <p:nvPr>
            <p:ph idx="7" type="body"/>
          </p:nvPr>
        </p:nvSpPr>
        <p:spPr>
          <a:xfrm>
            <a:off x="459470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44" name="Google Shape;944;p211"/>
          <p:cNvSpPr txBox="1"/>
          <p:nvPr>
            <p:ph idx="8" type="subTitle"/>
          </p:nvPr>
        </p:nvSpPr>
        <p:spPr>
          <a:xfrm>
            <a:off x="459470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Sub header, two columns">
    <p:spTree>
      <p:nvGrpSpPr>
        <p:cNvPr id="945" name="Shape 945"/>
        <p:cNvGrpSpPr/>
        <p:nvPr/>
      </p:nvGrpSpPr>
      <p:grpSpPr>
        <a:xfrm>
          <a:off x="0" y="0"/>
          <a:ext cx="0" cy="0"/>
          <a:chOff x="0" y="0"/>
          <a:chExt cx="0" cy="0"/>
        </a:xfrm>
      </p:grpSpPr>
      <p:sp>
        <p:nvSpPr>
          <p:cNvPr id="946" name="Google Shape;946;p212"/>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47" name="Google Shape;947;p212"/>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48" name="Google Shape;948;p212"/>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49" name="Google Shape;949;p212"/>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50" name="Google Shape;950;p212"/>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951" name="Google Shape;951;p212"/>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icture">
  <p:cSld name="Title and text + picture">
    <p:spTree>
      <p:nvGrpSpPr>
        <p:cNvPr id="952" name="Shape 952"/>
        <p:cNvGrpSpPr/>
        <p:nvPr/>
      </p:nvGrpSpPr>
      <p:grpSpPr>
        <a:xfrm>
          <a:off x="0" y="0"/>
          <a:ext cx="0" cy="0"/>
          <a:chOff x="0" y="0"/>
          <a:chExt cx="0" cy="0"/>
        </a:xfrm>
      </p:grpSpPr>
      <p:sp>
        <p:nvSpPr>
          <p:cNvPr id="953" name="Google Shape;953;p213"/>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54" name="Google Shape;954;p213"/>
          <p:cNvSpPr/>
          <p:nvPr>
            <p:ph idx="2" type="pic"/>
          </p:nvPr>
        </p:nvSpPr>
        <p:spPr>
          <a:xfrm>
            <a:off x="5011488" y="1069667"/>
            <a:ext cx="3218100" cy="3218100"/>
          </a:xfrm>
          <a:prstGeom prst="roundRect">
            <a:avLst>
              <a:gd fmla="val 1254" name="adj"/>
            </a:avLst>
          </a:prstGeom>
          <a:noFill/>
          <a:ln>
            <a:noFill/>
          </a:ln>
        </p:spPr>
      </p:sp>
      <p:sp>
        <p:nvSpPr>
          <p:cNvPr id="955" name="Google Shape;955;p213"/>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956" name="Google Shape;956;p213"/>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888">
          <p15:clr>
            <a:srgbClr val="E46962"/>
          </p15:clr>
        </p15:guide>
      </p15:sldGuideLst>
    </p:ext>
  </p:extLst>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57" name="Shape 957"/>
        <p:cNvGrpSpPr/>
        <p:nvPr/>
      </p:nvGrpSpPr>
      <p:grpSpPr>
        <a:xfrm>
          <a:off x="0" y="0"/>
          <a:ext cx="0" cy="0"/>
          <a:chOff x="0" y="0"/>
          <a:chExt cx="0" cy="0"/>
        </a:xfrm>
      </p:grpSpPr>
      <p:sp>
        <p:nvSpPr>
          <p:cNvPr id="958" name="Google Shape;958;p214"/>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59" name="Google Shape;959;p214"/>
          <p:cNvSpPr txBox="1"/>
          <p:nvPr>
            <p:ph type="title"/>
          </p:nvPr>
        </p:nvSpPr>
        <p:spPr>
          <a:xfrm>
            <a:off x="571500" y="889000"/>
            <a:ext cx="80010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960" name="Shape 960"/>
        <p:cNvGrpSpPr/>
        <p:nvPr/>
      </p:nvGrpSpPr>
      <p:grpSpPr>
        <a:xfrm>
          <a:off x="0" y="0"/>
          <a:ext cx="0" cy="0"/>
          <a:chOff x="0" y="0"/>
          <a:chExt cx="0" cy="0"/>
        </a:xfrm>
      </p:grpSpPr>
      <p:sp>
        <p:nvSpPr>
          <p:cNvPr id="961" name="Google Shape;961;p215"/>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62" name="Google Shape;962;p215"/>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63" name="Google Shape;963;p215"/>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964" name="Shape 964"/>
        <p:cNvGrpSpPr/>
        <p:nvPr/>
      </p:nvGrpSpPr>
      <p:grpSpPr>
        <a:xfrm>
          <a:off x="0" y="0"/>
          <a:ext cx="0" cy="0"/>
          <a:chOff x="0" y="0"/>
          <a:chExt cx="0" cy="0"/>
        </a:xfrm>
      </p:grpSpPr>
      <p:sp>
        <p:nvSpPr>
          <p:cNvPr id="965" name="Google Shape;965;p216"/>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sz="900">
                <a:solidFill>
                  <a:schemeClr val="accent4"/>
                </a:solidFill>
                <a:latin typeface="Arial"/>
                <a:ea typeface="Arial"/>
                <a:cs typeface="Arial"/>
                <a:sym typeface="Arial"/>
              </a:defRPr>
            </a:lvl1pPr>
            <a:lvl2pPr indent="0" lvl="1" marL="0" algn="l">
              <a:buClr>
                <a:schemeClr val="accent4"/>
              </a:buClr>
              <a:buSzPts val="900"/>
              <a:buFont typeface="Arial"/>
              <a:buNone/>
              <a:defRPr sz="900">
                <a:solidFill>
                  <a:schemeClr val="accent4"/>
                </a:solidFill>
                <a:latin typeface="Arial"/>
                <a:ea typeface="Arial"/>
                <a:cs typeface="Arial"/>
                <a:sym typeface="Arial"/>
              </a:defRPr>
            </a:lvl2pPr>
            <a:lvl3pPr indent="0" lvl="2" marL="0" algn="l">
              <a:buClr>
                <a:schemeClr val="accent4"/>
              </a:buClr>
              <a:buSzPts val="900"/>
              <a:buFont typeface="Arial"/>
              <a:buNone/>
              <a:defRPr sz="900">
                <a:solidFill>
                  <a:schemeClr val="accent4"/>
                </a:solidFill>
                <a:latin typeface="Arial"/>
                <a:ea typeface="Arial"/>
                <a:cs typeface="Arial"/>
                <a:sym typeface="Arial"/>
              </a:defRPr>
            </a:lvl3pPr>
            <a:lvl4pPr indent="0" lvl="3" marL="0" algn="l">
              <a:buClr>
                <a:schemeClr val="accent4"/>
              </a:buClr>
              <a:buSzPts val="900"/>
              <a:buFont typeface="Arial"/>
              <a:buNone/>
              <a:defRPr sz="900">
                <a:solidFill>
                  <a:schemeClr val="accent4"/>
                </a:solidFill>
                <a:latin typeface="Arial"/>
                <a:ea typeface="Arial"/>
                <a:cs typeface="Arial"/>
                <a:sym typeface="Arial"/>
              </a:defRPr>
            </a:lvl4pPr>
            <a:lvl5pPr indent="0" lvl="4" marL="0" algn="l">
              <a:buClr>
                <a:schemeClr val="accent4"/>
              </a:buClr>
              <a:buSzPts val="900"/>
              <a:buFont typeface="Arial"/>
              <a:buNone/>
              <a:defRPr sz="900">
                <a:solidFill>
                  <a:schemeClr val="accent4"/>
                </a:solidFill>
                <a:latin typeface="Arial"/>
                <a:ea typeface="Arial"/>
                <a:cs typeface="Arial"/>
                <a:sym typeface="Arial"/>
              </a:defRPr>
            </a:lvl5pPr>
            <a:lvl6pPr indent="0" lvl="5" marL="0" algn="l">
              <a:buClr>
                <a:schemeClr val="accent4"/>
              </a:buClr>
              <a:buSzPts val="900"/>
              <a:buFont typeface="Arial"/>
              <a:buNone/>
              <a:defRPr sz="900">
                <a:solidFill>
                  <a:schemeClr val="accent4"/>
                </a:solidFill>
                <a:latin typeface="Arial"/>
                <a:ea typeface="Arial"/>
                <a:cs typeface="Arial"/>
                <a:sym typeface="Arial"/>
              </a:defRPr>
            </a:lvl6pPr>
            <a:lvl7pPr indent="0" lvl="6" marL="0" algn="l">
              <a:buClr>
                <a:schemeClr val="accent4"/>
              </a:buClr>
              <a:buSzPts val="900"/>
              <a:buFont typeface="Arial"/>
              <a:buNone/>
              <a:defRPr sz="900">
                <a:solidFill>
                  <a:schemeClr val="accent4"/>
                </a:solidFill>
                <a:latin typeface="Arial"/>
                <a:ea typeface="Arial"/>
                <a:cs typeface="Arial"/>
                <a:sym typeface="Arial"/>
              </a:defRPr>
            </a:lvl7pPr>
            <a:lvl8pPr indent="0" lvl="7" marL="0" algn="l">
              <a:buClr>
                <a:schemeClr val="accent4"/>
              </a:buClr>
              <a:buSzPts val="900"/>
              <a:buFont typeface="Arial"/>
              <a:buNone/>
              <a:defRPr sz="900">
                <a:solidFill>
                  <a:schemeClr val="accent4"/>
                </a:solidFill>
                <a:latin typeface="Arial"/>
                <a:ea typeface="Arial"/>
                <a:cs typeface="Arial"/>
                <a:sym typeface="Arial"/>
              </a:defRPr>
            </a:lvl8pPr>
            <a:lvl9pPr indent="0" lvl="8" marL="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66" name="Google Shape;966;p216"/>
          <p:cNvSpPr txBox="1"/>
          <p:nvPr>
            <p:ph type="title"/>
          </p:nvPr>
        </p:nvSpPr>
        <p:spPr>
          <a:xfrm>
            <a:off x="571500" y="889000"/>
            <a:ext cx="80010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hapter title and bullet point 2 1">
    <p:spTree>
      <p:nvGrpSpPr>
        <p:cNvPr id="967" name="Shape 967"/>
        <p:cNvGrpSpPr/>
        <p:nvPr/>
      </p:nvGrpSpPr>
      <p:grpSpPr>
        <a:xfrm>
          <a:off x="0" y="0"/>
          <a:ext cx="0" cy="0"/>
          <a:chOff x="0" y="0"/>
          <a:chExt cx="0" cy="0"/>
        </a:xfrm>
      </p:grpSpPr>
      <p:sp>
        <p:nvSpPr>
          <p:cNvPr id="968" name="Google Shape;968;p217"/>
          <p:cNvSpPr txBox="1"/>
          <p:nvPr>
            <p:ph type="title"/>
          </p:nvPr>
        </p:nvSpPr>
        <p:spPr>
          <a:xfrm>
            <a:off x="607200" y="1111921"/>
            <a:ext cx="3936000" cy="598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sz="20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69" name="Google Shape;969;p217"/>
          <p:cNvSpPr txBox="1"/>
          <p:nvPr>
            <p:ph idx="1" type="body"/>
          </p:nvPr>
        </p:nvSpPr>
        <p:spPr>
          <a:xfrm>
            <a:off x="607200" y="1739278"/>
            <a:ext cx="4607400" cy="33804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100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970" name="Shape 970"/>
        <p:cNvGrpSpPr/>
        <p:nvPr/>
      </p:nvGrpSpPr>
      <p:grpSpPr>
        <a:xfrm>
          <a:off x="0" y="0"/>
          <a:ext cx="0" cy="0"/>
          <a:chOff x="0" y="0"/>
          <a:chExt cx="0" cy="0"/>
        </a:xfrm>
      </p:grpSpPr>
      <p:sp>
        <p:nvSpPr>
          <p:cNvPr id="971" name="Google Shape;971;p218"/>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sz="900">
                <a:solidFill>
                  <a:schemeClr val="accent4"/>
                </a:solidFill>
                <a:latin typeface="Arial"/>
                <a:ea typeface="Arial"/>
                <a:cs typeface="Arial"/>
                <a:sym typeface="Arial"/>
              </a:defRPr>
            </a:lvl1pPr>
            <a:lvl2pPr indent="0" lvl="1" marL="0" algn="l">
              <a:buClr>
                <a:schemeClr val="accent4"/>
              </a:buClr>
              <a:buSzPts val="900"/>
              <a:buFont typeface="Arial"/>
              <a:buNone/>
              <a:defRPr sz="900">
                <a:solidFill>
                  <a:schemeClr val="accent4"/>
                </a:solidFill>
                <a:latin typeface="Arial"/>
                <a:ea typeface="Arial"/>
                <a:cs typeface="Arial"/>
                <a:sym typeface="Arial"/>
              </a:defRPr>
            </a:lvl2pPr>
            <a:lvl3pPr indent="0" lvl="2" marL="0" algn="l">
              <a:buClr>
                <a:schemeClr val="accent4"/>
              </a:buClr>
              <a:buSzPts val="900"/>
              <a:buFont typeface="Arial"/>
              <a:buNone/>
              <a:defRPr sz="900">
                <a:solidFill>
                  <a:schemeClr val="accent4"/>
                </a:solidFill>
                <a:latin typeface="Arial"/>
                <a:ea typeface="Arial"/>
                <a:cs typeface="Arial"/>
                <a:sym typeface="Arial"/>
              </a:defRPr>
            </a:lvl3pPr>
            <a:lvl4pPr indent="0" lvl="3" marL="0" algn="l">
              <a:buClr>
                <a:schemeClr val="accent4"/>
              </a:buClr>
              <a:buSzPts val="900"/>
              <a:buFont typeface="Arial"/>
              <a:buNone/>
              <a:defRPr sz="900">
                <a:solidFill>
                  <a:schemeClr val="accent4"/>
                </a:solidFill>
                <a:latin typeface="Arial"/>
                <a:ea typeface="Arial"/>
                <a:cs typeface="Arial"/>
                <a:sym typeface="Arial"/>
              </a:defRPr>
            </a:lvl4pPr>
            <a:lvl5pPr indent="0" lvl="4" marL="0" algn="l">
              <a:buClr>
                <a:schemeClr val="accent4"/>
              </a:buClr>
              <a:buSzPts val="900"/>
              <a:buFont typeface="Arial"/>
              <a:buNone/>
              <a:defRPr sz="900">
                <a:solidFill>
                  <a:schemeClr val="accent4"/>
                </a:solidFill>
                <a:latin typeface="Arial"/>
                <a:ea typeface="Arial"/>
                <a:cs typeface="Arial"/>
                <a:sym typeface="Arial"/>
              </a:defRPr>
            </a:lvl5pPr>
            <a:lvl6pPr indent="0" lvl="5" marL="0" algn="l">
              <a:buClr>
                <a:schemeClr val="accent4"/>
              </a:buClr>
              <a:buSzPts val="900"/>
              <a:buFont typeface="Arial"/>
              <a:buNone/>
              <a:defRPr sz="900">
                <a:solidFill>
                  <a:schemeClr val="accent4"/>
                </a:solidFill>
                <a:latin typeface="Arial"/>
                <a:ea typeface="Arial"/>
                <a:cs typeface="Arial"/>
                <a:sym typeface="Arial"/>
              </a:defRPr>
            </a:lvl6pPr>
            <a:lvl7pPr indent="0" lvl="6" marL="0" algn="l">
              <a:buClr>
                <a:schemeClr val="accent4"/>
              </a:buClr>
              <a:buSzPts val="900"/>
              <a:buFont typeface="Arial"/>
              <a:buNone/>
              <a:defRPr sz="900">
                <a:solidFill>
                  <a:schemeClr val="accent4"/>
                </a:solidFill>
                <a:latin typeface="Arial"/>
                <a:ea typeface="Arial"/>
                <a:cs typeface="Arial"/>
                <a:sym typeface="Arial"/>
              </a:defRPr>
            </a:lvl7pPr>
            <a:lvl8pPr indent="0" lvl="7" marL="0" algn="l">
              <a:buClr>
                <a:schemeClr val="accent4"/>
              </a:buClr>
              <a:buSzPts val="900"/>
              <a:buFont typeface="Arial"/>
              <a:buNone/>
              <a:defRPr sz="900">
                <a:solidFill>
                  <a:schemeClr val="accent4"/>
                </a:solidFill>
                <a:latin typeface="Arial"/>
                <a:ea typeface="Arial"/>
                <a:cs typeface="Arial"/>
                <a:sym typeface="Arial"/>
              </a:defRPr>
            </a:lvl8pPr>
            <a:lvl9pPr indent="0" lvl="8" marL="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72" name="Google Shape;972;p218"/>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73" name="Google Shape;973;p218"/>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974" name="Shape 974"/>
        <p:cNvGrpSpPr/>
        <p:nvPr/>
      </p:nvGrpSpPr>
      <p:grpSpPr>
        <a:xfrm>
          <a:off x="0" y="0"/>
          <a:ext cx="0" cy="0"/>
          <a:chOff x="0" y="0"/>
          <a:chExt cx="0" cy="0"/>
        </a:xfrm>
      </p:grpSpPr>
      <p:sp>
        <p:nvSpPr>
          <p:cNvPr id="975" name="Google Shape;975;p219"/>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1pPr>
            <a:lvl2pPr indent="0" lvl="1"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2pPr>
            <a:lvl3pPr indent="0" lvl="2"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3pPr>
            <a:lvl4pPr indent="0" lvl="3"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4pPr>
            <a:lvl5pPr indent="0" lvl="4"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5pPr>
            <a:lvl6pPr indent="0" lvl="5"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6pPr>
            <a:lvl7pPr indent="0" lvl="6"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7pPr>
            <a:lvl8pPr indent="0" lvl="7"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8pPr>
            <a:lvl9pPr indent="0" lvl="8"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76" name="Google Shape;976;p219"/>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77" name="Google Shape;977;p219"/>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978" name="Shape 978"/>
        <p:cNvGrpSpPr/>
        <p:nvPr/>
      </p:nvGrpSpPr>
      <p:grpSpPr>
        <a:xfrm>
          <a:off x="0" y="0"/>
          <a:ext cx="0" cy="0"/>
          <a:chOff x="0" y="0"/>
          <a:chExt cx="0" cy="0"/>
        </a:xfrm>
      </p:grpSpPr>
      <p:sp>
        <p:nvSpPr>
          <p:cNvPr id="979" name="Google Shape;979;p220"/>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1pPr>
            <a:lvl2pPr indent="0" lvl="1"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2pPr>
            <a:lvl3pPr indent="0" lvl="2"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3pPr>
            <a:lvl4pPr indent="0" lvl="3"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4pPr>
            <a:lvl5pPr indent="0" lvl="4"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5pPr>
            <a:lvl6pPr indent="0" lvl="5"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6pPr>
            <a:lvl7pPr indent="0" lvl="6"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7pPr>
            <a:lvl8pPr indent="0" lvl="7"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8pPr>
            <a:lvl9pPr indent="0" lvl="8"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80" name="Google Shape;980;p220"/>
          <p:cNvSpPr txBox="1"/>
          <p:nvPr>
            <p:ph type="title"/>
          </p:nvPr>
        </p:nvSpPr>
        <p:spPr>
          <a:xfrm>
            <a:off x="571500" y="889000"/>
            <a:ext cx="80010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p:cSld name="Section Cover_1">
    <p:bg>
      <p:bgPr>
        <a:solidFill>
          <a:schemeClr val="dk1"/>
        </a:solidFill>
      </p:bgPr>
    </p:bg>
    <p:spTree>
      <p:nvGrpSpPr>
        <p:cNvPr id="981" name="Shape 981"/>
        <p:cNvGrpSpPr/>
        <p:nvPr/>
      </p:nvGrpSpPr>
      <p:grpSpPr>
        <a:xfrm>
          <a:off x="0" y="0"/>
          <a:ext cx="0" cy="0"/>
          <a:chOff x="0" y="0"/>
          <a:chExt cx="0" cy="0"/>
        </a:xfrm>
      </p:grpSpPr>
      <p:sp>
        <p:nvSpPr>
          <p:cNvPr id="982" name="Google Shape;982;p221"/>
          <p:cNvSpPr txBox="1"/>
          <p:nvPr>
            <p:ph type="title"/>
          </p:nvPr>
        </p:nvSpPr>
        <p:spPr>
          <a:xfrm>
            <a:off x="905175" y="889000"/>
            <a:ext cx="7333800" cy="6339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1"/>
              </a:buClr>
              <a:buSzPts val="2400"/>
              <a:buNone/>
              <a:defRPr b="1" sz="3200">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p:cSld name="Text + Image_1">
    <p:spTree>
      <p:nvGrpSpPr>
        <p:cNvPr id="983" name="Shape 983"/>
        <p:cNvGrpSpPr/>
        <p:nvPr/>
      </p:nvGrpSpPr>
      <p:grpSpPr>
        <a:xfrm>
          <a:off x="0" y="0"/>
          <a:ext cx="0" cy="0"/>
          <a:chOff x="0" y="0"/>
          <a:chExt cx="0" cy="0"/>
        </a:xfrm>
      </p:grpSpPr>
      <p:sp>
        <p:nvSpPr>
          <p:cNvPr id="984" name="Google Shape;984;p222"/>
          <p:cNvSpPr txBox="1"/>
          <p:nvPr>
            <p:ph idx="1" type="body"/>
          </p:nvPr>
        </p:nvSpPr>
        <p:spPr>
          <a:xfrm>
            <a:off x="571500" y="1905000"/>
            <a:ext cx="37719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Font typeface="Lato"/>
              <a:buChar char="●"/>
              <a:defRPr sz="1200">
                <a:latin typeface="Lato"/>
                <a:ea typeface="Lato"/>
                <a:cs typeface="Lato"/>
                <a:sym typeface="Lato"/>
              </a:defRPr>
            </a:lvl1pPr>
            <a:lvl2pPr indent="-285750" lvl="1" marL="914400" algn="l">
              <a:lnSpc>
                <a:spcPct val="115000"/>
              </a:lnSpc>
              <a:spcBef>
                <a:spcPts val="1000"/>
              </a:spcBef>
              <a:spcAft>
                <a:spcPts val="0"/>
              </a:spcAft>
              <a:buSzPts val="900"/>
              <a:buFont typeface="Lato"/>
              <a:buChar char="○"/>
              <a:defRPr sz="1200">
                <a:latin typeface="Lato"/>
                <a:ea typeface="Lato"/>
                <a:cs typeface="Lato"/>
                <a:sym typeface="Lato"/>
              </a:defRPr>
            </a:lvl2pPr>
            <a:lvl3pPr indent="-279400" lvl="2" marL="1371600" algn="l">
              <a:lnSpc>
                <a:spcPct val="115000"/>
              </a:lnSpc>
              <a:spcBef>
                <a:spcPts val="1000"/>
              </a:spcBef>
              <a:spcAft>
                <a:spcPts val="0"/>
              </a:spcAft>
              <a:buSzPts val="800"/>
              <a:buFont typeface="Lato"/>
              <a:buChar char="■"/>
              <a:defRPr sz="1000">
                <a:latin typeface="Lato"/>
                <a:ea typeface="Lato"/>
                <a:cs typeface="Lato"/>
                <a:sym typeface="Lato"/>
              </a:defRPr>
            </a:lvl3pPr>
            <a:lvl4pPr indent="-279400" lvl="3" marL="1828800" algn="l">
              <a:lnSpc>
                <a:spcPct val="115000"/>
              </a:lnSpc>
              <a:spcBef>
                <a:spcPts val="1000"/>
              </a:spcBef>
              <a:spcAft>
                <a:spcPts val="0"/>
              </a:spcAft>
              <a:buSzPts val="800"/>
              <a:buFont typeface="Lato"/>
              <a:buChar char="●"/>
              <a:defRPr sz="1000">
                <a:latin typeface="Lato"/>
                <a:ea typeface="Lato"/>
                <a:cs typeface="Lato"/>
                <a:sym typeface="Lato"/>
              </a:defRPr>
            </a:lvl4pPr>
            <a:lvl5pPr indent="-279400" lvl="4" marL="2286000" algn="l">
              <a:lnSpc>
                <a:spcPct val="115000"/>
              </a:lnSpc>
              <a:spcBef>
                <a:spcPts val="1000"/>
              </a:spcBef>
              <a:spcAft>
                <a:spcPts val="0"/>
              </a:spcAft>
              <a:buSzPts val="800"/>
              <a:buFont typeface="Lato"/>
              <a:buChar char="○"/>
              <a:defRPr sz="1000">
                <a:latin typeface="Lato"/>
                <a:ea typeface="Lato"/>
                <a:cs typeface="Lato"/>
                <a:sym typeface="Lato"/>
              </a:defRPr>
            </a:lvl5pPr>
            <a:lvl6pPr indent="-279400" lvl="5" marL="2743200" algn="l">
              <a:lnSpc>
                <a:spcPct val="115000"/>
              </a:lnSpc>
              <a:spcBef>
                <a:spcPts val="1000"/>
              </a:spcBef>
              <a:spcAft>
                <a:spcPts val="0"/>
              </a:spcAft>
              <a:buSzPts val="800"/>
              <a:buFont typeface="Lato"/>
              <a:buChar char="■"/>
              <a:defRPr sz="1000">
                <a:latin typeface="Lato"/>
                <a:ea typeface="Lato"/>
                <a:cs typeface="Lato"/>
                <a:sym typeface="Lato"/>
              </a:defRPr>
            </a:lvl6pPr>
            <a:lvl7pPr indent="-279400" lvl="6" marL="3200400" algn="l">
              <a:lnSpc>
                <a:spcPct val="115000"/>
              </a:lnSpc>
              <a:spcBef>
                <a:spcPts val="1000"/>
              </a:spcBef>
              <a:spcAft>
                <a:spcPts val="0"/>
              </a:spcAft>
              <a:buSzPts val="800"/>
              <a:buFont typeface="Lato"/>
              <a:buChar char="●"/>
              <a:defRPr sz="1000">
                <a:latin typeface="Lato"/>
                <a:ea typeface="Lato"/>
                <a:cs typeface="Lato"/>
                <a:sym typeface="Lato"/>
              </a:defRPr>
            </a:lvl7pPr>
            <a:lvl8pPr indent="-279400" lvl="7" marL="3657600" algn="l">
              <a:lnSpc>
                <a:spcPct val="115000"/>
              </a:lnSpc>
              <a:spcBef>
                <a:spcPts val="1000"/>
              </a:spcBef>
              <a:spcAft>
                <a:spcPts val="0"/>
              </a:spcAft>
              <a:buSzPts val="800"/>
              <a:buFont typeface="Lato"/>
              <a:buChar char="○"/>
              <a:defRPr sz="1000">
                <a:latin typeface="Lato"/>
                <a:ea typeface="Lato"/>
                <a:cs typeface="Lato"/>
                <a:sym typeface="Lato"/>
              </a:defRPr>
            </a:lvl8pPr>
            <a:lvl9pPr indent="-279400" lvl="8" marL="4114800" algn="l">
              <a:lnSpc>
                <a:spcPct val="115000"/>
              </a:lnSpc>
              <a:spcBef>
                <a:spcPts val="1000"/>
              </a:spcBef>
              <a:spcAft>
                <a:spcPts val="1000"/>
              </a:spcAft>
              <a:buSzPts val="800"/>
              <a:buFont typeface="Lato"/>
              <a:buChar char="■"/>
              <a:defRPr sz="1000">
                <a:latin typeface="Lato"/>
                <a:ea typeface="Lato"/>
                <a:cs typeface="Lato"/>
                <a:sym typeface="Lato"/>
              </a:defRPr>
            </a:lvl9pPr>
          </a:lstStyle>
          <a:p/>
        </p:txBody>
      </p:sp>
      <p:sp>
        <p:nvSpPr>
          <p:cNvPr id="985" name="Google Shape;985;p222"/>
          <p:cNvSpPr/>
          <p:nvPr>
            <p:ph idx="2" type="pic"/>
          </p:nvPr>
        </p:nvSpPr>
        <p:spPr>
          <a:xfrm>
            <a:off x="4572000" y="1905000"/>
            <a:ext cx="4000500" cy="3174900"/>
          </a:xfrm>
          <a:prstGeom prst="roundRect">
            <a:avLst>
              <a:gd fmla="val 1254" name="adj"/>
            </a:avLst>
          </a:prstGeom>
          <a:noFill/>
          <a:ln>
            <a:noFill/>
          </a:ln>
        </p:spPr>
      </p:sp>
      <p:sp>
        <p:nvSpPr>
          <p:cNvPr id="986" name="Google Shape;986;p222"/>
          <p:cNvSpPr txBox="1"/>
          <p:nvPr>
            <p:ph type="title"/>
          </p:nvPr>
        </p:nvSpPr>
        <p:spPr>
          <a:xfrm>
            <a:off x="571500" y="1186500"/>
            <a:ext cx="8001000" cy="366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500"/>
              <a:buNone/>
              <a:defRPr sz="2000"/>
            </a:lvl1pPr>
            <a:lvl2pPr lvl="1" algn="l">
              <a:lnSpc>
                <a:spcPct val="115000"/>
              </a:lnSpc>
              <a:spcBef>
                <a:spcPts val="0"/>
              </a:spcBef>
              <a:spcAft>
                <a:spcPts val="0"/>
              </a:spcAft>
              <a:buSzPts val="1500"/>
              <a:buNone/>
              <a:defRPr sz="2000"/>
            </a:lvl2pPr>
            <a:lvl3pPr lvl="2" algn="l">
              <a:lnSpc>
                <a:spcPct val="115000"/>
              </a:lnSpc>
              <a:spcBef>
                <a:spcPts val="0"/>
              </a:spcBef>
              <a:spcAft>
                <a:spcPts val="0"/>
              </a:spcAft>
              <a:buSzPts val="1500"/>
              <a:buNone/>
              <a:defRPr sz="2000"/>
            </a:lvl3pPr>
            <a:lvl4pPr lvl="3" algn="l">
              <a:lnSpc>
                <a:spcPct val="115000"/>
              </a:lnSpc>
              <a:spcBef>
                <a:spcPts val="0"/>
              </a:spcBef>
              <a:spcAft>
                <a:spcPts val="0"/>
              </a:spcAft>
              <a:buSzPts val="1500"/>
              <a:buNone/>
              <a:defRPr sz="2000"/>
            </a:lvl4pPr>
            <a:lvl5pPr lvl="4" algn="l">
              <a:lnSpc>
                <a:spcPct val="115000"/>
              </a:lnSpc>
              <a:spcBef>
                <a:spcPts val="0"/>
              </a:spcBef>
              <a:spcAft>
                <a:spcPts val="0"/>
              </a:spcAft>
              <a:buSzPts val="1500"/>
              <a:buNone/>
              <a:defRPr sz="2000"/>
            </a:lvl5pPr>
            <a:lvl6pPr lvl="5" algn="l">
              <a:lnSpc>
                <a:spcPct val="115000"/>
              </a:lnSpc>
              <a:spcBef>
                <a:spcPts val="0"/>
              </a:spcBef>
              <a:spcAft>
                <a:spcPts val="0"/>
              </a:spcAft>
              <a:buSzPts val="1500"/>
              <a:buNone/>
              <a:defRPr sz="2000"/>
            </a:lvl6pPr>
            <a:lvl7pPr lvl="6" algn="l">
              <a:lnSpc>
                <a:spcPct val="115000"/>
              </a:lnSpc>
              <a:spcBef>
                <a:spcPts val="0"/>
              </a:spcBef>
              <a:spcAft>
                <a:spcPts val="0"/>
              </a:spcAft>
              <a:buSzPts val="1500"/>
              <a:buNone/>
              <a:defRPr sz="2000"/>
            </a:lvl7pPr>
            <a:lvl8pPr lvl="7" algn="l">
              <a:lnSpc>
                <a:spcPct val="115000"/>
              </a:lnSpc>
              <a:spcBef>
                <a:spcPts val="0"/>
              </a:spcBef>
              <a:spcAft>
                <a:spcPts val="0"/>
              </a:spcAft>
              <a:buSzPts val="1500"/>
              <a:buNone/>
              <a:defRPr sz="2000"/>
            </a:lvl8pPr>
            <a:lvl9pPr lvl="8" algn="l">
              <a:lnSpc>
                <a:spcPct val="115000"/>
              </a:lnSpc>
              <a:spcBef>
                <a:spcPts val="0"/>
              </a:spcBef>
              <a:spcAft>
                <a:spcPts val="0"/>
              </a:spcAft>
              <a:buSzPts val="1500"/>
              <a:buNone/>
              <a:defRPr sz="2000"/>
            </a:lvl9pPr>
          </a:lstStyle>
          <a:p/>
        </p:txBody>
      </p:sp>
      <p:sp>
        <p:nvSpPr>
          <p:cNvPr id="987" name="Google Shape;987;p222"/>
          <p:cNvSpPr txBox="1"/>
          <p:nvPr>
            <p:ph idx="3" type="subTitle"/>
          </p:nvPr>
        </p:nvSpPr>
        <p:spPr>
          <a:xfrm>
            <a:off x="571500" y="903181"/>
            <a:ext cx="4000500" cy="1770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2"/>
              </a:buClr>
              <a:buSzPts val="900"/>
              <a:buNone/>
              <a:defRPr b="1">
                <a:solidFill>
                  <a:schemeClr val="lt2"/>
                </a:solidFill>
              </a:defRPr>
            </a:lvl1pPr>
            <a:lvl2pPr lvl="1" algn="l">
              <a:lnSpc>
                <a:spcPct val="115000"/>
              </a:lnSpc>
              <a:spcBef>
                <a:spcPts val="1000"/>
              </a:spcBef>
              <a:spcAft>
                <a:spcPts val="0"/>
              </a:spcAft>
              <a:buClr>
                <a:schemeClr val="lt2"/>
              </a:buClr>
              <a:buSzPts val="900"/>
              <a:buNone/>
              <a:defRPr/>
            </a:lvl2pPr>
            <a:lvl3pPr lvl="2" algn="l">
              <a:lnSpc>
                <a:spcPct val="115000"/>
              </a:lnSpc>
              <a:spcBef>
                <a:spcPts val="1000"/>
              </a:spcBef>
              <a:spcAft>
                <a:spcPts val="0"/>
              </a:spcAft>
              <a:buClr>
                <a:schemeClr val="lt2"/>
              </a:buClr>
              <a:buSzPts val="800"/>
              <a:buNone/>
              <a:defRPr/>
            </a:lvl3pPr>
            <a:lvl4pPr lvl="3" algn="l">
              <a:lnSpc>
                <a:spcPct val="115000"/>
              </a:lnSpc>
              <a:spcBef>
                <a:spcPts val="1000"/>
              </a:spcBef>
              <a:spcAft>
                <a:spcPts val="0"/>
              </a:spcAft>
              <a:buClr>
                <a:schemeClr val="lt2"/>
              </a:buClr>
              <a:buSzPts val="800"/>
              <a:buNone/>
              <a:defRPr/>
            </a:lvl4pPr>
            <a:lvl5pPr lvl="4" algn="l">
              <a:lnSpc>
                <a:spcPct val="115000"/>
              </a:lnSpc>
              <a:spcBef>
                <a:spcPts val="1000"/>
              </a:spcBef>
              <a:spcAft>
                <a:spcPts val="0"/>
              </a:spcAft>
              <a:buClr>
                <a:schemeClr val="lt2"/>
              </a:buClr>
              <a:buSzPts val="800"/>
              <a:buNone/>
              <a:defRPr/>
            </a:lvl5pPr>
            <a:lvl6pPr lvl="5" algn="l">
              <a:lnSpc>
                <a:spcPct val="115000"/>
              </a:lnSpc>
              <a:spcBef>
                <a:spcPts val="1000"/>
              </a:spcBef>
              <a:spcAft>
                <a:spcPts val="0"/>
              </a:spcAft>
              <a:buClr>
                <a:schemeClr val="lt2"/>
              </a:buClr>
              <a:buSzPts val="800"/>
              <a:buNone/>
              <a:defRPr/>
            </a:lvl6pPr>
            <a:lvl7pPr lvl="6" algn="l">
              <a:lnSpc>
                <a:spcPct val="115000"/>
              </a:lnSpc>
              <a:spcBef>
                <a:spcPts val="1000"/>
              </a:spcBef>
              <a:spcAft>
                <a:spcPts val="0"/>
              </a:spcAft>
              <a:buClr>
                <a:schemeClr val="lt2"/>
              </a:buClr>
              <a:buSzPts val="800"/>
              <a:buNone/>
              <a:defRPr/>
            </a:lvl7pPr>
            <a:lvl8pPr lvl="7" algn="l">
              <a:lnSpc>
                <a:spcPct val="115000"/>
              </a:lnSpc>
              <a:spcBef>
                <a:spcPts val="1000"/>
              </a:spcBef>
              <a:spcAft>
                <a:spcPts val="0"/>
              </a:spcAft>
              <a:buClr>
                <a:schemeClr val="lt2"/>
              </a:buClr>
              <a:buSzPts val="800"/>
              <a:buNone/>
              <a:defRPr/>
            </a:lvl8pPr>
            <a:lvl9pPr lvl="8" algn="l">
              <a:lnSpc>
                <a:spcPct val="115000"/>
              </a:lnSpc>
              <a:spcBef>
                <a:spcPts val="1000"/>
              </a:spcBef>
              <a:spcAft>
                <a:spcPts val="1000"/>
              </a:spcAft>
              <a:buClr>
                <a:schemeClr val="lt2"/>
              </a:buClr>
              <a:buSzPts val="800"/>
              <a:buNone/>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2 Columns ">
  <p:cSld name="Body 2 Columns _1">
    <p:spTree>
      <p:nvGrpSpPr>
        <p:cNvPr id="988" name="Shape 988"/>
        <p:cNvGrpSpPr/>
        <p:nvPr/>
      </p:nvGrpSpPr>
      <p:grpSpPr>
        <a:xfrm>
          <a:off x="0" y="0"/>
          <a:ext cx="0" cy="0"/>
          <a:chOff x="0" y="0"/>
          <a:chExt cx="0" cy="0"/>
        </a:xfrm>
      </p:grpSpPr>
      <p:sp>
        <p:nvSpPr>
          <p:cNvPr id="989" name="Google Shape;989;p223"/>
          <p:cNvSpPr txBox="1"/>
          <p:nvPr>
            <p:ph idx="1" type="body"/>
          </p:nvPr>
        </p:nvSpPr>
        <p:spPr>
          <a:xfrm>
            <a:off x="571500" y="1905000"/>
            <a:ext cx="38838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100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90" name="Google Shape;990;p223"/>
          <p:cNvSpPr txBox="1"/>
          <p:nvPr>
            <p:ph idx="2" type="body"/>
          </p:nvPr>
        </p:nvSpPr>
        <p:spPr>
          <a:xfrm>
            <a:off x="4688700" y="1905000"/>
            <a:ext cx="38838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100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991" name="Google Shape;991;p223"/>
          <p:cNvSpPr txBox="1"/>
          <p:nvPr>
            <p:ph type="title"/>
          </p:nvPr>
        </p:nvSpPr>
        <p:spPr>
          <a:xfrm>
            <a:off x="571500" y="1186500"/>
            <a:ext cx="8001000" cy="366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500"/>
              <a:buNone/>
              <a:defRPr sz="2000"/>
            </a:lvl1pPr>
            <a:lvl2pPr lvl="1" algn="l">
              <a:lnSpc>
                <a:spcPct val="115000"/>
              </a:lnSpc>
              <a:spcBef>
                <a:spcPts val="0"/>
              </a:spcBef>
              <a:spcAft>
                <a:spcPts val="0"/>
              </a:spcAft>
              <a:buSzPts val="1500"/>
              <a:buNone/>
              <a:defRPr sz="2000"/>
            </a:lvl2pPr>
            <a:lvl3pPr lvl="2" algn="l">
              <a:lnSpc>
                <a:spcPct val="115000"/>
              </a:lnSpc>
              <a:spcBef>
                <a:spcPts val="0"/>
              </a:spcBef>
              <a:spcAft>
                <a:spcPts val="0"/>
              </a:spcAft>
              <a:buSzPts val="1500"/>
              <a:buNone/>
              <a:defRPr sz="2000"/>
            </a:lvl3pPr>
            <a:lvl4pPr lvl="3" algn="l">
              <a:lnSpc>
                <a:spcPct val="115000"/>
              </a:lnSpc>
              <a:spcBef>
                <a:spcPts val="0"/>
              </a:spcBef>
              <a:spcAft>
                <a:spcPts val="0"/>
              </a:spcAft>
              <a:buSzPts val="1500"/>
              <a:buNone/>
              <a:defRPr sz="2000"/>
            </a:lvl4pPr>
            <a:lvl5pPr lvl="4" algn="l">
              <a:lnSpc>
                <a:spcPct val="115000"/>
              </a:lnSpc>
              <a:spcBef>
                <a:spcPts val="0"/>
              </a:spcBef>
              <a:spcAft>
                <a:spcPts val="0"/>
              </a:spcAft>
              <a:buSzPts val="1500"/>
              <a:buNone/>
              <a:defRPr sz="2000"/>
            </a:lvl5pPr>
            <a:lvl6pPr lvl="5" algn="l">
              <a:lnSpc>
                <a:spcPct val="115000"/>
              </a:lnSpc>
              <a:spcBef>
                <a:spcPts val="0"/>
              </a:spcBef>
              <a:spcAft>
                <a:spcPts val="0"/>
              </a:spcAft>
              <a:buSzPts val="1500"/>
              <a:buNone/>
              <a:defRPr sz="2000"/>
            </a:lvl6pPr>
            <a:lvl7pPr lvl="6" algn="l">
              <a:lnSpc>
                <a:spcPct val="115000"/>
              </a:lnSpc>
              <a:spcBef>
                <a:spcPts val="0"/>
              </a:spcBef>
              <a:spcAft>
                <a:spcPts val="0"/>
              </a:spcAft>
              <a:buSzPts val="1500"/>
              <a:buNone/>
              <a:defRPr sz="2000"/>
            </a:lvl7pPr>
            <a:lvl8pPr lvl="7" algn="l">
              <a:lnSpc>
                <a:spcPct val="115000"/>
              </a:lnSpc>
              <a:spcBef>
                <a:spcPts val="0"/>
              </a:spcBef>
              <a:spcAft>
                <a:spcPts val="0"/>
              </a:spcAft>
              <a:buSzPts val="1500"/>
              <a:buNone/>
              <a:defRPr sz="2000"/>
            </a:lvl8pPr>
            <a:lvl9pPr lvl="8" algn="l">
              <a:lnSpc>
                <a:spcPct val="115000"/>
              </a:lnSpc>
              <a:spcBef>
                <a:spcPts val="0"/>
              </a:spcBef>
              <a:spcAft>
                <a:spcPts val="0"/>
              </a:spcAft>
              <a:buSzPts val="1500"/>
              <a:buNone/>
              <a:defRPr sz="2000"/>
            </a:lvl9pPr>
          </a:lstStyle>
          <a:p/>
        </p:txBody>
      </p:sp>
      <p:sp>
        <p:nvSpPr>
          <p:cNvPr id="992" name="Google Shape;992;p223"/>
          <p:cNvSpPr txBox="1"/>
          <p:nvPr>
            <p:ph idx="3" type="subTitle"/>
          </p:nvPr>
        </p:nvSpPr>
        <p:spPr>
          <a:xfrm>
            <a:off x="571500" y="903181"/>
            <a:ext cx="4000500" cy="1770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2"/>
              </a:buClr>
              <a:buSzPts val="900"/>
              <a:buNone/>
              <a:defRPr b="1">
                <a:solidFill>
                  <a:schemeClr val="lt2"/>
                </a:solidFill>
              </a:defRPr>
            </a:lvl1pPr>
            <a:lvl2pPr lvl="1" algn="l">
              <a:lnSpc>
                <a:spcPct val="115000"/>
              </a:lnSpc>
              <a:spcBef>
                <a:spcPts val="1000"/>
              </a:spcBef>
              <a:spcAft>
                <a:spcPts val="0"/>
              </a:spcAft>
              <a:buClr>
                <a:schemeClr val="lt2"/>
              </a:buClr>
              <a:buSzPts val="900"/>
              <a:buNone/>
              <a:defRPr/>
            </a:lvl2pPr>
            <a:lvl3pPr lvl="2" algn="l">
              <a:lnSpc>
                <a:spcPct val="115000"/>
              </a:lnSpc>
              <a:spcBef>
                <a:spcPts val="1000"/>
              </a:spcBef>
              <a:spcAft>
                <a:spcPts val="0"/>
              </a:spcAft>
              <a:buClr>
                <a:schemeClr val="lt2"/>
              </a:buClr>
              <a:buSzPts val="800"/>
              <a:buNone/>
              <a:defRPr/>
            </a:lvl3pPr>
            <a:lvl4pPr lvl="3" algn="l">
              <a:lnSpc>
                <a:spcPct val="115000"/>
              </a:lnSpc>
              <a:spcBef>
                <a:spcPts val="1000"/>
              </a:spcBef>
              <a:spcAft>
                <a:spcPts val="0"/>
              </a:spcAft>
              <a:buClr>
                <a:schemeClr val="lt2"/>
              </a:buClr>
              <a:buSzPts val="800"/>
              <a:buNone/>
              <a:defRPr/>
            </a:lvl4pPr>
            <a:lvl5pPr lvl="4" algn="l">
              <a:lnSpc>
                <a:spcPct val="115000"/>
              </a:lnSpc>
              <a:spcBef>
                <a:spcPts val="1000"/>
              </a:spcBef>
              <a:spcAft>
                <a:spcPts val="0"/>
              </a:spcAft>
              <a:buClr>
                <a:schemeClr val="lt2"/>
              </a:buClr>
              <a:buSzPts val="800"/>
              <a:buNone/>
              <a:defRPr/>
            </a:lvl5pPr>
            <a:lvl6pPr lvl="5" algn="l">
              <a:lnSpc>
                <a:spcPct val="115000"/>
              </a:lnSpc>
              <a:spcBef>
                <a:spcPts val="1000"/>
              </a:spcBef>
              <a:spcAft>
                <a:spcPts val="0"/>
              </a:spcAft>
              <a:buClr>
                <a:schemeClr val="lt2"/>
              </a:buClr>
              <a:buSzPts val="800"/>
              <a:buNone/>
              <a:defRPr/>
            </a:lvl6pPr>
            <a:lvl7pPr lvl="6" algn="l">
              <a:lnSpc>
                <a:spcPct val="115000"/>
              </a:lnSpc>
              <a:spcBef>
                <a:spcPts val="1000"/>
              </a:spcBef>
              <a:spcAft>
                <a:spcPts val="0"/>
              </a:spcAft>
              <a:buClr>
                <a:schemeClr val="lt2"/>
              </a:buClr>
              <a:buSzPts val="800"/>
              <a:buNone/>
              <a:defRPr/>
            </a:lvl7pPr>
            <a:lvl8pPr lvl="7" algn="l">
              <a:lnSpc>
                <a:spcPct val="115000"/>
              </a:lnSpc>
              <a:spcBef>
                <a:spcPts val="1000"/>
              </a:spcBef>
              <a:spcAft>
                <a:spcPts val="0"/>
              </a:spcAft>
              <a:buClr>
                <a:schemeClr val="lt2"/>
              </a:buClr>
              <a:buSzPts val="800"/>
              <a:buNone/>
              <a:defRPr/>
            </a:lvl8pPr>
            <a:lvl9pPr lvl="8" algn="l">
              <a:lnSpc>
                <a:spcPct val="115000"/>
              </a:lnSpc>
              <a:spcBef>
                <a:spcPts val="1000"/>
              </a:spcBef>
              <a:spcAft>
                <a:spcPts val="1000"/>
              </a:spcAft>
              <a:buClr>
                <a:schemeClr val="lt2"/>
              </a:buClr>
              <a:buSzPts val="800"/>
              <a:buNone/>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993" name="Shape 993"/>
        <p:cNvGrpSpPr/>
        <p:nvPr/>
      </p:nvGrpSpPr>
      <p:grpSpPr>
        <a:xfrm>
          <a:off x="0" y="0"/>
          <a:ext cx="0" cy="0"/>
          <a:chOff x="0" y="0"/>
          <a:chExt cx="0" cy="0"/>
        </a:xfrm>
      </p:grpSpPr>
      <p:sp>
        <p:nvSpPr>
          <p:cNvPr id="994" name="Google Shape;994;p224"/>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995" name="Google Shape;995;p224"/>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996" name="Google Shape;996;p224"/>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marR="0" algn="l">
              <a:buClr>
                <a:schemeClr val="accent4"/>
              </a:buClr>
              <a:buSzPts val="900"/>
              <a:buFont typeface="Arial"/>
              <a:buNone/>
              <a:defRPr sz="900">
                <a:solidFill>
                  <a:schemeClr val="accent4"/>
                </a:solidFill>
                <a:latin typeface="Arial"/>
                <a:ea typeface="Arial"/>
                <a:cs typeface="Arial"/>
                <a:sym typeface="Arial"/>
              </a:defRPr>
            </a:lvl1pPr>
            <a:lvl2pPr indent="0" lvl="1" marL="0" marR="0" algn="l">
              <a:buClr>
                <a:schemeClr val="accent4"/>
              </a:buClr>
              <a:buSzPts val="900"/>
              <a:buFont typeface="Arial"/>
              <a:buNone/>
              <a:defRPr sz="900">
                <a:solidFill>
                  <a:schemeClr val="accent4"/>
                </a:solidFill>
                <a:latin typeface="Arial"/>
                <a:ea typeface="Arial"/>
                <a:cs typeface="Arial"/>
                <a:sym typeface="Arial"/>
              </a:defRPr>
            </a:lvl2pPr>
            <a:lvl3pPr indent="0" lvl="2" marL="0" marR="0" algn="l">
              <a:buClr>
                <a:schemeClr val="accent4"/>
              </a:buClr>
              <a:buSzPts val="900"/>
              <a:buFont typeface="Arial"/>
              <a:buNone/>
              <a:defRPr sz="900">
                <a:solidFill>
                  <a:schemeClr val="accent4"/>
                </a:solidFill>
                <a:latin typeface="Arial"/>
                <a:ea typeface="Arial"/>
                <a:cs typeface="Arial"/>
                <a:sym typeface="Arial"/>
              </a:defRPr>
            </a:lvl3pPr>
            <a:lvl4pPr indent="0" lvl="3" marL="0" marR="0" algn="l">
              <a:buClr>
                <a:schemeClr val="accent4"/>
              </a:buClr>
              <a:buSzPts val="900"/>
              <a:buFont typeface="Arial"/>
              <a:buNone/>
              <a:defRPr sz="900">
                <a:solidFill>
                  <a:schemeClr val="accent4"/>
                </a:solidFill>
                <a:latin typeface="Arial"/>
                <a:ea typeface="Arial"/>
                <a:cs typeface="Arial"/>
                <a:sym typeface="Arial"/>
              </a:defRPr>
            </a:lvl4pPr>
            <a:lvl5pPr indent="0" lvl="4" marL="0" marR="0" algn="l">
              <a:buClr>
                <a:schemeClr val="accent4"/>
              </a:buClr>
              <a:buSzPts val="900"/>
              <a:buFont typeface="Arial"/>
              <a:buNone/>
              <a:defRPr sz="900">
                <a:solidFill>
                  <a:schemeClr val="accent4"/>
                </a:solidFill>
                <a:latin typeface="Arial"/>
                <a:ea typeface="Arial"/>
                <a:cs typeface="Arial"/>
                <a:sym typeface="Arial"/>
              </a:defRPr>
            </a:lvl5pPr>
            <a:lvl6pPr indent="0" lvl="5" marL="0" marR="0" algn="l">
              <a:buClr>
                <a:schemeClr val="accent4"/>
              </a:buClr>
              <a:buSzPts val="900"/>
              <a:buFont typeface="Arial"/>
              <a:buNone/>
              <a:defRPr sz="900">
                <a:solidFill>
                  <a:schemeClr val="accent4"/>
                </a:solidFill>
                <a:latin typeface="Arial"/>
                <a:ea typeface="Arial"/>
                <a:cs typeface="Arial"/>
                <a:sym typeface="Arial"/>
              </a:defRPr>
            </a:lvl6pPr>
            <a:lvl7pPr indent="0" lvl="6" marL="0" marR="0" algn="l">
              <a:buClr>
                <a:schemeClr val="accent4"/>
              </a:buClr>
              <a:buSzPts val="900"/>
              <a:buFont typeface="Arial"/>
              <a:buNone/>
              <a:defRPr sz="900">
                <a:solidFill>
                  <a:schemeClr val="accent4"/>
                </a:solidFill>
                <a:latin typeface="Arial"/>
                <a:ea typeface="Arial"/>
                <a:cs typeface="Arial"/>
                <a:sym typeface="Arial"/>
              </a:defRPr>
            </a:lvl7pPr>
            <a:lvl8pPr indent="0" lvl="7" marL="0" marR="0" algn="l">
              <a:buClr>
                <a:schemeClr val="accent4"/>
              </a:buClr>
              <a:buSzPts val="900"/>
              <a:buFont typeface="Arial"/>
              <a:buNone/>
              <a:defRPr sz="900">
                <a:solidFill>
                  <a:schemeClr val="accent4"/>
                </a:solidFill>
                <a:latin typeface="Arial"/>
                <a:ea typeface="Arial"/>
                <a:cs typeface="Arial"/>
                <a:sym typeface="Arial"/>
              </a:defRPr>
            </a:lvl8pPr>
            <a:lvl9pPr indent="0" lvl="8" marL="0" marR="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1">
    <p:spTree>
      <p:nvGrpSpPr>
        <p:cNvPr id="997" name="Shape 997"/>
        <p:cNvGrpSpPr/>
        <p:nvPr/>
      </p:nvGrpSpPr>
      <p:grpSpPr>
        <a:xfrm>
          <a:off x="0" y="0"/>
          <a:ext cx="0" cy="0"/>
          <a:chOff x="0" y="0"/>
          <a:chExt cx="0" cy="0"/>
        </a:xfrm>
      </p:grpSpPr>
      <p:sp>
        <p:nvSpPr>
          <p:cNvPr id="998" name="Google Shape;998;p225"/>
          <p:cNvSpPr txBox="1"/>
          <p:nvPr>
            <p:ph type="title"/>
          </p:nvPr>
        </p:nvSpPr>
        <p:spPr>
          <a:xfrm>
            <a:off x="571500" y="1186500"/>
            <a:ext cx="8001000" cy="366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99" name="Google Shape;999;p225"/>
          <p:cNvSpPr txBox="1"/>
          <p:nvPr>
            <p:ph idx="1" type="subTitle"/>
          </p:nvPr>
        </p:nvSpPr>
        <p:spPr>
          <a:xfrm>
            <a:off x="571500" y="889000"/>
            <a:ext cx="4000500" cy="2052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2"/>
              </a:buClr>
              <a:buSzPts val="1200"/>
              <a:buNone/>
              <a:defRPr b="1">
                <a:solidFill>
                  <a:schemeClr val="lt2"/>
                </a:solidFill>
              </a:defRPr>
            </a:lvl1pPr>
            <a:lvl2pPr lvl="1" algn="l">
              <a:lnSpc>
                <a:spcPct val="115000"/>
              </a:lnSpc>
              <a:spcBef>
                <a:spcPts val="1000"/>
              </a:spcBef>
              <a:spcAft>
                <a:spcPts val="0"/>
              </a:spcAft>
              <a:buClr>
                <a:schemeClr val="lt2"/>
              </a:buClr>
              <a:buSzPts val="1200"/>
              <a:buNone/>
              <a:defRPr/>
            </a:lvl2pPr>
            <a:lvl3pPr lvl="2" algn="l">
              <a:lnSpc>
                <a:spcPct val="115000"/>
              </a:lnSpc>
              <a:spcBef>
                <a:spcPts val="1000"/>
              </a:spcBef>
              <a:spcAft>
                <a:spcPts val="0"/>
              </a:spcAft>
              <a:buClr>
                <a:schemeClr val="lt2"/>
              </a:buClr>
              <a:buSzPts val="1000"/>
              <a:buNone/>
              <a:defRPr/>
            </a:lvl3pPr>
            <a:lvl4pPr lvl="3" algn="l">
              <a:lnSpc>
                <a:spcPct val="115000"/>
              </a:lnSpc>
              <a:spcBef>
                <a:spcPts val="1000"/>
              </a:spcBef>
              <a:spcAft>
                <a:spcPts val="0"/>
              </a:spcAft>
              <a:buClr>
                <a:schemeClr val="lt2"/>
              </a:buClr>
              <a:buSzPts val="1000"/>
              <a:buNone/>
              <a:defRPr/>
            </a:lvl4pPr>
            <a:lvl5pPr lvl="4" algn="l">
              <a:lnSpc>
                <a:spcPct val="115000"/>
              </a:lnSpc>
              <a:spcBef>
                <a:spcPts val="1000"/>
              </a:spcBef>
              <a:spcAft>
                <a:spcPts val="0"/>
              </a:spcAft>
              <a:buClr>
                <a:schemeClr val="lt2"/>
              </a:buClr>
              <a:buSzPts val="1000"/>
              <a:buNone/>
              <a:defRPr/>
            </a:lvl5pPr>
            <a:lvl6pPr lvl="5" algn="l">
              <a:lnSpc>
                <a:spcPct val="115000"/>
              </a:lnSpc>
              <a:spcBef>
                <a:spcPts val="1000"/>
              </a:spcBef>
              <a:spcAft>
                <a:spcPts val="0"/>
              </a:spcAft>
              <a:buClr>
                <a:schemeClr val="lt2"/>
              </a:buClr>
              <a:buSzPts val="1000"/>
              <a:buNone/>
              <a:defRPr/>
            </a:lvl6pPr>
            <a:lvl7pPr lvl="6" algn="l">
              <a:lnSpc>
                <a:spcPct val="115000"/>
              </a:lnSpc>
              <a:spcBef>
                <a:spcPts val="1000"/>
              </a:spcBef>
              <a:spcAft>
                <a:spcPts val="0"/>
              </a:spcAft>
              <a:buClr>
                <a:schemeClr val="lt2"/>
              </a:buClr>
              <a:buSzPts val="1000"/>
              <a:buNone/>
              <a:defRPr/>
            </a:lvl7pPr>
            <a:lvl8pPr lvl="7" algn="l">
              <a:lnSpc>
                <a:spcPct val="115000"/>
              </a:lnSpc>
              <a:spcBef>
                <a:spcPts val="1000"/>
              </a:spcBef>
              <a:spcAft>
                <a:spcPts val="0"/>
              </a:spcAft>
              <a:buClr>
                <a:schemeClr val="lt2"/>
              </a:buClr>
              <a:buSzPts val="1000"/>
              <a:buNone/>
              <a:defRPr/>
            </a:lvl8pPr>
            <a:lvl9pPr lvl="8" algn="l">
              <a:lnSpc>
                <a:spcPct val="115000"/>
              </a:lnSpc>
              <a:spcBef>
                <a:spcPts val="1000"/>
              </a:spcBef>
              <a:spcAft>
                <a:spcPts val="1000"/>
              </a:spcAft>
              <a:buClr>
                <a:schemeClr val="lt2"/>
              </a:buClr>
              <a:buSzPts val="1000"/>
              <a:buNone/>
              <a:defRPr/>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Half screen quote">
    <p:spTree>
      <p:nvGrpSpPr>
        <p:cNvPr id="1000" name="Shape 1000"/>
        <p:cNvGrpSpPr/>
        <p:nvPr/>
      </p:nvGrpSpPr>
      <p:grpSpPr>
        <a:xfrm>
          <a:off x="0" y="0"/>
          <a:ext cx="0" cy="0"/>
          <a:chOff x="0" y="0"/>
          <a:chExt cx="0" cy="0"/>
        </a:xfrm>
      </p:grpSpPr>
      <p:sp>
        <p:nvSpPr>
          <p:cNvPr id="1001" name="Google Shape;1001;p226"/>
          <p:cNvSpPr txBox="1"/>
          <p:nvPr>
            <p:ph type="title"/>
          </p:nvPr>
        </p:nvSpPr>
        <p:spPr>
          <a:xfrm>
            <a:off x="5139900" y="2026361"/>
            <a:ext cx="3089700" cy="2754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lt1"/>
              </a:buClr>
              <a:buSzPts val="1100"/>
              <a:buFont typeface="Poppins SemiBold"/>
              <a:buNone/>
              <a:defRPr b="0" sz="1400">
                <a:solidFill>
                  <a:schemeClr val="l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002" name="Google Shape;1002;p226"/>
          <p:cNvSpPr txBox="1"/>
          <p:nvPr>
            <p:ph idx="2"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1003" name="Google Shape;1003;p226"/>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004" name="Google Shape;1004;p226"/>
          <p:cNvSpPr txBox="1"/>
          <p:nvPr>
            <p:ph idx="3" type="title"/>
          </p:nvPr>
        </p:nvSpPr>
        <p:spPr>
          <a:xfrm>
            <a:off x="5139900" y="4564667"/>
            <a:ext cx="3089700" cy="196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lt1"/>
              </a:buClr>
              <a:buSzPts val="800"/>
              <a:buFont typeface="Poppins SemiBold"/>
              <a:buNone/>
              <a:defRPr b="0" sz="1000">
                <a:solidFill>
                  <a:schemeClr val="l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005" name="Google Shape;1005;p226"/>
          <p:cNvSpPr txBox="1"/>
          <p:nvPr>
            <p:ph idx="4" type="body"/>
          </p:nvPr>
        </p:nvSpPr>
        <p:spPr>
          <a:xfrm>
            <a:off x="5139900" y="4822333"/>
            <a:ext cx="3089700" cy="257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Lato"/>
              <a:buChar char="●"/>
              <a:defRPr sz="1000">
                <a:solidFill>
                  <a:schemeClr val="lt1"/>
                </a:solidFill>
                <a:latin typeface="Lato"/>
                <a:ea typeface="Lato"/>
                <a:cs typeface="Lato"/>
                <a:sym typeface="Lato"/>
              </a:defRPr>
            </a:lvl1pPr>
            <a:lvl2pPr indent="-279400" lvl="1" marL="914400" algn="l">
              <a:lnSpc>
                <a:spcPct val="115000"/>
              </a:lnSpc>
              <a:spcBef>
                <a:spcPts val="1000"/>
              </a:spcBef>
              <a:spcAft>
                <a:spcPts val="0"/>
              </a:spcAft>
              <a:buClr>
                <a:schemeClr val="lt1"/>
              </a:buClr>
              <a:buSzPts val="800"/>
              <a:buFont typeface="Lato"/>
              <a:buChar char="○"/>
              <a:defRPr sz="1000">
                <a:solidFill>
                  <a:schemeClr val="lt1"/>
                </a:solidFill>
                <a:latin typeface="Lato"/>
                <a:ea typeface="Lato"/>
                <a:cs typeface="Lato"/>
                <a:sym typeface="Lato"/>
              </a:defRPr>
            </a:lvl2pPr>
            <a:lvl3pPr indent="-279400" lvl="2" marL="13716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3pPr>
            <a:lvl4pPr indent="-279400" lvl="3" marL="18288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4pPr>
            <a:lvl5pPr indent="-279400" lvl="4" marL="22860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5pPr>
            <a:lvl6pPr indent="-279400" lvl="5" marL="27432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6pPr>
            <a:lvl7pPr indent="-279400" lvl="6" marL="32004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7pPr>
            <a:lvl8pPr indent="-279400" lvl="7" marL="36576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8pPr>
            <a:lvl9pPr indent="-279400" lvl="8" marL="4114800" algn="l">
              <a:lnSpc>
                <a:spcPct val="115000"/>
              </a:lnSpc>
              <a:spcBef>
                <a:spcPts val="1000"/>
              </a:spcBef>
              <a:spcAft>
                <a:spcPts val="1000"/>
              </a:spcAft>
              <a:buClr>
                <a:schemeClr val="lt1"/>
              </a:buClr>
              <a:buSzPts val="800"/>
              <a:buFont typeface="Lato"/>
              <a:buChar char="■"/>
              <a:defRPr>
                <a:solidFill>
                  <a:schemeClr val="lt1"/>
                </a:solidFill>
                <a:latin typeface="Lato"/>
                <a:ea typeface="Lato"/>
                <a:cs typeface="Lato"/>
                <a:sym typeface="Lato"/>
              </a:defRPr>
            </a:lvl9pPr>
          </a:lstStyle>
          <a:p/>
        </p:txBody>
      </p:sp>
      <p:sp>
        <p:nvSpPr>
          <p:cNvPr id="1006" name="Google Shape;1006;p226"/>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sz="900">
                <a:solidFill>
                  <a:schemeClr val="accent4"/>
                </a:solidFill>
                <a:latin typeface="Arial"/>
                <a:ea typeface="Arial"/>
                <a:cs typeface="Arial"/>
                <a:sym typeface="Arial"/>
              </a:defRPr>
            </a:lvl1pPr>
            <a:lvl2pPr indent="0" lvl="1" marL="0" algn="l">
              <a:buClr>
                <a:schemeClr val="accent4"/>
              </a:buClr>
              <a:buSzPts val="900"/>
              <a:buFont typeface="Arial"/>
              <a:buNone/>
              <a:defRPr sz="900">
                <a:solidFill>
                  <a:schemeClr val="accent4"/>
                </a:solidFill>
                <a:latin typeface="Arial"/>
                <a:ea typeface="Arial"/>
                <a:cs typeface="Arial"/>
                <a:sym typeface="Arial"/>
              </a:defRPr>
            </a:lvl2pPr>
            <a:lvl3pPr indent="0" lvl="2" marL="0" algn="l">
              <a:buClr>
                <a:schemeClr val="accent4"/>
              </a:buClr>
              <a:buSzPts val="900"/>
              <a:buFont typeface="Arial"/>
              <a:buNone/>
              <a:defRPr sz="900">
                <a:solidFill>
                  <a:schemeClr val="accent4"/>
                </a:solidFill>
                <a:latin typeface="Arial"/>
                <a:ea typeface="Arial"/>
                <a:cs typeface="Arial"/>
                <a:sym typeface="Arial"/>
              </a:defRPr>
            </a:lvl3pPr>
            <a:lvl4pPr indent="0" lvl="3" marL="0" algn="l">
              <a:buClr>
                <a:schemeClr val="accent4"/>
              </a:buClr>
              <a:buSzPts val="900"/>
              <a:buFont typeface="Arial"/>
              <a:buNone/>
              <a:defRPr sz="900">
                <a:solidFill>
                  <a:schemeClr val="accent4"/>
                </a:solidFill>
                <a:latin typeface="Arial"/>
                <a:ea typeface="Arial"/>
                <a:cs typeface="Arial"/>
                <a:sym typeface="Arial"/>
              </a:defRPr>
            </a:lvl4pPr>
            <a:lvl5pPr indent="0" lvl="4" marL="0" algn="l">
              <a:buClr>
                <a:schemeClr val="accent4"/>
              </a:buClr>
              <a:buSzPts val="900"/>
              <a:buFont typeface="Arial"/>
              <a:buNone/>
              <a:defRPr sz="900">
                <a:solidFill>
                  <a:schemeClr val="accent4"/>
                </a:solidFill>
                <a:latin typeface="Arial"/>
                <a:ea typeface="Arial"/>
                <a:cs typeface="Arial"/>
                <a:sym typeface="Arial"/>
              </a:defRPr>
            </a:lvl5pPr>
            <a:lvl6pPr indent="0" lvl="5" marL="0" algn="l">
              <a:buClr>
                <a:schemeClr val="accent4"/>
              </a:buClr>
              <a:buSzPts val="900"/>
              <a:buFont typeface="Arial"/>
              <a:buNone/>
              <a:defRPr sz="900">
                <a:solidFill>
                  <a:schemeClr val="accent4"/>
                </a:solidFill>
                <a:latin typeface="Arial"/>
                <a:ea typeface="Arial"/>
                <a:cs typeface="Arial"/>
                <a:sym typeface="Arial"/>
              </a:defRPr>
            </a:lvl6pPr>
            <a:lvl7pPr indent="0" lvl="6" marL="0" algn="l">
              <a:buClr>
                <a:schemeClr val="accent4"/>
              </a:buClr>
              <a:buSzPts val="900"/>
              <a:buFont typeface="Arial"/>
              <a:buNone/>
              <a:defRPr sz="900">
                <a:solidFill>
                  <a:schemeClr val="accent4"/>
                </a:solidFill>
                <a:latin typeface="Arial"/>
                <a:ea typeface="Arial"/>
                <a:cs typeface="Arial"/>
                <a:sym typeface="Arial"/>
              </a:defRPr>
            </a:lvl7pPr>
            <a:lvl8pPr indent="0" lvl="7" marL="0" algn="l">
              <a:buClr>
                <a:schemeClr val="accent4"/>
              </a:buClr>
              <a:buSzPts val="900"/>
              <a:buFont typeface="Arial"/>
              <a:buNone/>
              <a:defRPr sz="900">
                <a:solidFill>
                  <a:schemeClr val="accent4"/>
                </a:solidFill>
                <a:latin typeface="Arial"/>
                <a:ea typeface="Arial"/>
                <a:cs typeface="Arial"/>
                <a:sym typeface="Arial"/>
              </a:defRPr>
            </a:lvl8pPr>
            <a:lvl9pPr indent="0" lvl="8" marL="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pos="3888">
          <p15:clr>
            <a:srgbClr val="E46962"/>
          </p15:clr>
        </p15:guide>
      </p15:sldGuideLst>
    </p:ext>
  </p:extLst>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1007" name="Shape 1007"/>
        <p:cNvGrpSpPr/>
        <p:nvPr/>
      </p:nvGrpSpPr>
      <p:grpSpPr>
        <a:xfrm>
          <a:off x="0" y="0"/>
          <a:ext cx="0" cy="0"/>
          <a:chOff x="0" y="0"/>
          <a:chExt cx="0" cy="0"/>
        </a:xfrm>
      </p:grpSpPr>
      <p:sp>
        <p:nvSpPr>
          <p:cNvPr id="1008" name="Google Shape;1008;p227"/>
          <p:cNvSpPr/>
          <p:nvPr/>
        </p:nvSpPr>
        <p:spPr>
          <a:xfrm>
            <a:off x="6766675" y="313611"/>
            <a:ext cx="2099700" cy="33423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1"/>
              </a:solidFill>
              <a:latin typeface="Arimo"/>
              <a:ea typeface="Arimo"/>
              <a:cs typeface="Arimo"/>
              <a:sym typeface="Arimo"/>
            </a:endParaRPr>
          </a:p>
        </p:txBody>
      </p:sp>
      <p:sp>
        <p:nvSpPr>
          <p:cNvPr id="1009" name="Google Shape;1009;p227"/>
          <p:cNvSpPr/>
          <p:nvPr/>
        </p:nvSpPr>
        <p:spPr>
          <a:xfrm>
            <a:off x="277425" y="3793361"/>
            <a:ext cx="3513600" cy="16086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1"/>
              </a:solidFill>
              <a:latin typeface="Arimo"/>
              <a:ea typeface="Arimo"/>
              <a:cs typeface="Arimo"/>
              <a:sym typeface="Arimo"/>
            </a:endParaRPr>
          </a:p>
        </p:txBody>
      </p:sp>
      <p:sp>
        <p:nvSpPr>
          <p:cNvPr id="1010" name="Google Shape;1010;p227"/>
          <p:cNvSpPr/>
          <p:nvPr/>
        </p:nvSpPr>
        <p:spPr>
          <a:xfrm>
            <a:off x="5298000" y="2048333"/>
            <a:ext cx="1350600" cy="16086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1011" name="Google Shape;1011;p227"/>
          <p:cNvSpPr/>
          <p:nvPr/>
        </p:nvSpPr>
        <p:spPr>
          <a:xfrm rot="-5400000">
            <a:off x="5545975" y="2324944"/>
            <a:ext cx="629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2"/>
              </a:solidFill>
              <a:latin typeface="Arimo"/>
              <a:ea typeface="Arimo"/>
              <a:cs typeface="Arimo"/>
              <a:sym typeface="Arimo"/>
            </a:endParaRPr>
          </a:p>
        </p:txBody>
      </p:sp>
      <p:sp>
        <p:nvSpPr>
          <p:cNvPr id="1012" name="Google Shape;1012;p227"/>
          <p:cNvSpPr/>
          <p:nvPr/>
        </p:nvSpPr>
        <p:spPr>
          <a:xfrm>
            <a:off x="5426850" y="2437861"/>
            <a:ext cx="1092900" cy="6372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1013" name="Google Shape;1013;p227"/>
          <p:cNvSpPr/>
          <p:nvPr>
            <p:ph idx="2" type="pic"/>
          </p:nvPr>
        </p:nvSpPr>
        <p:spPr>
          <a:xfrm>
            <a:off x="3910200" y="3786750"/>
            <a:ext cx="3486300" cy="1608600"/>
          </a:xfrm>
          <a:prstGeom prst="roundRect">
            <a:avLst>
              <a:gd fmla="val 16397" name="adj"/>
            </a:avLst>
          </a:prstGeom>
          <a:noFill/>
          <a:ln>
            <a:noFill/>
          </a:ln>
        </p:spPr>
      </p:sp>
      <p:sp>
        <p:nvSpPr>
          <p:cNvPr id="1014" name="Google Shape;1014;p227"/>
          <p:cNvSpPr/>
          <p:nvPr>
            <p:ph idx="3" type="pic"/>
          </p:nvPr>
        </p:nvSpPr>
        <p:spPr>
          <a:xfrm>
            <a:off x="277500" y="308333"/>
            <a:ext cx="2765700" cy="3348600"/>
          </a:xfrm>
          <a:prstGeom prst="roundRect">
            <a:avLst>
              <a:gd fmla="val 8721" name="adj"/>
            </a:avLst>
          </a:prstGeom>
          <a:noFill/>
          <a:ln>
            <a:noFill/>
          </a:ln>
        </p:spPr>
      </p:sp>
      <p:sp>
        <p:nvSpPr>
          <p:cNvPr id="1015" name="Google Shape;1015;p227"/>
          <p:cNvSpPr/>
          <p:nvPr>
            <p:ph idx="4" type="pic"/>
          </p:nvPr>
        </p:nvSpPr>
        <p:spPr>
          <a:xfrm>
            <a:off x="3161225" y="308333"/>
            <a:ext cx="1350600" cy="1608600"/>
          </a:xfrm>
          <a:prstGeom prst="roundRect">
            <a:avLst>
              <a:gd fmla="val 15267" name="adj"/>
            </a:avLst>
          </a:prstGeom>
          <a:noFill/>
          <a:ln>
            <a:noFill/>
          </a:ln>
        </p:spPr>
      </p:sp>
      <p:sp>
        <p:nvSpPr>
          <p:cNvPr id="1016" name="Google Shape;1016;p227"/>
          <p:cNvSpPr/>
          <p:nvPr>
            <p:ph idx="5" type="pic"/>
          </p:nvPr>
        </p:nvSpPr>
        <p:spPr>
          <a:xfrm>
            <a:off x="6883575" y="443944"/>
            <a:ext cx="1866000" cy="3083400"/>
          </a:xfrm>
          <a:prstGeom prst="roundRect">
            <a:avLst>
              <a:gd fmla="val 9097" name="adj"/>
            </a:avLst>
          </a:prstGeom>
          <a:noFill/>
          <a:ln>
            <a:noFill/>
          </a:ln>
        </p:spPr>
      </p:sp>
      <p:sp>
        <p:nvSpPr>
          <p:cNvPr id="1017" name="Google Shape;1017;p227"/>
          <p:cNvSpPr/>
          <p:nvPr>
            <p:ph idx="6" type="pic"/>
          </p:nvPr>
        </p:nvSpPr>
        <p:spPr>
          <a:xfrm>
            <a:off x="7516025" y="3786333"/>
            <a:ext cx="1350600" cy="1608600"/>
          </a:xfrm>
          <a:prstGeom prst="roundRect">
            <a:avLst>
              <a:gd fmla="val 16397" name="adj"/>
            </a:avLst>
          </a:prstGeom>
          <a:noFill/>
          <a:ln>
            <a:noFill/>
          </a:ln>
        </p:spPr>
      </p:sp>
      <p:sp>
        <p:nvSpPr>
          <p:cNvPr id="1018" name="Google Shape;1018;p227"/>
          <p:cNvSpPr/>
          <p:nvPr>
            <p:ph idx="7" type="pic"/>
          </p:nvPr>
        </p:nvSpPr>
        <p:spPr>
          <a:xfrm>
            <a:off x="394425" y="3920528"/>
            <a:ext cx="3279600" cy="1354200"/>
          </a:xfrm>
          <a:prstGeom prst="roundRect">
            <a:avLst>
              <a:gd fmla="val 11412" name="adj"/>
            </a:avLst>
          </a:prstGeom>
          <a:noFill/>
          <a:ln>
            <a:noFill/>
          </a:ln>
        </p:spPr>
      </p:sp>
      <p:sp>
        <p:nvSpPr>
          <p:cNvPr id="1019" name="Google Shape;1019;p227"/>
          <p:cNvSpPr/>
          <p:nvPr/>
        </p:nvSpPr>
        <p:spPr>
          <a:xfrm>
            <a:off x="3161225" y="2047333"/>
            <a:ext cx="2018700" cy="16086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1"/>
              </a:solidFill>
              <a:latin typeface="Arimo"/>
              <a:ea typeface="Arimo"/>
              <a:cs typeface="Arimo"/>
              <a:sym typeface="Arimo"/>
            </a:endParaRPr>
          </a:p>
        </p:txBody>
      </p:sp>
      <p:sp>
        <p:nvSpPr>
          <p:cNvPr id="1020" name="Google Shape;1020;p227"/>
          <p:cNvSpPr/>
          <p:nvPr/>
        </p:nvSpPr>
        <p:spPr>
          <a:xfrm>
            <a:off x="4629850" y="310334"/>
            <a:ext cx="2018700" cy="1608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dk1"/>
              </a:solidFill>
              <a:latin typeface="Arimo"/>
              <a:ea typeface="Arimo"/>
              <a:cs typeface="Arimo"/>
              <a:sym typeface="Arimo"/>
            </a:endParaRPr>
          </a:p>
        </p:txBody>
      </p:sp>
      <p:cxnSp>
        <p:nvCxnSpPr>
          <p:cNvPr id="1021" name="Google Shape;1021;p227"/>
          <p:cNvCxnSpPr>
            <a:stCxn id="1019" idx="1"/>
            <a:endCxn id="1019" idx="3"/>
          </p:cNvCxnSpPr>
          <p:nvPr/>
        </p:nvCxnSpPr>
        <p:spPr>
          <a:xfrm>
            <a:off x="3161225" y="2851633"/>
            <a:ext cx="2018700" cy="0"/>
          </a:xfrm>
          <a:prstGeom prst="straightConnector1">
            <a:avLst/>
          </a:prstGeom>
          <a:noFill/>
          <a:ln cap="flat" cmpd="sng" w="9525">
            <a:solidFill>
              <a:schemeClr val="accent3"/>
            </a:solidFill>
            <a:prstDash val="solid"/>
            <a:round/>
            <a:headEnd len="med" w="med" type="none"/>
            <a:tailEnd len="med" w="med" type="none"/>
          </a:ln>
        </p:spPr>
      </p:cxnSp>
      <p:sp>
        <p:nvSpPr>
          <p:cNvPr id="1022" name="Google Shape;1022;p227"/>
          <p:cNvSpPr txBox="1"/>
          <p:nvPr>
            <p:ph idx="1" type="subTitle"/>
          </p:nvPr>
        </p:nvSpPr>
        <p:spPr>
          <a:xfrm>
            <a:off x="394425" y="4505722"/>
            <a:ext cx="3279600" cy="6372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800"/>
              </a:spcBef>
              <a:spcAft>
                <a:spcPts val="0"/>
              </a:spcAft>
              <a:buNone/>
              <a:defRPr sz="1500">
                <a:solidFill>
                  <a:schemeClr val="lt1"/>
                </a:solidFill>
                <a:latin typeface="Arimo"/>
                <a:ea typeface="Arimo"/>
                <a:cs typeface="Arimo"/>
                <a:sym typeface="Arimo"/>
              </a:defRPr>
            </a:lvl2pPr>
            <a:lvl3pPr lvl="2">
              <a:lnSpc>
                <a:spcPct val="90000"/>
              </a:lnSpc>
              <a:spcBef>
                <a:spcPts val="800"/>
              </a:spcBef>
              <a:spcAft>
                <a:spcPts val="0"/>
              </a:spcAft>
              <a:buNone/>
              <a:defRPr sz="1500">
                <a:solidFill>
                  <a:schemeClr val="lt1"/>
                </a:solidFill>
                <a:latin typeface="Arimo"/>
                <a:ea typeface="Arimo"/>
                <a:cs typeface="Arimo"/>
                <a:sym typeface="Arimo"/>
              </a:defRPr>
            </a:lvl3pPr>
            <a:lvl4pPr lvl="3">
              <a:lnSpc>
                <a:spcPct val="90000"/>
              </a:lnSpc>
              <a:spcBef>
                <a:spcPts val="800"/>
              </a:spcBef>
              <a:spcAft>
                <a:spcPts val="0"/>
              </a:spcAft>
              <a:buNone/>
              <a:defRPr sz="1500">
                <a:solidFill>
                  <a:schemeClr val="lt1"/>
                </a:solidFill>
                <a:latin typeface="Arimo"/>
                <a:ea typeface="Arimo"/>
                <a:cs typeface="Arimo"/>
                <a:sym typeface="Arimo"/>
              </a:defRPr>
            </a:lvl4pPr>
            <a:lvl5pPr lvl="4">
              <a:lnSpc>
                <a:spcPct val="90000"/>
              </a:lnSpc>
              <a:spcBef>
                <a:spcPts val="800"/>
              </a:spcBef>
              <a:spcAft>
                <a:spcPts val="0"/>
              </a:spcAft>
              <a:buNone/>
              <a:defRPr sz="1500">
                <a:solidFill>
                  <a:schemeClr val="lt1"/>
                </a:solidFill>
                <a:latin typeface="Arimo"/>
                <a:ea typeface="Arimo"/>
                <a:cs typeface="Arimo"/>
                <a:sym typeface="Arimo"/>
              </a:defRPr>
            </a:lvl5pPr>
            <a:lvl6pPr lvl="5">
              <a:lnSpc>
                <a:spcPct val="90000"/>
              </a:lnSpc>
              <a:spcBef>
                <a:spcPts val="800"/>
              </a:spcBef>
              <a:spcAft>
                <a:spcPts val="0"/>
              </a:spcAft>
              <a:buNone/>
              <a:defRPr sz="1500">
                <a:solidFill>
                  <a:schemeClr val="lt1"/>
                </a:solidFill>
                <a:latin typeface="Arimo"/>
                <a:ea typeface="Arimo"/>
                <a:cs typeface="Arimo"/>
                <a:sym typeface="Arimo"/>
              </a:defRPr>
            </a:lvl6pPr>
            <a:lvl7pPr lvl="6">
              <a:lnSpc>
                <a:spcPct val="90000"/>
              </a:lnSpc>
              <a:spcBef>
                <a:spcPts val="800"/>
              </a:spcBef>
              <a:spcAft>
                <a:spcPts val="0"/>
              </a:spcAft>
              <a:buNone/>
              <a:defRPr sz="1500">
                <a:solidFill>
                  <a:schemeClr val="lt1"/>
                </a:solidFill>
                <a:latin typeface="Arimo"/>
                <a:ea typeface="Arimo"/>
                <a:cs typeface="Arimo"/>
                <a:sym typeface="Arimo"/>
              </a:defRPr>
            </a:lvl7pPr>
            <a:lvl8pPr lvl="7">
              <a:lnSpc>
                <a:spcPct val="90000"/>
              </a:lnSpc>
              <a:spcBef>
                <a:spcPts val="800"/>
              </a:spcBef>
              <a:spcAft>
                <a:spcPts val="0"/>
              </a:spcAft>
              <a:buNone/>
              <a:defRPr sz="1500">
                <a:solidFill>
                  <a:schemeClr val="lt1"/>
                </a:solidFill>
                <a:latin typeface="Arimo"/>
                <a:ea typeface="Arimo"/>
                <a:cs typeface="Arimo"/>
                <a:sym typeface="Arimo"/>
              </a:defRPr>
            </a:lvl8pPr>
            <a:lvl9pPr lvl="8">
              <a:lnSpc>
                <a:spcPct val="90000"/>
              </a:lnSpc>
              <a:spcBef>
                <a:spcPts val="800"/>
              </a:spcBef>
              <a:spcAft>
                <a:spcPts val="800"/>
              </a:spcAft>
              <a:buNone/>
              <a:defRPr sz="1500">
                <a:solidFill>
                  <a:schemeClr val="lt1"/>
                </a:solidFill>
                <a:latin typeface="Arimo"/>
                <a:ea typeface="Arimo"/>
                <a:cs typeface="Arimo"/>
                <a:sym typeface="Arimo"/>
              </a:defRPr>
            </a:lvl9pPr>
          </a:lstStyle>
          <a:p/>
        </p:txBody>
      </p:sp>
      <p:sp>
        <p:nvSpPr>
          <p:cNvPr id="1023" name="Google Shape;1023;p227"/>
          <p:cNvSpPr txBox="1"/>
          <p:nvPr>
            <p:ph idx="8" type="subTitle"/>
          </p:nvPr>
        </p:nvSpPr>
        <p:spPr>
          <a:xfrm>
            <a:off x="6883575" y="673194"/>
            <a:ext cx="1866000" cy="637200"/>
          </a:xfrm>
          <a:prstGeom prst="rect">
            <a:avLst/>
          </a:prstGeom>
        </p:spPr>
        <p:txBody>
          <a:bodyPr anchorCtr="0" anchor="ctr" bIns="0" lIns="91425" spcFirstLastPara="1" rIns="91425" wrap="square" tIns="0">
            <a:sp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800"/>
              </a:spcBef>
              <a:spcAft>
                <a:spcPts val="0"/>
              </a:spcAft>
              <a:buNone/>
              <a:defRPr sz="1500">
                <a:solidFill>
                  <a:schemeClr val="lt2"/>
                </a:solidFill>
                <a:latin typeface="Arimo"/>
                <a:ea typeface="Arimo"/>
                <a:cs typeface="Arimo"/>
                <a:sym typeface="Arimo"/>
              </a:defRPr>
            </a:lvl2pPr>
            <a:lvl3pPr lvl="2">
              <a:lnSpc>
                <a:spcPct val="90000"/>
              </a:lnSpc>
              <a:spcBef>
                <a:spcPts val="800"/>
              </a:spcBef>
              <a:spcAft>
                <a:spcPts val="0"/>
              </a:spcAft>
              <a:buNone/>
              <a:defRPr sz="1500">
                <a:solidFill>
                  <a:schemeClr val="lt2"/>
                </a:solidFill>
                <a:latin typeface="Arimo"/>
                <a:ea typeface="Arimo"/>
                <a:cs typeface="Arimo"/>
                <a:sym typeface="Arimo"/>
              </a:defRPr>
            </a:lvl3pPr>
            <a:lvl4pPr lvl="3">
              <a:lnSpc>
                <a:spcPct val="90000"/>
              </a:lnSpc>
              <a:spcBef>
                <a:spcPts val="800"/>
              </a:spcBef>
              <a:spcAft>
                <a:spcPts val="0"/>
              </a:spcAft>
              <a:buNone/>
              <a:defRPr sz="1500">
                <a:solidFill>
                  <a:schemeClr val="lt2"/>
                </a:solidFill>
                <a:latin typeface="Arimo"/>
                <a:ea typeface="Arimo"/>
                <a:cs typeface="Arimo"/>
                <a:sym typeface="Arimo"/>
              </a:defRPr>
            </a:lvl4pPr>
            <a:lvl5pPr lvl="4">
              <a:lnSpc>
                <a:spcPct val="90000"/>
              </a:lnSpc>
              <a:spcBef>
                <a:spcPts val="800"/>
              </a:spcBef>
              <a:spcAft>
                <a:spcPts val="0"/>
              </a:spcAft>
              <a:buNone/>
              <a:defRPr sz="1500">
                <a:solidFill>
                  <a:schemeClr val="lt2"/>
                </a:solidFill>
                <a:latin typeface="Arimo"/>
                <a:ea typeface="Arimo"/>
                <a:cs typeface="Arimo"/>
                <a:sym typeface="Arimo"/>
              </a:defRPr>
            </a:lvl5pPr>
            <a:lvl6pPr lvl="5">
              <a:lnSpc>
                <a:spcPct val="90000"/>
              </a:lnSpc>
              <a:spcBef>
                <a:spcPts val="800"/>
              </a:spcBef>
              <a:spcAft>
                <a:spcPts val="0"/>
              </a:spcAft>
              <a:buNone/>
              <a:defRPr sz="1500">
                <a:solidFill>
                  <a:schemeClr val="lt2"/>
                </a:solidFill>
                <a:latin typeface="Arimo"/>
                <a:ea typeface="Arimo"/>
                <a:cs typeface="Arimo"/>
                <a:sym typeface="Arimo"/>
              </a:defRPr>
            </a:lvl6pPr>
            <a:lvl7pPr lvl="6">
              <a:lnSpc>
                <a:spcPct val="90000"/>
              </a:lnSpc>
              <a:spcBef>
                <a:spcPts val="800"/>
              </a:spcBef>
              <a:spcAft>
                <a:spcPts val="0"/>
              </a:spcAft>
              <a:buNone/>
              <a:defRPr sz="1500">
                <a:solidFill>
                  <a:schemeClr val="lt2"/>
                </a:solidFill>
                <a:latin typeface="Arimo"/>
                <a:ea typeface="Arimo"/>
                <a:cs typeface="Arimo"/>
                <a:sym typeface="Arimo"/>
              </a:defRPr>
            </a:lvl7pPr>
            <a:lvl8pPr lvl="7">
              <a:lnSpc>
                <a:spcPct val="90000"/>
              </a:lnSpc>
              <a:spcBef>
                <a:spcPts val="800"/>
              </a:spcBef>
              <a:spcAft>
                <a:spcPts val="0"/>
              </a:spcAft>
              <a:buNone/>
              <a:defRPr sz="1500">
                <a:solidFill>
                  <a:schemeClr val="lt2"/>
                </a:solidFill>
                <a:latin typeface="Arimo"/>
                <a:ea typeface="Arimo"/>
                <a:cs typeface="Arimo"/>
                <a:sym typeface="Arimo"/>
              </a:defRPr>
            </a:lvl8pPr>
            <a:lvl9pPr lvl="8">
              <a:lnSpc>
                <a:spcPct val="90000"/>
              </a:lnSpc>
              <a:spcBef>
                <a:spcPts val="800"/>
              </a:spcBef>
              <a:spcAft>
                <a:spcPts val="800"/>
              </a:spcAft>
              <a:buNone/>
              <a:defRPr sz="1500">
                <a:solidFill>
                  <a:schemeClr val="lt2"/>
                </a:solidFill>
                <a:latin typeface="Arimo"/>
                <a:ea typeface="Arimo"/>
                <a:cs typeface="Arimo"/>
                <a:sym typeface="Arimo"/>
              </a:defRPr>
            </a:lvl9pPr>
          </a:lstStyle>
          <a:p/>
        </p:txBody>
      </p:sp>
      <p:sp>
        <p:nvSpPr>
          <p:cNvPr id="1024" name="Google Shape;1024;p227"/>
          <p:cNvSpPr txBox="1"/>
          <p:nvPr>
            <p:ph idx="9" type="subTitle"/>
          </p:nvPr>
        </p:nvSpPr>
        <p:spPr>
          <a:xfrm>
            <a:off x="3910200" y="4199083"/>
            <a:ext cx="3486300" cy="783900"/>
          </a:xfrm>
          <a:prstGeom prst="rect">
            <a:avLst/>
          </a:prstGeom>
        </p:spPr>
        <p:txBody>
          <a:bodyPr anchorCtr="0" anchor="ctr" bIns="0" lIns="91425" spcFirstLastPara="1" rIns="91425" wrap="square" tIns="0">
            <a:sp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
        <p:nvSpPr>
          <p:cNvPr id="1025" name="Google Shape;1025;p227"/>
          <p:cNvSpPr txBox="1"/>
          <p:nvPr>
            <p:ph idx="13" type="subTitle"/>
          </p:nvPr>
        </p:nvSpPr>
        <p:spPr>
          <a:xfrm>
            <a:off x="291075" y="2857500"/>
            <a:ext cx="2765700" cy="7839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800"/>
              </a:spcBef>
              <a:spcAft>
                <a:spcPts val="0"/>
              </a:spcAft>
              <a:buNone/>
              <a:defRPr sz="2500">
                <a:solidFill>
                  <a:schemeClr val="lt1"/>
                </a:solidFill>
                <a:latin typeface="Arimo"/>
                <a:ea typeface="Arimo"/>
                <a:cs typeface="Arimo"/>
                <a:sym typeface="Arimo"/>
              </a:defRPr>
            </a:lvl2pPr>
            <a:lvl3pPr lvl="2">
              <a:lnSpc>
                <a:spcPct val="90000"/>
              </a:lnSpc>
              <a:spcBef>
                <a:spcPts val="800"/>
              </a:spcBef>
              <a:spcAft>
                <a:spcPts val="0"/>
              </a:spcAft>
              <a:buNone/>
              <a:defRPr sz="2500">
                <a:solidFill>
                  <a:schemeClr val="lt1"/>
                </a:solidFill>
                <a:latin typeface="Arimo"/>
                <a:ea typeface="Arimo"/>
                <a:cs typeface="Arimo"/>
                <a:sym typeface="Arimo"/>
              </a:defRPr>
            </a:lvl3pPr>
            <a:lvl4pPr lvl="3">
              <a:lnSpc>
                <a:spcPct val="90000"/>
              </a:lnSpc>
              <a:spcBef>
                <a:spcPts val="800"/>
              </a:spcBef>
              <a:spcAft>
                <a:spcPts val="0"/>
              </a:spcAft>
              <a:buNone/>
              <a:defRPr sz="2500">
                <a:solidFill>
                  <a:schemeClr val="lt1"/>
                </a:solidFill>
                <a:latin typeface="Arimo"/>
                <a:ea typeface="Arimo"/>
                <a:cs typeface="Arimo"/>
                <a:sym typeface="Arimo"/>
              </a:defRPr>
            </a:lvl4pPr>
            <a:lvl5pPr lvl="4">
              <a:lnSpc>
                <a:spcPct val="90000"/>
              </a:lnSpc>
              <a:spcBef>
                <a:spcPts val="800"/>
              </a:spcBef>
              <a:spcAft>
                <a:spcPts val="0"/>
              </a:spcAft>
              <a:buNone/>
              <a:defRPr sz="2500">
                <a:solidFill>
                  <a:schemeClr val="lt1"/>
                </a:solidFill>
                <a:latin typeface="Arimo"/>
                <a:ea typeface="Arimo"/>
                <a:cs typeface="Arimo"/>
                <a:sym typeface="Arimo"/>
              </a:defRPr>
            </a:lvl5pPr>
            <a:lvl6pPr lvl="5">
              <a:lnSpc>
                <a:spcPct val="90000"/>
              </a:lnSpc>
              <a:spcBef>
                <a:spcPts val="800"/>
              </a:spcBef>
              <a:spcAft>
                <a:spcPts val="0"/>
              </a:spcAft>
              <a:buNone/>
              <a:defRPr sz="2500">
                <a:solidFill>
                  <a:schemeClr val="lt1"/>
                </a:solidFill>
                <a:latin typeface="Arimo"/>
                <a:ea typeface="Arimo"/>
                <a:cs typeface="Arimo"/>
                <a:sym typeface="Arimo"/>
              </a:defRPr>
            </a:lvl6pPr>
            <a:lvl7pPr lvl="6">
              <a:lnSpc>
                <a:spcPct val="90000"/>
              </a:lnSpc>
              <a:spcBef>
                <a:spcPts val="800"/>
              </a:spcBef>
              <a:spcAft>
                <a:spcPts val="0"/>
              </a:spcAft>
              <a:buNone/>
              <a:defRPr sz="2500">
                <a:solidFill>
                  <a:schemeClr val="lt1"/>
                </a:solidFill>
                <a:latin typeface="Arimo"/>
                <a:ea typeface="Arimo"/>
                <a:cs typeface="Arimo"/>
                <a:sym typeface="Arimo"/>
              </a:defRPr>
            </a:lvl7pPr>
            <a:lvl8pPr lvl="7">
              <a:lnSpc>
                <a:spcPct val="90000"/>
              </a:lnSpc>
              <a:spcBef>
                <a:spcPts val="800"/>
              </a:spcBef>
              <a:spcAft>
                <a:spcPts val="0"/>
              </a:spcAft>
              <a:buNone/>
              <a:defRPr sz="2500">
                <a:solidFill>
                  <a:schemeClr val="lt1"/>
                </a:solidFill>
                <a:latin typeface="Arimo"/>
                <a:ea typeface="Arimo"/>
                <a:cs typeface="Arimo"/>
                <a:sym typeface="Arimo"/>
              </a:defRPr>
            </a:lvl8pPr>
            <a:lvl9pPr lvl="8">
              <a:lnSpc>
                <a:spcPct val="90000"/>
              </a:lnSpc>
              <a:spcBef>
                <a:spcPts val="800"/>
              </a:spcBef>
              <a:spcAft>
                <a:spcPts val="800"/>
              </a:spcAft>
              <a:buNone/>
              <a:defRPr sz="2500">
                <a:solidFill>
                  <a:schemeClr val="lt1"/>
                </a:solidFill>
                <a:latin typeface="Arimo"/>
                <a:ea typeface="Arimo"/>
                <a:cs typeface="Arimo"/>
                <a:sym typeface="Arimo"/>
              </a:defRPr>
            </a:lvl9pPr>
          </a:lstStyle>
          <a:p/>
        </p:txBody>
      </p:sp>
      <p:sp>
        <p:nvSpPr>
          <p:cNvPr id="1026" name="Google Shape;1026;p227"/>
          <p:cNvSpPr txBox="1"/>
          <p:nvPr>
            <p:ph idx="14" type="subTitle"/>
          </p:nvPr>
        </p:nvSpPr>
        <p:spPr>
          <a:xfrm>
            <a:off x="4629850" y="771557"/>
            <a:ext cx="2018700" cy="629700"/>
          </a:xfrm>
          <a:prstGeom prst="rect">
            <a:avLst/>
          </a:prstGeom>
        </p:spPr>
        <p:txBody>
          <a:bodyPr anchorCtr="0" anchor="ctr" bIns="0" lIns="91425" spcFirstLastPara="1" rIns="91425" wrap="square" tIns="0">
            <a:sp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800"/>
              </a:spcBef>
              <a:spcAft>
                <a:spcPts val="0"/>
              </a:spcAft>
              <a:buNone/>
              <a:defRPr sz="2500">
                <a:latin typeface="Arimo"/>
                <a:ea typeface="Arimo"/>
                <a:cs typeface="Arimo"/>
                <a:sym typeface="Arimo"/>
              </a:defRPr>
            </a:lvl2pPr>
            <a:lvl3pPr lvl="2" algn="ctr">
              <a:lnSpc>
                <a:spcPct val="90000"/>
              </a:lnSpc>
              <a:spcBef>
                <a:spcPts val="800"/>
              </a:spcBef>
              <a:spcAft>
                <a:spcPts val="0"/>
              </a:spcAft>
              <a:buNone/>
              <a:defRPr sz="2500">
                <a:latin typeface="Arimo"/>
                <a:ea typeface="Arimo"/>
                <a:cs typeface="Arimo"/>
                <a:sym typeface="Arimo"/>
              </a:defRPr>
            </a:lvl3pPr>
            <a:lvl4pPr lvl="3" algn="ctr">
              <a:lnSpc>
                <a:spcPct val="90000"/>
              </a:lnSpc>
              <a:spcBef>
                <a:spcPts val="800"/>
              </a:spcBef>
              <a:spcAft>
                <a:spcPts val="0"/>
              </a:spcAft>
              <a:buNone/>
              <a:defRPr sz="2500">
                <a:latin typeface="Arimo"/>
                <a:ea typeface="Arimo"/>
                <a:cs typeface="Arimo"/>
                <a:sym typeface="Arimo"/>
              </a:defRPr>
            </a:lvl4pPr>
            <a:lvl5pPr lvl="4" algn="ctr">
              <a:lnSpc>
                <a:spcPct val="90000"/>
              </a:lnSpc>
              <a:spcBef>
                <a:spcPts val="800"/>
              </a:spcBef>
              <a:spcAft>
                <a:spcPts val="0"/>
              </a:spcAft>
              <a:buNone/>
              <a:defRPr sz="2500">
                <a:latin typeface="Arimo"/>
                <a:ea typeface="Arimo"/>
                <a:cs typeface="Arimo"/>
                <a:sym typeface="Arimo"/>
              </a:defRPr>
            </a:lvl5pPr>
            <a:lvl6pPr lvl="5" algn="ctr">
              <a:lnSpc>
                <a:spcPct val="90000"/>
              </a:lnSpc>
              <a:spcBef>
                <a:spcPts val="800"/>
              </a:spcBef>
              <a:spcAft>
                <a:spcPts val="0"/>
              </a:spcAft>
              <a:buNone/>
              <a:defRPr sz="2500">
                <a:latin typeface="Arimo"/>
                <a:ea typeface="Arimo"/>
                <a:cs typeface="Arimo"/>
                <a:sym typeface="Arimo"/>
              </a:defRPr>
            </a:lvl6pPr>
            <a:lvl7pPr lvl="6" algn="ctr">
              <a:lnSpc>
                <a:spcPct val="90000"/>
              </a:lnSpc>
              <a:spcBef>
                <a:spcPts val="800"/>
              </a:spcBef>
              <a:spcAft>
                <a:spcPts val="0"/>
              </a:spcAft>
              <a:buNone/>
              <a:defRPr sz="2500">
                <a:latin typeface="Arimo"/>
                <a:ea typeface="Arimo"/>
                <a:cs typeface="Arimo"/>
                <a:sym typeface="Arimo"/>
              </a:defRPr>
            </a:lvl7pPr>
            <a:lvl8pPr lvl="7" algn="ctr">
              <a:lnSpc>
                <a:spcPct val="90000"/>
              </a:lnSpc>
              <a:spcBef>
                <a:spcPts val="800"/>
              </a:spcBef>
              <a:spcAft>
                <a:spcPts val="0"/>
              </a:spcAft>
              <a:buNone/>
              <a:defRPr sz="2500">
                <a:latin typeface="Arimo"/>
                <a:ea typeface="Arimo"/>
                <a:cs typeface="Arimo"/>
                <a:sym typeface="Arimo"/>
              </a:defRPr>
            </a:lvl8pPr>
            <a:lvl9pPr lvl="8" algn="ctr">
              <a:lnSpc>
                <a:spcPct val="90000"/>
              </a:lnSpc>
              <a:spcBef>
                <a:spcPts val="800"/>
              </a:spcBef>
              <a:spcAft>
                <a:spcPts val="800"/>
              </a:spcAft>
              <a:buNone/>
              <a:defRPr sz="2500">
                <a:latin typeface="Arimo"/>
                <a:ea typeface="Arimo"/>
                <a:cs typeface="Arimo"/>
                <a:sym typeface="Arimo"/>
              </a:defRPr>
            </a:lvl9pPr>
          </a:lstStyle>
          <a:p/>
        </p:txBody>
      </p:sp>
      <p:sp>
        <p:nvSpPr>
          <p:cNvPr id="1027" name="Google Shape;1027;p227"/>
          <p:cNvSpPr txBox="1"/>
          <p:nvPr>
            <p:ph idx="15" type="subTitle"/>
          </p:nvPr>
        </p:nvSpPr>
        <p:spPr>
          <a:xfrm>
            <a:off x="4629900" y="1544978"/>
            <a:ext cx="2018700" cy="249000"/>
          </a:xfrm>
          <a:prstGeom prst="rect">
            <a:avLst/>
          </a:prstGeom>
        </p:spPr>
        <p:txBody>
          <a:bodyPr anchorCtr="0" anchor="b" bIns="0" lIns="91425" spcFirstLastPara="1" rIns="91425" wrap="square" tIns="0">
            <a:spAutoFit/>
          </a:bodyPr>
          <a:lstStyle>
            <a:lvl1pPr lvl="0" algn="ctr">
              <a:lnSpc>
                <a:spcPct val="90000"/>
              </a:lnSpc>
              <a:spcBef>
                <a:spcPts val="0"/>
              </a:spcBef>
              <a:spcAft>
                <a:spcPts val="0"/>
              </a:spcAft>
              <a:buNone/>
              <a:defRPr sz="1000" u="sng"/>
            </a:lvl1pPr>
            <a:lvl2pPr lvl="1" algn="ctr">
              <a:lnSpc>
                <a:spcPct val="90000"/>
              </a:lnSpc>
              <a:spcBef>
                <a:spcPts val="800"/>
              </a:spcBef>
              <a:spcAft>
                <a:spcPts val="0"/>
              </a:spcAft>
              <a:buNone/>
              <a:defRPr sz="2700">
                <a:latin typeface="Arimo"/>
                <a:ea typeface="Arimo"/>
                <a:cs typeface="Arimo"/>
                <a:sym typeface="Arimo"/>
              </a:defRPr>
            </a:lvl2pPr>
            <a:lvl3pPr lvl="2" algn="ctr">
              <a:lnSpc>
                <a:spcPct val="90000"/>
              </a:lnSpc>
              <a:spcBef>
                <a:spcPts val="800"/>
              </a:spcBef>
              <a:spcAft>
                <a:spcPts val="0"/>
              </a:spcAft>
              <a:buNone/>
              <a:defRPr sz="2700">
                <a:latin typeface="Arimo"/>
                <a:ea typeface="Arimo"/>
                <a:cs typeface="Arimo"/>
                <a:sym typeface="Arimo"/>
              </a:defRPr>
            </a:lvl3pPr>
            <a:lvl4pPr lvl="3" algn="ctr">
              <a:lnSpc>
                <a:spcPct val="90000"/>
              </a:lnSpc>
              <a:spcBef>
                <a:spcPts val="800"/>
              </a:spcBef>
              <a:spcAft>
                <a:spcPts val="0"/>
              </a:spcAft>
              <a:buNone/>
              <a:defRPr sz="2700">
                <a:latin typeface="Arimo"/>
                <a:ea typeface="Arimo"/>
                <a:cs typeface="Arimo"/>
                <a:sym typeface="Arimo"/>
              </a:defRPr>
            </a:lvl4pPr>
            <a:lvl5pPr lvl="4" algn="ctr">
              <a:lnSpc>
                <a:spcPct val="90000"/>
              </a:lnSpc>
              <a:spcBef>
                <a:spcPts val="800"/>
              </a:spcBef>
              <a:spcAft>
                <a:spcPts val="0"/>
              </a:spcAft>
              <a:buNone/>
              <a:defRPr sz="2700">
                <a:latin typeface="Arimo"/>
                <a:ea typeface="Arimo"/>
                <a:cs typeface="Arimo"/>
                <a:sym typeface="Arimo"/>
              </a:defRPr>
            </a:lvl5pPr>
            <a:lvl6pPr lvl="5" algn="ctr">
              <a:lnSpc>
                <a:spcPct val="90000"/>
              </a:lnSpc>
              <a:spcBef>
                <a:spcPts val="800"/>
              </a:spcBef>
              <a:spcAft>
                <a:spcPts val="0"/>
              </a:spcAft>
              <a:buNone/>
              <a:defRPr sz="2700">
                <a:latin typeface="Arimo"/>
                <a:ea typeface="Arimo"/>
                <a:cs typeface="Arimo"/>
                <a:sym typeface="Arimo"/>
              </a:defRPr>
            </a:lvl6pPr>
            <a:lvl7pPr lvl="6" algn="ctr">
              <a:lnSpc>
                <a:spcPct val="90000"/>
              </a:lnSpc>
              <a:spcBef>
                <a:spcPts val="800"/>
              </a:spcBef>
              <a:spcAft>
                <a:spcPts val="0"/>
              </a:spcAft>
              <a:buNone/>
              <a:defRPr sz="2700">
                <a:latin typeface="Arimo"/>
                <a:ea typeface="Arimo"/>
                <a:cs typeface="Arimo"/>
                <a:sym typeface="Arimo"/>
              </a:defRPr>
            </a:lvl7pPr>
            <a:lvl8pPr lvl="7" algn="ctr">
              <a:lnSpc>
                <a:spcPct val="90000"/>
              </a:lnSpc>
              <a:spcBef>
                <a:spcPts val="800"/>
              </a:spcBef>
              <a:spcAft>
                <a:spcPts val="0"/>
              </a:spcAft>
              <a:buNone/>
              <a:defRPr sz="2700">
                <a:latin typeface="Arimo"/>
                <a:ea typeface="Arimo"/>
                <a:cs typeface="Arimo"/>
                <a:sym typeface="Arimo"/>
              </a:defRPr>
            </a:lvl8pPr>
            <a:lvl9pPr lvl="8" algn="ctr">
              <a:lnSpc>
                <a:spcPct val="90000"/>
              </a:lnSpc>
              <a:spcBef>
                <a:spcPts val="800"/>
              </a:spcBef>
              <a:spcAft>
                <a:spcPts val="800"/>
              </a:spcAft>
              <a:buNone/>
              <a:defRPr sz="2700">
                <a:latin typeface="Arimo"/>
                <a:ea typeface="Arimo"/>
                <a:cs typeface="Arimo"/>
                <a:sym typeface="Arimo"/>
              </a:defRPr>
            </a:lvl9pPr>
          </a:lstStyle>
          <a:p/>
        </p:txBody>
      </p:sp>
      <p:sp>
        <p:nvSpPr>
          <p:cNvPr id="1028" name="Google Shape;1028;p227"/>
          <p:cNvSpPr txBox="1"/>
          <p:nvPr>
            <p:ph idx="16" type="subTitle"/>
          </p:nvPr>
        </p:nvSpPr>
        <p:spPr>
          <a:xfrm>
            <a:off x="3596775" y="2546667"/>
            <a:ext cx="1507500" cy="2490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800"/>
              </a:spcBef>
              <a:spcAft>
                <a:spcPts val="0"/>
              </a:spcAft>
              <a:buNone/>
              <a:defRPr sz="2700">
                <a:solidFill>
                  <a:schemeClr val="lt2"/>
                </a:solidFill>
                <a:latin typeface="Arimo"/>
                <a:ea typeface="Arimo"/>
                <a:cs typeface="Arimo"/>
                <a:sym typeface="Arimo"/>
              </a:defRPr>
            </a:lvl2pPr>
            <a:lvl3pPr lvl="2" algn="ctr">
              <a:lnSpc>
                <a:spcPct val="90000"/>
              </a:lnSpc>
              <a:spcBef>
                <a:spcPts val="800"/>
              </a:spcBef>
              <a:spcAft>
                <a:spcPts val="0"/>
              </a:spcAft>
              <a:buNone/>
              <a:defRPr sz="2700">
                <a:solidFill>
                  <a:schemeClr val="lt2"/>
                </a:solidFill>
                <a:latin typeface="Arimo"/>
                <a:ea typeface="Arimo"/>
                <a:cs typeface="Arimo"/>
                <a:sym typeface="Arimo"/>
              </a:defRPr>
            </a:lvl3pPr>
            <a:lvl4pPr lvl="3" algn="ctr">
              <a:lnSpc>
                <a:spcPct val="90000"/>
              </a:lnSpc>
              <a:spcBef>
                <a:spcPts val="800"/>
              </a:spcBef>
              <a:spcAft>
                <a:spcPts val="0"/>
              </a:spcAft>
              <a:buNone/>
              <a:defRPr sz="2700">
                <a:solidFill>
                  <a:schemeClr val="lt2"/>
                </a:solidFill>
                <a:latin typeface="Arimo"/>
                <a:ea typeface="Arimo"/>
                <a:cs typeface="Arimo"/>
                <a:sym typeface="Arimo"/>
              </a:defRPr>
            </a:lvl4pPr>
            <a:lvl5pPr lvl="4" algn="ctr">
              <a:lnSpc>
                <a:spcPct val="90000"/>
              </a:lnSpc>
              <a:spcBef>
                <a:spcPts val="800"/>
              </a:spcBef>
              <a:spcAft>
                <a:spcPts val="0"/>
              </a:spcAft>
              <a:buNone/>
              <a:defRPr sz="2700">
                <a:solidFill>
                  <a:schemeClr val="lt2"/>
                </a:solidFill>
                <a:latin typeface="Arimo"/>
                <a:ea typeface="Arimo"/>
                <a:cs typeface="Arimo"/>
                <a:sym typeface="Arimo"/>
              </a:defRPr>
            </a:lvl5pPr>
            <a:lvl6pPr lvl="5" algn="ctr">
              <a:lnSpc>
                <a:spcPct val="90000"/>
              </a:lnSpc>
              <a:spcBef>
                <a:spcPts val="800"/>
              </a:spcBef>
              <a:spcAft>
                <a:spcPts val="0"/>
              </a:spcAft>
              <a:buNone/>
              <a:defRPr sz="2700">
                <a:solidFill>
                  <a:schemeClr val="lt2"/>
                </a:solidFill>
                <a:latin typeface="Arimo"/>
                <a:ea typeface="Arimo"/>
                <a:cs typeface="Arimo"/>
                <a:sym typeface="Arimo"/>
              </a:defRPr>
            </a:lvl6pPr>
            <a:lvl7pPr lvl="6" algn="ctr">
              <a:lnSpc>
                <a:spcPct val="90000"/>
              </a:lnSpc>
              <a:spcBef>
                <a:spcPts val="800"/>
              </a:spcBef>
              <a:spcAft>
                <a:spcPts val="0"/>
              </a:spcAft>
              <a:buNone/>
              <a:defRPr sz="2700">
                <a:solidFill>
                  <a:schemeClr val="lt2"/>
                </a:solidFill>
                <a:latin typeface="Arimo"/>
                <a:ea typeface="Arimo"/>
                <a:cs typeface="Arimo"/>
                <a:sym typeface="Arimo"/>
              </a:defRPr>
            </a:lvl7pPr>
            <a:lvl8pPr lvl="7" algn="ctr">
              <a:lnSpc>
                <a:spcPct val="90000"/>
              </a:lnSpc>
              <a:spcBef>
                <a:spcPts val="800"/>
              </a:spcBef>
              <a:spcAft>
                <a:spcPts val="0"/>
              </a:spcAft>
              <a:buNone/>
              <a:defRPr sz="2700">
                <a:solidFill>
                  <a:schemeClr val="lt2"/>
                </a:solidFill>
                <a:latin typeface="Arimo"/>
                <a:ea typeface="Arimo"/>
                <a:cs typeface="Arimo"/>
                <a:sym typeface="Arimo"/>
              </a:defRPr>
            </a:lvl8pPr>
            <a:lvl9pPr lvl="8" algn="ctr">
              <a:lnSpc>
                <a:spcPct val="90000"/>
              </a:lnSpc>
              <a:spcBef>
                <a:spcPts val="800"/>
              </a:spcBef>
              <a:spcAft>
                <a:spcPts val="800"/>
              </a:spcAft>
              <a:buNone/>
              <a:defRPr sz="2700">
                <a:solidFill>
                  <a:schemeClr val="lt2"/>
                </a:solidFill>
                <a:latin typeface="Arimo"/>
                <a:ea typeface="Arimo"/>
                <a:cs typeface="Arimo"/>
                <a:sym typeface="Arimo"/>
              </a:defRPr>
            </a:lvl9pPr>
          </a:lstStyle>
          <a:p/>
        </p:txBody>
      </p:sp>
      <p:sp>
        <p:nvSpPr>
          <p:cNvPr id="1029" name="Google Shape;1029;p227"/>
          <p:cNvSpPr txBox="1"/>
          <p:nvPr>
            <p:ph idx="17" type="subTitle"/>
          </p:nvPr>
        </p:nvSpPr>
        <p:spPr>
          <a:xfrm>
            <a:off x="3596775" y="3330389"/>
            <a:ext cx="1507500" cy="2490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800"/>
              </a:spcBef>
              <a:spcAft>
                <a:spcPts val="0"/>
              </a:spcAft>
              <a:buNone/>
              <a:defRPr sz="2700">
                <a:solidFill>
                  <a:schemeClr val="lt2"/>
                </a:solidFill>
                <a:latin typeface="Arimo"/>
                <a:ea typeface="Arimo"/>
                <a:cs typeface="Arimo"/>
                <a:sym typeface="Arimo"/>
              </a:defRPr>
            </a:lvl2pPr>
            <a:lvl3pPr lvl="2" algn="ctr">
              <a:lnSpc>
                <a:spcPct val="90000"/>
              </a:lnSpc>
              <a:spcBef>
                <a:spcPts val="800"/>
              </a:spcBef>
              <a:spcAft>
                <a:spcPts val="0"/>
              </a:spcAft>
              <a:buNone/>
              <a:defRPr sz="2700">
                <a:solidFill>
                  <a:schemeClr val="lt2"/>
                </a:solidFill>
                <a:latin typeface="Arimo"/>
                <a:ea typeface="Arimo"/>
                <a:cs typeface="Arimo"/>
                <a:sym typeface="Arimo"/>
              </a:defRPr>
            </a:lvl3pPr>
            <a:lvl4pPr lvl="3" algn="ctr">
              <a:lnSpc>
                <a:spcPct val="90000"/>
              </a:lnSpc>
              <a:spcBef>
                <a:spcPts val="800"/>
              </a:spcBef>
              <a:spcAft>
                <a:spcPts val="0"/>
              </a:spcAft>
              <a:buNone/>
              <a:defRPr sz="2700">
                <a:solidFill>
                  <a:schemeClr val="lt2"/>
                </a:solidFill>
                <a:latin typeface="Arimo"/>
                <a:ea typeface="Arimo"/>
                <a:cs typeface="Arimo"/>
                <a:sym typeface="Arimo"/>
              </a:defRPr>
            </a:lvl4pPr>
            <a:lvl5pPr lvl="4" algn="ctr">
              <a:lnSpc>
                <a:spcPct val="90000"/>
              </a:lnSpc>
              <a:spcBef>
                <a:spcPts val="800"/>
              </a:spcBef>
              <a:spcAft>
                <a:spcPts val="0"/>
              </a:spcAft>
              <a:buNone/>
              <a:defRPr sz="2700">
                <a:solidFill>
                  <a:schemeClr val="lt2"/>
                </a:solidFill>
                <a:latin typeface="Arimo"/>
                <a:ea typeface="Arimo"/>
                <a:cs typeface="Arimo"/>
                <a:sym typeface="Arimo"/>
              </a:defRPr>
            </a:lvl5pPr>
            <a:lvl6pPr lvl="5" algn="ctr">
              <a:lnSpc>
                <a:spcPct val="90000"/>
              </a:lnSpc>
              <a:spcBef>
                <a:spcPts val="800"/>
              </a:spcBef>
              <a:spcAft>
                <a:spcPts val="0"/>
              </a:spcAft>
              <a:buNone/>
              <a:defRPr sz="2700">
                <a:solidFill>
                  <a:schemeClr val="lt2"/>
                </a:solidFill>
                <a:latin typeface="Arimo"/>
                <a:ea typeface="Arimo"/>
                <a:cs typeface="Arimo"/>
                <a:sym typeface="Arimo"/>
              </a:defRPr>
            </a:lvl6pPr>
            <a:lvl7pPr lvl="6" algn="ctr">
              <a:lnSpc>
                <a:spcPct val="90000"/>
              </a:lnSpc>
              <a:spcBef>
                <a:spcPts val="800"/>
              </a:spcBef>
              <a:spcAft>
                <a:spcPts val="0"/>
              </a:spcAft>
              <a:buNone/>
              <a:defRPr sz="2700">
                <a:solidFill>
                  <a:schemeClr val="lt2"/>
                </a:solidFill>
                <a:latin typeface="Arimo"/>
                <a:ea typeface="Arimo"/>
                <a:cs typeface="Arimo"/>
                <a:sym typeface="Arimo"/>
              </a:defRPr>
            </a:lvl7pPr>
            <a:lvl8pPr lvl="7" algn="ctr">
              <a:lnSpc>
                <a:spcPct val="90000"/>
              </a:lnSpc>
              <a:spcBef>
                <a:spcPts val="800"/>
              </a:spcBef>
              <a:spcAft>
                <a:spcPts val="0"/>
              </a:spcAft>
              <a:buNone/>
              <a:defRPr sz="2700">
                <a:solidFill>
                  <a:schemeClr val="lt2"/>
                </a:solidFill>
                <a:latin typeface="Arimo"/>
                <a:ea typeface="Arimo"/>
                <a:cs typeface="Arimo"/>
                <a:sym typeface="Arimo"/>
              </a:defRPr>
            </a:lvl8pPr>
            <a:lvl9pPr lvl="8" algn="ctr">
              <a:lnSpc>
                <a:spcPct val="90000"/>
              </a:lnSpc>
              <a:spcBef>
                <a:spcPts val="800"/>
              </a:spcBef>
              <a:spcAft>
                <a:spcPts val="800"/>
              </a:spcAft>
              <a:buNone/>
              <a:defRPr sz="2700">
                <a:solidFill>
                  <a:schemeClr val="lt2"/>
                </a:solidFill>
                <a:latin typeface="Arimo"/>
                <a:ea typeface="Arimo"/>
                <a:cs typeface="Arimo"/>
                <a:sym typeface="Arimo"/>
              </a:defRPr>
            </a:lvl9pPr>
          </a:lstStyle>
          <a:p/>
        </p:txBody>
      </p:sp>
      <p:sp>
        <p:nvSpPr>
          <p:cNvPr id="1030" name="Google Shape;1030;p227"/>
          <p:cNvSpPr txBox="1"/>
          <p:nvPr>
            <p:ph idx="18" type="subTitle"/>
          </p:nvPr>
        </p:nvSpPr>
        <p:spPr>
          <a:xfrm>
            <a:off x="3596675" y="2149444"/>
            <a:ext cx="1507500" cy="3972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
        <p:nvSpPr>
          <p:cNvPr id="1031" name="Google Shape;1031;p227"/>
          <p:cNvSpPr txBox="1"/>
          <p:nvPr>
            <p:ph idx="19" type="subTitle"/>
          </p:nvPr>
        </p:nvSpPr>
        <p:spPr>
          <a:xfrm>
            <a:off x="3596775" y="2909125"/>
            <a:ext cx="1507500" cy="3972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
        <p:nvSpPr>
          <p:cNvPr id="1032" name="Google Shape;1032;p227"/>
          <p:cNvSpPr txBox="1"/>
          <p:nvPr>
            <p:ph idx="20" type="subTitle"/>
          </p:nvPr>
        </p:nvSpPr>
        <p:spPr>
          <a:xfrm>
            <a:off x="5297950" y="3206222"/>
            <a:ext cx="1350600" cy="321000"/>
          </a:xfrm>
          <a:prstGeom prst="rect">
            <a:avLst/>
          </a:prstGeom>
        </p:spPr>
        <p:txBody>
          <a:bodyPr anchorCtr="0" anchor="ctr" bIns="0" lIns="91425" spcFirstLastPara="1" rIns="91425" wrap="square" tIns="0">
            <a:spAutoFit/>
          </a:bodyPr>
          <a:lstStyle>
            <a:lvl1pPr lvl="0" algn="ctr">
              <a:spcBef>
                <a:spcPts val="0"/>
              </a:spcBef>
              <a:spcAft>
                <a:spcPts val="0"/>
              </a:spcAft>
              <a:buNone/>
              <a:defRPr sz="1000" u="sng">
                <a:solidFill>
                  <a:schemeClr val="lt2"/>
                </a:solidFill>
              </a:defRPr>
            </a:lvl1pPr>
            <a:lvl2pPr lvl="1" algn="ctr">
              <a:spcBef>
                <a:spcPts val="800"/>
              </a:spcBef>
              <a:spcAft>
                <a:spcPts val="0"/>
              </a:spcAft>
              <a:buNone/>
              <a:defRPr sz="1000">
                <a:solidFill>
                  <a:schemeClr val="lt2"/>
                </a:solidFill>
                <a:latin typeface="Arimo"/>
                <a:ea typeface="Arimo"/>
                <a:cs typeface="Arimo"/>
                <a:sym typeface="Arimo"/>
              </a:defRPr>
            </a:lvl2pPr>
            <a:lvl3pPr lvl="2" algn="ctr">
              <a:spcBef>
                <a:spcPts val="800"/>
              </a:spcBef>
              <a:spcAft>
                <a:spcPts val="0"/>
              </a:spcAft>
              <a:buNone/>
              <a:defRPr sz="1000">
                <a:solidFill>
                  <a:schemeClr val="lt2"/>
                </a:solidFill>
                <a:latin typeface="Arimo"/>
                <a:ea typeface="Arimo"/>
                <a:cs typeface="Arimo"/>
                <a:sym typeface="Arimo"/>
              </a:defRPr>
            </a:lvl3pPr>
            <a:lvl4pPr lvl="3" algn="ctr">
              <a:spcBef>
                <a:spcPts val="800"/>
              </a:spcBef>
              <a:spcAft>
                <a:spcPts val="0"/>
              </a:spcAft>
              <a:buNone/>
              <a:defRPr sz="1000">
                <a:solidFill>
                  <a:schemeClr val="lt2"/>
                </a:solidFill>
                <a:latin typeface="Arimo"/>
                <a:ea typeface="Arimo"/>
                <a:cs typeface="Arimo"/>
                <a:sym typeface="Arimo"/>
              </a:defRPr>
            </a:lvl4pPr>
            <a:lvl5pPr lvl="4" algn="ctr">
              <a:spcBef>
                <a:spcPts val="800"/>
              </a:spcBef>
              <a:spcAft>
                <a:spcPts val="0"/>
              </a:spcAft>
              <a:buNone/>
              <a:defRPr sz="1000">
                <a:solidFill>
                  <a:schemeClr val="lt2"/>
                </a:solidFill>
                <a:latin typeface="Arimo"/>
                <a:ea typeface="Arimo"/>
                <a:cs typeface="Arimo"/>
                <a:sym typeface="Arimo"/>
              </a:defRPr>
            </a:lvl5pPr>
            <a:lvl6pPr lvl="5" algn="ctr">
              <a:spcBef>
                <a:spcPts val="800"/>
              </a:spcBef>
              <a:spcAft>
                <a:spcPts val="0"/>
              </a:spcAft>
              <a:buNone/>
              <a:defRPr sz="1000">
                <a:solidFill>
                  <a:schemeClr val="lt2"/>
                </a:solidFill>
                <a:latin typeface="Arimo"/>
                <a:ea typeface="Arimo"/>
                <a:cs typeface="Arimo"/>
                <a:sym typeface="Arimo"/>
              </a:defRPr>
            </a:lvl6pPr>
            <a:lvl7pPr lvl="6" algn="ctr">
              <a:spcBef>
                <a:spcPts val="800"/>
              </a:spcBef>
              <a:spcAft>
                <a:spcPts val="0"/>
              </a:spcAft>
              <a:buNone/>
              <a:defRPr sz="1000">
                <a:solidFill>
                  <a:schemeClr val="lt2"/>
                </a:solidFill>
                <a:latin typeface="Arimo"/>
                <a:ea typeface="Arimo"/>
                <a:cs typeface="Arimo"/>
                <a:sym typeface="Arimo"/>
              </a:defRPr>
            </a:lvl7pPr>
            <a:lvl8pPr lvl="7" algn="ctr">
              <a:spcBef>
                <a:spcPts val="800"/>
              </a:spcBef>
              <a:spcAft>
                <a:spcPts val="0"/>
              </a:spcAft>
              <a:buNone/>
              <a:defRPr sz="1000">
                <a:solidFill>
                  <a:schemeClr val="lt2"/>
                </a:solidFill>
                <a:latin typeface="Arimo"/>
                <a:ea typeface="Arimo"/>
                <a:cs typeface="Arimo"/>
                <a:sym typeface="Arimo"/>
              </a:defRPr>
            </a:lvl8pPr>
            <a:lvl9pPr lvl="8" algn="ctr">
              <a:spcBef>
                <a:spcPts val="800"/>
              </a:spcBef>
              <a:spcAft>
                <a:spcPts val="800"/>
              </a:spcAft>
              <a:buNone/>
              <a:defRPr sz="1000">
                <a:solidFill>
                  <a:schemeClr val="lt2"/>
                </a:solidFill>
                <a:latin typeface="Arimo"/>
                <a:ea typeface="Arimo"/>
                <a:cs typeface="Arimo"/>
                <a:sym typeface="Arimo"/>
              </a:defRPr>
            </a:lvl9pPr>
          </a:lstStyle>
          <a:p/>
        </p:txBody>
      </p:sp>
      <p:sp>
        <p:nvSpPr>
          <p:cNvPr id="1033" name="Google Shape;1033;p227"/>
          <p:cNvSpPr txBox="1"/>
          <p:nvPr>
            <p:ph idx="12" type="sldNum"/>
          </p:nvPr>
        </p:nvSpPr>
        <p:spPr>
          <a:xfrm>
            <a:off x="8208648" y="5277667"/>
            <a:ext cx="657900" cy="2133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034" name="Google Shape;1034;p227"/>
          <p:cNvSpPr txBox="1"/>
          <p:nvPr>
            <p:ph idx="21" type="subTitle"/>
          </p:nvPr>
        </p:nvSpPr>
        <p:spPr>
          <a:xfrm>
            <a:off x="5426775" y="2460861"/>
            <a:ext cx="1092900" cy="629700"/>
          </a:xfrm>
          <a:prstGeom prst="rect">
            <a:avLst/>
          </a:prstGeom>
        </p:spPr>
        <p:txBody>
          <a:bodyPr anchorCtr="0" anchor="ctr" bIns="91425" lIns="91425" spcFirstLastPara="1" rIns="91425" wrap="square" tIns="91425">
            <a:sp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amp; Outcomes">
  <p:cSld name="MAIN_POINT_2">
    <p:bg>
      <p:bgPr>
        <a:solidFill>
          <a:schemeClr val="dk1"/>
        </a:solidFill>
      </p:bgPr>
    </p:bg>
    <p:spTree>
      <p:nvGrpSpPr>
        <p:cNvPr id="1035" name="Shape 1035"/>
        <p:cNvGrpSpPr/>
        <p:nvPr/>
      </p:nvGrpSpPr>
      <p:grpSpPr>
        <a:xfrm>
          <a:off x="0" y="0"/>
          <a:ext cx="0" cy="0"/>
          <a:chOff x="0" y="0"/>
          <a:chExt cx="0" cy="0"/>
        </a:xfrm>
      </p:grpSpPr>
      <p:sp>
        <p:nvSpPr>
          <p:cNvPr id="1036" name="Google Shape;1036;p228"/>
          <p:cNvSpPr txBox="1"/>
          <p:nvPr>
            <p:ph idx="1" type="body"/>
          </p:nvPr>
        </p:nvSpPr>
        <p:spPr>
          <a:xfrm>
            <a:off x="228600" y="5230417"/>
            <a:ext cx="2936700" cy="484800"/>
          </a:xfrm>
          <a:prstGeom prst="rect">
            <a:avLst/>
          </a:prstGeom>
        </p:spPr>
        <p:txBody>
          <a:bodyPr anchorCtr="0" anchor="ctr" bIns="0" lIns="0" spcFirstLastPara="1" rIns="0" wrap="square" tIns="0">
            <a:spAutoFit/>
          </a:bodyPr>
          <a:lstStyle>
            <a:lvl1pPr indent="-317500" lvl="0" marL="457200">
              <a:spcBef>
                <a:spcPts val="0"/>
              </a:spcBef>
              <a:spcAft>
                <a:spcPts val="0"/>
              </a:spcAft>
              <a:buClr>
                <a:schemeClr val="lt1"/>
              </a:buClr>
              <a:buSzPts val="1400"/>
              <a:buChar char="●"/>
              <a:defRPr>
                <a:solidFill>
                  <a:schemeClr val="lt1"/>
                </a:solidFill>
              </a:defRPr>
            </a:lvl1pPr>
            <a:lvl2pPr indent="-317500" lvl="1" marL="914400">
              <a:spcBef>
                <a:spcPts val="800"/>
              </a:spcBef>
              <a:spcAft>
                <a:spcPts val="0"/>
              </a:spcAft>
              <a:buClr>
                <a:schemeClr val="lt1"/>
              </a:buClr>
              <a:buSzPts val="1400"/>
              <a:buChar char="○"/>
              <a:defRPr>
                <a:solidFill>
                  <a:schemeClr val="lt1"/>
                </a:solidFill>
              </a:defRPr>
            </a:lvl2pPr>
            <a:lvl3pPr indent="-317500" lvl="2" marL="1371600">
              <a:spcBef>
                <a:spcPts val="800"/>
              </a:spcBef>
              <a:spcAft>
                <a:spcPts val="0"/>
              </a:spcAft>
              <a:buClr>
                <a:schemeClr val="lt1"/>
              </a:buClr>
              <a:buSzPts val="1400"/>
              <a:buChar char="■"/>
              <a:defRPr>
                <a:solidFill>
                  <a:schemeClr val="lt1"/>
                </a:solidFill>
              </a:defRPr>
            </a:lvl3pPr>
            <a:lvl4pPr indent="-317500" lvl="3" marL="1828800">
              <a:spcBef>
                <a:spcPts val="800"/>
              </a:spcBef>
              <a:spcAft>
                <a:spcPts val="0"/>
              </a:spcAft>
              <a:buClr>
                <a:schemeClr val="lt1"/>
              </a:buClr>
              <a:buSzPts val="1400"/>
              <a:buChar char="●"/>
              <a:defRPr>
                <a:solidFill>
                  <a:schemeClr val="lt1"/>
                </a:solidFill>
              </a:defRPr>
            </a:lvl4pPr>
            <a:lvl5pPr indent="-317500" lvl="4" marL="2286000">
              <a:spcBef>
                <a:spcPts val="800"/>
              </a:spcBef>
              <a:spcAft>
                <a:spcPts val="0"/>
              </a:spcAft>
              <a:buClr>
                <a:schemeClr val="lt1"/>
              </a:buClr>
              <a:buSzPts val="1400"/>
              <a:buChar char="○"/>
              <a:defRPr>
                <a:solidFill>
                  <a:schemeClr val="lt1"/>
                </a:solidFill>
              </a:defRPr>
            </a:lvl5pPr>
            <a:lvl6pPr indent="-317500" lvl="5" marL="2743200">
              <a:spcBef>
                <a:spcPts val="800"/>
              </a:spcBef>
              <a:spcAft>
                <a:spcPts val="0"/>
              </a:spcAft>
              <a:buClr>
                <a:schemeClr val="lt1"/>
              </a:buClr>
              <a:buSzPts val="1400"/>
              <a:buChar char="■"/>
              <a:defRPr>
                <a:solidFill>
                  <a:schemeClr val="lt1"/>
                </a:solidFill>
              </a:defRPr>
            </a:lvl6pPr>
            <a:lvl7pPr indent="-317500" lvl="6" marL="3200400">
              <a:spcBef>
                <a:spcPts val="800"/>
              </a:spcBef>
              <a:spcAft>
                <a:spcPts val="0"/>
              </a:spcAft>
              <a:buClr>
                <a:schemeClr val="lt1"/>
              </a:buClr>
              <a:buSzPts val="1400"/>
              <a:buChar char="●"/>
              <a:defRPr>
                <a:solidFill>
                  <a:schemeClr val="lt1"/>
                </a:solidFill>
              </a:defRPr>
            </a:lvl7pPr>
            <a:lvl8pPr indent="-317500" lvl="7" marL="3657600">
              <a:spcBef>
                <a:spcPts val="800"/>
              </a:spcBef>
              <a:spcAft>
                <a:spcPts val="0"/>
              </a:spcAft>
              <a:buClr>
                <a:schemeClr val="lt1"/>
              </a:buClr>
              <a:buSzPts val="1400"/>
              <a:buChar char="○"/>
              <a:defRPr>
                <a:solidFill>
                  <a:schemeClr val="lt1"/>
                </a:solidFill>
              </a:defRPr>
            </a:lvl8pPr>
            <a:lvl9pPr indent="-317500" lvl="8" marL="4114800">
              <a:spcBef>
                <a:spcPts val="800"/>
              </a:spcBef>
              <a:spcAft>
                <a:spcPts val="800"/>
              </a:spcAft>
              <a:buClr>
                <a:schemeClr val="lt1"/>
              </a:buClr>
              <a:buSzPts val="1400"/>
              <a:buChar char="■"/>
              <a:defRPr>
                <a:solidFill>
                  <a:schemeClr val="lt1"/>
                </a:solidFill>
              </a:defRPr>
            </a:lvl9pPr>
          </a:lstStyle>
          <a:p/>
        </p:txBody>
      </p:sp>
      <p:sp>
        <p:nvSpPr>
          <p:cNvPr id="1037" name="Google Shape;1037;p228"/>
          <p:cNvSpPr txBox="1"/>
          <p:nvPr>
            <p:ph idx="2" type="subTitle"/>
          </p:nvPr>
        </p:nvSpPr>
        <p:spPr>
          <a:xfrm>
            <a:off x="538050" y="440972"/>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038" name="Google Shape;1038;p228"/>
          <p:cNvSpPr txBox="1"/>
          <p:nvPr>
            <p:ph idx="3" type="body"/>
          </p:nvPr>
        </p:nvSpPr>
        <p:spPr>
          <a:xfrm>
            <a:off x="538050" y="770835"/>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39" name="Google Shape;1039;p228"/>
          <p:cNvSpPr txBox="1"/>
          <p:nvPr>
            <p:ph type="title"/>
          </p:nvPr>
        </p:nvSpPr>
        <p:spPr>
          <a:xfrm>
            <a:off x="393700" y="4369583"/>
            <a:ext cx="3582000" cy="7056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1040" name="Google Shape;1040;p228"/>
          <p:cNvSpPr txBox="1"/>
          <p:nvPr>
            <p:ph idx="4" type="subTitle"/>
          </p:nvPr>
        </p:nvSpPr>
        <p:spPr>
          <a:xfrm>
            <a:off x="538050" y="1360532"/>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041" name="Google Shape;1041;p228"/>
          <p:cNvSpPr txBox="1"/>
          <p:nvPr>
            <p:ph idx="5" type="body"/>
          </p:nvPr>
        </p:nvSpPr>
        <p:spPr>
          <a:xfrm>
            <a:off x="538050" y="1690394"/>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42" name="Google Shape;1042;p228"/>
          <p:cNvSpPr txBox="1"/>
          <p:nvPr>
            <p:ph idx="6" type="subTitle"/>
          </p:nvPr>
        </p:nvSpPr>
        <p:spPr>
          <a:xfrm>
            <a:off x="538050" y="2367557"/>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043" name="Google Shape;1043;p228"/>
          <p:cNvSpPr txBox="1"/>
          <p:nvPr>
            <p:ph idx="7" type="body"/>
          </p:nvPr>
        </p:nvSpPr>
        <p:spPr>
          <a:xfrm>
            <a:off x="538050" y="2697412"/>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44" name="Google Shape;1044;p228"/>
          <p:cNvSpPr txBox="1"/>
          <p:nvPr>
            <p:ph idx="8" type="subTitle"/>
          </p:nvPr>
        </p:nvSpPr>
        <p:spPr>
          <a:xfrm>
            <a:off x="538050" y="3374589"/>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045" name="Google Shape;1045;p228"/>
          <p:cNvSpPr txBox="1"/>
          <p:nvPr>
            <p:ph idx="9" type="body"/>
          </p:nvPr>
        </p:nvSpPr>
        <p:spPr>
          <a:xfrm>
            <a:off x="538050" y="3704444"/>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46" name="Google Shape;1046;p228"/>
          <p:cNvSpPr txBox="1"/>
          <p:nvPr>
            <p:ph idx="13" type="body"/>
          </p:nvPr>
        </p:nvSpPr>
        <p:spPr>
          <a:xfrm>
            <a:off x="4982950" y="770835"/>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47" name="Google Shape;1047;p228"/>
          <p:cNvSpPr txBox="1"/>
          <p:nvPr>
            <p:ph idx="14" type="title"/>
          </p:nvPr>
        </p:nvSpPr>
        <p:spPr>
          <a:xfrm>
            <a:off x="4798700" y="4369583"/>
            <a:ext cx="3582000" cy="7056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1048" name="Google Shape;1048;p228"/>
          <p:cNvSpPr txBox="1"/>
          <p:nvPr>
            <p:ph idx="15" type="subTitle"/>
          </p:nvPr>
        </p:nvSpPr>
        <p:spPr>
          <a:xfrm>
            <a:off x="4982950" y="1360531"/>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049" name="Google Shape;1049;p228"/>
          <p:cNvSpPr txBox="1"/>
          <p:nvPr>
            <p:ph idx="16" type="body"/>
          </p:nvPr>
        </p:nvSpPr>
        <p:spPr>
          <a:xfrm>
            <a:off x="4982950" y="1690394"/>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50" name="Google Shape;1050;p228"/>
          <p:cNvSpPr txBox="1"/>
          <p:nvPr>
            <p:ph idx="17" type="subTitle"/>
          </p:nvPr>
        </p:nvSpPr>
        <p:spPr>
          <a:xfrm>
            <a:off x="4982950" y="2367556"/>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051" name="Google Shape;1051;p228"/>
          <p:cNvSpPr txBox="1"/>
          <p:nvPr>
            <p:ph idx="18" type="body"/>
          </p:nvPr>
        </p:nvSpPr>
        <p:spPr>
          <a:xfrm>
            <a:off x="4982950" y="2697411"/>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52" name="Google Shape;1052;p228"/>
          <p:cNvSpPr txBox="1"/>
          <p:nvPr>
            <p:ph idx="19" type="subTitle"/>
          </p:nvPr>
        </p:nvSpPr>
        <p:spPr>
          <a:xfrm>
            <a:off x="4982950" y="3374587"/>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053" name="Google Shape;1053;p228"/>
          <p:cNvSpPr txBox="1"/>
          <p:nvPr>
            <p:ph idx="20" type="body"/>
          </p:nvPr>
        </p:nvSpPr>
        <p:spPr>
          <a:xfrm>
            <a:off x="4982950" y="3704443"/>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054" name="Google Shape;1054;p228"/>
          <p:cNvSpPr txBox="1"/>
          <p:nvPr>
            <p:ph idx="21" type="subTitle"/>
          </p:nvPr>
        </p:nvSpPr>
        <p:spPr>
          <a:xfrm>
            <a:off x="4982950" y="440972"/>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1055" name="Shape 1055"/>
        <p:cNvGrpSpPr/>
        <p:nvPr/>
      </p:nvGrpSpPr>
      <p:grpSpPr>
        <a:xfrm>
          <a:off x="0" y="0"/>
          <a:ext cx="0" cy="0"/>
          <a:chOff x="0" y="0"/>
          <a:chExt cx="0" cy="0"/>
        </a:xfrm>
      </p:grpSpPr>
      <p:sp>
        <p:nvSpPr>
          <p:cNvPr id="1056" name="Google Shape;1056;p229"/>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800"/>
              </a:spcBef>
              <a:spcAft>
                <a:spcPts val="0"/>
              </a:spcAft>
              <a:buClr>
                <a:schemeClr val="lt1"/>
              </a:buClr>
              <a:buSzPts val="4800"/>
              <a:buFont typeface="IBM Plex Sans"/>
              <a:buNone/>
              <a:defRPr sz="4800">
                <a:solidFill>
                  <a:schemeClr val="lt1"/>
                </a:solidFill>
              </a:defRPr>
            </a:lvl2pPr>
            <a:lvl3pPr lvl="2" algn="ctr">
              <a:spcBef>
                <a:spcPts val="800"/>
              </a:spcBef>
              <a:spcAft>
                <a:spcPts val="0"/>
              </a:spcAft>
              <a:buClr>
                <a:schemeClr val="lt1"/>
              </a:buClr>
              <a:buSzPts val="4800"/>
              <a:buFont typeface="IBM Plex Sans"/>
              <a:buNone/>
              <a:defRPr sz="4800">
                <a:solidFill>
                  <a:schemeClr val="lt1"/>
                </a:solidFill>
              </a:defRPr>
            </a:lvl3pPr>
            <a:lvl4pPr lvl="3" algn="ctr">
              <a:spcBef>
                <a:spcPts val="800"/>
              </a:spcBef>
              <a:spcAft>
                <a:spcPts val="0"/>
              </a:spcAft>
              <a:buClr>
                <a:schemeClr val="lt1"/>
              </a:buClr>
              <a:buSzPts val="4800"/>
              <a:buFont typeface="IBM Plex Sans"/>
              <a:buNone/>
              <a:defRPr sz="4800">
                <a:solidFill>
                  <a:schemeClr val="lt1"/>
                </a:solidFill>
              </a:defRPr>
            </a:lvl4pPr>
            <a:lvl5pPr lvl="4" algn="ctr">
              <a:spcBef>
                <a:spcPts val="800"/>
              </a:spcBef>
              <a:spcAft>
                <a:spcPts val="0"/>
              </a:spcAft>
              <a:buClr>
                <a:schemeClr val="lt1"/>
              </a:buClr>
              <a:buSzPts val="4800"/>
              <a:buFont typeface="IBM Plex Sans"/>
              <a:buNone/>
              <a:defRPr sz="4800">
                <a:solidFill>
                  <a:schemeClr val="lt1"/>
                </a:solidFill>
              </a:defRPr>
            </a:lvl5pPr>
            <a:lvl6pPr lvl="5" algn="ctr">
              <a:spcBef>
                <a:spcPts val="800"/>
              </a:spcBef>
              <a:spcAft>
                <a:spcPts val="0"/>
              </a:spcAft>
              <a:buClr>
                <a:schemeClr val="lt1"/>
              </a:buClr>
              <a:buSzPts val="4800"/>
              <a:buFont typeface="IBM Plex Sans"/>
              <a:buNone/>
              <a:defRPr sz="4800">
                <a:solidFill>
                  <a:schemeClr val="lt1"/>
                </a:solidFill>
              </a:defRPr>
            </a:lvl6pPr>
            <a:lvl7pPr lvl="6" algn="ctr">
              <a:spcBef>
                <a:spcPts val="800"/>
              </a:spcBef>
              <a:spcAft>
                <a:spcPts val="0"/>
              </a:spcAft>
              <a:buClr>
                <a:schemeClr val="lt1"/>
              </a:buClr>
              <a:buSzPts val="4800"/>
              <a:buFont typeface="IBM Plex Sans"/>
              <a:buNone/>
              <a:defRPr sz="4800">
                <a:solidFill>
                  <a:schemeClr val="lt1"/>
                </a:solidFill>
              </a:defRPr>
            </a:lvl7pPr>
            <a:lvl8pPr lvl="7" algn="ctr">
              <a:spcBef>
                <a:spcPts val="800"/>
              </a:spcBef>
              <a:spcAft>
                <a:spcPts val="0"/>
              </a:spcAft>
              <a:buClr>
                <a:schemeClr val="lt1"/>
              </a:buClr>
              <a:buSzPts val="4800"/>
              <a:buFont typeface="IBM Plex Sans"/>
              <a:buNone/>
              <a:defRPr sz="4800">
                <a:solidFill>
                  <a:schemeClr val="lt1"/>
                </a:solidFill>
              </a:defRPr>
            </a:lvl8pPr>
            <a:lvl9pPr lvl="8" algn="ctr">
              <a:spcBef>
                <a:spcPts val="800"/>
              </a:spcBef>
              <a:spcAft>
                <a:spcPts val="800"/>
              </a:spcAft>
              <a:buClr>
                <a:schemeClr val="lt1"/>
              </a:buClr>
              <a:buSzPts val="4800"/>
              <a:buFont typeface="IBM Plex Sans"/>
              <a:buNone/>
              <a:defRPr sz="4800">
                <a:solidFill>
                  <a:schemeClr val="lt1"/>
                </a:solidFill>
              </a:defRPr>
            </a:lvl9pPr>
          </a:lstStyle>
          <a:p/>
        </p:txBody>
      </p:sp>
      <p:sp>
        <p:nvSpPr>
          <p:cNvPr id="1057" name="Google Shape;1057;p229"/>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800"/>
              </a:spcBef>
              <a:spcAft>
                <a:spcPts val="0"/>
              </a:spcAft>
              <a:buClr>
                <a:schemeClr val="lt1"/>
              </a:buClr>
              <a:buSzPts val="1200"/>
              <a:buFont typeface="IBM Plex Sans"/>
              <a:buChar char="○"/>
              <a:defRPr sz="1200">
                <a:solidFill>
                  <a:schemeClr val="lt1"/>
                </a:solidFill>
              </a:defRPr>
            </a:lvl2pPr>
            <a:lvl3pPr indent="-304800" lvl="2" marL="1371600" algn="ctr">
              <a:spcBef>
                <a:spcPts val="800"/>
              </a:spcBef>
              <a:spcAft>
                <a:spcPts val="0"/>
              </a:spcAft>
              <a:buClr>
                <a:schemeClr val="lt1"/>
              </a:buClr>
              <a:buSzPts val="1200"/>
              <a:buFont typeface="IBM Plex Sans"/>
              <a:buChar char="■"/>
              <a:defRPr sz="1200">
                <a:solidFill>
                  <a:schemeClr val="lt1"/>
                </a:solidFill>
              </a:defRPr>
            </a:lvl3pPr>
            <a:lvl4pPr indent="-304800" lvl="3" marL="1828800" algn="ctr">
              <a:spcBef>
                <a:spcPts val="800"/>
              </a:spcBef>
              <a:spcAft>
                <a:spcPts val="0"/>
              </a:spcAft>
              <a:buClr>
                <a:schemeClr val="lt1"/>
              </a:buClr>
              <a:buSzPts val="1200"/>
              <a:buFont typeface="IBM Plex Sans"/>
              <a:buChar char="●"/>
              <a:defRPr sz="1200">
                <a:solidFill>
                  <a:schemeClr val="lt1"/>
                </a:solidFill>
              </a:defRPr>
            </a:lvl4pPr>
            <a:lvl5pPr indent="-304800" lvl="4" marL="2286000" algn="ctr">
              <a:spcBef>
                <a:spcPts val="800"/>
              </a:spcBef>
              <a:spcAft>
                <a:spcPts val="0"/>
              </a:spcAft>
              <a:buClr>
                <a:schemeClr val="lt1"/>
              </a:buClr>
              <a:buSzPts val="1200"/>
              <a:buFont typeface="IBM Plex Sans"/>
              <a:buChar char="○"/>
              <a:defRPr sz="1200">
                <a:solidFill>
                  <a:schemeClr val="lt1"/>
                </a:solidFill>
              </a:defRPr>
            </a:lvl5pPr>
            <a:lvl6pPr indent="-304800" lvl="5" marL="2743200" algn="ctr">
              <a:spcBef>
                <a:spcPts val="800"/>
              </a:spcBef>
              <a:spcAft>
                <a:spcPts val="0"/>
              </a:spcAft>
              <a:buClr>
                <a:schemeClr val="lt1"/>
              </a:buClr>
              <a:buSzPts val="1200"/>
              <a:buFont typeface="IBM Plex Sans"/>
              <a:buChar char="■"/>
              <a:defRPr sz="1200">
                <a:solidFill>
                  <a:schemeClr val="lt1"/>
                </a:solidFill>
              </a:defRPr>
            </a:lvl6pPr>
            <a:lvl7pPr indent="-304800" lvl="6" marL="3200400" algn="ctr">
              <a:spcBef>
                <a:spcPts val="800"/>
              </a:spcBef>
              <a:spcAft>
                <a:spcPts val="0"/>
              </a:spcAft>
              <a:buClr>
                <a:schemeClr val="lt1"/>
              </a:buClr>
              <a:buSzPts val="1200"/>
              <a:buFont typeface="IBM Plex Sans"/>
              <a:buChar char="●"/>
              <a:defRPr sz="1200">
                <a:solidFill>
                  <a:schemeClr val="lt1"/>
                </a:solidFill>
              </a:defRPr>
            </a:lvl7pPr>
            <a:lvl8pPr indent="-304800" lvl="7" marL="3657600" algn="ctr">
              <a:spcBef>
                <a:spcPts val="800"/>
              </a:spcBef>
              <a:spcAft>
                <a:spcPts val="0"/>
              </a:spcAft>
              <a:buClr>
                <a:schemeClr val="lt1"/>
              </a:buClr>
              <a:buSzPts val="1200"/>
              <a:buFont typeface="IBM Plex Sans"/>
              <a:buChar char="○"/>
              <a:defRPr sz="1200">
                <a:solidFill>
                  <a:schemeClr val="lt1"/>
                </a:solidFill>
              </a:defRPr>
            </a:lvl8pPr>
            <a:lvl9pPr indent="-304800" lvl="8" marL="4114800" algn="ctr">
              <a:spcBef>
                <a:spcPts val="800"/>
              </a:spcBef>
              <a:spcAft>
                <a:spcPts val="800"/>
              </a:spcAft>
              <a:buClr>
                <a:schemeClr val="lt1"/>
              </a:buClr>
              <a:buSzPts val="1200"/>
              <a:buFont typeface="IBM Plex Sans"/>
              <a:buChar char="■"/>
              <a:defRPr sz="1200">
                <a:solidFill>
                  <a:schemeClr val="lt1"/>
                </a:solidFill>
              </a:defRPr>
            </a:lvl9pPr>
          </a:lstStyle>
          <a:p/>
        </p:txBody>
      </p:sp>
      <p:sp>
        <p:nvSpPr>
          <p:cNvPr id="1058" name="Google Shape;1058;p229"/>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800"/>
              </a:spcBef>
              <a:spcAft>
                <a:spcPts val="0"/>
              </a:spcAft>
              <a:buClr>
                <a:schemeClr val="lt1"/>
              </a:buClr>
              <a:buSzPts val="1200"/>
              <a:buFont typeface="IBM Plex Sans"/>
              <a:buNone/>
              <a:defRPr sz="1200">
                <a:solidFill>
                  <a:schemeClr val="lt1"/>
                </a:solidFill>
              </a:defRPr>
            </a:lvl2pPr>
            <a:lvl3pPr lvl="2">
              <a:spcBef>
                <a:spcPts val="800"/>
              </a:spcBef>
              <a:spcAft>
                <a:spcPts val="0"/>
              </a:spcAft>
              <a:buClr>
                <a:schemeClr val="lt1"/>
              </a:buClr>
              <a:buSzPts val="1200"/>
              <a:buFont typeface="IBM Plex Sans"/>
              <a:buNone/>
              <a:defRPr sz="1200">
                <a:solidFill>
                  <a:schemeClr val="lt1"/>
                </a:solidFill>
              </a:defRPr>
            </a:lvl3pPr>
            <a:lvl4pPr lvl="3">
              <a:spcBef>
                <a:spcPts val="800"/>
              </a:spcBef>
              <a:spcAft>
                <a:spcPts val="0"/>
              </a:spcAft>
              <a:buClr>
                <a:schemeClr val="lt1"/>
              </a:buClr>
              <a:buSzPts val="1200"/>
              <a:buFont typeface="IBM Plex Sans"/>
              <a:buNone/>
              <a:defRPr sz="1200">
                <a:solidFill>
                  <a:schemeClr val="lt1"/>
                </a:solidFill>
              </a:defRPr>
            </a:lvl4pPr>
            <a:lvl5pPr lvl="4">
              <a:spcBef>
                <a:spcPts val="800"/>
              </a:spcBef>
              <a:spcAft>
                <a:spcPts val="0"/>
              </a:spcAft>
              <a:buClr>
                <a:schemeClr val="lt1"/>
              </a:buClr>
              <a:buSzPts val="1200"/>
              <a:buFont typeface="IBM Plex Sans"/>
              <a:buNone/>
              <a:defRPr sz="1200">
                <a:solidFill>
                  <a:schemeClr val="lt1"/>
                </a:solidFill>
              </a:defRPr>
            </a:lvl5pPr>
            <a:lvl6pPr lvl="5">
              <a:spcBef>
                <a:spcPts val="800"/>
              </a:spcBef>
              <a:spcAft>
                <a:spcPts val="0"/>
              </a:spcAft>
              <a:buClr>
                <a:schemeClr val="lt1"/>
              </a:buClr>
              <a:buSzPts val="1200"/>
              <a:buFont typeface="IBM Plex Sans"/>
              <a:buNone/>
              <a:defRPr sz="1200">
                <a:solidFill>
                  <a:schemeClr val="lt1"/>
                </a:solidFill>
              </a:defRPr>
            </a:lvl6pPr>
            <a:lvl7pPr lvl="6">
              <a:spcBef>
                <a:spcPts val="800"/>
              </a:spcBef>
              <a:spcAft>
                <a:spcPts val="0"/>
              </a:spcAft>
              <a:buClr>
                <a:schemeClr val="lt1"/>
              </a:buClr>
              <a:buSzPts val="1200"/>
              <a:buFont typeface="IBM Plex Sans"/>
              <a:buNone/>
              <a:defRPr sz="1200">
                <a:solidFill>
                  <a:schemeClr val="lt1"/>
                </a:solidFill>
              </a:defRPr>
            </a:lvl7pPr>
            <a:lvl8pPr lvl="7">
              <a:spcBef>
                <a:spcPts val="800"/>
              </a:spcBef>
              <a:spcAft>
                <a:spcPts val="0"/>
              </a:spcAft>
              <a:buClr>
                <a:schemeClr val="lt1"/>
              </a:buClr>
              <a:buSzPts val="1200"/>
              <a:buFont typeface="IBM Plex Sans"/>
              <a:buNone/>
              <a:defRPr sz="1200">
                <a:solidFill>
                  <a:schemeClr val="lt1"/>
                </a:solidFill>
              </a:defRPr>
            </a:lvl8pPr>
            <a:lvl9pPr lvl="8">
              <a:spcBef>
                <a:spcPts val="800"/>
              </a:spcBef>
              <a:spcAft>
                <a:spcPts val="800"/>
              </a:spcAft>
              <a:buClr>
                <a:schemeClr val="lt1"/>
              </a:buClr>
              <a:buSzPts val="1200"/>
              <a:buFont typeface="IBM Plex Sans"/>
              <a:buNone/>
              <a:defRPr sz="1200">
                <a:solidFill>
                  <a:schemeClr val="lt1"/>
                </a:solidFill>
              </a:defRPr>
            </a:lvl9pPr>
          </a:lstStyle>
          <a:p/>
        </p:txBody>
      </p:sp>
      <p:sp>
        <p:nvSpPr>
          <p:cNvPr id="1059" name="Google Shape;1059;p229"/>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800"/>
              </a:spcBef>
              <a:spcAft>
                <a:spcPts val="0"/>
              </a:spcAft>
              <a:buClr>
                <a:schemeClr val="lt1"/>
              </a:buClr>
              <a:buSzPts val="1000"/>
              <a:buFont typeface="IBM Plex Sans"/>
              <a:buChar char="○"/>
              <a:defRPr>
                <a:solidFill>
                  <a:schemeClr val="lt1"/>
                </a:solidFill>
              </a:defRPr>
            </a:lvl2pPr>
            <a:lvl3pPr indent="-292100" lvl="2" marL="1371600">
              <a:spcBef>
                <a:spcPts val="800"/>
              </a:spcBef>
              <a:spcAft>
                <a:spcPts val="0"/>
              </a:spcAft>
              <a:buClr>
                <a:schemeClr val="lt1"/>
              </a:buClr>
              <a:buSzPts val="1000"/>
              <a:buFont typeface="IBM Plex Sans"/>
              <a:buChar char="■"/>
              <a:defRPr>
                <a:solidFill>
                  <a:schemeClr val="lt1"/>
                </a:solidFill>
              </a:defRPr>
            </a:lvl3pPr>
            <a:lvl4pPr indent="-292100" lvl="3" marL="1828800">
              <a:spcBef>
                <a:spcPts val="800"/>
              </a:spcBef>
              <a:spcAft>
                <a:spcPts val="0"/>
              </a:spcAft>
              <a:buClr>
                <a:schemeClr val="lt1"/>
              </a:buClr>
              <a:buSzPts val="1000"/>
              <a:buFont typeface="IBM Plex Sans"/>
              <a:buChar char="●"/>
              <a:defRPr>
                <a:solidFill>
                  <a:schemeClr val="lt1"/>
                </a:solidFill>
              </a:defRPr>
            </a:lvl4pPr>
            <a:lvl5pPr indent="-292100" lvl="4" marL="2286000">
              <a:spcBef>
                <a:spcPts val="800"/>
              </a:spcBef>
              <a:spcAft>
                <a:spcPts val="0"/>
              </a:spcAft>
              <a:buClr>
                <a:schemeClr val="lt1"/>
              </a:buClr>
              <a:buSzPts val="1000"/>
              <a:buFont typeface="IBM Plex Sans"/>
              <a:buChar char="○"/>
              <a:defRPr>
                <a:solidFill>
                  <a:schemeClr val="lt1"/>
                </a:solidFill>
              </a:defRPr>
            </a:lvl5pPr>
            <a:lvl6pPr indent="-292100" lvl="5" marL="2743200">
              <a:spcBef>
                <a:spcPts val="800"/>
              </a:spcBef>
              <a:spcAft>
                <a:spcPts val="0"/>
              </a:spcAft>
              <a:buClr>
                <a:schemeClr val="lt1"/>
              </a:buClr>
              <a:buSzPts val="1000"/>
              <a:buFont typeface="IBM Plex Sans"/>
              <a:buChar char="■"/>
              <a:defRPr>
                <a:solidFill>
                  <a:schemeClr val="lt1"/>
                </a:solidFill>
              </a:defRPr>
            </a:lvl6pPr>
            <a:lvl7pPr indent="-292100" lvl="6" marL="3200400">
              <a:spcBef>
                <a:spcPts val="800"/>
              </a:spcBef>
              <a:spcAft>
                <a:spcPts val="0"/>
              </a:spcAft>
              <a:buClr>
                <a:schemeClr val="lt1"/>
              </a:buClr>
              <a:buSzPts val="1000"/>
              <a:buFont typeface="IBM Plex Sans"/>
              <a:buChar char="●"/>
              <a:defRPr>
                <a:solidFill>
                  <a:schemeClr val="lt1"/>
                </a:solidFill>
              </a:defRPr>
            </a:lvl7pPr>
            <a:lvl8pPr indent="-292100" lvl="7" marL="3657600">
              <a:spcBef>
                <a:spcPts val="800"/>
              </a:spcBef>
              <a:spcAft>
                <a:spcPts val="0"/>
              </a:spcAft>
              <a:buClr>
                <a:schemeClr val="lt1"/>
              </a:buClr>
              <a:buSzPts val="1000"/>
              <a:buFont typeface="IBM Plex Sans"/>
              <a:buChar char="○"/>
              <a:defRPr>
                <a:solidFill>
                  <a:schemeClr val="lt1"/>
                </a:solidFill>
              </a:defRPr>
            </a:lvl8pPr>
            <a:lvl9pPr indent="-292100" lvl="8" marL="4114800">
              <a:spcBef>
                <a:spcPts val="800"/>
              </a:spcBef>
              <a:spcAft>
                <a:spcPts val="800"/>
              </a:spcAft>
              <a:buClr>
                <a:schemeClr val="lt1"/>
              </a:buClr>
              <a:buSzPts val="1000"/>
              <a:buFont typeface="IBM Plex Sans"/>
              <a:buChar char="■"/>
              <a:defRPr>
                <a:solidFill>
                  <a:schemeClr val="lt1"/>
                </a:solidFill>
              </a:defRPr>
            </a:lvl9pPr>
          </a:lstStyle>
          <a:p/>
        </p:txBody>
      </p:sp>
      <p:sp>
        <p:nvSpPr>
          <p:cNvPr id="1060" name="Google Shape;1060;p229"/>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800"/>
              </a:spcBef>
              <a:spcAft>
                <a:spcPts val="0"/>
              </a:spcAft>
              <a:buClr>
                <a:schemeClr val="lt1"/>
              </a:buClr>
              <a:buSzPts val="1000"/>
              <a:buFont typeface="IBM Plex Sans"/>
              <a:buNone/>
              <a:defRPr sz="1000">
                <a:solidFill>
                  <a:schemeClr val="lt1"/>
                </a:solidFill>
              </a:defRPr>
            </a:lvl2pPr>
            <a:lvl3pPr lvl="2" algn="ctr">
              <a:spcBef>
                <a:spcPts val="800"/>
              </a:spcBef>
              <a:spcAft>
                <a:spcPts val="0"/>
              </a:spcAft>
              <a:buClr>
                <a:schemeClr val="lt1"/>
              </a:buClr>
              <a:buSzPts val="1000"/>
              <a:buFont typeface="IBM Plex Sans"/>
              <a:buNone/>
              <a:defRPr sz="1000">
                <a:solidFill>
                  <a:schemeClr val="lt1"/>
                </a:solidFill>
              </a:defRPr>
            </a:lvl3pPr>
            <a:lvl4pPr lvl="3" algn="ctr">
              <a:spcBef>
                <a:spcPts val="800"/>
              </a:spcBef>
              <a:spcAft>
                <a:spcPts val="0"/>
              </a:spcAft>
              <a:buClr>
                <a:schemeClr val="lt1"/>
              </a:buClr>
              <a:buSzPts val="1000"/>
              <a:buFont typeface="IBM Plex Sans"/>
              <a:buNone/>
              <a:defRPr sz="1000">
                <a:solidFill>
                  <a:schemeClr val="lt1"/>
                </a:solidFill>
              </a:defRPr>
            </a:lvl4pPr>
            <a:lvl5pPr lvl="4" algn="ctr">
              <a:spcBef>
                <a:spcPts val="800"/>
              </a:spcBef>
              <a:spcAft>
                <a:spcPts val="0"/>
              </a:spcAft>
              <a:buClr>
                <a:schemeClr val="lt1"/>
              </a:buClr>
              <a:buSzPts val="1000"/>
              <a:buFont typeface="IBM Plex Sans"/>
              <a:buNone/>
              <a:defRPr sz="1000">
                <a:solidFill>
                  <a:schemeClr val="lt1"/>
                </a:solidFill>
              </a:defRPr>
            </a:lvl5pPr>
            <a:lvl6pPr lvl="5" algn="ctr">
              <a:spcBef>
                <a:spcPts val="800"/>
              </a:spcBef>
              <a:spcAft>
                <a:spcPts val="0"/>
              </a:spcAft>
              <a:buClr>
                <a:schemeClr val="lt1"/>
              </a:buClr>
              <a:buSzPts val="1000"/>
              <a:buFont typeface="IBM Plex Sans"/>
              <a:buNone/>
              <a:defRPr sz="1000">
                <a:solidFill>
                  <a:schemeClr val="lt1"/>
                </a:solidFill>
              </a:defRPr>
            </a:lvl6pPr>
            <a:lvl7pPr lvl="6" algn="ctr">
              <a:spcBef>
                <a:spcPts val="800"/>
              </a:spcBef>
              <a:spcAft>
                <a:spcPts val="0"/>
              </a:spcAft>
              <a:buClr>
                <a:schemeClr val="lt1"/>
              </a:buClr>
              <a:buSzPts val="1000"/>
              <a:buFont typeface="IBM Plex Sans"/>
              <a:buNone/>
              <a:defRPr sz="1000">
                <a:solidFill>
                  <a:schemeClr val="lt1"/>
                </a:solidFill>
              </a:defRPr>
            </a:lvl7pPr>
            <a:lvl8pPr lvl="7" algn="ctr">
              <a:spcBef>
                <a:spcPts val="800"/>
              </a:spcBef>
              <a:spcAft>
                <a:spcPts val="0"/>
              </a:spcAft>
              <a:buClr>
                <a:schemeClr val="lt1"/>
              </a:buClr>
              <a:buSzPts val="1000"/>
              <a:buFont typeface="IBM Plex Sans"/>
              <a:buNone/>
              <a:defRPr sz="1000">
                <a:solidFill>
                  <a:schemeClr val="lt1"/>
                </a:solidFill>
              </a:defRPr>
            </a:lvl8pPr>
            <a:lvl9pPr lvl="8" algn="ctr">
              <a:spcBef>
                <a:spcPts val="800"/>
              </a:spcBef>
              <a:spcAft>
                <a:spcPts val="800"/>
              </a:spcAft>
              <a:buClr>
                <a:schemeClr val="lt1"/>
              </a:buClr>
              <a:buSzPts val="1000"/>
              <a:buFont typeface="IBM Plex Sans"/>
              <a:buNone/>
              <a:defRPr sz="1000">
                <a:solidFill>
                  <a:schemeClr val="lt1"/>
                </a:solidFill>
              </a:defRPr>
            </a:lvl9pPr>
          </a:lstStyle>
          <a:p/>
        </p:txBody>
      </p:sp>
      <p:sp>
        <p:nvSpPr>
          <p:cNvPr id="1061" name="Google Shape;1061;p229"/>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800"/>
              </a:spcBef>
              <a:spcAft>
                <a:spcPts val="0"/>
              </a:spcAft>
              <a:buClr>
                <a:schemeClr val="lt1"/>
              </a:buClr>
              <a:buSzPts val="1000"/>
              <a:buFont typeface="IBM Plex Sans"/>
              <a:buNone/>
              <a:defRPr sz="1000">
                <a:solidFill>
                  <a:schemeClr val="lt1"/>
                </a:solidFill>
              </a:defRPr>
            </a:lvl2pPr>
            <a:lvl3pPr lvl="2" algn="ctr">
              <a:spcBef>
                <a:spcPts val="800"/>
              </a:spcBef>
              <a:spcAft>
                <a:spcPts val="0"/>
              </a:spcAft>
              <a:buClr>
                <a:schemeClr val="lt1"/>
              </a:buClr>
              <a:buSzPts val="1000"/>
              <a:buFont typeface="IBM Plex Sans"/>
              <a:buNone/>
              <a:defRPr sz="1000">
                <a:solidFill>
                  <a:schemeClr val="lt1"/>
                </a:solidFill>
              </a:defRPr>
            </a:lvl3pPr>
            <a:lvl4pPr lvl="3" algn="ctr">
              <a:spcBef>
                <a:spcPts val="800"/>
              </a:spcBef>
              <a:spcAft>
                <a:spcPts val="0"/>
              </a:spcAft>
              <a:buClr>
                <a:schemeClr val="lt1"/>
              </a:buClr>
              <a:buSzPts val="1000"/>
              <a:buFont typeface="IBM Plex Sans"/>
              <a:buNone/>
              <a:defRPr sz="1000">
                <a:solidFill>
                  <a:schemeClr val="lt1"/>
                </a:solidFill>
              </a:defRPr>
            </a:lvl4pPr>
            <a:lvl5pPr lvl="4" algn="ctr">
              <a:spcBef>
                <a:spcPts val="800"/>
              </a:spcBef>
              <a:spcAft>
                <a:spcPts val="0"/>
              </a:spcAft>
              <a:buClr>
                <a:schemeClr val="lt1"/>
              </a:buClr>
              <a:buSzPts val="1000"/>
              <a:buFont typeface="IBM Plex Sans"/>
              <a:buNone/>
              <a:defRPr sz="1000">
                <a:solidFill>
                  <a:schemeClr val="lt1"/>
                </a:solidFill>
              </a:defRPr>
            </a:lvl5pPr>
            <a:lvl6pPr lvl="5" algn="ctr">
              <a:spcBef>
                <a:spcPts val="800"/>
              </a:spcBef>
              <a:spcAft>
                <a:spcPts val="0"/>
              </a:spcAft>
              <a:buClr>
                <a:schemeClr val="lt1"/>
              </a:buClr>
              <a:buSzPts val="1000"/>
              <a:buFont typeface="IBM Plex Sans"/>
              <a:buNone/>
              <a:defRPr sz="1000">
                <a:solidFill>
                  <a:schemeClr val="lt1"/>
                </a:solidFill>
              </a:defRPr>
            </a:lvl6pPr>
            <a:lvl7pPr lvl="6" algn="ctr">
              <a:spcBef>
                <a:spcPts val="800"/>
              </a:spcBef>
              <a:spcAft>
                <a:spcPts val="0"/>
              </a:spcAft>
              <a:buClr>
                <a:schemeClr val="lt1"/>
              </a:buClr>
              <a:buSzPts val="1000"/>
              <a:buFont typeface="IBM Plex Sans"/>
              <a:buNone/>
              <a:defRPr sz="1000">
                <a:solidFill>
                  <a:schemeClr val="lt1"/>
                </a:solidFill>
              </a:defRPr>
            </a:lvl7pPr>
            <a:lvl8pPr lvl="7" algn="ctr">
              <a:spcBef>
                <a:spcPts val="800"/>
              </a:spcBef>
              <a:spcAft>
                <a:spcPts val="0"/>
              </a:spcAft>
              <a:buClr>
                <a:schemeClr val="lt1"/>
              </a:buClr>
              <a:buSzPts val="1000"/>
              <a:buFont typeface="IBM Plex Sans"/>
              <a:buNone/>
              <a:defRPr sz="1000">
                <a:solidFill>
                  <a:schemeClr val="lt1"/>
                </a:solidFill>
              </a:defRPr>
            </a:lvl8pPr>
            <a:lvl9pPr lvl="8" algn="ctr">
              <a:spcBef>
                <a:spcPts val="800"/>
              </a:spcBef>
              <a:spcAft>
                <a:spcPts val="800"/>
              </a:spcAft>
              <a:buClr>
                <a:schemeClr val="lt1"/>
              </a:buClr>
              <a:buSzPts val="1000"/>
              <a:buFont typeface="IBM Plex Sans"/>
              <a:buNone/>
              <a:defRPr sz="1000">
                <a:solidFill>
                  <a:schemeClr val="lt1"/>
                </a:solidFill>
              </a:defRPr>
            </a:lvl9pPr>
          </a:lstStyle>
          <a:p/>
        </p:txBody>
      </p:sp>
      <p:sp>
        <p:nvSpPr>
          <p:cNvPr id="1062" name="Google Shape;1062;p229"/>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800"/>
              </a:spcBef>
              <a:spcAft>
                <a:spcPts val="0"/>
              </a:spcAft>
              <a:buClr>
                <a:schemeClr val="lt1"/>
              </a:buClr>
              <a:buSzPts val="1000"/>
              <a:buFont typeface="IBM Plex Sans"/>
              <a:buNone/>
              <a:defRPr sz="1000">
                <a:solidFill>
                  <a:schemeClr val="lt1"/>
                </a:solidFill>
              </a:defRPr>
            </a:lvl2pPr>
            <a:lvl3pPr lvl="2" algn="ctr">
              <a:spcBef>
                <a:spcPts val="800"/>
              </a:spcBef>
              <a:spcAft>
                <a:spcPts val="0"/>
              </a:spcAft>
              <a:buClr>
                <a:schemeClr val="lt1"/>
              </a:buClr>
              <a:buSzPts val="1000"/>
              <a:buFont typeface="IBM Plex Sans"/>
              <a:buNone/>
              <a:defRPr sz="1000">
                <a:solidFill>
                  <a:schemeClr val="lt1"/>
                </a:solidFill>
              </a:defRPr>
            </a:lvl3pPr>
            <a:lvl4pPr lvl="3" algn="ctr">
              <a:spcBef>
                <a:spcPts val="800"/>
              </a:spcBef>
              <a:spcAft>
                <a:spcPts val="0"/>
              </a:spcAft>
              <a:buClr>
                <a:schemeClr val="lt1"/>
              </a:buClr>
              <a:buSzPts val="1000"/>
              <a:buFont typeface="IBM Plex Sans"/>
              <a:buNone/>
              <a:defRPr sz="1000">
                <a:solidFill>
                  <a:schemeClr val="lt1"/>
                </a:solidFill>
              </a:defRPr>
            </a:lvl4pPr>
            <a:lvl5pPr lvl="4" algn="ctr">
              <a:spcBef>
                <a:spcPts val="800"/>
              </a:spcBef>
              <a:spcAft>
                <a:spcPts val="0"/>
              </a:spcAft>
              <a:buClr>
                <a:schemeClr val="lt1"/>
              </a:buClr>
              <a:buSzPts val="1000"/>
              <a:buFont typeface="IBM Plex Sans"/>
              <a:buNone/>
              <a:defRPr sz="1000">
                <a:solidFill>
                  <a:schemeClr val="lt1"/>
                </a:solidFill>
              </a:defRPr>
            </a:lvl5pPr>
            <a:lvl6pPr lvl="5" algn="ctr">
              <a:spcBef>
                <a:spcPts val="800"/>
              </a:spcBef>
              <a:spcAft>
                <a:spcPts val="0"/>
              </a:spcAft>
              <a:buClr>
                <a:schemeClr val="lt1"/>
              </a:buClr>
              <a:buSzPts val="1000"/>
              <a:buFont typeface="IBM Plex Sans"/>
              <a:buNone/>
              <a:defRPr sz="1000">
                <a:solidFill>
                  <a:schemeClr val="lt1"/>
                </a:solidFill>
              </a:defRPr>
            </a:lvl6pPr>
            <a:lvl7pPr lvl="6" algn="ctr">
              <a:spcBef>
                <a:spcPts val="800"/>
              </a:spcBef>
              <a:spcAft>
                <a:spcPts val="0"/>
              </a:spcAft>
              <a:buClr>
                <a:schemeClr val="lt1"/>
              </a:buClr>
              <a:buSzPts val="1000"/>
              <a:buFont typeface="IBM Plex Sans"/>
              <a:buNone/>
              <a:defRPr sz="1000">
                <a:solidFill>
                  <a:schemeClr val="lt1"/>
                </a:solidFill>
              </a:defRPr>
            </a:lvl7pPr>
            <a:lvl8pPr lvl="7" algn="ctr">
              <a:spcBef>
                <a:spcPts val="800"/>
              </a:spcBef>
              <a:spcAft>
                <a:spcPts val="0"/>
              </a:spcAft>
              <a:buClr>
                <a:schemeClr val="lt1"/>
              </a:buClr>
              <a:buSzPts val="1000"/>
              <a:buFont typeface="IBM Plex Sans"/>
              <a:buNone/>
              <a:defRPr sz="1000">
                <a:solidFill>
                  <a:schemeClr val="lt1"/>
                </a:solidFill>
              </a:defRPr>
            </a:lvl8pPr>
            <a:lvl9pPr lvl="8" algn="ctr">
              <a:spcBef>
                <a:spcPts val="800"/>
              </a:spcBef>
              <a:spcAft>
                <a:spcPts val="800"/>
              </a:spcAft>
              <a:buClr>
                <a:schemeClr val="lt1"/>
              </a:buClr>
              <a:buSzPts val="1000"/>
              <a:buFont typeface="IBM Plex Sans"/>
              <a:buNone/>
              <a:defRPr sz="1000">
                <a:solidFill>
                  <a:schemeClr val="lt1"/>
                </a:solidFill>
              </a:defRPr>
            </a:lvl9pPr>
          </a:lstStyle>
          <a:p/>
        </p:txBody>
      </p:sp>
      <p:sp>
        <p:nvSpPr>
          <p:cNvPr id="1063" name="Google Shape;1063;p229"/>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800"/>
              </a:spcBef>
              <a:spcAft>
                <a:spcPts val="0"/>
              </a:spcAft>
              <a:buClr>
                <a:schemeClr val="lt1"/>
              </a:buClr>
              <a:buSzPts val="4800"/>
              <a:buFont typeface="IBM Plex Sans"/>
              <a:buNone/>
              <a:defRPr sz="4800">
                <a:solidFill>
                  <a:schemeClr val="lt1"/>
                </a:solidFill>
              </a:defRPr>
            </a:lvl2pPr>
            <a:lvl3pPr lvl="2" algn="ctr">
              <a:spcBef>
                <a:spcPts val="800"/>
              </a:spcBef>
              <a:spcAft>
                <a:spcPts val="0"/>
              </a:spcAft>
              <a:buClr>
                <a:schemeClr val="lt1"/>
              </a:buClr>
              <a:buSzPts val="4800"/>
              <a:buFont typeface="IBM Plex Sans"/>
              <a:buNone/>
              <a:defRPr sz="4800">
                <a:solidFill>
                  <a:schemeClr val="lt1"/>
                </a:solidFill>
              </a:defRPr>
            </a:lvl3pPr>
            <a:lvl4pPr lvl="3" algn="ctr">
              <a:spcBef>
                <a:spcPts val="800"/>
              </a:spcBef>
              <a:spcAft>
                <a:spcPts val="0"/>
              </a:spcAft>
              <a:buClr>
                <a:schemeClr val="lt1"/>
              </a:buClr>
              <a:buSzPts val="4800"/>
              <a:buFont typeface="IBM Plex Sans"/>
              <a:buNone/>
              <a:defRPr sz="4800">
                <a:solidFill>
                  <a:schemeClr val="lt1"/>
                </a:solidFill>
              </a:defRPr>
            </a:lvl4pPr>
            <a:lvl5pPr lvl="4" algn="ctr">
              <a:spcBef>
                <a:spcPts val="800"/>
              </a:spcBef>
              <a:spcAft>
                <a:spcPts val="0"/>
              </a:spcAft>
              <a:buClr>
                <a:schemeClr val="lt1"/>
              </a:buClr>
              <a:buSzPts val="4800"/>
              <a:buFont typeface="IBM Plex Sans"/>
              <a:buNone/>
              <a:defRPr sz="4800">
                <a:solidFill>
                  <a:schemeClr val="lt1"/>
                </a:solidFill>
              </a:defRPr>
            </a:lvl5pPr>
            <a:lvl6pPr lvl="5" algn="ctr">
              <a:spcBef>
                <a:spcPts val="800"/>
              </a:spcBef>
              <a:spcAft>
                <a:spcPts val="0"/>
              </a:spcAft>
              <a:buClr>
                <a:schemeClr val="lt1"/>
              </a:buClr>
              <a:buSzPts val="4800"/>
              <a:buFont typeface="IBM Plex Sans"/>
              <a:buNone/>
              <a:defRPr sz="4800">
                <a:solidFill>
                  <a:schemeClr val="lt1"/>
                </a:solidFill>
              </a:defRPr>
            </a:lvl6pPr>
            <a:lvl7pPr lvl="6" algn="ctr">
              <a:spcBef>
                <a:spcPts val="800"/>
              </a:spcBef>
              <a:spcAft>
                <a:spcPts val="0"/>
              </a:spcAft>
              <a:buClr>
                <a:schemeClr val="lt1"/>
              </a:buClr>
              <a:buSzPts val="4800"/>
              <a:buFont typeface="IBM Plex Sans"/>
              <a:buNone/>
              <a:defRPr sz="4800">
                <a:solidFill>
                  <a:schemeClr val="lt1"/>
                </a:solidFill>
              </a:defRPr>
            </a:lvl7pPr>
            <a:lvl8pPr lvl="7" algn="ctr">
              <a:spcBef>
                <a:spcPts val="800"/>
              </a:spcBef>
              <a:spcAft>
                <a:spcPts val="0"/>
              </a:spcAft>
              <a:buClr>
                <a:schemeClr val="lt1"/>
              </a:buClr>
              <a:buSzPts val="4800"/>
              <a:buFont typeface="IBM Plex Sans"/>
              <a:buNone/>
              <a:defRPr sz="4800">
                <a:solidFill>
                  <a:schemeClr val="lt1"/>
                </a:solidFill>
              </a:defRPr>
            </a:lvl8pPr>
            <a:lvl9pPr lvl="8" algn="ctr">
              <a:spcBef>
                <a:spcPts val="800"/>
              </a:spcBef>
              <a:spcAft>
                <a:spcPts val="800"/>
              </a:spcAft>
              <a:buClr>
                <a:schemeClr val="lt1"/>
              </a:buClr>
              <a:buSzPts val="4800"/>
              <a:buFont typeface="IBM Plex Sans"/>
              <a:buNone/>
              <a:defRPr sz="4800">
                <a:solidFill>
                  <a:schemeClr val="lt1"/>
                </a:solidFill>
              </a:defRPr>
            </a:lvl9pPr>
          </a:lstStyle>
          <a:p/>
        </p:txBody>
      </p:sp>
      <p:sp>
        <p:nvSpPr>
          <p:cNvPr id="1064" name="Google Shape;1064;p229"/>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800"/>
              </a:spcBef>
              <a:spcAft>
                <a:spcPts val="0"/>
              </a:spcAft>
              <a:buClr>
                <a:schemeClr val="lt1"/>
              </a:buClr>
              <a:buSzPts val="1200"/>
              <a:buFont typeface="IBM Plex Sans"/>
              <a:buNone/>
              <a:defRPr sz="1200">
                <a:solidFill>
                  <a:schemeClr val="lt1"/>
                </a:solidFill>
              </a:defRPr>
            </a:lvl2pPr>
            <a:lvl3pPr lvl="2">
              <a:spcBef>
                <a:spcPts val="800"/>
              </a:spcBef>
              <a:spcAft>
                <a:spcPts val="0"/>
              </a:spcAft>
              <a:buClr>
                <a:schemeClr val="lt1"/>
              </a:buClr>
              <a:buSzPts val="1200"/>
              <a:buFont typeface="IBM Plex Sans"/>
              <a:buNone/>
              <a:defRPr sz="1200">
                <a:solidFill>
                  <a:schemeClr val="lt1"/>
                </a:solidFill>
              </a:defRPr>
            </a:lvl3pPr>
            <a:lvl4pPr lvl="3">
              <a:spcBef>
                <a:spcPts val="800"/>
              </a:spcBef>
              <a:spcAft>
                <a:spcPts val="0"/>
              </a:spcAft>
              <a:buClr>
                <a:schemeClr val="lt1"/>
              </a:buClr>
              <a:buSzPts val="1200"/>
              <a:buFont typeface="IBM Plex Sans"/>
              <a:buNone/>
              <a:defRPr sz="1200">
                <a:solidFill>
                  <a:schemeClr val="lt1"/>
                </a:solidFill>
              </a:defRPr>
            </a:lvl4pPr>
            <a:lvl5pPr lvl="4">
              <a:spcBef>
                <a:spcPts val="800"/>
              </a:spcBef>
              <a:spcAft>
                <a:spcPts val="0"/>
              </a:spcAft>
              <a:buClr>
                <a:schemeClr val="lt1"/>
              </a:buClr>
              <a:buSzPts val="1200"/>
              <a:buFont typeface="IBM Plex Sans"/>
              <a:buNone/>
              <a:defRPr sz="1200">
                <a:solidFill>
                  <a:schemeClr val="lt1"/>
                </a:solidFill>
              </a:defRPr>
            </a:lvl5pPr>
            <a:lvl6pPr lvl="5">
              <a:spcBef>
                <a:spcPts val="800"/>
              </a:spcBef>
              <a:spcAft>
                <a:spcPts val="0"/>
              </a:spcAft>
              <a:buClr>
                <a:schemeClr val="lt1"/>
              </a:buClr>
              <a:buSzPts val="1200"/>
              <a:buFont typeface="IBM Plex Sans"/>
              <a:buNone/>
              <a:defRPr sz="1200">
                <a:solidFill>
                  <a:schemeClr val="lt1"/>
                </a:solidFill>
              </a:defRPr>
            </a:lvl6pPr>
            <a:lvl7pPr lvl="6">
              <a:spcBef>
                <a:spcPts val="800"/>
              </a:spcBef>
              <a:spcAft>
                <a:spcPts val="0"/>
              </a:spcAft>
              <a:buClr>
                <a:schemeClr val="lt1"/>
              </a:buClr>
              <a:buSzPts val="1200"/>
              <a:buFont typeface="IBM Plex Sans"/>
              <a:buNone/>
              <a:defRPr sz="1200">
                <a:solidFill>
                  <a:schemeClr val="lt1"/>
                </a:solidFill>
              </a:defRPr>
            </a:lvl7pPr>
            <a:lvl8pPr lvl="7">
              <a:spcBef>
                <a:spcPts val="800"/>
              </a:spcBef>
              <a:spcAft>
                <a:spcPts val="0"/>
              </a:spcAft>
              <a:buClr>
                <a:schemeClr val="lt1"/>
              </a:buClr>
              <a:buSzPts val="1200"/>
              <a:buFont typeface="IBM Plex Sans"/>
              <a:buNone/>
              <a:defRPr sz="1200">
                <a:solidFill>
                  <a:schemeClr val="lt1"/>
                </a:solidFill>
              </a:defRPr>
            </a:lvl8pPr>
            <a:lvl9pPr lvl="8">
              <a:spcBef>
                <a:spcPts val="800"/>
              </a:spcBef>
              <a:spcAft>
                <a:spcPts val="800"/>
              </a:spcAft>
              <a:buClr>
                <a:schemeClr val="lt1"/>
              </a:buClr>
              <a:buSzPts val="1200"/>
              <a:buFont typeface="IBM Plex Sans"/>
              <a:buNone/>
              <a:defRPr sz="1200">
                <a:solidFill>
                  <a:schemeClr val="lt1"/>
                </a:solidFill>
              </a:defRPr>
            </a:lvl9pPr>
          </a:lstStyle>
          <a:p/>
        </p:txBody>
      </p:sp>
      <p:sp>
        <p:nvSpPr>
          <p:cNvPr id="1065" name="Google Shape;1065;p229"/>
          <p:cNvSpPr txBox="1"/>
          <p:nvPr>
            <p:ph type="title"/>
          </p:nvPr>
        </p:nvSpPr>
        <p:spPr>
          <a:xfrm>
            <a:off x="436725" y="1368694"/>
            <a:ext cx="4182300" cy="653100"/>
          </a:xfrm>
          <a:prstGeom prst="rect">
            <a:avLst/>
          </a:prstGeom>
        </p:spPr>
        <p:txBody>
          <a:bodyPr anchorCtr="0" anchor="ctr" bIns="0" lIns="0" spcFirstLastPara="1" rIns="0" wrap="square" tIns="0">
            <a:norm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066" name="Google Shape;1066;p229"/>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067" name="Google Shape;1067;p229"/>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800"/>
              </a:spcBef>
              <a:spcAft>
                <a:spcPts val="0"/>
              </a:spcAft>
              <a:buClr>
                <a:schemeClr val="lt1"/>
              </a:buClr>
              <a:buSzPts val="800"/>
              <a:buFont typeface="IBM Plex Sans"/>
              <a:buNone/>
              <a:defRPr sz="800">
                <a:solidFill>
                  <a:schemeClr val="lt1"/>
                </a:solidFill>
              </a:defRPr>
            </a:lvl2pPr>
            <a:lvl3pPr lvl="2" algn="r">
              <a:spcBef>
                <a:spcPts val="800"/>
              </a:spcBef>
              <a:spcAft>
                <a:spcPts val="0"/>
              </a:spcAft>
              <a:buClr>
                <a:schemeClr val="lt1"/>
              </a:buClr>
              <a:buSzPts val="800"/>
              <a:buFont typeface="IBM Plex Sans"/>
              <a:buNone/>
              <a:defRPr sz="800">
                <a:solidFill>
                  <a:schemeClr val="lt1"/>
                </a:solidFill>
              </a:defRPr>
            </a:lvl3pPr>
            <a:lvl4pPr lvl="3" algn="r">
              <a:spcBef>
                <a:spcPts val="800"/>
              </a:spcBef>
              <a:spcAft>
                <a:spcPts val="0"/>
              </a:spcAft>
              <a:buClr>
                <a:schemeClr val="lt1"/>
              </a:buClr>
              <a:buSzPts val="800"/>
              <a:buFont typeface="IBM Plex Sans"/>
              <a:buNone/>
              <a:defRPr sz="800">
                <a:solidFill>
                  <a:schemeClr val="lt1"/>
                </a:solidFill>
              </a:defRPr>
            </a:lvl4pPr>
            <a:lvl5pPr lvl="4" algn="r">
              <a:spcBef>
                <a:spcPts val="800"/>
              </a:spcBef>
              <a:spcAft>
                <a:spcPts val="0"/>
              </a:spcAft>
              <a:buClr>
                <a:schemeClr val="lt1"/>
              </a:buClr>
              <a:buSzPts val="800"/>
              <a:buFont typeface="IBM Plex Sans"/>
              <a:buNone/>
              <a:defRPr sz="800">
                <a:solidFill>
                  <a:schemeClr val="lt1"/>
                </a:solidFill>
              </a:defRPr>
            </a:lvl5pPr>
            <a:lvl6pPr lvl="5" algn="r">
              <a:spcBef>
                <a:spcPts val="800"/>
              </a:spcBef>
              <a:spcAft>
                <a:spcPts val="0"/>
              </a:spcAft>
              <a:buClr>
                <a:schemeClr val="lt1"/>
              </a:buClr>
              <a:buSzPts val="800"/>
              <a:buFont typeface="IBM Plex Sans"/>
              <a:buNone/>
              <a:defRPr sz="800">
                <a:solidFill>
                  <a:schemeClr val="lt1"/>
                </a:solidFill>
              </a:defRPr>
            </a:lvl6pPr>
            <a:lvl7pPr lvl="6" algn="r">
              <a:spcBef>
                <a:spcPts val="800"/>
              </a:spcBef>
              <a:spcAft>
                <a:spcPts val="0"/>
              </a:spcAft>
              <a:buClr>
                <a:schemeClr val="lt1"/>
              </a:buClr>
              <a:buSzPts val="800"/>
              <a:buFont typeface="IBM Plex Sans"/>
              <a:buNone/>
              <a:defRPr sz="800">
                <a:solidFill>
                  <a:schemeClr val="lt1"/>
                </a:solidFill>
              </a:defRPr>
            </a:lvl7pPr>
            <a:lvl8pPr lvl="7" algn="r">
              <a:spcBef>
                <a:spcPts val="800"/>
              </a:spcBef>
              <a:spcAft>
                <a:spcPts val="0"/>
              </a:spcAft>
              <a:buClr>
                <a:schemeClr val="lt1"/>
              </a:buClr>
              <a:buSzPts val="800"/>
              <a:buFont typeface="IBM Plex Sans"/>
              <a:buNone/>
              <a:defRPr sz="800">
                <a:solidFill>
                  <a:schemeClr val="lt1"/>
                </a:solidFill>
              </a:defRPr>
            </a:lvl8pPr>
            <a:lvl9pPr lvl="8" algn="r">
              <a:spcBef>
                <a:spcPts val="800"/>
              </a:spcBef>
              <a:spcAft>
                <a:spcPts val="800"/>
              </a:spcAft>
              <a:buClr>
                <a:schemeClr val="lt1"/>
              </a:buClr>
              <a:buSzPts val="800"/>
              <a:buFont typeface="IBM Plex Sans"/>
              <a:buNone/>
              <a:defRPr sz="800">
                <a:solidFill>
                  <a:schemeClr val="lt1"/>
                </a:solidFill>
              </a:defRPr>
            </a:lvl9pPr>
          </a:lstStyle>
          <a:p/>
        </p:txBody>
      </p:sp>
      <p:sp>
        <p:nvSpPr>
          <p:cNvPr id="1068" name="Google Shape;1068;p229"/>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800"/>
              </a:spcBef>
              <a:spcAft>
                <a:spcPts val="0"/>
              </a:spcAft>
              <a:buClr>
                <a:schemeClr val="lt1"/>
              </a:buClr>
              <a:buSzPts val="800"/>
              <a:buFont typeface="IBM Plex Sans"/>
              <a:buNone/>
              <a:defRPr sz="800">
                <a:solidFill>
                  <a:schemeClr val="lt1"/>
                </a:solidFill>
              </a:defRPr>
            </a:lvl2pPr>
            <a:lvl3pPr lvl="2">
              <a:spcBef>
                <a:spcPts val="800"/>
              </a:spcBef>
              <a:spcAft>
                <a:spcPts val="0"/>
              </a:spcAft>
              <a:buClr>
                <a:schemeClr val="lt1"/>
              </a:buClr>
              <a:buSzPts val="800"/>
              <a:buFont typeface="IBM Plex Sans"/>
              <a:buNone/>
              <a:defRPr sz="800">
                <a:solidFill>
                  <a:schemeClr val="lt1"/>
                </a:solidFill>
              </a:defRPr>
            </a:lvl3pPr>
            <a:lvl4pPr lvl="3">
              <a:spcBef>
                <a:spcPts val="800"/>
              </a:spcBef>
              <a:spcAft>
                <a:spcPts val="0"/>
              </a:spcAft>
              <a:buClr>
                <a:schemeClr val="lt1"/>
              </a:buClr>
              <a:buSzPts val="800"/>
              <a:buFont typeface="IBM Plex Sans"/>
              <a:buNone/>
              <a:defRPr sz="800">
                <a:solidFill>
                  <a:schemeClr val="lt1"/>
                </a:solidFill>
              </a:defRPr>
            </a:lvl4pPr>
            <a:lvl5pPr lvl="4">
              <a:spcBef>
                <a:spcPts val="800"/>
              </a:spcBef>
              <a:spcAft>
                <a:spcPts val="0"/>
              </a:spcAft>
              <a:buClr>
                <a:schemeClr val="lt1"/>
              </a:buClr>
              <a:buSzPts val="800"/>
              <a:buFont typeface="IBM Plex Sans"/>
              <a:buNone/>
              <a:defRPr sz="800">
                <a:solidFill>
                  <a:schemeClr val="lt1"/>
                </a:solidFill>
              </a:defRPr>
            </a:lvl5pPr>
            <a:lvl6pPr lvl="5">
              <a:spcBef>
                <a:spcPts val="800"/>
              </a:spcBef>
              <a:spcAft>
                <a:spcPts val="0"/>
              </a:spcAft>
              <a:buClr>
                <a:schemeClr val="lt1"/>
              </a:buClr>
              <a:buSzPts val="800"/>
              <a:buFont typeface="IBM Plex Sans"/>
              <a:buNone/>
              <a:defRPr sz="800">
                <a:solidFill>
                  <a:schemeClr val="lt1"/>
                </a:solidFill>
              </a:defRPr>
            </a:lvl6pPr>
            <a:lvl7pPr lvl="6">
              <a:spcBef>
                <a:spcPts val="800"/>
              </a:spcBef>
              <a:spcAft>
                <a:spcPts val="0"/>
              </a:spcAft>
              <a:buClr>
                <a:schemeClr val="lt1"/>
              </a:buClr>
              <a:buSzPts val="800"/>
              <a:buFont typeface="IBM Plex Sans"/>
              <a:buNone/>
              <a:defRPr sz="800">
                <a:solidFill>
                  <a:schemeClr val="lt1"/>
                </a:solidFill>
              </a:defRPr>
            </a:lvl7pPr>
            <a:lvl8pPr lvl="7">
              <a:spcBef>
                <a:spcPts val="800"/>
              </a:spcBef>
              <a:spcAft>
                <a:spcPts val="0"/>
              </a:spcAft>
              <a:buClr>
                <a:schemeClr val="lt1"/>
              </a:buClr>
              <a:buSzPts val="800"/>
              <a:buFont typeface="IBM Plex Sans"/>
              <a:buNone/>
              <a:defRPr sz="800">
                <a:solidFill>
                  <a:schemeClr val="lt1"/>
                </a:solidFill>
              </a:defRPr>
            </a:lvl8pPr>
            <a:lvl9pPr lvl="8">
              <a:spcBef>
                <a:spcPts val="800"/>
              </a:spcBef>
              <a:spcAft>
                <a:spcPts val="80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069" name="Shape 1069"/>
        <p:cNvGrpSpPr/>
        <p:nvPr/>
      </p:nvGrpSpPr>
      <p:grpSpPr>
        <a:xfrm>
          <a:off x="0" y="0"/>
          <a:ext cx="0" cy="0"/>
          <a:chOff x="0" y="0"/>
          <a:chExt cx="0" cy="0"/>
        </a:xfrm>
      </p:grpSpPr>
      <p:sp>
        <p:nvSpPr>
          <p:cNvPr id="1070" name="Google Shape;1070;p230"/>
          <p:cNvSpPr txBox="1"/>
          <p:nvPr>
            <p:ph type="title"/>
          </p:nvPr>
        </p:nvSpPr>
        <p:spPr>
          <a:xfrm>
            <a:off x="571500" y="889002"/>
            <a:ext cx="4000500" cy="633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1071" name="Google Shape;1071;p23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072" name="Shape 1072"/>
        <p:cNvGrpSpPr/>
        <p:nvPr/>
      </p:nvGrpSpPr>
      <p:grpSpPr>
        <a:xfrm>
          <a:off x="0" y="0"/>
          <a:ext cx="0" cy="0"/>
          <a:chOff x="0" y="0"/>
          <a:chExt cx="0" cy="0"/>
        </a:xfrm>
      </p:grpSpPr>
      <p:sp>
        <p:nvSpPr>
          <p:cNvPr id="1073" name="Google Shape;1073;p23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77" name="Shape 1077"/>
        <p:cNvGrpSpPr/>
        <p:nvPr/>
      </p:nvGrpSpPr>
      <p:grpSpPr>
        <a:xfrm>
          <a:off x="0" y="0"/>
          <a:ext cx="0" cy="0"/>
          <a:chOff x="0" y="0"/>
          <a:chExt cx="0" cy="0"/>
        </a:xfrm>
      </p:grpSpPr>
      <p:pic>
        <p:nvPicPr>
          <p:cNvPr id="1078" name="Google Shape;1078;p233"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1079" name="Google Shape;1079;p233"/>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080" name="Google Shape;1080;p233"/>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081" name="Google Shape;1081;p233"/>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1082" name="Google Shape;1082;p233"/>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83" name="Google Shape;1083;p233"/>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084" name="Shape 1084"/>
        <p:cNvGrpSpPr/>
        <p:nvPr/>
      </p:nvGrpSpPr>
      <p:grpSpPr>
        <a:xfrm>
          <a:off x="0" y="0"/>
          <a:ext cx="0" cy="0"/>
          <a:chOff x="0" y="0"/>
          <a:chExt cx="0" cy="0"/>
        </a:xfrm>
      </p:grpSpPr>
      <p:pic>
        <p:nvPicPr>
          <p:cNvPr id="1085" name="Google Shape;1085;p234"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086" name="Google Shape;1086;p234"/>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087" name="Google Shape;1087;p234"/>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88" name="Google Shape;1088;p234"/>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1089" name="Shape 1089"/>
        <p:cNvGrpSpPr/>
        <p:nvPr/>
      </p:nvGrpSpPr>
      <p:grpSpPr>
        <a:xfrm>
          <a:off x="0" y="0"/>
          <a:ext cx="0" cy="0"/>
          <a:chOff x="0" y="0"/>
          <a:chExt cx="0" cy="0"/>
        </a:xfrm>
      </p:grpSpPr>
      <p:pic>
        <p:nvPicPr>
          <p:cNvPr id="1090" name="Google Shape;1090;p235"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1091" name="Google Shape;1091;p235"/>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1092" name="Shape 1092"/>
        <p:cNvGrpSpPr/>
        <p:nvPr/>
      </p:nvGrpSpPr>
      <p:grpSpPr>
        <a:xfrm>
          <a:off x="0" y="0"/>
          <a:ext cx="0" cy="0"/>
          <a:chOff x="0" y="0"/>
          <a:chExt cx="0" cy="0"/>
        </a:xfrm>
      </p:grpSpPr>
      <p:grpSp>
        <p:nvGrpSpPr>
          <p:cNvPr id="1093" name="Google Shape;1093;p236"/>
          <p:cNvGrpSpPr/>
          <p:nvPr/>
        </p:nvGrpSpPr>
        <p:grpSpPr>
          <a:xfrm>
            <a:off x="0" y="0"/>
            <a:ext cx="9143998" cy="5714776"/>
            <a:chOff x="0" y="-2"/>
            <a:chExt cx="10973237" cy="6858005"/>
          </a:xfrm>
        </p:grpSpPr>
        <p:pic>
          <p:nvPicPr>
            <p:cNvPr id="1094" name="Google Shape;1094;p236"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1095" name="Google Shape;1095;p236"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1096" name="Google Shape;1096;p236"/>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1097" name="Google Shape;1097;p236"/>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1098" name="Google Shape;1098;p236"/>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9" name="Shape 1099"/>
        <p:cNvGrpSpPr/>
        <p:nvPr/>
      </p:nvGrpSpPr>
      <p:grpSpPr>
        <a:xfrm>
          <a:off x="0" y="0"/>
          <a:ext cx="0" cy="0"/>
          <a:chOff x="0" y="0"/>
          <a:chExt cx="0" cy="0"/>
        </a:xfrm>
      </p:grpSpPr>
      <p:sp>
        <p:nvSpPr>
          <p:cNvPr id="1100" name="Google Shape;1100;p237"/>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101" name="Google Shape;1101;p237"/>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1102" name="Shape 1102"/>
        <p:cNvGrpSpPr/>
        <p:nvPr/>
      </p:nvGrpSpPr>
      <p:grpSpPr>
        <a:xfrm>
          <a:off x="0" y="0"/>
          <a:ext cx="0" cy="0"/>
          <a:chOff x="0" y="0"/>
          <a:chExt cx="0" cy="0"/>
        </a:xfrm>
      </p:grpSpPr>
      <p:sp>
        <p:nvSpPr>
          <p:cNvPr id="1103" name="Google Shape;1103;p238"/>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04" name="Google Shape;1104;p238"/>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105" name="Google Shape;1105;p23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6" name="Shape 1106"/>
        <p:cNvGrpSpPr/>
        <p:nvPr/>
      </p:nvGrpSpPr>
      <p:grpSpPr>
        <a:xfrm>
          <a:off x="0" y="0"/>
          <a:ext cx="0" cy="0"/>
          <a:chOff x="0" y="0"/>
          <a:chExt cx="0" cy="0"/>
        </a:xfrm>
      </p:grpSpPr>
      <p:sp>
        <p:nvSpPr>
          <p:cNvPr id="1107" name="Google Shape;1107;p23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1108" name="Shape 1108"/>
        <p:cNvGrpSpPr/>
        <p:nvPr/>
      </p:nvGrpSpPr>
      <p:grpSpPr>
        <a:xfrm>
          <a:off x="0" y="0"/>
          <a:ext cx="0" cy="0"/>
          <a:chOff x="0" y="0"/>
          <a:chExt cx="0" cy="0"/>
        </a:xfrm>
      </p:grpSpPr>
      <p:sp>
        <p:nvSpPr>
          <p:cNvPr id="1109" name="Google Shape;1109;p240"/>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110" name="Google Shape;1110;p240"/>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1111" name="Shape 1111"/>
        <p:cNvGrpSpPr/>
        <p:nvPr/>
      </p:nvGrpSpPr>
      <p:grpSpPr>
        <a:xfrm>
          <a:off x="0" y="0"/>
          <a:ext cx="0" cy="0"/>
          <a:chOff x="0" y="0"/>
          <a:chExt cx="0" cy="0"/>
        </a:xfrm>
      </p:grpSpPr>
      <p:sp>
        <p:nvSpPr>
          <p:cNvPr id="1112" name="Google Shape;1112;p241"/>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1113" name="Shape 1113"/>
        <p:cNvGrpSpPr/>
        <p:nvPr/>
      </p:nvGrpSpPr>
      <p:grpSpPr>
        <a:xfrm>
          <a:off x="0" y="0"/>
          <a:ext cx="0" cy="0"/>
          <a:chOff x="0" y="0"/>
          <a:chExt cx="0" cy="0"/>
        </a:xfrm>
      </p:grpSpPr>
      <p:sp>
        <p:nvSpPr>
          <p:cNvPr id="1114" name="Google Shape;1114;p242"/>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42"/>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1116" name="Google Shape;1116;p242"/>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117" name="Google Shape;1117;p242"/>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8" name="Shape 1118"/>
        <p:cNvGrpSpPr/>
        <p:nvPr/>
      </p:nvGrpSpPr>
      <p:grpSpPr>
        <a:xfrm>
          <a:off x="0" y="0"/>
          <a:ext cx="0" cy="0"/>
          <a:chOff x="0" y="0"/>
          <a:chExt cx="0" cy="0"/>
        </a:xfrm>
      </p:grpSpPr>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1119" name="Shape 1119"/>
        <p:cNvGrpSpPr/>
        <p:nvPr/>
      </p:nvGrpSpPr>
      <p:grpSpPr>
        <a:xfrm>
          <a:off x="0" y="0"/>
          <a:ext cx="0" cy="0"/>
          <a:chOff x="0" y="0"/>
          <a:chExt cx="0" cy="0"/>
        </a:xfrm>
      </p:grpSpPr>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1120" name="Shape 1120"/>
        <p:cNvGrpSpPr/>
        <p:nvPr/>
      </p:nvGrpSpPr>
      <p:grpSpPr>
        <a:xfrm>
          <a:off x="0" y="0"/>
          <a:ext cx="0" cy="0"/>
          <a:chOff x="0" y="0"/>
          <a:chExt cx="0" cy="0"/>
        </a:xfrm>
      </p:grpSpPr>
      <p:sp>
        <p:nvSpPr>
          <p:cNvPr id="1121" name="Google Shape;1121;p245"/>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122" name="Google Shape;1122;p245"/>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23" name="Google Shape;1123;p245"/>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24" name="Google Shape;1124;p245"/>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1125" name="Shape 1125"/>
        <p:cNvGrpSpPr/>
        <p:nvPr/>
      </p:nvGrpSpPr>
      <p:grpSpPr>
        <a:xfrm>
          <a:off x="0" y="0"/>
          <a:ext cx="0" cy="0"/>
          <a:chOff x="0" y="0"/>
          <a:chExt cx="0" cy="0"/>
        </a:xfrm>
      </p:grpSpPr>
      <p:sp>
        <p:nvSpPr>
          <p:cNvPr id="1126" name="Google Shape;1126;p246"/>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127" name="Google Shape;1127;p246"/>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28" name="Google Shape;1128;p246"/>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29" name="Google Shape;1129;p246"/>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30" name="Google Shape;1130;p246"/>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1131" name="Shape 1131"/>
        <p:cNvGrpSpPr/>
        <p:nvPr/>
      </p:nvGrpSpPr>
      <p:grpSpPr>
        <a:xfrm>
          <a:off x="0" y="0"/>
          <a:ext cx="0" cy="0"/>
          <a:chOff x="0" y="0"/>
          <a:chExt cx="0" cy="0"/>
        </a:xfrm>
      </p:grpSpPr>
      <p:sp>
        <p:nvSpPr>
          <p:cNvPr id="1132" name="Google Shape;1132;p247"/>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133" name="Google Shape;1133;p247"/>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1134" name="Shape 1134"/>
        <p:cNvGrpSpPr/>
        <p:nvPr/>
      </p:nvGrpSpPr>
      <p:grpSpPr>
        <a:xfrm>
          <a:off x="0" y="0"/>
          <a:ext cx="0" cy="0"/>
          <a:chOff x="0" y="0"/>
          <a:chExt cx="0" cy="0"/>
        </a:xfrm>
      </p:grpSpPr>
      <p:sp>
        <p:nvSpPr>
          <p:cNvPr id="1135" name="Google Shape;1135;p248"/>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36" name="Google Shape;1136;p248"/>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1137" name="Shape 1137"/>
        <p:cNvGrpSpPr/>
        <p:nvPr/>
      </p:nvGrpSpPr>
      <p:grpSpPr>
        <a:xfrm>
          <a:off x="0" y="0"/>
          <a:ext cx="0" cy="0"/>
          <a:chOff x="0" y="0"/>
          <a:chExt cx="0" cy="0"/>
        </a:xfrm>
      </p:grpSpPr>
      <p:sp>
        <p:nvSpPr>
          <p:cNvPr id="1138" name="Google Shape;1138;p249"/>
          <p:cNvSpPr/>
          <p:nvPr>
            <p:ph idx="2" type="pic"/>
          </p:nvPr>
        </p:nvSpPr>
        <p:spPr>
          <a:xfrm>
            <a:off x="76200" y="91667"/>
            <a:ext cx="4495800" cy="5531700"/>
          </a:xfrm>
          <a:prstGeom prst="roundRect">
            <a:avLst>
              <a:gd fmla="val 16667" name="adj"/>
            </a:avLst>
          </a:prstGeom>
          <a:noFill/>
          <a:ln>
            <a:noFill/>
          </a:ln>
        </p:spPr>
      </p:sp>
      <p:sp>
        <p:nvSpPr>
          <p:cNvPr id="1139" name="Google Shape;1139;p249"/>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40" name="Google Shape;1140;p249"/>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41" name="Google Shape;1141;p249"/>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1142" name="Shape 1142"/>
        <p:cNvGrpSpPr/>
        <p:nvPr/>
      </p:nvGrpSpPr>
      <p:grpSpPr>
        <a:xfrm>
          <a:off x="0" y="0"/>
          <a:ext cx="0" cy="0"/>
          <a:chOff x="0" y="0"/>
          <a:chExt cx="0" cy="0"/>
        </a:xfrm>
      </p:grpSpPr>
      <p:sp>
        <p:nvSpPr>
          <p:cNvPr id="1143" name="Google Shape;1143;p250"/>
          <p:cNvSpPr/>
          <p:nvPr>
            <p:ph idx="2" type="pic"/>
          </p:nvPr>
        </p:nvSpPr>
        <p:spPr>
          <a:xfrm>
            <a:off x="4572000" y="91667"/>
            <a:ext cx="4495800" cy="5531700"/>
          </a:xfrm>
          <a:prstGeom prst="roundRect">
            <a:avLst>
              <a:gd fmla="val 16667" name="adj"/>
            </a:avLst>
          </a:prstGeom>
          <a:noFill/>
          <a:ln>
            <a:noFill/>
          </a:ln>
        </p:spPr>
      </p:sp>
      <p:sp>
        <p:nvSpPr>
          <p:cNvPr id="1144" name="Google Shape;1144;p250"/>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45" name="Google Shape;1145;p250"/>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46" name="Google Shape;1146;p250"/>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1147" name="Shape 1147"/>
        <p:cNvGrpSpPr/>
        <p:nvPr/>
      </p:nvGrpSpPr>
      <p:grpSpPr>
        <a:xfrm>
          <a:off x="0" y="0"/>
          <a:ext cx="0" cy="0"/>
          <a:chOff x="0" y="0"/>
          <a:chExt cx="0" cy="0"/>
        </a:xfrm>
      </p:grpSpPr>
      <p:sp>
        <p:nvSpPr>
          <p:cNvPr id="1148" name="Google Shape;1148;p251"/>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49" name="Google Shape;1149;p251"/>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50" name="Google Shape;1150;p251"/>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1151" name="Shape 1151"/>
        <p:cNvGrpSpPr/>
        <p:nvPr/>
      </p:nvGrpSpPr>
      <p:grpSpPr>
        <a:xfrm>
          <a:off x="0" y="0"/>
          <a:ext cx="0" cy="0"/>
          <a:chOff x="0" y="0"/>
          <a:chExt cx="0" cy="0"/>
        </a:xfrm>
      </p:grpSpPr>
      <p:sp>
        <p:nvSpPr>
          <p:cNvPr id="1152" name="Google Shape;1152;p252"/>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153" name="Google Shape;1153;p252"/>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54" name="Google Shape;1154;p252"/>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1155" name="Shape 1155"/>
        <p:cNvGrpSpPr/>
        <p:nvPr/>
      </p:nvGrpSpPr>
      <p:grpSpPr>
        <a:xfrm>
          <a:off x="0" y="0"/>
          <a:ext cx="0" cy="0"/>
          <a:chOff x="0" y="0"/>
          <a:chExt cx="0" cy="0"/>
        </a:xfrm>
      </p:grpSpPr>
      <p:sp>
        <p:nvSpPr>
          <p:cNvPr id="1156" name="Google Shape;1156;p25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57" name="Google Shape;1157;p25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1158" name="Shape 1158"/>
        <p:cNvGrpSpPr/>
        <p:nvPr/>
      </p:nvGrpSpPr>
      <p:grpSpPr>
        <a:xfrm>
          <a:off x="0" y="0"/>
          <a:ext cx="0" cy="0"/>
          <a:chOff x="0" y="0"/>
          <a:chExt cx="0" cy="0"/>
        </a:xfrm>
      </p:grpSpPr>
      <p:sp>
        <p:nvSpPr>
          <p:cNvPr id="1159" name="Google Shape;1159;p254"/>
          <p:cNvSpPr/>
          <p:nvPr>
            <p:ph idx="2" type="pic"/>
          </p:nvPr>
        </p:nvSpPr>
        <p:spPr>
          <a:xfrm>
            <a:off x="0" y="2900000"/>
            <a:ext cx="9144000" cy="2814900"/>
          </a:xfrm>
          <a:prstGeom prst="roundRect">
            <a:avLst>
              <a:gd fmla="val 1254" name="adj"/>
            </a:avLst>
          </a:prstGeom>
          <a:noFill/>
          <a:ln>
            <a:noFill/>
          </a:ln>
        </p:spPr>
      </p:sp>
      <p:sp>
        <p:nvSpPr>
          <p:cNvPr id="1160" name="Google Shape;1160;p254"/>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161" name="Google Shape;1161;p254"/>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62" name="Google Shape;1162;p254"/>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1163" name="Shape 1163"/>
        <p:cNvGrpSpPr/>
        <p:nvPr/>
      </p:nvGrpSpPr>
      <p:grpSpPr>
        <a:xfrm>
          <a:off x="0" y="0"/>
          <a:ext cx="0" cy="0"/>
          <a:chOff x="0" y="0"/>
          <a:chExt cx="0" cy="0"/>
        </a:xfrm>
      </p:grpSpPr>
      <p:sp>
        <p:nvSpPr>
          <p:cNvPr id="1164" name="Google Shape;1164;p255"/>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165" name="Google Shape;1165;p255"/>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1166" name="Shape 1166"/>
        <p:cNvGrpSpPr/>
        <p:nvPr/>
      </p:nvGrpSpPr>
      <p:grpSpPr>
        <a:xfrm>
          <a:off x="0" y="0"/>
          <a:ext cx="0" cy="0"/>
          <a:chOff x="0" y="0"/>
          <a:chExt cx="0" cy="0"/>
        </a:xfrm>
      </p:grpSpPr>
      <p:sp>
        <p:nvSpPr>
          <p:cNvPr id="1167" name="Google Shape;1167;p256"/>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68" name="Google Shape;1168;p256"/>
          <p:cNvSpPr/>
          <p:nvPr>
            <p:ph idx="2" type="pic"/>
          </p:nvPr>
        </p:nvSpPr>
        <p:spPr>
          <a:xfrm>
            <a:off x="0" y="0"/>
            <a:ext cx="9144000" cy="2814900"/>
          </a:xfrm>
          <a:prstGeom prst="roundRect">
            <a:avLst>
              <a:gd fmla="val 1254" name="adj"/>
            </a:avLst>
          </a:prstGeom>
          <a:noFill/>
          <a:ln>
            <a:noFill/>
          </a:ln>
        </p:spPr>
      </p:sp>
      <p:sp>
        <p:nvSpPr>
          <p:cNvPr id="1169" name="Google Shape;1169;p256"/>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170" name="Google Shape;1170;p256"/>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71" name="Google Shape;1171;p256"/>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1172" name="Shape 1172"/>
        <p:cNvGrpSpPr/>
        <p:nvPr/>
      </p:nvGrpSpPr>
      <p:grpSpPr>
        <a:xfrm>
          <a:off x="0" y="0"/>
          <a:ext cx="0" cy="0"/>
          <a:chOff x="0" y="0"/>
          <a:chExt cx="0" cy="0"/>
        </a:xfrm>
      </p:grpSpPr>
      <p:sp>
        <p:nvSpPr>
          <p:cNvPr id="1173" name="Google Shape;1173;p257"/>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4" name="Google Shape;1174;p257"/>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5" name="Google Shape;1175;p257"/>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6" name="Google Shape;1176;p257"/>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77" name="Google Shape;1177;p257"/>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78" name="Google Shape;1178;p257"/>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79" name="Google Shape;1179;p257"/>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1180" name="Shape 1180"/>
        <p:cNvGrpSpPr/>
        <p:nvPr/>
      </p:nvGrpSpPr>
      <p:grpSpPr>
        <a:xfrm>
          <a:off x="0" y="0"/>
          <a:ext cx="0" cy="0"/>
          <a:chOff x="0" y="0"/>
          <a:chExt cx="0" cy="0"/>
        </a:xfrm>
      </p:grpSpPr>
      <p:sp>
        <p:nvSpPr>
          <p:cNvPr id="1181" name="Google Shape;1181;p258"/>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82" name="Google Shape;1182;p258"/>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83" name="Google Shape;1183;p258"/>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184" name="Google Shape;1184;p258"/>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85" name="Google Shape;1185;p258"/>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1186" name="Shape 1186"/>
        <p:cNvGrpSpPr/>
        <p:nvPr/>
      </p:nvGrpSpPr>
      <p:grpSpPr>
        <a:xfrm>
          <a:off x="0" y="0"/>
          <a:ext cx="0" cy="0"/>
          <a:chOff x="0" y="0"/>
          <a:chExt cx="0" cy="0"/>
        </a:xfrm>
      </p:grpSpPr>
      <p:sp>
        <p:nvSpPr>
          <p:cNvPr id="1187" name="Google Shape;1187;p259"/>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88" name="Google Shape;1188;p259"/>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89" name="Google Shape;1189;p259"/>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90" name="Google Shape;1190;p259"/>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91" name="Google Shape;1191;p259"/>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92" name="Google Shape;1192;p259"/>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193" name="Google Shape;1193;p259"/>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194" name="Google Shape;1194;p259"/>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195" name="Google Shape;1195;p259"/>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196" name="Google Shape;1196;p259"/>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1197" name="Shape 1197"/>
        <p:cNvGrpSpPr/>
        <p:nvPr/>
      </p:nvGrpSpPr>
      <p:grpSpPr>
        <a:xfrm>
          <a:off x="0" y="0"/>
          <a:ext cx="0" cy="0"/>
          <a:chOff x="0" y="0"/>
          <a:chExt cx="0" cy="0"/>
        </a:xfrm>
      </p:grpSpPr>
      <p:pic>
        <p:nvPicPr>
          <p:cNvPr id="1198" name="Google Shape;1198;p260"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1199" name="Google Shape;1199;p260"/>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1200" name="Shape 1200"/>
        <p:cNvGrpSpPr/>
        <p:nvPr/>
      </p:nvGrpSpPr>
      <p:grpSpPr>
        <a:xfrm>
          <a:off x="0" y="0"/>
          <a:ext cx="0" cy="0"/>
          <a:chOff x="0" y="0"/>
          <a:chExt cx="0" cy="0"/>
        </a:xfrm>
      </p:grpSpPr>
      <p:sp>
        <p:nvSpPr>
          <p:cNvPr id="1201" name="Google Shape;1201;p261"/>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202" name="Google Shape;1202;p26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03" name="Google Shape;1203;p261"/>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1204" name="Shape 1204"/>
        <p:cNvGrpSpPr/>
        <p:nvPr/>
      </p:nvGrpSpPr>
      <p:grpSpPr>
        <a:xfrm>
          <a:off x="0" y="0"/>
          <a:ext cx="0" cy="0"/>
          <a:chOff x="0" y="0"/>
          <a:chExt cx="0" cy="0"/>
        </a:xfrm>
      </p:grpSpPr>
      <p:sp>
        <p:nvSpPr>
          <p:cNvPr id="1205" name="Google Shape;1205;p262"/>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206" name="Google Shape;1206;p262"/>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07" name="Google Shape;1207;p262"/>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1208" name="Shape 1208"/>
        <p:cNvGrpSpPr/>
        <p:nvPr/>
      </p:nvGrpSpPr>
      <p:grpSpPr>
        <a:xfrm>
          <a:off x="0" y="0"/>
          <a:ext cx="0" cy="0"/>
          <a:chOff x="0" y="0"/>
          <a:chExt cx="0" cy="0"/>
        </a:xfrm>
      </p:grpSpPr>
      <p:pic>
        <p:nvPicPr>
          <p:cNvPr id="1209" name="Google Shape;1209;p263"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1210" name="Google Shape;1210;p263"/>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211" name="Google Shape;1211;p263"/>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1212" name="Shape 1212"/>
        <p:cNvGrpSpPr/>
        <p:nvPr/>
      </p:nvGrpSpPr>
      <p:grpSpPr>
        <a:xfrm>
          <a:off x="0" y="0"/>
          <a:ext cx="0" cy="0"/>
          <a:chOff x="0" y="0"/>
          <a:chExt cx="0" cy="0"/>
        </a:xfrm>
      </p:grpSpPr>
      <p:pic>
        <p:nvPicPr>
          <p:cNvPr id="1213" name="Google Shape;1213;p264"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1214" name="Google Shape;1214;p264"/>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1215" name="Google Shape;1215;p264"/>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216" name="Google Shape;1216;p264"/>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17" name="Google Shape;1217;p264"/>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1218" name="Google Shape;1218;p264"/>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1219" name="Shape 1219"/>
        <p:cNvGrpSpPr/>
        <p:nvPr/>
      </p:nvGrpSpPr>
      <p:grpSpPr>
        <a:xfrm>
          <a:off x="0" y="0"/>
          <a:ext cx="0" cy="0"/>
          <a:chOff x="0" y="0"/>
          <a:chExt cx="0" cy="0"/>
        </a:xfrm>
      </p:grpSpPr>
      <p:sp>
        <p:nvSpPr>
          <p:cNvPr id="1220" name="Google Shape;1220;p26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21" name="Google Shape;1221;p265"/>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2" name="Google Shape;1222;p265"/>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223" name="Google Shape;1223;p265"/>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24" name="Google Shape;1224;p265"/>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5" name="Google Shape;1225;p265"/>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226" name="Google Shape;1226;p265"/>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7" name="Google Shape;1227;p265"/>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228" name="Google Shape;1228;p265"/>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9" name="Google Shape;1229;p265"/>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1230" name="Shape 1230"/>
        <p:cNvGrpSpPr/>
        <p:nvPr/>
      </p:nvGrpSpPr>
      <p:grpSpPr>
        <a:xfrm>
          <a:off x="0" y="0"/>
          <a:ext cx="0" cy="0"/>
          <a:chOff x="0" y="0"/>
          <a:chExt cx="0" cy="0"/>
        </a:xfrm>
      </p:grpSpPr>
      <p:sp>
        <p:nvSpPr>
          <p:cNvPr id="1231" name="Google Shape;1231;p26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32" name="Google Shape;1232;p266"/>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33" name="Google Shape;1233;p266"/>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34" name="Google Shape;1234;p266"/>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35" name="Google Shape;1235;p266"/>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236" name="Google Shape;1236;p266"/>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237" name="Google Shape;1237;p266"/>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238" name="Google Shape;1238;p266"/>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1239" name="Shape 1239"/>
        <p:cNvGrpSpPr/>
        <p:nvPr/>
      </p:nvGrpSpPr>
      <p:grpSpPr>
        <a:xfrm>
          <a:off x="0" y="0"/>
          <a:ext cx="0" cy="0"/>
          <a:chOff x="0" y="0"/>
          <a:chExt cx="0" cy="0"/>
        </a:xfrm>
      </p:grpSpPr>
      <p:sp>
        <p:nvSpPr>
          <p:cNvPr id="1240" name="Google Shape;1240;p26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41" name="Google Shape;1241;p267"/>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1242" name="Shape 1242"/>
        <p:cNvGrpSpPr/>
        <p:nvPr/>
      </p:nvGrpSpPr>
      <p:grpSpPr>
        <a:xfrm>
          <a:off x="0" y="0"/>
          <a:ext cx="0" cy="0"/>
          <a:chOff x="0" y="0"/>
          <a:chExt cx="0" cy="0"/>
        </a:xfrm>
      </p:grpSpPr>
      <p:sp>
        <p:nvSpPr>
          <p:cNvPr id="1243" name="Google Shape;1243;p268"/>
          <p:cNvSpPr/>
          <p:nvPr>
            <p:ph idx="2" type="pic"/>
          </p:nvPr>
        </p:nvSpPr>
        <p:spPr>
          <a:xfrm>
            <a:off x="457200" y="1524000"/>
            <a:ext cx="1827300" cy="1827300"/>
          </a:xfrm>
          <a:prstGeom prst="roundRect">
            <a:avLst>
              <a:gd fmla="val 4137" name="adj"/>
            </a:avLst>
          </a:prstGeom>
          <a:noFill/>
          <a:ln>
            <a:noFill/>
          </a:ln>
        </p:spPr>
      </p:sp>
      <p:sp>
        <p:nvSpPr>
          <p:cNvPr id="1244" name="Google Shape;1244;p268"/>
          <p:cNvSpPr/>
          <p:nvPr>
            <p:ph idx="3" type="pic"/>
          </p:nvPr>
        </p:nvSpPr>
        <p:spPr>
          <a:xfrm>
            <a:off x="2591313" y="1524000"/>
            <a:ext cx="1827300" cy="1827300"/>
          </a:xfrm>
          <a:prstGeom prst="roundRect">
            <a:avLst>
              <a:gd fmla="val 4137" name="adj"/>
            </a:avLst>
          </a:prstGeom>
          <a:noFill/>
          <a:ln>
            <a:noFill/>
          </a:ln>
        </p:spPr>
      </p:sp>
      <p:sp>
        <p:nvSpPr>
          <p:cNvPr id="1245" name="Google Shape;1245;p268"/>
          <p:cNvSpPr/>
          <p:nvPr>
            <p:ph idx="4" type="pic"/>
          </p:nvPr>
        </p:nvSpPr>
        <p:spPr>
          <a:xfrm>
            <a:off x="4725450" y="1524000"/>
            <a:ext cx="1827300" cy="1827300"/>
          </a:xfrm>
          <a:prstGeom prst="roundRect">
            <a:avLst>
              <a:gd fmla="val 4137" name="adj"/>
            </a:avLst>
          </a:prstGeom>
          <a:noFill/>
          <a:ln>
            <a:noFill/>
          </a:ln>
        </p:spPr>
      </p:sp>
      <p:sp>
        <p:nvSpPr>
          <p:cNvPr id="1246" name="Google Shape;1246;p268"/>
          <p:cNvSpPr/>
          <p:nvPr>
            <p:ph idx="5" type="pic"/>
          </p:nvPr>
        </p:nvSpPr>
        <p:spPr>
          <a:xfrm>
            <a:off x="6859563" y="1524000"/>
            <a:ext cx="1827300" cy="1827300"/>
          </a:xfrm>
          <a:prstGeom prst="roundRect">
            <a:avLst>
              <a:gd fmla="val 4137" name="adj"/>
            </a:avLst>
          </a:prstGeom>
          <a:noFill/>
          <a:ln>
            <a:noFill/>
          </a:ln>
        </p:spPr>
      </p:sp>
      <p:sp>
        <p:nvSpPr>
          <p:cNvPr id="1247" name="Google Shape;1247;p268"/>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248" name="Google Shape;1248;p268"/>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249" name="Google Shape;1249;p268"/>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250" name="Google Shape;1250;p268"/>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251" name="Google Shape;1251;p268"/>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252" name="Google Shape;1252;p268"/>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253" name="Google Shape;1253;p268"/>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254" name="Google Shape;1254;p268"/>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255" name="Google Shape;1255;p268"/>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1256" name="Shape 1256"/>
        <p:cNvGrpSpPr/>
        <p:nvPr/>
      </p:nvGrpSpPr>
      <p:grpSpPr>
        <a:xfrm>
          <a:off x="0" y="0"/>
          <a:ext cx="0" cy="0"/>
          <a:chOff x="0" y="0"/>
          <a:chExt cx="0" cy="0"/>
        </a:xfrm>
      </p:grpSpPr>
      <p:sp>
        <p:nvSpPr>
          <p:cNvPr id="1257" name="Google Shape;1257;p269"/>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8" name="Google Shape;1258;p269"/>
          <p:cNvSpPr/>
          <p:nvPr>
            <p:ph idx="2" type="pic"/>
          </p:nvPr>
        </p:nvSpPr>
        <p:spPr>
          <a:xfrm flipH="1">
            <a:off x="953803" y="1184556"/>
            <a:ext cx="2664300" cy="3336300"/>
          </a:xfrm>
          <a:prstGeom prst="rect">
            <a:avLst/>
          </a:prstGeom>
          <a:noFill/>
          <a:ln>
            <a:noFill/>
          </a:ln>
        </p:spPr>
      </p:sp>
      <p:sp>
        <p:nvSpPr>
          <p:cNvPr id="1259" name="Google Shape;1259;p269"/>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60" name="Google Shape;1260;p269"/>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61" name="Google Shape;1261;p269"/>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1262" name="Shape 1262"/>
        <p:cNvGrpSpPr/>
        <p:nvPr/>
      </p:nvGrpSpPr>
      <p:grpSpPr>
        <a:xfrm>
          <a:off x="0" y="0"/>
          <a:ext cx="0" cy="0"/>
          <a:chOff x="0" y="0"/>
          <a:chExt cx="0" cy="0"/>
        </a:xfrm>
      </p:grpSpPr>
      <p:pic>
        <p:nvPicPr>
          <p:cNvPr id="1263" name="Google Shape;1263;p270"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1264" name="Google Shape;1264;p270"/>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265" name="Google Shape;1265;p270"/>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66" name="Google Shape;1266;p270"/>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1267" name="Shape 1267"/>
        <p:cNvGrpSpPr/>
        <p:nvPr/>
      </p:nvGrpSpPr>
      <p:grpSpPr>
        <a:xfrm>
          <a:off x="0" y="0"/>
          <a:ext cx="0" cy="0"/>
          <a:chOff x="0" y="0"/>
          <a:chExt cx="0" cy="0"/>
        </a:xfrm>
      </p:grpSpPr>
      <p:sp>
        <p:nvSpPr>
          <p:cNvPr id="1268" name="Google Shape;1268;p27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69" name="Google Shape;1269;p27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1270" name="Shape 1270"/>
        <p:cNvGrpSpPr/>
        <p:nvPr/>
      </p:nvGrpSpPr>
      <p:grpSpPr>
        <a:xfrm>
          <a:off x="0" y="0"/>
          <a:ext cx="0" cy="0"/>
          <a:chOff x="0" y="0"/>
          <a:chExt cx="0" cy="0"/>
        </a:xfrm>
      </p:grpSpPr>
      <p:sp>
        <p:nvSpPr>
          <p:cNvPr id="1271" name="Google Shape;1271;p27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72" name="Google Shape;1272;p272"/>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73" name="Google Shape;1273;p272"/>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1274" name="Shape 1274"/>
        <p:cNvGrpSpPr/>
        <p:nvPr/>
      </p:nvGrpSpPr>
      <p:grpSpPr>
        <a:xfrm>
          <a:off x="0" y="0"/>
          <a:ext cx="0" cy="0"/>
          <a:chOff x="0" y="0"/>
          <a:chExt cx="0" cy="0"/>
        </a:xfrm>
      </p:grpSpPr>
      <p:sp>
        <p:nvSpPr>
          <p:cNvPr id="1275" name="Google Shape;1275;p27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76" name="Google Shape;1276;p27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277" name="Google Shape;1277;p27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278" name="Shape 1278"/>
        <p:cNvGrpSpPr/>
        <p:nvPr/>
      </p:nvGrpSpPr>
      <p:grpSpPr>
        <a:xfrm>
          <a:off x="0" y="0"/>
          <a:ext cx="0" cy="0"/>
          <a:chOff x="0" y="0"/>
          <a:chExt cx="0" cy="0"/>
        </a:xfrm>
      </p:grpSpPr>
      <p:sp>
        <p:nvSpPr>
          <p:cNvPr id="1279" name="Google Shape;1279;p27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80" name="Google Shape;1280;p274"/>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1281" name="Shape 1281"/>
        <p:cNvGrpSpPr/>
        <p:nvPr/>
      </p:nvGrpSpPr>
      <p:grpSpPr>
        <a:xfrm>
          <a:off x="0" y="0"/>
          <a:ext cx="0" cy="0"/>
          <a:chOff x="0" y="0"/>
          <a:chExt cx="0" cy="0"/>
        </a:xfrm>
      </p:grpSpPr>
      <p:sp>
        <p:nvSpPr>
          <p:cNvPr id="1282" name="Google Shape;1282;p27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83" name="Google Shape;1283;p275"/>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284" name="Google Shape;1284;p27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1285" name="Shape 1285"/>
        <p:cNvGrpSpPr/>
        <p:nvPr/>
      </p:nvGrpSpPr>
      <p:grpSpPr>
        <a:xfrm>
          <a:off x="0" y="0"/>
          <a:ext cx="0" cy="0"/>
          <a:chOff x="0" y="0"/>
          <a:chExt cx="0" cy="0"/>
        </a:xfrm>
      </p:grpSpPr>
      <p:sp>
        <p:nvSpPr>
          <p:cNvPr id="1286" name="Google Shape;1286;p276"/>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287" name="Google Shape;1287;p276"/>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88" name="Google Shape;1288;p276"/>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89" name="Google Shape;1289;p27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1290" name="Shape 1290"/>
        <p:cNvGrpSpPr/>
        <p:nvPr/>
      </p:nvGrpSpPr>
      <p:grpSpPr>
        <a:xfrm>
          <a:off x="0" y="0"/>
          <a:ext cx="0" cy="0"/>
          <a:chOff x="0" y="0"/>
          <a:chExt cx="0" cy="0"/>
        </a:xfrm>
      </p:grpSpPr>
      <p:sp>
        <p:nvSpPr>
          <p:cNvPr id="1291" name="Google Shape;1291;p27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1292" name="Shape 1292"/>
        <p:cNvGrpSpPr/>
        <p:nvPr/>
      </p:nvGrpSpPr>
      <p:grpSpPr>
        <a:xfrm>
          <a:off x="0" y="0"/>
          <a:ext cx="0" cy="0"/>
          <a:chOff x="0" y="0"/>
          <a:chExt cx="0" cy="0"/>
        </a:xfrm>
      </p:grpSpPr>
      <p:sp>
        <p:nvSpPr>
          <p:cNvPr id="1293" name="Google Shape;1293;p27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94" name="Google Shape;1294;p278"/>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95" name="Google Shape;1295;p278"/>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96" name="Google Shape;1296;p278"/>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97" name="Google Shape;1297;p278"/>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98" name="Google Shape;1298;p278"/>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9" name="Google Shape;1299;p278"/>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0" name="Google Shape;1300;p278"/>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301" name="Shape 1301"/>
        <p:cNvGrpSpPr/>
        <p:nvPr/>
      </p:nvGrpSpPr>
      <p:grpSpPr>
        <a:xfrm>
          <a:off x="0" y="0"/>
          <a:ext cx="0" cy="0"/>
          <a:chOff x="0" y="0"/>
          <a:chExt cx="0" cy="0"/>
        </a:xfrm>
      </p:grpSpPr>
      <p:sp>
        <p:nvSpPr>
          <p:cNvPr id="1302" name="Google Shape;1302;p279"/>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3" name="Google Shape;1303;p279"/>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04" name="Google Shape;1304;p279"/>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1305" name="Shape 1305"/>
        <p:cNvGrpSpPr/>
        <p:nvPr/>
      </p:nvGrpSpPr>
      <p:grpSpPr>
        <a:xfrm>
          <a:off x="0" y="0"/>
          <a:ext cx="0" cy="0"/>
          <a:chOff x="0" y="0"/>
          <a:chExt cx="0" cy="0"/>
        </a:xfrm>
      </p:grpSpPr>
      <p:sp>
        <p:nvSpPr>
          <p:cNvPr id="1306" name="Google Shape;1306;p280"/>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307" name="Google Shape;1307;p280"/>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308" name="Google Shape;1308;p280"/>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309" name="Google Shape;1309;p280"/>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310" name="Google Shape;1310;p280"/>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1311" name="Google Shape;1311;p28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1312" name="Shape 1312"/>
        <p:cNvGrpSpPr/>
        <p:nvPr/>
      </p:nvGrpSpPr>
      <p:grpSpPr>
        <a:xfrm>
          <a:off x="0" y="0"/>
          <a:ext cx="0" cy="0"/>
          <a:chOff x="0" y="0"/>
          <a:chExt cx="0" cy="0"/>
        </a:xfrm>
      </p:grpSpPr>
      <p:sp>
        <p:nvSpPr>
          <p:cNvPr id="1313" name="Google Shape;1313;p28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14" name="Google Shape;1314;p281"/>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15" name="Google Shape;1315;p281"/>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16" name="Google Shape;1316;p281"/>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17" name="Google Shape;1317;p281"/>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318" name="Google Shape;1318;p281"/>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1319" name="Shape 1319"/>
        <p:cNvGrpSpPr/>
        <p:nvPr/>
      </p:nvGrpSpPr>
      <p:grpSpPr>
        <a:xfrm>
          <a:off x="0" y="0"/>
          <a:ext cx="0" cy="0"/>
          <a:chOff x="0" y="0"/>
          <a:chExt cx="0" cy="0"/>
        </a:xfrm>
      </p:grpSpPr>
      <p:sp>
        <p:nvSpPr>
          <p:cNvPr id="1320" name="Google Shape;1320;p282"/>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21" name="Google Shape;1321;p282"/>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1322" name="Shape 1322"/>
        <p:cNvGrpSpPr/>
        <p:nvPr/>
      </p:nvGrpSpPr>
      <p:grpSpPr>
        <a:xfrm>
          <a:off x="0" y="0"/>
          <a:ext cx="0" cy="0"/>
          <a:chOff x="0" y="0"/>
          <a:chExt cx="0" cy="0"/>
        </a:xfrm>
      </p:grpSpPr>
      <p:sp>
        <p:nvSpPr>
          <p:cNvPr id="1323" name="Google Shape;1323;p283"/>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24" name="Google Shape;1324;p28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325" name="Google Shape;1325;p28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1326" name="Shape 1326"/>
        <p:cNvGrpSpPr/>
        <p:nvPr/>
      </p:nvGrpSpPr>
      <p:grpSpPr>
        <a:xfrm>
          <a:off x="0" y="0"/>
          <a:ext cx="0" cy="0"/>
          <a:chOff x="0" y="0"/>
          <a:chExt cx="0" cy="0"/>
        </a:xfrm>
      </p:grpSpPr>
      <p:sp>
        <p:nvSpPr>
          <p:cNvPr id="1327" name="Google Shape;1327;p284"/>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328" name="Google Shape;1328;p284"/>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1329" name="Google Shape;1329;p284"/>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1330" name="Shape 1330"/>
        <p:cNvGrpSpPr/>
        <p:nvPr/>
      </p:nvGrpSpPr>
      <p:grpSpPr>
        <a:xfrm>
          <a:off x="0" y="0"/>
          <a:ext cx="0" cy="0"/>
          <a:chOff x="0" y="0"/>
          <a:chExt cx="0" cy="0"/>
        </a:xfrm>
      </p:grpSpPr>
      <p:pic>
        <p:nvPicPr>
          <p:cNvPr id="1331" name="Google Shape;1331;p285"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sp>
        <p:nvSpPr>
          <p:cNvPr id="1332" name="Google Shape;1332;p285"/>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333" name="Google Shape;1333;p285"/>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1334" name="Shape 1334"/>
        <p:cNvGrpSpPr/>
        <p:nvPr/>
      </p:nvGrpSpPr>
      <p:grpSpPr>
        <a:xfrm>
          <a:off x="0" y="0"/>
          <a:ext cx="0" cy="0"/>
          <a:chOff x="0" y="0"/>
          <a:chExt cx="0" cy="0"/>
        </a:xfrm>
      </p:grpSpPr>
      <p:sp>
        <p:nvSpPr>
          <p:cNvPr id="1335" name="Google Shape;1335;p286"/>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336" name="Google Shape;1336;p286"/>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1337" name="Google Shape;1337;p286"/>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338" name="Google Shape;1338;p286"/>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1339" name="Google Shape;1339;p286"/>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340" name="Google Shape;1340;p286"/>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341" name="Google Shape;1341;p286"/>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342" name="Google Shape;1342;p286"/>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343" name="Google Shape;1343;p286"/>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344" name="Google Shape;1344;p286"/>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345" name="Google Shape;1345;p286"/>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346" name="Google Shape;1346;p286"/>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347" name="Google Shape;1347;p286"/>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348" name="Shape 1348"/>
        <p:cNvGrpSpPr/>
        <p:nvPr/>
      </p:nvGrpSpPr>
      <p:grpSpPr>
        <a:xfrm>
          <a:off x="0" y="0"/>
          <a:ext cx="0" cy="0"/>
          <a:chOff x="0" y="0"/>
          <a:chExt cx="0" cy="0"/>
        </a:xfrm>
      </p:grpSpPr>
      <p:sp>
        <p:nvSpPr>
          <p:cNvPr id="1349" name="Google Shape;1349;p287"/>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1350" name="Google Shape;1350;p287"/>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1351" name="Shape 1351"/>
        <p:cNvGrpSpPr/>
        <p:nvPr/>
      </p:nvGrpSpPr>
      <p:grpSpPr>
        <a:xfrm>
          <a:off x="0" y="0"/>
          <a:ext cx="0" cy="0"/>
          <a:chOff x="0" y="0"/>
          <a:chExt cx="0" cy="0"/>
        </a:xfrm>
      </p:grpSpPr>
      <p:sp>
        <p:nvSpPr>
          <p:cNvPr id="1352" name="Google Shape;1352;p288"/>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353" name="Shape 1353"/>
        <p:cNvGrpSpPr/>
        <p:nvPr/>
      </p:nvGrpSpPr>
      <p:grpSpPr>
        <a:xfrm>
          <a:off x="0" y="0"/>
          <a:ext cx="0" cy="0"/>
          <a:chOff x="0" y="0"/>
          <a:chExt cx="0" cy="0"/>
        </a:xfrm>
      </p:grpSpPr>
      <p:sp>
        <p:nvSpPr>
          <p:cNvPr id="1354" name="Google Shape;1354;p28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355" name="Shape 1355"/>
        <p:cNvGrpSpPr/>
        <p:nvPr/>
      </p:nvGrpSpPr>
      <p:grpSpPr>
        <a:xfrm>
          <a:off x="0" y="0"/>
          <a:ext cx="0" cy="0"/>
          <a:chOff x="0" y="0"/>
          <a:chExt cx="0" cy="0"/>
        </a:xfrm>
      </p:grpSpPr>
      <p:sp>
        <p:nvSpPr>
          <p:cNvPr id="1356" name="Google Shape;1356;p29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357" name="Google Shape;1357;p290"/>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1358" name="Shape 1358"/>
        <p:cNvGrpSpPr/>
        <p:nvPr/>
      </p:nvGrpSpPr>
      <p:grpSpPr>
        <a:xfrm>
          <a:off x="0" y="0"/>
          <a:ext cx="0" cy="0"/>
          <a:chOff x="0" y="0"/>
          <a:chExt cx="0" cy="0"/>
        </a:xfrm>
      </p:grpSpPr>
      <p:sp>
        <p:nvSpPr>
          <p:cNvPr id="1359" name="Google Shape;1359;p291"/>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60" name="Google Shape;1360;p291"/>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361" name="Google Shape;1361;p291"/>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362" name="Shape 1362"/>
        <p:cNvGrpSpPr/>
        <p:nvPr/>
      </p:nvGrpSpPr>
      <p:grpSpPr>
        <a:xfrm>
          <a:off x="0" y="0"/>
          <a:ext cx="0" cy="0"/>
          <a:chOff x="0" y="0"/>
          <a:chExt cx="0" cy="0"/>
        </a:xfrm>
      </p:grpSpPr>
      <p:sp>
        <p:nvSpPr>
          <p:cNvPr id="1363" name="Google Shape;1363;p292"/>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64" name="Google Shape;1364;p292"/>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365" name="Shape 1365"/>
        <p:cNvGrpSpPr/>
        <p:nvPr/>
      </p:nvGrpSpPr>
      <p:grpSpPr>
        <a:xfrm>
          <a:off x="0" y="0"/>
          <a:ext cx="0" cy="0"/>
          <a:chOff x="0" y="0"/>
          <a:chExt cx="0" cy="0"/>
        </a:xfrm>
      </p:grpSpPr>
      <p:sp>
        <p:nvSpPr>
          <p:cNvPr id="1366" name="Google Shape;1366;p293"/>
          <p:cNvSpPr/>
          <p:nvPr>
            <p:ph idx="2" type="pic"/>
          </p:nvPr>
        </p:nvSpPr>
        <p:spPr>
          <a:xfrm>
            <a:off x="4572000" y="91667"/>
            <a:ext cx="4495800" cy="5531700"/>
          </a:xfrm>
          <a:prstGeom prst="roundRect">
            <a:avLst>
              <a:gd fmla="val 16667" name="adj"/>
            </a:avLst>
          </a:prstGeom>
          <a:noFill/>
          <a:ln>
            <a:noFill/>
          </a:ln>
        </p:spPr>
      </p:sp>
      <p:sp>
        <p:nvSpPr>
          <p:cNvPr id="1367" name="Google Shape;1367;p293"/>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68" name="Google Shape;1368;p293"/>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369" name="Google Shape;1369;p293"/>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370" name="Shape 1370"/>
        <p:cNvGrpSpPr/>
        <p:nvPr/>
      </p:nvGrpSpPr>
      <p:grpSpPr>
        <a:xfrm>
          <a:off x="0" y="0"/>
          <a:ext cx="0" cy="0"/>
          <a:chOff x="0" y="0"/>
          <a:chExt cx="0" cy="0"/>
        </a:xfrm>
      </p:grpSpPr>
      <p:sp>
        <p:nvSpPr>
          <p:cNvPr id="1371" name="Google Shape;1371;p29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372" name="Google Shape;1372;p29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373" name="Google Shape;1373;p294"/>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74" name="Google Shape;1374;p294"/>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375" name="Shape 1375"/>
        <p:cNvGrpSpPr/>
        <p:nvPr/>
      </p:nvGrpSpPr>
      <p:grpSpPr>
        <a:xfrm>
          <a:off x="0" y="0"/>
          <a:ext cx="0" cy="0"/>
          <a:chOff x="0" y="0"/>
          <a:chExt cx="0" cy="0"/>
        </a:xfrm>
      </p:grpSpPr>
      <p:sp>
        <p:nvSpPr>
          <p:cNvPr id="1376" name="Google Shape;1376;p29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377" name="Google Shape;1377;p295"/>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378" name="Shape 1378"/>
        <p:cNvGrpSpPr/>
        <p:nvPr/>
      </p:nvGrpSpPr>
      <p:grpSpPr>
        <a:xfrm>
          <a:off x="0" y="0"/>
          <a:ext cx="0" cy="0"/>
          <a:chOff x="0" y="0"/>
          <a:chExt cx="0" cy="0"/>
        </a:xfrm>
      </p:grpSpPr>
      <p:sp>
        <p:nvSpPr>
          <p:cNvPr id="1379" name="Google Shape;1379;p29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380" name="Shape 1380"/>
        <p:cNvGrpSpPr/>
        <p:nvPr/>
      </p:nvGrpSpPr>
      <p:grpSpPr>
        <a:xfrm>
          <a:off x="0" y="0"/>
          <a:ext cx="0" cy="0"/>
          <a:chOff x="0" y="0"/>
          <a:chExt cx="0" cy="0"/>
        </a:xfrm>
      </p:grpSpPr>
      <p:sp>
        <p:nvSpPr>
          <p:cNvPr id="1381" name="Google Shape;1381;p297"/>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382" name="Google Shape;1382;p297"/>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383" name="Google Shape;1383;p297"/>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384" name="Shape 1384"/>
        <p:cNvGrpSpPr/>
        <p:nvPr/>
      </p:nvGrpSpPr>
      <p:grpSpPr>
        <a:xfrm>
          <a:off x="0" y="0"/>
          <a:ext cx="0" cy="0"/>
          <a:chOff x="0" y="0"/>
          <a:chExt cx="0" cy="0"/>
        </a:xfrm>
      </p:grpSpPr>
      <p:sp>
        <p:nvSpPr>
          <p:cNvPr id="1385" name="Google Shape;1385;p298"/>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386" name="Google Shape;1386;p298"/>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87" name="Google Shape;1387;p298"/>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388" name="Google Shape;1388;p298"/>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389" name="Shape 1389"/>
        <p:cNvGrpSpPr/>
        <p:nvPr/>
      </p:nvGrpSpPr>
      <p:grpSpPr>
        <a:xfrm>
          <a:off x="0" y="0"/>
          <a:ext cx="0" cy="0"/>
          <a:chOff x="0" y="0"/>
          <a:chExt cx="0" cy="0"/>
        </a:xfrm>
      </p:grpSpPr>
      <p:sp>
        <p:nvSpPr>
          <p:cNvPr id="1390" name="Google Shape;1390;p299"/>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391" name="Google Shape;1391;p299"/>
          <p:cNvSpPr/>
          <p:nvPr>
            <p:ph idx="2" type="pic"/>
          </p:nvPr>
        </p:nvSpPr>
        <p:spPr>
          <a:xfrm>
            <a:off x="0" y="0"/>
            <a:ext cx="9144000" cy="2814900"/>
          </a:xfrm>
          <a:prstGeom prst="roundRect">
            <a:avLst>
              <a:gd fmla="val 1254" name="adj"/>
            </a:avLst>
          </a:prstGeom>
          <a:noFill/>
          <a:ln>
            <a:noFill/>
          </a:ln>
        </p:spPr>
      </p:sp>
      <p:sp>
        <p:nvSpPr>
          <p:cNvPr id="1392" name="Google Shape;1392;p299"/>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393" name="Google Shape;1393;p299"/>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394" name="Google Shape;1394;p299"/>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395" name="Shape 1395"/>
        <p:cNvGrpSpPr/>
        <p:nvPr/>
      </p:nvGrpSpPr>
      <p:grpSpPr>
        <a:xfrm>
          <a:off x="0" y="0"/>
          <a:ext cx="0" cy="0"/>
          <a:chOff x="0" y="0"/>
          <a:chExt cx="0" cy="0"/>
        </a:xfrm>
      </p:grpSpPr>
      <p:sp>
        <p:nvSpPr>
          <p:cNvPr id="1396" name="Google Shape;1396;p30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397" name="Google Shape;1397;p300"/>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398" name="Google Shape;1398;p300"/>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1399" name="Shape 1399"/>
        <p:cNvGrpSpPr/>
        <p:nvPr/>
      </p:nvGrpSpPr>
      <p:grpSpPr>
        <a:xfrm>
          <a:off x="0" y="0"/>
          <a:ext cx="0" cy="0"/>
          <a:chOff x="0" y="0"/>
          <a:chExt cx="0" cy="0"/>
        </a:xfrm>
      </p:grpSpPr>
      <p:sp>
        <p:nvSpPr>
          <p:cNvPr id="1400" name="Google Shape;1400;p301"/>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01" name="Google Shape;1401;p301"/>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1402" name="Shape 1402"/>
        <p:cNvGrpSpPr/>
        <p:nvPr/>
      </p:nvGrpSpPr>
      <p:grpSpPr>
        <a:xfrm>
          <a:off x="0" y="0"/>
          <a:ext cx="0" cy="0"/>
          <a:chOff x="0" y="0"/>
          <a:chExt cx="0" cy="0"/>
        </a:xfrm>
      </p:grpSpPr>
      <p:sp>
        <p:nvSpPr>
          <p:cNvPr id="1403" name="Google Shape;1403;p302"/>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404" name="Google Shape;1404;p30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05" name="Google Shape;1405;p302"/>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06" name="Google Shape;1406;p302"/>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1407" name="Shape 1407"/>
        <p:cNvGrpSpPr/>
        <p:nvPr/>
      </p:nvGrpSpPr>
      <p:grpSpPr>
        <a:xfrm>
          <a:off x="0" y="0"/>
          <a:ext cx="0" cy="0"/>
          <a:chOff x="0" y="0"/>
          <a:chExt cx="0" cy="0"/>
        </a:xfrm>
      </p:grpSpPr>
      <p:sp>
        <p:nvSpPr>
          <p:cNvPr id="1408" name="Google Shape;1408;p30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09" name="Google Shape;1409;p303"/>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10" name="Google Shape;1410;p303"/>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411" name="Google Shape;1411;p303"/>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412" name="Google Shape;1412;p303"/>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413" name="Google Shape;1413;p303"/>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1414" name="Shape 1414"/>
        <p:cNvGrpSpPr/>
        <p:nvPr/>
      </p:nvGrpSpPr>
      <p:grpSpPr>
        <a:xfrm>
          <a:off x="0" y="0"/>
          <a:ext cx="0" cy="0"/>
          <a:chOff x="0" y="0"/>
          <a:chExt cx="0" cy="0"/>
        </a:xfrm>
      </p:grpSpPr>
      <p:sp>
        <p:nvSpPr>
          <p:cNvPr id="1415" name="Google Shape;1415;p304"/>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16" name="Google Shape;1416;p304"/>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1417" name="Shape 1417"/>
        <p:cNvGrpSpPr/>
        <p:nvPr/>
      </p:nvGrpSpPr>
      <p:grpSpPr>
        <a:xfrm>
          <a:off x="0" y="0"/>
          <a:ext cx="0" cy="0"/>
          <a:chOff x="0" y="0"/>
          <a:chExt cx="0" cy="0"/>
        </a:xfrm>
      </p:grpSpPr>
      <p:sp>
        <p:nvSpPr>
          <p:cNvPr id="1418" name="Google Shape;1418;p30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1419" name="Shape 1419"/>
        <p:cNvGrpSpPr/>
        <p:nvPr/>
      </p:nvGrpSpPr>
      <p:grpSpPr>
        <a:xfrm>
          <a:off x="0" y="0"/>
          <a:ext cx="0" cy="0"/>
          <a:chOff x="0" y="0"/>
          <a:chExt cx="0" cy="0"/>
        </a:xfrm>
      </p:grpSpPr>
      <p:sp>
        <p:nvSpPr>
          <p:cNvPr id="1420" name="Google Shape;1420;p30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1421" name="Shape 1421"/>
        <p:cNvGrpSpPr/>
        <p:nvPr/>
      </p:nvGrpSpPr>
      <p:grpSpPr>
        <a:xfrm>
          <a:off x="0" y="0"/>
          <a:ext cx="0" cy="0"/>
          <a:chOff x="0" y="0"/>
          <a:chExt cx="0" cy="0"/>
        </a:xfrm>
      </p:grpSpPr>
      <p:sp>
        <p:nvSpPr>
          <p:cNvPr id="1422" name="Google Shape;1422;p307"/>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423" name="Google Shape;1423;p30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24" name="Google Shape;1424;p307"/>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25" name="Google Shape;1425;p307"/>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1426" name="Shape 1426"/>
        <p:cNvGrpSpPr/>
        <p:nvPr/>
      </p:nvGrpSpPr>
      <p:grpSpPr>
        <a:xfrm>
          <a:off x="0" y="0"/>
          <a:ext cx="0" cy="0"/>
          <a:chOff x="0" y="0"/>
          <a:chExt cx="0" cy="0"/>
        </a:xfrm>
      </p:grpSpPr>
      <p:sp>
        <p:nvSpPr>
          <p:cNvPr id="1427" name="Google Shape;1427;p308"/>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428" name="Google Shape;1428;p308"/>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29" name="Google Shape;1429;p308"/>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30" name="Google Shape;1430;p308"/>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1431" name="Shape 1431"/>
        <p:cNvGrpSpPr/>
        <p:nvPr/>
      </p:nvGrpSpPr>
      <p:grpSpPr>
        <a:xfrm>
          <a:off x="0" y="0"/>
          <a:ext cx="0" cy="0"/>
          <a:chOff x="0" y="0"/>
          <a:chExt cx="0" cy="0"/>
        </a:xfrm>
      </p:grpSpPr>
      <p:sp>
        <p:nvSpPr>
          <p:cNvPr id="1432" name="Google Shape;1432;p309"/>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33" name="Google Shape;1433;p309"/>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434" name="Google Shape;1434;p309"/>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1435" name="Shape 1435"/>
        <p:cNvGrpSpPr/>
        <p:nvPr/>
      </p:nvGrpSpPr>
      <p:grpSpPr>
        <a:xfrm>
          <a:off x="0" y="0"/>
          <a:ext cx="0" cy="0"/>
          <a:chOff x="0" y="0"/>
          <a:chExt cx="0" cy="0"/>
        </a:xfrm>
      </p:grpSpPr>
      <p:sp>
        <p:nvSpPr>
          <p:cNvPr id="1436" name="Google Shape;1436;p310"/>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37" name="Google Shape;1437;p31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1438" name="Shape 1438"/>
        <p:cNvGrpSpPr/>
        <p:nvPr/>
      </p:nvGrpSpPr>
      <p:grpSpPr>
        <a:xfrm>
          <a:off x="0" y="0"/>
          <a:ext cx="0" cy="0"/>
          <a:chOff x="0" y="0"/>
          <a:chExt cx="0" cy="0"/>
        </a:xfrm>
      </p:grpSpPr>
      <p:sp>
        <p:nvSpPr>
          <p:cNvPr id="1439" name="Google Shape;1439;p31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1440" name="Shape 1440"/>
        <p:cNvGrpSpPr/>
        <p:nvPr/>
      </p:nvGrpSpPr>
      <p:grpSpPr>
        <a:xfrm>
          <a:off x="0" y="0"/>
          <a:ext cx="0" cy="0"/>
          <a:chOff x="0" y="0"/>
          <a:chExt cx="0" cy="0"/>
        </a:xfrm>
      </p:grpSpPr>
      <p:sp>
        <p:nvSpPr>
          <p:cNvPr id="1441" name="Google Shape;1441;p312"/>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42" name="Google Shape;1442;p312"/>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1443" name="Google Shape;1443;p312"/>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444" name="Google Shape;1444;p312"/>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1445" name="Shape 1445"/>
        <p:cNvGrpSpPr/>
        <p:nvPr/>
      </p:nvGrpSpPr>
      <p:grpSpPr>
        <a:xfrm>
          <a:off x="0" y="0"/>
          <a:ext cx="0" cy="0"/>
          <a:chOff x="0" y="0"/>
          <a:chExt cx="0" cy="0"/>
        </a:xfrm>
      </p:grpSpPr>
      <p:sp>
        <p:nvSpPr>
          <p:cNvPr id="1446" name="Google Shape;1446;p31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47" name="Google Shape;1447;p31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1448" name="Shape 1448"/>
        <p:cNvGrpSpPr/>
        <p:nvPr/>
      </p:nvGrpSpPr>
      <p:grpSpPr>
        <a:xfrm>
          <a:off x="0" y="0"/>
          <a:ext cx="0" cy="0"/>
          <a:chOff x="0" y="0"/>
          <a:chExt cx="0" cy="0"/>
        </a:xfrm>
      </p:grpSpPr>
      <p:sp>
        <p:nvSpPr>
          <p:cNvPr id="1449" name="Google Shape;1449;p31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1450" name="Shape 1450"/>
        <p:cNvGrpSpPr/>
        <p:nvPr/>
      </p:nvGrpSpPr>
      <p:grpSpPr>
        <a:xfrm>
          <a:off x="0" y="0"/>
          <a:ext cx="0" cy="0"/>
          <a:chOff x="0" y="0"/>
          <a:chExt cx="0" cy="0"/>
        </a:xfrm>
      </p:grpSpPr>
      <p:sp>
        <p:nvSpPr>
          <p:cNvPr id="1451" name="Google Shape;1451;p315"/>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452" name="Google Shape;1452;p315"/>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453" name="Google Shape;1453;p315"/>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454" name="Google Shape;1454;p315"/>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455" name="Google Shape;1455;p315"/>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1456" name="Shape 1456"/>
        <p:cNvGrpSpPr/>
        <p:nvPr/>
      </p:nvGrpSpPr>
      <p:grpSpPr>
        <a:xfrm>
          <a:off x="0" y="0"/>
          <a:ext cx="0" cy="0"/>
          <a:chOff x="0" y="0"/>
          <a:chExt cx="0" cy="0"/>
        </a:xfrm>
      </p:grpSpPr>
      <p:sp>
        <p:nvSpPr>
          <p:cNvPr id="1457" name="Google Shape;1457;p31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1458" name="Shape 1458"/>
        <p:cNvGrpSpPr/>
        <p:nvPr/>
      </p:nvGrpSpPr>
      <p:grpSpPr>
        <a:xfrm>
          <a:off x="0" y="0"/>
          <a:ext cx="0" cy="0"/>
          <a:chOff x="0" y="0"/>
          <a:chExt cx="0" cy="0"/>
        </a:xfrm>
      </p:grpSpPr>
      <p:sp>
        <p:nvSpPr>
          <p:cNvPr id="1459" name="Google Shape;1459;p31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1460" name="Shape 1460"/>
        <p:cNvGrpSpPr/>
        <p:nvPr/>
      </p:nvGrpSpPr>
      <p:grpSpPr>
        <a:xfrm>
          <a:off x="0" y="0"/>
          <a:ext cx="0" cy="0"/>
          <a:chOff x="0" y="0"/>
          <a:chExt cx="0" cy="0"/>
        </a:xfrm>
      </p:grpSpPr>
      <p:sp>
        <p:nvSpPr>
          <p:cNvPr id="1461" name="Google Shape;1461;p318"/>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62" name="Google Shape;1462;p318"/>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1463" name="Shape 1463"/>
        <p:cNvGrpSpPr/>
        <p:nvPr/>
      </p:nvGrpSpPr>
      <p:grpSpPr>
        <a:xfrm>
          <a:off x="0" y="0"/>
          <a:ext cx="0" cy="0"/>
          <a:chOff x="0" y="0"/>
          <a:chExt cx="0" cy="0"/>
        </a:xfrm>
      </p:grpSpPr>
      <p:sp>
        <p:nvSpPr>
          <p:cNvPr id="1464" name="Google Shape;1464;p31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65" name="Google Shape;1465;p319"/>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1466" name="Shape 1466"/>
        <p:cNvGrpSpPr/>
        <p:nvPr/>
      </p:nvGrpSpPr>
      <p:grpSpPr>
        <a:xfrm>
          <a:off x="0" y="0"/>
          <a:ext cx="0" cy="0"/>
          <a:chOff x="0" y="0"/>
          <a:chExt cx="0" cy="0"/>
        </a:xfrm>
      </p:grpSpPr>
      <p:sp>
        <p:nvSpPr>
          <p:cNvPr id="1467" name="Google Shape;1467;p320"/>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hapter title and two columns_2">
    <p:spTree>
      <p:nvGrpSpPr>
        <p:cNvPr id="1468" name="Shape 1468"/>
        <p:cNvGrpSpPr/>
        <p:nvPr/>
      </p:nvGrpSpPr>
      <p:grpSpPr>
        <a:xfrm>
          <a:off x="0" y="0"/>
          <a:ext cx="0" cy="0"/>
          <a:chOff x="0" y="0"/>
          <a:chExt cx="0" cy="0"/>
        </a:xfrm>
      </p:grpSpPr>
      <p:sp>
        <p:nvSpPr>
          <p:cNvPr id="1469" name="Google Shape;1469;p321"/>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470" name="Google Shape;1470;p321"/>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471" name="Google Shape;1471;p321"/>
          <p:cNvSpPr txBox="1"/>
          <p:nvPr>
            <p:ph idx="2"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472" name="Google Shape;1472;p321"/>
          <p:cNvSpPr txBox="1"/>
          <p:nvPr>
            <p:ph idx="3"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473" name="Google Shape;1473;p321"/>
          <p:cNvSpPr txBox="1"/>
          <p:nvPr>
            <p:ph idx="4"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9">
    <p:spTree>
      <p:nvGrpSpPr>
        <p:cNvPr id="1474" name="Shape 1474"/>
        <p:cNvGrpSpPr/>
        <p:nvPr/>
      </p:nvGrpSpPr>
      <p:grpSpPr>
        <a:xfrm>
          <a:off x="0" y="0"/>
          <a:ext cx="0" cy="0"/>
          <a:chOff x="0" y="0"/>
          <a:chExt cx="0" cy="0"/>
        </a:xfrm>
      </p:grpSpPr>
      <p:sp>
        <p:nvSpPr>
          <p:cNvPr id="1475" name="Google Shape;1475;p32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76" name="Google Shape;1476;p322"/>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1477" name="Shape 1477"/>
        <p:cNvGrpSpPr/>
        <p:nvPr/>
      </p:nvGrpSpPr>
      <p:grpSpPr>
        <a:xfrm>
          <a:off x="0" y="0"/>
          <a:ext cx="0" cy="0"/>
          <a:chOff x="0" y="0"/>
          <a:chExt cx="0" cy="0"/>
        </a:xfrm>
      </p:grpSpPr>
      <p:pic>
        <p:nvPicPr>
          <p:cNvPr descr="preencoded.png" id="1478" name="Google Shape;1478;p32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479" name="Google Shape;1479;p323"/>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1480" name="Shape 1480"/>
        <p:cNvGrpSpPr/>
        <p:nvPr/>
      </p:nvGrpSpPr>
      <p:grpSpPr>
        <a:xfrm>
          <a:off x="0" y="0"/>
          <a:ext cx="0" cy="0"/>
          <a:chOff x="0" y="0"/>
          <a:chExt cx="0" cy="0"/>
        </a:xfrm>
      </p:grpSpPr>
      <p:pic>
        <p:nvPicPr>
          <p:cNvPr descr="preencoded.png" id="1481" name="Google Shape;1481;p32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482" name="Google Shape;1482;p324"/>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1483" name="Shape 1483"/>
        <p:cNvGrpSpPr/>
        <p:nvPr/>
      </p:nvGrpSpPr>
      <p:grpSpPr>
        <a:xfrm>
          <a:off x="0" y="0"/>
          <a:ext cx="0" cy="0"/>
          <a:chOff x="0" y="0"/>
          <a:chExt cx="0" cy="0"/>
        </a:xfrm>
      </p:grpSpPr>
      <p:pic>
        <p:nvPicPr>
          <p:cNvPr descr="preencoded.png" id="1484" name="Google Shape;1484;p32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485" name="Google Shape;1485;p32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1486" name="Shape 1486"/>
        <p:cNvGrpSpPr/>
        <p:nvPr/>
      </p:nvGrpSpPr>
      <p:grpSpPr>
        <a:xfrm>
          <a:off x="0" y="0"/>
          <a:ext cx="0" cy="0"/>
          <a:chOff x="0" y="0"/>
          <a:chExt cx="0" cy="0"/>
        </a:xfrm>
      </p:grpSpPr>
      <p:pic>
        <p:nvPicPr>
          <p:cNvPr descr="preencoded.png" id="1487" name="Google Shape;1487;p32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488" name="Google Shape;1488;p32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1">
  <p:cSld name="Slide 19 master_1">
    <p:spTree>
      <p:nvGrpSpPr>
        <p:cNvPr id="1489" name="Shape 1489"/>
        <p:cNvGrpSpPr/>
        <p:nvPr/>
      </p:nvGrpSpPr>
      <p:grpSpPr>
        <a:xfrm>
          <a:off x="0" y="0"/>
          <a:ext cx="0" cy="0"/>
          <a:chOff x="0" y="0"/>
          <a:chExt cx="0" cy="0"/>
        </a:xfrm>
      </p:grpSpPr>
      <p:pic>
        <p:nvPicPr>
          <p:cNvPr descr="preencoded.png" id="1490" name="Google Shape;1490;p32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491" name="Google Shape;1491;p327"/>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95" name="Shape 1495"/>
        <p:cNvGrpSpPr/>
        <p:nvPr/>
      </p:nvGrpSpPr>
      <p:grpSpPr>
        <a:xfrm>
          <a:off x="0" y="0"/>
          <a:ext cx="0" cy="0"/>
          <a:chOff x="0" y="0"/>
          <a:chExt cx="0" cy="0"/>
        </a:xfrm>
      </p:grpSpPr>
      <p:pic>
        <p:nvPicPr>
          <p:cNvPr id="1496" name="Google Shape;1496;p329"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1497" name="Google Shape;1497;p329"/>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498" name="Google Shape;1498;p329"/>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499" name="Google Shape;1499;p329"/>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1500" name="Google Shape;1500;p329"/>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501" name="Google Shape;1501;p329"/>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502" name="Shape 1502"/>
        <p:cNvGrpSpPr/>
        <p:nvPr/>
      </p:nvGrpSpPr>
      <p:grpSpPr>
        <a:xfrm>
          <a:off x="0" y="0"/>
          <a:ext cx="0" cy="0"/>
          <a:chOff x="0" y="0"/>
          <a:chExt cx="0" cy="0"/>
        </a:xfrm>
      </p:grpSpPr>
      <p:pic>
        <p:nvPicPr>
          <p:cNvPr id="1503" name="Google Shape;1503;p330"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504" name="Google Shape;1504;p330"/>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505" name="Google Shape;1505;p330"/>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506" name="Google Shape;1506;p330"/>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1507" name="Shape 1507"/>
        <p:cNvGrpSpPr/>
        <p:nvPr/>
      </p:nvGrpSpPr>
      <p:grpSpPr>
        <a:xfrm>
          <a:off x="0" y="0"/>
          <a:ext cx="0" cy="0"/>
          <a:chOff x="0" y="0"/>
          <a:chExt cx="0" cy="0"/>
        </a:xfrm>
      </p:grpSpPr>
      <p:pic>
        <p:nvPicPr>
          <p:cNvPr id="1508" name="Google Shape;1508;p331"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1509" name="Google Shape;1509;p331"/>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1510" name="Shape 1510"/>
        <p:cNvGrpSpPr/>
        <p:nvPr/>
      </p:nvGrpSpPr>
      <p:grpSpPr>
        <a:xfrm>
          <a:off x="0" y="0"/>
          <a:ext cx="0" cy="0"/>
          <a:chOff x="0" y="0"/>
          <a:chExt cx="0" cy="0"/>
        </a:xfrm>
      </p:grpSpPr>
      <p:grpSp>
        <p:nvGrpSpPr>
          <p:cNvPr id="1511" name="Google Shape;1511;p332"/>
          <p:cNvGrpSpPr/>
          <p:nvPr/>
        </p:nvGrpSpPr>
        <p:grpSpPr>
          <a:xfrm>
            <a:off x="0" y="0"/>
            <a:ext cx="9143998" cy="5714776"/>
            <a:chOff x="0" y="-2"/>
            <a:chExt cx="10973237" cy="6858005"/>
          </a:xfrm>
        </p:grpSpPr>
        <p:pic>
          <p:nvPicPr>
            <p:cNvPr id="1512" name="Google Shape;1512;p332"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1513" name="Google Shape;1513;p332"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1514" name="Google Shape;1514;p332"/>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1515" name="Google Shape;1515;p332"/>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1516" name="Google Shape;1516;p332"/>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17" name="Shape 1517"/>
        <p:cNvGrpSpPr/>
        <p:nvPr/>
      </p:nvGrpSpPr>
      <p:grpSpPr>
        <a:xfrm>
          <a:off x="0" y="0"/>
          <a:ext cx="0" cy="0"/>
          <a:chOff x="0" y="0"/>
          <a:chExt cx="0" cy="0"/>
        </a:xfrm>
      </p:grpSpPr>
      <p:sp>
        <p:nvSpPr>
          <p:cNvPr id="1518" name="Google Shape;1518;p333"/>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519" name="Google Shape;1519;p333"/>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1520" name="Shape 1520"/>
        <p:cNvGrpSpPr/>
        <p:nvPr/>
      </p:nvGrpSpPr>
      <p:grpSpPr>
        <a:xfrm>
          <a:off x="0" y="0"/>
          <a:ext cx="0" cy="0"/>
          <a:chOff x="0" y="0"/>
          <a:chExt cx="0" cy="0"/>
        </a:xfrm>
      </p:grpSpPr>
      <p:sp>
        <p:nvSpPr>
          <p:cNvPr id="1521" name="Google Shape;1521;p334"/>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22" name="Google Shape;1522;p334"/>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523" name="Google Shape;1523;p33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3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24" name="Shape 1524"/>
        <p:cNvGrpSpPr/>
        <p:nvPr/>
      </p:nvGrpSpPr>
      <p:grpSpPr>
        <a:xfrm>
          <a:off x="0" y="0"/>
          <a:ext cx="0" cy="0"/>
          <a:chOff x="0" y="0"/>
          <a:chExt cx="0" cy="0"/>
        </a:xfrm>
      </p:grpSpPr>
      <p:sp>
        <p:nvSpPr>
          <p:cNvPr id="1525" name="Google Shape;1525;p33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1526" name="Shape 1526"/>
        <p:cNvGrpSpPr/>
        <p:nvPr/>
      </p:nvGrpSpPr>
      <p:grpSpPr>
        <a:xfrm>
          <a:off x="0" y="0"/>
          <a:ext cx="0" cy="0"/>
          <a:chOff x="0" y="0"/>
          <a:chExt cx="0" cy="0"/>
        </a:xfrm>
      </p:grpSpPr>
      <p:sp>
        <p:nvSpPr>
          <p:cNvPr id="1527" name="Google Shape;1527;p33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528" name="Google Shape;1528;p336"/>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3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1529" name="Shape 1529"/>
        <p:cNvGrpSpPr/>
        <p:nvPr/>
      </p:nvGrpSpPr>
      <p:grpSpPr>
        <a:xfrm>
          <a:off x="0" y="0"/>
          <a:ext cx="0" cy="0"/>
          <a:chOff x="0" y="0"/>
          <a:chExt cx="0" cy="0"/>
        </a:xfrm>
      </p:grpSpPr>
      <p:sp>
        <p:nvSpPr>
          <p:cNvPr id="1530" name="Google Shape;1530;p337"/>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1531" name="Shape 1531"/>
        <p:cNvGrpSpPr/>
        <p:nvPr/>
      </p:nvGrpSpPr>
      <p:grpSpPr>
        <a:xfrm>
          <a:off x="0" y="0"/>
          <a:ext cx="0" cy="0"/>
          <a:chOff x="0" y="0"/>
          <a:chExt cx="0" cy="0"/>
        </a:xfrm>
      </p:grpSpPr>
      <p:sp>
        <p:nvSpPr>
          <p:cNvPr id="1532" name="Google Shape;1532;p338"/>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38"/>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1534" name="Google Shape;1534;p338"/>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535" name="Google Shape;1535;p338"/>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3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36" name="Shape 1536"/>
        <p:cNvGrpSpPr/>
        <p:nvPr/>
      </p:nvGrpSpPr>
      <p:grpSpPr>
        <a:xfrm>
          <a:off x="0" y="0"/>
          <a:ext cx="0" cy="0"/>
          <a:chOff x="0" y="0"/>
          <a:chExt cx="0" cy="0"/>
        </a:xfrm>
      </p:grpSpPr>
    </p:spTree>
  </p:cSld>
  <p:clrMapOvr>
    <a:masterClrMapping/>
  </p:clrMapOvr>
</p:sldLayout>
</file>

<file path=ppt/slideLayouts/slideLayout3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1537" name="Shape 1537"/>
        <p:cNvGrpSpPr/>
        <p:nvPr/>
      </p:nvGrpSpPr>
      <p:grpSpPr>
        <a:xfrm>
          <a:off x="0" y="0"/>
          <a:ext cx="0" cy="0"/>
          <a:chOff x="0" y="0"/>
          <a:chExt cx="0" cy="0"/>
        </a:xfrm>
      </p:grpSpPr>
    </p:spTree>
  </p:cSld>
  <p:clrMapOvr>
    <a:masterClrMapping/>
  </p:clrMapOvr>
</p:sldLayout>
</file>

<file path=ppt/slideLayouts/slideLayout3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1538" name="Shape 1538"/>
        <p:cNvGrpSpPr/>
        <p:nvPr/>
      </p:nvGrpSpPr>
      <p:grpSpPr>
        <a:xfrm>
          <a:off x="0" y="0"/>
          <a:ext cx="0" cy="0"/>
          <a:chOff x="0" y="0"/>
          <a:chExt cx="0" cy="0"/>
        </a:xfrm>
      </p:grpSpPr>
      <p:sp>
        <p:nvSpPr>
          <p:cNvPr id="1539" name="Google Shape;1539;p341"/>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540" name="Google Shape;1540;p341"/>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41" name="Google Shape;1541;p341"/>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42" name="Google Shape;1542;p341"/>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1543" name="Shape 1543"/>
        <p:cNvGrpSpPr/>
        <p:nvPr/>
      </p:nvGrpSpPr>
      <p:grpSpPr>
        <a:xfrm>
          <a:off x="0" y="0"/>
          <a:ext cx="0" cy="0"/>
          <a:chOff x="0" y="0"/>
          <a:chExt cx="0" cy="0"/>
        </a:xfrm>
      </p:grpSpPr>
      <p:sp>
        <p:nvSpPr>
          <p:cNvPr id="1544" name="Google Shape;1544;p342"/>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545" name="Google Shape;1545;p342"/>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46" name="Google Shape;1546;p342"/>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47" name="Google Shape;1547;p342"/>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48" name="Google Shape;1548;p342"/>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1549" name="Shape 1549"/>
        <p:cNvGrpSpPr/>
        <p:nvPr/>
      </p:nvGrpSpPr>
      <p:grpSpPr>
        <a:xfrm>
          <a:off x="0" y="0"/>
          <a:ext cx="0" cy="0"/>
          <a:chOff x="0" y="0"/>
          <a:chExt cx="0" cy="0"/>
        </a:xfrm>
      </p:grpSpPr>
      <p:sp>
        <p:nvSpPr>
          <p:cNvPr id="1550" name="Google Shape;1550;p343"/>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551" name="Google Shape;1551;p343"/>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1552" name="Shape 1552"/>
        <p:cNvGrpSpPr/>
        <p:nvPr/>
      </p:nvGrpSpPr>
      <p:grpSpPr>
        <a:xfrm>
          <a:off x="0" y="0"/>
          <a:ext cx="0" cy="0"/>
          <a:chOff x="0" y="0"/>
          <a:chExt cx="0" cy="0"/>
        </a:xfrm>
      </p:grpSpPr>
      <p:sp>
        <p:nvSpPr>
          <p:cNvPr id="1553" name="Google Shape;1553;p344"/>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54" name="Google Shape;1554;p344"/>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1555" name="Shape 1555"/>
        <p:cNvGrpSpPr/>
        <p:nvPr/>
      </p:nvGrpSpPr>
      <p:grpSpPr>
        <a:xfrm>
          <a:off x="0" y="0"/>
          <a:ext cx="0" cy="0"/>
          <a:chOff x="0" y="0"/>
          <a:chExt cx="0" cy="0"/>
        </a:xfrm>
      </p:grpSpPr>
      <p:sp>
        <p:nvSpPr>
          <p:cNvPr id="1556" name="Google Shape;1556;p345"/>
          <p:cNvSpPr/>
          <p:nvPr>
            <p:ph idx="2" type="pic"/>
          </p:nvPr>
        </p:nvSpPr>
        <p:spPr>
          <a:xfrm>
            <a:off x="76200" y="91667"/>
            <a:ext cx="4495800" cy="5531700"/>
          </a:xfrm>
          <a:prstGeom prst="roundRect">
            <a:avLst>
              <a:gd fmla="val 16667" name="adj"/>
            </a:avLst>
          </a:prstGeom>
          <a:noFill/>
          <a:ln>
            <a:noFill/>
          </a:ln>
        </p:spPr>
      </p:sp>
      <p:sp>
        <p:nvSpPr>
          <p:cNvPr id="1557" name="Google Shape;1557;p345"/>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58" name="Google Shape;1558;p345"/>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59" name="Google Shape;1559;p345"/>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1560" name="Shape 1560"/>
        <p:cNvGrpSpPr/>
        <p:nvPr/>
      </p:nvGrpSpPr>
      <p:grpSpPr>
        <a:xfrm>
          <a:off x="0" y="0"/>
          <a:ext cx="0" cy="0"/>
          <a:chOff x="0" y="0"/>
          <a:chExt cx="0" cy="0"/>
        </a:xfrm>
      </p:grpSpPr>
      <p:sp>
        <p:nvSpPr>
          <p:cNvPr id="1561" name="Google Shape;1561;p346"/>
          <p:cNvSpPr/>
          <p:nvPr>
            <p:ph idx="2" type="pic"/>
          </p:nvPr>
        </p:nvSpPr>
        <p:spPr>
          <a:xfrm>
            <a:off x="4572000" y="91667"/>
            <a:ext cx="4495800" cy="5531700"/>
          </a:xfrm>
          <a:prstGeom prst="roundRect">
            <a:avLst>
              <a:gd fmla="val 16667" name="adj"/>
            </a:avLst>
          </a:prstGeom>
          <a:noFill/>
          <a:ln>
            <a:noFill/>
          </a:ln>
        </p:spPr>
      </p:sp>
      <p:sp>
        <p:nvSpPr>
          <p:cNvPr id="1562" name="Google Shape;1562;p346"/>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63" name="Google Shape;1563;p346"/>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64" name="Google Shape;1564;p346"/>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1565" name="Shape 1565"/>
        <p:cNvGrpSpPr/>
        <p:nvPr/>
      </p:nvGrpSpPr>
      <p:grpSpPr>
        <a:xfrm>
          <a:off x="0" y="0"/>
          <a:ext cx="0" cy="0"/>
          <a:chOff x="0" y="0"/>
          <a:chExt cx="0" cy="0"/>
        </a:xfrm>
      </p:grpSpPr>
      <p:sp>
        <p:nvSpPr>
          <p:cNvPr id="1566" name="Google Shape;1566;p347"/>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67" name="Google Shape;1567;p347"/>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68" name="Google Shape;1568;p347"/>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1569" name="Shape 1569"/>
        <p:cNvGrpSpPr/>
        <p:nvPr/>
      </p:nvGrpSpPr>
      <p:grpSpPr>
        <a:xfrm>
          <a:off x="0" y="0"/>
          <a:ext cx="0" cy="0"/>
          <a:chOff x="0" y="0"/>
          <a:chExt cx="0" cy="0"/>
        </a:xfrm>
      </p:grpSpPr>
      <p:sp>
        <p:nvSpPr>
          <p:cNvPr id="1570" name="Google Shape;1570;p348"/>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571" name="Google Shape;1571;p348"/>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72" name="Google Shape;1572;p348"/>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3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1573" name="Shape 1573"/>
        <p:cNvGrpSpPr/>
        <p:nvPr/>
      </p:nvGrpSpPr>
      <p:grpSpPr>
        <a:xfrm>
          <a:off x="0" y="0"/>
          <a:ext cx="0" cy="0"/>
          <a:chOff x="0" y="0"/>
          <a:chExt cx="0" cy="0"/>
        </a:xfrm>
      </p:grpSpPr>
      <p:sp>
        <p:nvSpPr>
          <p:cNvPr id="1574" name="Google Shape;1574;p349"/>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575" name="Google Shape;1575;p34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1576" name="Shape 1576"/>
        <p:cNvGrpSpPr/>
        <p:nvPr/>
      </p:nvGrpSpPr>
      <p:grpSpPr>
        <a:xfrm>
          <a:off x="0" y="0"/>
          <a:ext cx="0" cy="0"/>
          <a:chOff x="0" y="0"/>
          <a:chExt cx="0" cy="0"/>
        </a:xfrm>
      </p:grpSpPr>
      <p:sp>
        <p:nvSpPr>
          <p:cNvPr id="1577" name="Google Shape;1577;p350"/>
          <p:cNvSpPr/>
          <p:nvPr>
            <p:ph idx="2" type="pic"/>
          </p:nvPr>
        </p:nvSpPr>
        <p:spPr>
          <a:xfrm>
            <a:off x="0" y="2900000"/>
            <a:ext cx="9144000" cy="2814900"/>
          </a:xfrm>
          <a:prstGeom prst="roundRect">
            <a:avLst>
              <a:gd fmla="val 1254" name="adj"/>
            </a:avLst>
          </a:prstGeom>
          <a:noFill/>
          <a:ln>
            <a:noFill/>
          </a:ln>
        </p:spPr>
      </p:sp>
      <p:sp>
        <p:nvSpPr>
          <p:cNvPr id="1578" name="Google Shape;1578;p350"/>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579" name="Google Shape;1579;p350"/>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80" name="Google Shape;1580;p350"/>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3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1581" name="Shape 1581"/>
        <p:cNvGrpSpPr/>
        <p:nvPr/>
      </p:nvGrpSpPr>
      <p:grpSpPr>
        <a:xfrm>
          <a:off x="0" y="0"/>
          <a:ext cx="0" cy="0"/>
          <a:chOff x="0" y="0"/>
          <a:chExt cx="0" cy="0"/>
        </a:xfrm>
      </p:grpSpPr>
      <p:sp>
        <p:nvSpPr>
          <p:cNvPr id="1582" name="Google Shape;1582;p351"/>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583" name="Google Shape;1583;p351"/>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1584" name="Shape 1584"/>
        <p:cNvGrpSpPr/>
        <p:nvPr/>
      </p:nvGrpSpPr>
      <p:grpSpPr>
        <a:xfrm>
          <a:off x="0" y="0"/>
          <a:ext cx="0" cy="0"/>
          <a:chOff x="0" y="0"/>
          <a:chExt cx="0" cy="0"/>
        </a:xfrm>
      </p:grpSpPr>
      <p:sp>
        <p:nvSpPr>
          <p:cNvPr id="1585" name="Google Shape;1585;p352"/>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586" name="Google Shape;1586;p352"/>
          <p:cNvSpPr/>
          <p:nvPr>
            <p:ph idx="2" type="pic"/>
          </p:nvPr>
        </p:nvSpPr>
        <p:spPr>
          <a:xfrm>
            <a:off x="0" y="0"/>
            <a:ext cx="9144000" cy="2814900"/>
          </a:xfrm>
          <a:prstGeom prst="roundRect">
            <a:avLst>
              <a:gd fmla="val 1254" name="adj"/>
            </a:avLst>
          </a:prstGeom>
          <a:noFill/>
          <a:ln>
            <a:noFill/>
          </a:ln>
        </p:spPr>
      </p:sp>
      <p:sp>
        <p:nvSpPr>
          <p:cNvPr id="1587" name="Google Shape;1587;p352"/>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588" name="Google Shape;1588;p352"/>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89" name="Google Shape;1589;p352"/>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3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1590" name="Shape 1590"/>
        <p:cNvGrpSpPr/>
        <p:nvPr/>
      </p:nvGrpSpPr>
      <p:grpSpPr>
        <a:xfrm>
          <a:off x="0" y="0"/>
          <a:ext cx="0" cy="0"/>
          <a:chOff x="0" y="0"/>
          <a:chExt cx="0" cy="0"/>
        </a:xfrm>
      </p:grpSpPr>
      <p:sp>
        <p:nvSpPr>
          <p:cNvPr id="1591" name="Google Shape;1591;p353"/>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592" name="Google Shape;1592;p353"/>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593" name="Google Shape;1593;p353"/>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594" name="Google Shape;1594;p353"/>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595" name="Google Shape;1595;p353"/>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596" name="Google Shape;1596;p353"/>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597" name="Google Shape;1597;p353"/>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1598" name="Shape 1598"/>
        <p:cNvGrpSpPr/>
        <p:nvPr/>
      </p:nvGrpSpPr>
      <p:grpSpPr>
        <a:xfrm>
          <a:off x="0" y="0"/>
          <a:ext cx="0" cy="0"/>
          <a:chOff x="0" y="0"/>
          <a:chExt cx="0" cy="0"/>
        </a:xfrm>
      </p:grpSpPr>
      <p:sp>
        <p:nvSpPr>
          <p:cNvPr id="1599" name="Google Shape;1599;p354"/>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00" name="Google Shape;1600;p354"/>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601" name="Google Shape;1601;p354"/>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602" name="Google Shape;1602;p354"/>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03" name="Google Shape;1603;p354"/>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1604" name="Shape 1604"/>
        <p:cNvGrpSpPr/>
        <p:nvPr/>
      </p:nvGrpSpPr>
      <p:grpSpPr>
        <a:xfrm>
          <a:off x="0" y="0"/>
          <a:ext cx="0" cy="0"/>
          <a:chOff x="0" y="0"/>
          <a:chExt cx="0" cy="0"/>
        </a:xfrm>
      </p:grpSpPr>
      <p:sp>
        <p:nvSpPr>
          <p:cNvPr id="1605" name="Google Shape;1605;p355"/>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606" name="Google Shape;1606;p355"/>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07" name="Google Shape;1607;p355"/>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08" name="Google Shape;1608;p355"/>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09" name="Google Shape;1609;p355"/>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10" name="Google Shape;1610;p355"/>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611" name="Google Shape;1611;p355"/>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612" name="Google Shape;1612;p355"/>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613" name="Google Shape;1613;p355"/>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614" name="Google Shape;1614;p355"/>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1615" name="Shape 1615"/>
        <p:cNvGrpSpPr/>
        <p:nvPr/>
      </p:nvGrpSpPr>
      <p:grpSpPr>
        <a:xfrm>
          <a:off x="0" y="0"/>
          <a:ext cx="0" cy="0"/>
          <a:chOff x="0" y="0"/>
          <a:chExt cx="0" cy="0"/>
        </a:xfrm>
      </p:grpSpPr>
      <p:pic>
        <p:nvPicPr>
          <p:cNvPr id="1616" name="Google Shape;1616;p356"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1617" name="Google Shape;1617;p356"/>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1618" name="Shape 1618"/>
        <p:cNvGrpSpPr/>
        <p:nvPr/>
      </p:nvGrpSpPr>
      <p:grpSpPr>
        <a:xfrm>
          <a:off x="0" y="0"/>
          <a:ext cx="0" cy="0"/>
          <a:chOff x="0" y="0"/>
          <a:chExt cx="0" cy="0"/>
        </a:xfrm>
      </p:grpSpPr>
      <p:sp>
        <p:nvSpPr>
          <p:cNvPr id="1619" name="Google Shape;1619;p357"/>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620" name="Google Shape;1620;p357"/>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21" name="Google Shape;1621;p357"/>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1622" name="Shape 1622"/>
        <p:cNvGrpSpPr/>
        <p:nvPr/>
      </p:nvGrpSpPr>
      <p:grpSpPr>
        <a:xfrm>
          <a:off x="0" y="0"/>
          <a:ext cx="0" cy="0"/>
          <a:chOff x="0" y="0"/>
          <a:chExt cx="0" cy="0"/>
        </a:xfrm>
      </p:grpSpPr>
      <p:sp>
        <p:nvSpPr>
          <p:cNvPr id="1623" name="Google Shape;1623;p358"/>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624" name="Google Shape;1624;p358"/>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25" name="Google Shape;1625;p358"/>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1626" name="Shape 1626"/>
        <p:cNvGrpSpPr/>
        <p:nvPr/>
      </p:nvGrpSpPr>
      <p:grpSpPr>
        <a:xfrm>
          <a:off x="0" y="0"/>
          <a:ext cx="0" cy="0"/>
          <a:chOff x="0" y="0"/>
          <a:chExt cx="0" cy="0"/>
        </a:xfrm>
      </p:grpSpPr>
      <p:pic>
        <p:nvPicPr>
          <p:cNvPr id="1627" name="Google Shape;1627;p359"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1628" name="Google Shape;1628;p359"/>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629" name="Google Shape;1629;p359"/>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1630" name="Shape 1630"/>
        <p:cNvGrpSpPr/>
        <p:nvPr/>
      </p:nvGrpSpPr>
      <p:grpSpPr>
        <a:xfrm>
          <a:off x="0" y="0"/>
          <a:ext cx="0" cy="0"/>
          <a:chOff x="0" y="0"/>
          <a:chExt cx="0" cy="0"/>
        </a:xfrm>
      </p:grpSpPr>
      <p:pic>
        <p:nvPicPr>
          <p:cNvPr id="1631" name="Google Shape;1631;p360"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1632" name="Google Shape;1632;p360"/>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1633" name="Google Shape;1633;p360"/>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634" name="Google Shape;1634;p360"/>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635" name="Google Shape;1635;p360"/>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1636" name="Google Shape;1636;p360"/>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1637" name="Shape 1637"/>
        <p:cNvGrpSpPr/>
        <p:nvPr/>
      </p:nvGrpSpPr>
      <p:grpSpPr>
        <a:xfrm>
          <a:off x="0" y="0"/>
          <a:ext cx="0" cy="0"/>
          <a:chOff x="0" y="0"/>
          <a:chExt cx="0" cy="0"/>
        </a:xfrm>
      </p:grpSpPr>
      <p:sp>
        <p:nvSpPr>
          <p:cNvPr id="1638" name="Google Shape;1638;p36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39" name="Google Shape;1639;p361"/>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40" name="Google Shape;1640;p361"/>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641" name="Google Shape;1641;p361"/>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642" name="Google Shape;1642;p361"/>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43" name="Google Shape;1643;p361"/>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644" name="Google Shape;1644;p361"/>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45" name="Google Shape;1645;p361"/>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646" name="Google Shape;1646;p361"/>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47" name="Google Shape;1647;p361"/>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1648" name="Shape 1648"/>
        <p:cNvGrpSpPr/>
        <p:nvPr/>
      </p:nvGrpSpPr>
      <p:grpSpPr>
        <a:xfrm>
          <a:off x="0" y="0"/>
          <a:ext cx="0" cy="0"/>
          <a:chOff x="0" y="0"/>
          <a:chExt cx="0" cy="0"/>
        </a:xfrm>
      </p:grpSpPr>
      <p:sp>
        <p:nvSpPr>
          <p:cNvPr id="1649" name="Google Shape;1649;p36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50" name="Google Shape;1650;p362"/>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51" name="Google Shape;1651;p362"/>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52" name="Google Shape;1652;p362"/>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53" name="Google Shape;1653;p362"/>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654" name="Google Shape;1654;p362"/>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655" name="Google Shape;1655;p362"/>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656" name="Google Shape;1656;p362"/>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1657" name="Shape 1657"/>
        <p:cNvGrpSpPr/>
        <p:nvPr/>
      </p:nvGrpSpPr>
      <p:grpSpPr>
        <a:xfrm>
          <a:off x="0" y="0"/>
          <a:ext cx="0" cy="0"/>
          <a:chOff x="0" y="0"/>
          <a:chExt cx="0" cy="0"/>
        </a:xfrm>
      </p:grpSpPr>
      <p:sp>
        <p:nvSpPr>
          <p:cNvPr id="1658" name="Google Shape;1658;p36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59" name="Google Shape;1659;p363"/>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1660" name="Shape 1660"/>
        <p:cNvGrpSpPr/>
        <p:nvPr/>
      </p:nvGrpSpPr>
      <p:grpSpPr>
        <a:xfrm>
          <a:off x="0" y="0"/>
          <a:ext cx="0" cy="0"/>
          <a:chOff x="0" y="0"/>
          <a:chExt cx="0" cy="0"/>
        </a:xfrm>
      </p:grpSpPr>
      <p:sp>
        <p:nvSpPr>
          <p:cNvPr id="1661" name="Google Shape;1661;p364"/>
          <p:cNvSpPr/>
          <p:nvPr>
            <p:ph idx="2" type="pic"/>
          </p:nvPr>
        </p:nvSpPr>
        <p:spPr>
          <a:xfrm>
            <a:off x="457200" y="1524000"/>
            <a:ext cx="1827300" cy="1827300"/>
          </a:xfrm>
          <a:prstGeom prst="roundRect">
            <a:avLst>
              <a:gd fmla="val 4137" name="adj"/>
            </a:avLst>
          </a:prstGeom>
          <a:noFill/>
          <a:ln>
            <a:noFill/>
          </a:ln>
        </p:spPr>
      </p:sp>
      <p:sp>
        <p:nvSpPr>
          <p:cNvPr id="1662" name="Google Shape;1662;p364"/>
          <p:cNvSpPr/>
          <p:nvPr>
            <p:ph idx="3" type="pic"/>
          </p:nvPr>
        </p:nvSpPr>
        <p:spPr>
          <a:xfrm>
            <a:off x="2591313" y="1524000"/>
            <a:ext cx="1827300" cy="1827300"/>
          </a:xfrm>
          <a:prstGeom prst="roundRect">
            <a:avLst>
              <a:gd fmla="val 4137" name="adj"/>
            </a:avLst>
          </a:prstGeom>
          <a:noFill/>
          <a:ln>
            <a:noFill/>
          </a:ln>
        </p:spPr>
      </p:sp>
      <p:sp>
        <p:nvSpPr>
          <p:cNvPr id="1663" name="Google Shape;1663;p364"/>
          <p:cNvSpPr/>
          <p:nvPr>
            <p:ph idx="4" type="pic"/>
          </p:nvPr>
        </p:nvSpPr>
        <p:spPr>
          <a:xfrm>
            <a:off x="4725450" y="1524000"/>
            <a:ext cx="1827300" cy="1827300"/>
          </a:xfrm>
          <a:prstGeom prst="roundRect">
            <a:avLst>
              <a:gd fmla="val 4137" name="adj"/>
            </a:avLst>
          </a:prstGeom>
          <a:noFill/>
          <a:ln>
            <a:noFill/>
          </a:ln>
        </p:spPr>
      </p:sp>
      <p:sp>
        <p:nvSpPr>
          <p:cNvPr id="1664" name="Google Shape;1664;p364"/>
          <p:cNvSpPr/>
          <p:nvPr>
            <p:ph idx="5" type="pic"/>
          </p:nvPr>
        </p:nvSpPr>
        <p:spPr>
          <a:xfrm>
            <a:off x="6859563" y="1524000"/>
            <a:ext cx="1827300" cy="1827300"/>
          </a:xfrm>
          <a:prstGeom prst="roundRect">
            <a:avLst>
              <a:gd fmla="val 4137" name="adj"/>
            </a:avLst>
          </a:prstGeom>
          <a:noFill/>
          <a:ln>
            <a:noFill/>
          </a:ln>
        </p:spPr>
      </p:sp>
      <p:sp>
        <p:nvSpPr>
          <p:cNvPr id="1665" name="Google Shape;1665;p364"/>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666" name="Google Shape;1666;p364"/>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667" name="Google Shape;1667;p364"/>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668" name="Google Shape;1668;p364"/>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669" name="Google Shape;1669;p364"/>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670" name="Google Shape;1670;p364"/>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671" name="Google Shape;1671;p364"/>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672" name="Google Shape;1672;p364"/>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673" name="Google Shape;1673;p364"/>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3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1674" name="Shape 1674"/>
        <p:cNvGrpSpPr/>
        <p:nvPr/>
      </p:nvGrpSpPr>
      <p:grpSpPr>
        <a:xfrm>
          <a:off x="0" y="0"/>
          <a:ext cx="0" cy="0"/>
          <a:chOff x="0" y="0"/>
          <a:chExt cx="0" cy="0"/>
        </a:xfrm>
      </p:grpSpPr>
      <p:sp>
        <p:nvSpPr>
          <p:cNvPr id="1675" name="Google Shape;1675;p365"/>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76" name="Google Shape;1676;p365"/>
          <p:cNvSpPr/>
          <p:nvPr>
            <p:ph idx="2" type="pic"/>
          </p:nvPr>
        </p:nvSpPr>
        <p:spPr>
          <a:xfrm flipH="1">
            <a:off x="953803" y="1184556"/>
            <a:ext cx="2664300" cy="3336300"/>
          </a:xfrm>
          <a:prstGeom prst="rect">
            <a:avLst/>
          </a:prstGeom>
          <a:noFill/>
          <a:ln>
            <a:noFill/>
          </a:ln>
        </p:spPr>
      </p:sp>
      <p:sp>
        <p:nvSpPr>
          <p:cNvPr id="1677" name="Google Shape;1677;p365"/>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78" name="Google Shape;1678;p365"/>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79" name="Google Shape;1679;p365"/>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1680" name="Shape 1680"/>
        <p:cNvGrpSpPr/>
        <p:nvPr/>
      </p:nvGrpSpPr>
      <p:grpSpPr>
        <a:xfrm>
          <a:off x="0" y="0"/>
          <a:ext cx="0" cy="0"/>
          <a:chOff x="0" y="0"/>
          <a:chExt cx="0" cy="0"/>
        </a:xfrm>
      </p:grpSpPr>
      <p:pic>
        <p:nvPicPr>
          <p:cNvPr id="1681" name="Google Shape;1681;p366" title="Mesh Holographic Gradients - Dark Gradient 22.png"/>
          <p:cNvPicPr preferRelativeResize="0"/>
          <p:nvPr/>
        </p:nvPicPr>
        <p:blipFill rotWithShape="1">
          <a:blip r:embed="rId2">
            <a:alphaModFix/>
          </a:blip>
          <a:srcRect b="0" l="0" r="0" t="0"/>
          <a:stretch/>
        </p:blipFill>
        <p:spPr>
          <a:xfrm>
            <a:off x="0" y="0"/>
            <a:ext cx="9144003" cy="5715000"/>
          </a:xfrm>
          <a:prstGeom prst="rect">
            <a:avLst/>
          </a:prstGeom>
          <a:noFill/>
          <a:ln>
            <a:noFill/>
          </a:ln>
        </p:spPr>
      </p:pic>
      <p:pic>
        <p:nvPicPr>
          <p:cNvPr id="1682" name="Google Shape;1682;p366"/>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683" name="Google Shape;1683;p366"/>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84" name="Google Shape;1684;p366"/>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1685" name="Shape 1685"/>
        <p:cNvGrpSpPr/>
        <p:nvPr/>
      </p:nvGrpSpPr>
      <p:grpSpPr>
        <a:xfrm>
          <a:off x="0" y="0"/>
          <a:ext cx="0" cy="0"/>
          <a:chOff x="0" y="0"/>
          <a:chExt cx="0" cy="0"/>
        </a:xfrm>
      </p:grpSpPr>
      <p:sp>
        <p:nvSpPr>
          <p:cNvPr id="1686" name="Google Shape;1686;p36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87" name="Google Shape;1687;p36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1688" name="Shape 1688"/>
        <p:cNvGrpSpPr/>
        <p:nvPr/>
      </p:nvGrpSpPr>
      <p:grpSpPr>
        <a:xfrm>
          <a:off x="0" y="0"/>
          <a:ext cx="0" cy="0"/>
          <a:chOff x="0" y="0"/>
          <a:chExt cx="0" cy="0"/>
        </a:xfrm>
      </p:grpSpPr>
      <p:sp>
        <p:nvSpPr>
          <p:cNvPr id="1689" name="Google Shape;1689;p36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90" name="Google Shape;1690;p368"/>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691" name="Google Shape;1691;p368"/>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3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1692" name="Shape 1692"/>
        <p:cNvGrpSpPr/>
        <p:nvPr/>
      </p:nvGrpSpPr>
      <p:grpSpPr>
        <a:xfrm>
          <a:off x="0" y="0"/>
          <a:ext cx="0" cy="0"/>
          <a:chOff x="0" y="0"/>
          <a:chExt cx="0" cy="0"/>
        </a:xfrm>
      </p:grpSpPr>
      <p:sp>
        <p:nvSpPr>
          <p:cNvPr id="1693" name="Google Shape;1693;p36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94" name="Google Shape;1694;p369"/>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695" name="Google Shape;1695;p369"/>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696" name="Shape 1696"/>
        <p:cNvGrpSpPr/>
        <p:nvPr/>
      </p:nvGrpSpPr>
      <p:grpSpPr>
        <a:xfrm>
          <a:off x="0" y="0"/>
          <a:ext cx="0" cy="0"/>
          <a:chOff x="0" y="0"/>
          <a:chExt cx="0" cy="0"/>
        </a:xfrm>
      </p:grpSpPr>
      <p:sp>
        <p:nvSpPr>
          <p:cNvPr id="1697" name="Google Shape;1697;p37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98" name="Google Shape;1698;p370"/>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1699" name="Shape 1699"/>
        <p:cNvGrpSpPr/>
        <p:nvPr/>
      </p:nvGrpSpPr>
      <p:grpSpPr>
        <a:xfrm>
          <a:off x="0" y="0"/>
          <a:ext cx="0" cy="0"/>
          <a:chOff x="0" y="0"/>
          <a:chExt cx="0" cy="0"/>
        </a:xfrm>
      </p:grpSpPr>
      <p:sp>
        <p:nvSpPr>
          <p:cNvPr id="1700" name="Google Shape;1700;p37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01" name="Google Shape;1701;p37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702" name="Google Shape;1702;p37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1703" name="Shape 1703"/>
        <p:cNvGrpSpPr/>
        <p:nvPr/>
      </p:nvGrpSpPr>
      <p:grpSpPr>
        <a:xfrm>
          <a:off x="0" y="0"/>
          <a:ext cx="0" cy="0"/>
          <a:chOff x="0" y="0"/>
          <a:chExt cx="0" cy="0"/>
        </a:xfrm>
      </p:grpSpPr>
      <p:sp>
        <p:nvSpPr>
          <p:cNvPr id="1704" name="Google Shape;1704;p372"/>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705" name="Google Shape;1705;p372"/>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706" name="Google Shape;1706;p372"/>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07" name="Google Shape;1707;p372"/>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1708" name="Shape 1708"/>
        <p:cNvGrpSpPr/>
        <p:nvPr/>
      </p:nvGrpSpPr>
      <p:grpSpPr>
        <a:xfrm>
          <a:off x="0" y="0"/>
          <a:ext cx="0" cy="0"/>
          <a:chOff x="0" y="0"/>
          <a:chExt cx="0" cy="0"/>
        </a:xfrm>
      </p:grpSpPr>
      <p:sp>
        <p:nvSpPr>
          <p:cNvPr id="1709" name="Google Shape;1709;p37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1710" name="Shape 1710"/>
        <p:cNvGrpSpPr/>
        <p:nvPr/>
      </p:nvGrpSpPr>
      <p:grpSpPr>
        <a:xfrm>
          <a:off x="0" y="0"/>
          <a:ext cx="0" cy="0"/>
          <a:chOff x="0" y="0"/>
          <a:chExt cx="0" cy="0"/>
        </a:xfrm>
      </p:grpSpPr>
      <p:sp>
        <p:nvSpPr>
          <p:cNvPr id="1711" name="Google Shape;1711;p374"/>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12" name="Google Shape;1712;p374"/>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713" name="Google Shape;1713;p374"/>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14" name="Google Shape;1714;p374"/>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15" name="Google Shape;1715;p374"/>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16" name="Google Shape;1716;p374"/>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7" name="Google Shape;1717;p374"/>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8" name="Google Shape;1718;p374"/>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719" name="Shape 1719"/>
        <p:cNvGrpSpPr/>
        <p:nvPr/>
      </p:nvGrpSpPr>
      <p:grpSpPr>
        <a:xfrm>
          <a:off x="0" y="0"/>
          <a:ext cx="0" cy="0"/>
          <a:chOff x="0" y="0"/>
          <a:chExt cx="0" cy="0"/>
        </a:xfrm>
      </p:grpSpPr>
      <p:sp>
        <p:nvSpPr>
          <p:cNvPr id="1720" name="Google Shape;1720;p375"/>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1" name="Google Shape;1721;p375"/>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722" name="Google Shape;1722;p37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3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1723" name="Shape 1723"/>
        <p:cNvGrpSpPr/>
        <p:nvPr/>
      </p:nvGrpSpPr>
      <p:grpSpPr>
        <a:xfrm>
          <a:off x="0" y="0"/>
          <a:ext cx="0" cy="0"/>
          <a:chOff x="0" y="0"/>
          <a:chExt cx="0" cy="0"/>
        </a:xfrm>
      </p:grpSpPr>
      <p:sp>
        <p:nvSpPr>
          <p:cNvPr id="1724" name="Google Shape;1724;p376"/>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725" name="Google Shape;1725;p376"/>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726" name="Google Shape;1726;p376"/>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727" name="Google Shape;1727;p376"/>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728" name="Google Shape;1728;p376"/>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1729" name="Google Shape;1729;p37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3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1730" name="Shape 1730"/>
        <p:cNvGrpSpPr/>
        <p:nvPr/>
      </p:nvGrpSpPr>
      <p:grpSpPr>
        <a:xfrm>
          <a:off x="0" y="0"/>
          <a:ext cx="0" cy="0"/>
          <a:chOff x="0" y="0"/>
          <a:chExt cx="0" cy="0"/>
        </a:xfrm>
      </p:grpSpPr>
      <p:sp>
        <p:nvSpPr>
          <p:cNvPr id="1731" name="Google Shape;1731;p37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32" name="Google Shape;1732;p377"/>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733" name="Google Shape;1733;p377"/>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34" name="Google Shape;1734;p377"/>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35" name="Google Shape;1735;p377"/>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736" name="Google Shape;1736;p377"/>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1737" name="Shape 1737"/>
        <p:cNvGrpSpPr/>
        <p:nvPr/>
      </p:nvGrpSpPr>
      <p:grpSpPr>
        <a:xfrm>
          <a:off x="0" y="0"/>
          <a:ext cx="0" cy="0"/>
          <a:chOff x="0" y="0"/>
          <a:chExt cx="0" cy="0"/>
        </a:xfrm>
      </p:grpSpPr>
      <p:sp>
        <p:nvSpPr>
          <p:cNvPr id="1738" name="Google Shape;1738;p378"/>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739" name="Google Shape;1739;p378"/>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1740" name="Shape 1740"/>
        <p:cNvGrpSpPr/>
        <p:nvPr/>
      </p:nvGrpSpPr>
      <p:grpSpPr>
        <a:xfrm>
          <a:off x="0" y="0"/>
          <a:ext cx="0" cy="0"/>
          <a:chOff x="0" y="0"/>
          <a:chExt cx="0" cy="0"/>
        </a:xfrm>
      </p:grpSpPr>
      <p:sp>
        <p:nvSpPr>
          <p:cNvPr id="1741" name="Google Shape;1741;p379"/>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42" name="Google Shape;1742;p379"/>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743" name="Google Shape;1743;p379"/>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1744" name="Shape 1744"/>
        <p:cNvGrpSpPr/>
        <p:nvPr/>
      </p:nvGrpSpPr>
      <p:grpSpPr>
        <a:xfrm>
          <a:off x="0" y="0"/>
          <a:ext cx="0" cy="0"/>
          <a:chOff x="0" y="0"/>
          <a:chExt cx="0" cy="0"/>
        </a:xfrm>
      </p:grpSpPr>
      <p:sp>
        <p:nvSpPr>
          <p:cNvPr id="1745" name="Google Shape;1745;p380"/>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746" name="Google Shape;1746;p380"/>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1747" name="Google Shape;1747;p380"/>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1748" name="Shape 1748"/>
        <p:cNvGrpSpPr/>
        <p:nvPr/>
      </p:nvGrpSpPr>
      <p:grpSpPr>
        <a:xfrm>
          <a:off x="0" y="0"/>
          <a:ext cx="0" cy="0"/>
          <a:chOff x="0" y="0"/>
          <a:chExt cx="0" cy="0"/>
        </a:xfrm>
      </p:grpSpPr>
      <p:pic>
        <p:nvPicPr>
          <p:cNvPr id="1749" name="Google Shape;1749;p381" title="Mesh Holographic Gradients - Dark Gradient 22.png"/>
          <p:cNvPicPr preferRelativeResize="0"/>
          <p:nvPr/>
        </p:nvPicPr>
        <p:blipFill rotWithShape="1">
          <a:blip r:embed="rId2">
            <a:alphaModFix/>
          </a:blip>
          <a:srcRect b="0" l="0" r="0" t="0"/>
          <a:stretch/>
        </p:blipFill>
        <p:spPr>
          <a:xfrm flipH="1" rot="10800000">
            <a:off x="0" y="-12151"/>
            <a:ext cx="9144003" cy="5727151"/>
          </a:xfrm>
          <a:prstGeom prst="rect">
            <a:avLst/>
          </a:prstGeom>
          <a:noFill/>
          <a:ln>
            <a:noFill/>
          </a:ln>
        </p:spPr>
      </p:pic>
      <p:sp>
        <p:nvSpPr>
          <p:cNvPr id="1750" name="Google Shape;1750;p381"/>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51" name="Google Shape;1751;p381"/>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1752" name="Shape 1752"/>
        <p:cNvGrpSpPr/>
        <p:nvPr/>
      </p:nvGrpSpPr>
      <p:grpSpPr>
        <a:xfrm>
          <a:off x="0" y="0"/>
          <a:ext cx="0" cy="0"/>
          <a:chOff x="0" y="0"/>
          <a:chExt cx="0" cy="0"/>
        </a:xfrm>
      </p:grpSpPr>
      <p:sp>
        <p:nvSpPr>
          <p:cNvPr id="1753" name="Google Shape;1753;p382"/>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754" name="Google Shape;1754;p382"/>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1755" name="Google Shape;1755;p382"/>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756" name="Google Shape;1756;p382"/>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1757" name="Google Shape;1757;p382"/>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758" name="Google Shape;1758;p382"/>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759" name="Google Shape;1759;p382"/>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760" name="Google Shape;1760;p382"/>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761" name="Google Shape;1761;p382"/>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762" name="Google Shape;1762;p382"/>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763" name="Google Shape;1763;p382"/>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764" name="Google Shape;1764;p382"/>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765" name="Google Shape;1765;p382"/>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766" name="Shape 1766"/>
        <p:cNvGrpSpPr/>
        <p:nvPr/>
      </p:nvGrpSpPr>
      <p:grpSpPr>
        <a:xfrm>
          <a:off x="0" y="0"/>
          <a:ext cx="0" cy="0"/>
          <a:chOff x="0" y="0"/>
          <a:chExt cx="0" cy="0"/>
        </a:xfrm>
      </p:grpSpPr>
      <p:sp>
        <p:nvSpPr>
          <p:cNvPr id="1767" name="Google Shape;1767;p383"/>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1768" name="Google Shape;1768;p38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3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1769" name="Shape 1769"/>
        <p:cNvGrpSpPr/>
        <p:nvPr/>
      </p:nvGrpSpPr>
      <p:grpSpPr>
        <a:xfrm>
          <a:off x="0" y="0"/>
          <a:ext cx="0" cy="0"/>
          <a:chOff x="0" y="0"/>
          <a:chExt cx="0" cy="0"/>
        </a:xfrm>
      </p:grpSpPr>
      <p:sp>
        <p:nvSpPr>
          <p:cNvPr id="1770" name="Google Shape;1770;p384"/>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771" name="Shape 1771"/>
        <p:cNvGrpSpPr/>
        <p:nvPr/>
      </p:nvGrpSpPr>
      <p:grpSpPr>
        <a:xfrm>
          <a:off x="0" y="0"/>
          <a:ext cx="0" cy="0"/>
          <a:chOff x="0" y="0"/>
          <a:chExt cx="0" cy="0"/>
        </a:xfrm>
      </p:grpSpPr>
      <p:sp>
        <p:nvSpPr>
          <p:cNvPr id="1772" name="Google Shape;1772;p38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773" name="Shape 1773"/>
        <p:cNvGrpSpPr/>
        <p:nvPr/>
      </p:nvGrpSpPr>
      <p:grpSpPr>
        <a:xfrm>
          <a:off x="0" y="0"/>
          <a:ext cx="0" cy="0"/>
          <a:chOff x="0" y="0"/>
          <a:chExt cx="0" cy="0"/>
        </a:xfrm>
      </p:grpSpPr>
      <p:sp>
        <p:nvSpPr>
          <p:cNvPr id="1774" name="Google Shape;1774;p386"/>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75" name="Google Shape;1775;p386"/>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1776" name="Shape 1776"/>
        <p:cNvGrpSpPr/>
        <p:nvPr/>
      </p:nvGrpSpPr>
      <p:grpSpPr>
        <a:xfrm>
          <a:off x="0" y="0"/>
          <a:ext cx="0" cy="0"/>
          <a:chOff x="0" y="0"/>
          <a:chExt cx="0" cy="0"/>
        </a:xfrm>
      </p:grpSpPr>
      <p:sp>
        <p:nvSpPr>
          <p:cNvPr id="1777" name="Google Shape;1777;p387"/>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78" name="Google Shape;1778;p387"/>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79" name="Google Shape;1779;p387"/>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780" name="Shape 1780"/>
        <p:cNvGrpSpPr/>
        <p:nvPr/>
      </p:nvGrpSpPr>
      <p:grpSpPr>
        <a:xfrm>
          <a:off x="0" y="0"/>
          <a:ext cx="0" cy="0"/>
          <a:chOff x="0" y="0"/>
          <a:chExt cx="0" cy="0"/>
        </a:xfrm>
      </p:grpSpPr>
      <p:sp>
        <p:nvSpPr>
          <p:cNvPr id="1781" name="Google Shape;1781;p388"/>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82" name="Google Shape;1782;p388"/>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783" name="Shape 1783"/>
        <p:cNvGrpSpPr/>
        <p:nvPr/>
      </p:nvGrpSpPr>
      <p:grpSpPr>
        <a:xfrm>
          <a:off x="0" y="0"/>
          <a:ext cx="0" cy="0"/>
          <a:chOff x="0" y="0"/>
          <a:chExt cx="0" cy="0"/>
        </a:xfrm>
      </p:grpSpPr>
      <p:sp>
        <p:nvSpPr>
          <p:cNvPr id="1784" name="Google Shape;1784;p389"/>
          <p:cNvSpPr/>
          <p:nvPr>
            <p:ph idx="2" type="pic"/>
          </p:nvPr>
        </p:nvSpPr>
        <p:spPr>
          <a:xfrm>
            <a:off x="4572000" y="91667"/>
            <a:ext cx="4495800" cy="5531700"/>
          </a:xfrm>
          <a:prstGeom prst="roundRect">
            <a:avLst>
              <a:gd fmla="val 16667" name="adj"/>
            </a:avLst>
          </a:prstGeom>
          <a:noFill/>
          <a:ln>
            <a:noFill/>
          </a:ln>
        </p:spPr>
      </p:sp>
      <p:sp>
        <p:nvSpPr>
          <p:cNvPr id="1785" name="Google Shape;1785;p389"/>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86" name="Google Shape;1786;p389"/>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87" name="Google Shape;1787;p389"/>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788" name="Shape 1788"/>
        <p:cNvGrpSpPr/>
        <p:nvPr/>
      </p:nvGrpSpPr>
      <p:grpSpPr>
        <a:xfrm>
          <a:off x="0" y="0"/>
          <a:ext cx="0" cy="0"/>
          <a:chOff x="0" y="0"/>
          <a:chExt cx="0" cy="0"/>
        </a:xfrm>
      </p:grpSpPr>
      <p:sp>
        <p:nvSpPr>
          <p:cNvPr id="1789" name="Google Shape;1789;p390"/>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790" name="Google Shape;1790;p39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91" name="Google Shape;1791;p390"/>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92" name="Google Shape;1792;p390"/>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793" name="Shape 1793"/>
        <p:cNvGrpSpPr/>
        <p:nvPr/>
      </p:nvGrpSpPr>
      <p:grpSpPr>
        <a:xfrm>
          <a:off x="0" y="0"/>
          <a:ext cx="0" cy="0"/>
          <a:chOff x="0" y="0"/>
          <a:chExt cx="0" cy="0"/>
        </a:xfrm>
      </p:grpSpPr>
      <p:sp>
        <p:nvSpPr>
          <p:cNvPr id="1794" name="Google Shape;1794;p39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795" name="Google Shape;1795;p39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796" name="Shape 1796"/>
        <p:cNvGrpSpPr/>
        <p:nvPr/>
      </p:nvGrpSpPr>
      <p:grpSpPr>
        <a:xfrm>
          <a:off x="0" y="0"/>
          <a:ext cx="0" cy="0"/>
          <a:chOff x="0" y="0"/>
          <a:chExt cx="0" cy="0"/>
        </a:xfrm>
      </p:grpSpPr>
      <p:sp>
        <p:nvSpPr>
          <p:cNvPr id="1797" name="Google Shape;1797;p39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798" name="Shape 1798"/>
        <p:cNvGrpSpPr/>
        <p:nvPr/>
      </p:nvGrpSpPr>
      <p:grpSpPr>
        <a:xfrm>
          <a:off x="0" y="0"/>
          <a:ext cx="0" cy="0"/>
          <a:chOff x="0" y="0"/>
          <a:chExt cx="0" cy="0"/>
        </a:xfrm>
      </p:grpSpPr>
      <p:sp>
        <p:nvSpPr>
          <p:cNvPr id="1799" name="Google Shape;1799;p393"/>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800" name="Google Shape;1800;p393"/>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801" name="Google Shape;1801;p39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802" name="Shape 1802"/>
        <p:cNvGrpSpPr/>
        <p:nvPr/>
      </p:nvGrpSpPr>
      <p:grpSpPr>
        <a:xfrm>
          <a:off x="0" y="0"/>
          <a:ext cx="0" cy="0"/>
          <a:chOff x="0" y="0"/>
          <a:chExt cx="0" cy="0"/>
        </a:xfrm>
      </p:grpSpPr>
      <p:sp>
        <p:nvSpPr>
          <p:cNvPr id="1803" name="Google Shape;1803;p394"/>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804" name="Google Shape;1804;p394"/>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05" name="Google Shape;1805;p394"/>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806" name="Google Shape;1806;p394"/>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807" name="Shape 1807"/>
        <p:cNvGrpSpPr/>
        <p:nvPr/>
      </p:nvGrpSpPr>
      <p:grpSpPr>
        <a:xfrm>
          <a:off x="0" y="0"/>
          <a:ext cx="0" cy="0"/>
          <a:chOff x="0" y="0"/>
          <a:chExt cx="0" cy="0"/>
        </a:xfrm>
      </p:grpSpPr>
      <p:sp>
        <p:nvSpPr>
          <p:cNvPr id="1808" name="Google Shape;1808;p395"/>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09" name="Google Shape;1809;p395"/>
          <p:cNvSpPr/>
          <p:nvPr>
            <p:ph idx="2" type="pic"/>
          </p:nvPr>
        </p:nvSpPr>
        <p:spPr>
          <a:xfrm>
            <a:off x="0" y="0"/>
            <a:ext cx="9144000" cy="2814900"/>
          </a:xfrm>
          <a:prstGeom prst="roundRect">
            <a:avLst>
              <a:gd fmla="val 1254" name="adj"/>
            </a:avLst>
          </a:prstGeom>
          <a:noFill/>
          <a:ln>
            <a:noFill/>
          </a:ln>
        </p:spPr>
      </p:sp>
      <p:sp>
        <p:nvSpPr>
          <p:cNvPr id="1810" name="Google Shape;1810;p395"/>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11" name="Google Shape;1811;p395"/>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12" name="Google Shape;1812;p395"/>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813" name="Shape 1813"/>
        <p:cNvGrpSpPr/>
        <p:nvPr/>
      </p:nvGrpSpPr>
      <p:grpSpPr>
        <a:xfrm>
          <a:off x="0" y="0"/>
          <a:ext cx="0" cy="0"/>
          <a:chOff x="0" y="0"/>
          <a:chExt cx="0" cy="0"/>
        </a:xfrm>
      </p:grpSpPr>
      <p:sp>
        <p:nvSpPr>
          <p:cNvPr id="1814" name="Google Shape;1814;p39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15" name="Google Shape;1815;p396"/>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816" name="Google Shape;1816;p396"/>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1817" name="Shape 1817"/>
        <p:cNvGrpSpPr/>
        <p:nvPr/>
      </p:nvGrpSpPr>
      <p:grpSpPr>
        <a:xfrm>
          <a:off x="0" y="0"/>
          <a:ext cx="0" cy="0"/>
          <a:chOff x="0" y="0"/>
          <a:chExt cx="0" cy="0"/>
        </a:xfrm>
      </p:grpSpPr>
      <p:sp>
        <p:nvSpPr>
          <p:cNvPr id="1818" name="Google Shape;1818;p397"/>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19" name="Google Shape;1819;p397"/>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3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1820" name="Shape 1820"/>
        <p:cNvGrpSpPr/>
        <p:nvPr/>
      </p:nvGrpSpPr>
      <p:grpSpPr>
        <a:xfrm>
          <a:off x="0" y="0"/>
          <a:ext cx="0" cy="0"/>
          <a:chOff x="0" y="0"/>
          <a:chExt cx="0" cy="0"/>
        </a:xfrm>
      </p:grpSpPr>
      <p:sp>
        <p:nvSpPr>
          <p:cNvPr id="1821" name="Google Shape;1821;p398"/>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822" name="Google Shape;1822;p398"/>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23" name="Google Shape;1823;p398"/>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24" name="Google Shape;1824;p398"/>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1825" name="Shape 1825"/>
        <p:cNvGrpSpPr/>
        <p:nvPr/>
      </p:nvGrpSpPr>
      <p:grpSpPr>
        <a:xfrm>
          <a:off x="0" y="0"/>
          <a:ext cx="0" cy="0"/>
          <a:chOff x="0" y="0"/>
          <a:chExt cx="0" cy="0"/>
        </a:xfrm>
      </p:grpSpPr>
      <p:sp>
        <p:nvSpPr>
          <p:cNvPr id="1826" name="Google Shape;1826;p399"/>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27" name="Google Shape;1827;p399"/>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28" name="Google Shape;1828;p399"/>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829" name="Google Shape;1829;p399"/>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830" name="Google Shape;1830;p399"/>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831" name="Google Shape;1831;p399"/>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1832" name="Shape 1832"/>
        <p:cNvGrpSpPr/>
        <p:nvPr/>
      </p:nvGrpSpPr>
      <p:grpSpPr>
        <a:xfrm>
          <a:off x="0" y="0"/>
          <a:ext cx="0" cy="0"/>
          <a:chOff x="0" y="0"/>
          <a:chExt cx="0" cy="0"/>
        </a:xfrm>
      </p:grpSpPr>
      <p:sp>
        <p:nvSpPr>
          <p:cNvPr id="1833" name="Google Shape;1833;p400"/>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34" name="Google Shape;1834;p40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1835" name="Shape 1835"/>
        <p:cNvGrpSpPr/>
        <p:nvPr/>
      </p:nvGrpSpPr>
      <p:grpSpPr>
        <a:xfrm>
          <a:off x="0" y="0"/>
          <a:ext cx="0" cy="0"/>
          <a:chOff x="0" y="0"/>
          <a:chExt cx="0" cy="0"/>
        </a:xfrm>
      </p:grpSpPr>
      <p:sp>
        <p:nvSpPr>
          <p:cNvPr id="1836" name="Google Shape;1836;p40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1837" name="Shape 1837"/>
        <p:cNvGrpSpPr/>
        <p:nvPr/>
      </p:nvGrpSpPr>
      <p:grpSpPr>
        <a:xfrm>
          <a:off x="0" y="0"/>
          <a:ext cx="0" cy="0"/>
          <a:chOff x="0" y="0"/>
          <a:chExt cx="0" cy="0"/>
        </a:xfrm>
      </p:grpSpPr>
      <p:sp>
        <p:nvSpPr>
          <p:cNvPr id="1838" name="Google Shape;1838;p40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1839" name="Shape 1839"/>
        <p:cNvGrpSpPr/>
        <p:nvPr/>
      </p:nvGrpSpPr>
      <p:grpSpPr>
        <a:xfrm>
          <a:off x="0" y="0"/>
          <a:ext cx="0" cy="0"/>
          <a:chOff x="0" y="0"/>
          <a:chExt cx="0" cy="0"/>
        </a:xfrm>
      </p:grpSpPr>
      <p:sp>
        <p:nvSpPr>
          <p:cNvPr id="1840" name="Google Shape;1840;p403"/>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841" name="Google Shape;1841;p403"/>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42" name="Google Shape;1842;p403"/>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43" name="Google Shape;1843;p403"/>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1844" name="Shape 1844"/>
        <p:cNvGrpSpPr/>
        <p:nvPr/>
      </p:nvGrpSpPr>
      <p:grpSpPr>
        <a:xfrm>
          <a:off x="0" y="0"/>
          <a:ext cx="0" cy="0"/>
          <a:chOff x="0" y="0"/>
          <a:chExt cx="0" cy="0"/>
        </a:xfrm>
      </p:grpSpPr>
      <p:sp>
        <p:nvSpPr>
          <p:cNvPr id="1845" name="Google Shape;1845;p404"/>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846" name="Google Shape;1846;p40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47" name="Google Shape;1847;p404"/>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48" name="Google Shape;1848;p404"/>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1849" name="Shape 1849"/>
        <p:cNvGrpSpPr/>
        <p:nvPr/>
      </p:nvGrpSpPr>
      <p:grpSpPr>
        <a:xfrm>
          <a:off x="0" y="0"/>
          <a:ext cx="0" cy="0"/>
          <a:chOff x="0" y="0"/>
          <a:chExt cx="0" cy="0"/>
        </a:xfrm>
      </p:grpSpPr>
      <p:sp>
        <p:nvSpPr>
          <p:cNvPr id="1850" name="Google Shape;1850;p405"/>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51" name="Google Shape;1851;p405"/>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852" name="Google Shape;1852;p405"/>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1853" name="Shape 1853"/>
        <p:cNvGrpSpPr/>
        <p:nvPr/>
      </p:nvGrpSpPr>
      <p:grpSpPr>
        <a:xfrm>
          <a:off x="0" y="0"/>
          <a:ext cx="0" cy="0"/>
          <a:chOff x="0" y="0"/>
          <a:chExt cx="0" cy="0"/>
        </a:xfrm>
      </p:grpSpPr>
      <p:sp>
        <p:nvSpPr>
          <p:cNvPr id="1854" name="Google Shape;1854;p406"/>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55" name="Google Shape;1855;p406"/>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1856" name="Shape 1856"/>
        <p:cNvGrpSpPr/>
        <p:nvPr/>
      </p:nvGrpSpPr>
      <p:grpSpPr>
        <a:xfrm>
          <a:off x="0" y="0"/>
          <a:ext cx="0" cy="0"/>
          <a:chOff x="0" y="0"/>
          <a:chExt cx="0" cy="0"/>
        </a:xfrm>
      </p:grpSpPr>
      <p:sp>
        <p:nvSpPr>
          <p:cNvPr id="1857" name="Google Shape;1857;p40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1858" name="Shape 1858"/>
        <p:cNvGrpSpPr/>
        <p:nvPr/>
      </p:nvGrpSpPr>
      <p:grpSpPr>
        <a:xfrm>
          <a:off x="0" y="0"/>
          <a:ext cx="0" cy="0"/>
          <a:chOff x="0" y="0"/>
          <a:chExt cx="0" cy="0"/>
        </a:xfrm>
      </p:grpSpPr>
      <p:sp>
        <p:nvSpPr>
          <p:cNvPr id="1859" name="Google Shape;1859;p408"/>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860" name="Google Shape;1860;p408"/>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1861" name="Google Shape;1861;p408"/>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62" name="Google Shape;1862;p408"/>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1863" name="Shape 1863"/>
        <p:cNvGrpSpPr/>
        <p:nvPr/>
      </p:nvGrpSpPr>
      <p:grpSpPr>
        <a:xfrm>
          <a:off x="0" y="0"/>
          <a:ext cx="0" cy="0"/>
          <a:chOff x="0" y="0"/>
          <a:chExt cx="0" cy="0"/>
        </a:xfrm>
      </p:grpSpPr>
      <p:sp>
        <p:nvSpPr>
          <p:cNvPr id="1864" name="Google Shape;1864;p40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65" name="Google Shape;1865;p409"/>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1866" name="Shape 1866"/>
        <p:cNvGrpSpPr/>
        <p:nvPr/>
      </p:nvGrpSpPr>
      <p:grpSpPr>
        <a:xfrm>
          <a:off x="0" y="0"/>
          <a:ext cx="0" cy="0"/>
          <a:chOff x="0" y="0"/>
          <a:chExt cx="0" cy="0"/>
        </a:xfrm>
      </p:grpSpPr>
      <p:sp>
        <p:nvSpPr>
          <p:cNvPr id="1867" name="Google Shape;1867;p41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1868" name="Shape 1868"/>
        <p:cNvGrpSpPr/>
        <p:nvPr/>
      </p:nvGrpSpPr>
      <p:grpSpPr>
        <a:xfrm>
          <a:off x="0" y="0"/>
          <a:ext cx="0" cy="0"/>
          <a:chOff x="0" y="0"/>
          <a:chExt cx="0" cy="0"/>
        </a:xfrm>
      </p:grpSpPr>
      <p:sp>
        <p:nvSpPr>
          <p:cNvPr id="1869" name="Google Shape;1869;p411"/>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870" name="Google Shape;1870;p411"/>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871" name="Google Shape;1871;p411"/>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872" name="Google Shape;1872;p411"/>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873" name="Google Shape;1873;p411"/>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1874" name="Shape 1874"/>
        <p:cNvGrpSpPr/>
        <p:nvPr/>
      </p:nvGrpSpPr>
      <p:grpSpPr>
        <a:xfrm>
          <a:off x="0" y="0"/>
          <a:ext cx="0" cy="0"/>
          <a:chOff x="0" y="0"/>
          <a:chExt cx="0" cy="0"/>
        </a:xfrm>
      </p:grpSpPr>
      <p:sp>
        <p:nvSpPr>
          <p:cNvPr id="1875" name="Google Shape;1875;p41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1876" name="Shape 1876"/>
        <p:cNvGrpSpPr/>
        <p:nvPr/>
      </p:nvGrpSpPr>
      <p:grpSpPr>
        <a:xfrm>
          <a:off x="0" y="0"/>
          <a:ext cx="0" cy="0"/>
          <a:chOff x="0" y="0"/>
          <a:chExt cx="0" cy="0"/>
        </a:xfrm>
      </p:grpSpPr>
      <p:sp>
        <p:nvSpPr>
          <p:cNvPr id="1877" name="Google Shape;1877;p41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1878" name="Shape 1878"/>
        <p:cNvGrpSpPr/>
        <p:nvPr/>
      </p:nvGrpSpPr>
      <p:grpSpPr>
        <a:xfrm>
          <a:off x="0" y="0"/>
          <a:ext cx="0" cy="0"/>
          <a:chOff x="0" y="0"/>
          <a:chExt cx="0" cy="0"/>
        </a:xfrm>
      </p:grpSpPr>
      <p:sp>
        <p:nvSpPr>
          <p:cNvPr id="1879" name="Google Shape;1879;p414"/>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80" name="Google Shape;1880;p414"/>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1881" name="Shape 1881"/>
        <p:cNvGrpSpPr/>
        <p:nvPr/>
      </p:nvGrpSpPr>
      <p:grpSpPr>
        <a:xfrm>
          <a:off x="0" y="0"/>
          <a:ext cx="0" cy="0"/>
          <a:chOff x="0" y="0"/>
          <a:chExt cx="0" cy="0"/>
        </a:xfrm>
      </p:grpSpPr>
      <p:sp>
        <p:nvSpPr>
          <p:cNvPr id="1882" name="Google Shape;1882;p41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83" name="Google Shape;1883;p415"/>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1884" name="Shape 1884"/>
        <p:cNvGrpSpPr/>
        <p:nvPr/>
      </p:nvGrpSpPr>
      <p:grpSpPr>
        <a:xfrm>
          <a:off x="0" y="0"/>
          <a:ext cx="0" cy="0"/>
          <a:chOff x="0" y="0"/>
          <a:chExt cx="0" cy="0"/>
        </a:xfrm>
      </p:grpSpPr>
      <p:sp>
        <p:nvSpPr>
          <p:cNvPr id="1885" name="Google Shape;1885;p416"/>
          <p:cNvSpPr txBox="1"/>
          <p:nvPr>
            <p:ph type="title"/>
          </p:nvPr>
        </p:nvSpPr>
        <p:spPr>
          <a:xfrm>
            <a:off x="571500" y="889000"/>
            <a:ext cx="40005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886" name="Google Shape;1886;p416"/>
          <p:cNvSpPr txBox="1"/>
          <p:nvPr>
            <p:ph idx="1" type="body"/>
          </p:nvPr>
        </p:nvSpPr>
        <p:spPr>
          <a:xfrm>
            <a:off x="571500" y="1905000"/>
            <a:ext cx="40005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887" name="Google Shape;1887;p41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1">
  <p:cSld name="Text + Image_2">
    <p:spTree>
      <p:nvGrpSpPr>
        <p:cNvPr id="1888" name="Shape 1888"/>
        <p:cNvGrpSpPr/>
        <p:nvPr/>
      </p:nvGrpSpPr>
      <p:grpSpPr>
        <a:xfrm>
          <a:off x="0" y="0"/>
          <a:ext cx="0" cy="0"/>
          <a:chOff x="0" y="0"/>
          <a:chExt cx="0" cy="0"/>
        </a:xfrm>
      </p:grpSpPr>
      <p:sp>
        <p:nvSpPr>
          <p:cNvPr id="1889" name="Google Shape;1889;p417"/>
          <p:cNvSpPr/>
          <p:nvPr>
            <p:ph idx="2" type="pic"/>
          </p:nvPr>
        </p:nvSpPr>
        <p:spPr>
          <a:xfrm>
            <a:off x="4572000" y="91667"/>
            <a:ext cx="4495800" cy="5531700"/>
          </a:xfrm>
          <a:prstGeom prst="roundRect">
            <a:avLst>
              <a:gd fmla="val 16667" name="adj"/>
            </a:avLst>
          </a:prstGeom>
          <a:noFill/>
          <a:ln>
            <a:noFill/>
          </a:ln>
        </p:spPr>
      </p:sp>
      <p:sp>
        <p:nvSpPr>
          <p:cNvPr id="1890" name="Google Shape;1890;p417"/>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891" name="Google Shape;1891;p417"/>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92" name="Google Shape;1892;p417"/>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1893" name="Shape 1893"/>
        <p:cNvGrpSpPr/>
        <p:nvPr/>
      </p:nvGrpSpPr>
      <p:grpSpPr>
        <a:xfrm>
          <a:off x="0" y="0"/>
          <a:ext cx="0" cy="0"/>
          <a:chOff x="0" y="0"/>
          <a:chExt cx="0" cy="0"/>
        </a:xfrm>
      </p:grpSpPr>
      <p:sp>
        <p:nvSpPr>
          <p:cNvPr id="1894" name="Google Shape;1894;p41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9">
    <p:spTree>
      <p:nvGrpSpPr>
        <p:cNvPr id="1895" name="Shape 1895"/>
        <p:cNvGrpSpPr/>
        <p:nvPr/>
      </p:nvGrpSpPr>
      <p:grpSpPr>
        <a:xfrm>
          <a:off x="0" y="0"/>
          <a:ext cx="0" cy="0"/>
          <a:chOff x="0" y="0"/>
          <a:chExt cx="0" cy="0"/>
        </a:xfrm>
      </p:grpSpPr>
      <p:sp>
        <p:nvSpPr>
          <p:cNvPr id="1896" name="Google Shape;1896;p41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97" name="Google Shape;1897;p419"/>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1">
  <p:cSld name="ONE_COLUMN_TEXT_1_1">
    <p:spTree>
      <p:nvGrpSpPr>
        <p:cNvPr id="1898" name="Shape 1898"/>
        <p:cNvGrpSpPr/>
        <p:nvPr/>
      </p:nvGrpSpPr>
      <p:grpSpPr>
        <a:xfrm>
          <a:off x="0" y="0"/>
          <a:ext cx="0" cy="0"/>
          <a:chOff x="0" y="0"/>
          <a:chExt cx="0" cy="0"/>
        </a:xfrm>
      </p:grpSpPr>
      <p:sp>
        <p:nvSpPr>
          <p:cNvPr id="1899" name="Google Shape;1899;p420"/>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900" name="Google Shape;1900;p420"/>
          <p:cNvSpPr txBox="1"/>
          <p:nvPr>
            <p:ph idx="1" type="body"/>
          </p:nvPr>
        </p:nvSpPr>
        <p:spPr>
          <a:xfrm>
            <a:off x="457200" y="1524425"/>
            <a:ext cx="3204600" cy="37338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p:cSld name="TITLE_AND_BODY_10_1">
    <p:spTree>
      <p:nvGrpSpPr>
        <p:cNvPr id="1901" name="Shape 1901"/>
        <p:cNvGrpSpPr/>
        <p:nvPr/>
      </p:nvGrpSpPr>
      <p:grpSpPr>
        <a:xfrm>
          <a:off x="0" y="0"/>
          <a:ext cx="0" cy="0"/>
          <a:chOff x="0" y="0"/>
          <a:chExt cx="0" cy="0"/>
        </a:xfrm>
      </p:grpSpPr>
      <p:sp>
        <p:nvSpPr>
          <p:cNvPr id="1902" name="Google Shape;1902;p42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903" name="Google Shape;1903;p42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904" name="Google Shape;1904;p42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1">
  <p:cSld name="TITLE_AND_BODY_10_2">
    <p:spTree>
      <p:nvGrpSpPr>
        <p:cNvPr id="1905" name="Shape 1905"/>
        <p:cNvGrpSpPr/>
        <p:nvPr/>
      </p:nvGrpSpPr>
      <p:grpSpPr>
        <a:xfrm>
          <a:off x="0" y="0"/>
          <a:ext cx="0" cy="0"/>
          <a:chOff x="0" y="0"/>
          <a:chExt cx="0" cy="0"/>
        </a:xfrm>
      </p:grpSpPr>
      <p:sp>
        <p:nvSpPr>
          <p:cNvPr id="1906" name="Google Shape;1906;p42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907" name="Google Shape;1907;p422"/>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908" name="Google Shape;1908;p422"/>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7">
  <p:cSld name="TITLE_AND_BODY_11">
    <p:spTree>
      <p:nvGrpSpPr>
        <p:cNvPr id="1909" name="Shape 1909"/>
        <p:cNvGrpSpPr/>
        <p:nvPr/>
      </p:nvGrpSpPr>
      <p:grpSpPr>
        <a:xfrm>
          <a:off x="0" y="0"/>
          <a:ext cx="0" cy="0"/>
          <a:chOff x="0" y="0"/>
          <a:chExt cx="0" cy="0"/>
        </a:xfrm>
      </p:grpSpPr>
      <p:sp>
        <p:nvSpPr>
          <p:cNvPr id="1910" name="Google Shape;1910;p42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911" name="Google Shape;1911;p42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912" name="Google Shape;1912;p42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2">
  <p:cSld name="TITLE_AND_BODY_10_3">
    <p:spTree>
      <p:nvGrpSpPr>
        <p:cNvPr id="1913" name="Shape 1913"/>
        <p:cNvGrpSpPr/>
        <p:nvPr/>
      </p:nvGrpSpPr>
      <p:grpSpPr>
        <a:xfrm>
          <a:off x="0" y="0"/>
          <a:ext cx="0" cy="0"/>
          <a:chOff x="0" y="0"/>
          <a:chExt cx="0" cy="0"/>
        </a:xfrm>
      </p:grpSpPr>
      <p:sp>
        <p:nvSpPr>
          <p:cNvPr id="1914" name="Google Shape;1914;p42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915" name="Google Shape;1915;p424"/>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916" name="Google Shape;1916;p424"/>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5 master">
  <p:cSld name="Slide 25 master">
    <p:spTree>
      <p:nvGrpSpPr>
        <p:cNvPr id="1917" name="Shape 1917"/>
        <p:cNvGrpSpPr/>
        <p:nvPr/>
      </p:nvGrpSpPr>
      <p:grpSpPr>
        <a:xfrm>
          <a:off x="0" y="0"/>
          <a:ext cx="0" cy="0"/>
          <a:chOff x="0" y="0"/>
          <a:chExt cx="0" cy="0"/>
        </a:xfrm>
      </p:grpSpPr>
      <p:pic>
        <p:nvPicPr>
          <p:cNvPr descr="preencoded.png" id="1918" name="Google Shape;1918;p42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919" name="Google Shape;1919;p42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923" name="Shape 1923"/>
        <p:cNvGrpSpPr/>
        <p:nvPr/>
      </p:nvGrpSpPr>
      <p:grpSpPr>
        <a:xfrm>
          <a:off x="0" y="0"/>
          <a:ext cx="0" cy="0"/>
          <a:chOff x="0" y="0"/>
          <a:chExt cx="0" cy="0"/>
        </a:xfrm>
      </p:grpSpPr>
      <p:pic>
        <p:nvPicPr>
          <p:cNvPr id="1924" name="Google Shape;1924;p427"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925" name="Google Shape;1925;p427"/>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926" name="Google Shape;1926;p427"/>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27" name="Google Shape;1927;p427"/>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1928" name="Shape 1928"/>
        <p:cNvGrpSpPr/>
        <p:nvPr/>
      </p:nvGrpSpPr>
      <p:grpSpPr>
        <a:xfrm>
          <a:off x="0" y="0"/>
          <a:ext cx="0" cy="0"/>
          <a:chOff x="0" y="0"/>
          <a:chExt cx="0" cy="0"/>
        </a:xfrm>
      </p:grpSpPr>
      <p:pic>
        <p:nvPicPr>
          <p:cNvPr id="1929" name="Google Shape;1929;p428"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1930" name="Google Shape;1930;p428"/>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1931" name="Shape 1931"/>
        <p:cNvGrpSpPr/>
        <p:nvPr/>
      </p:nvGrpSpPr>
      <p:grpSpPr>
        <a:xfrm>
          <a:off x="0" y="0"/>
          <a:ext cx="0" cy="0"/>
          <a:chOff x="0" y="0"/>
          <a:chExt cx="0" cy="0"/>
        </a:xfrm>
      </p:grpSpPr>
      <p:grpSp>
        <p:nvGrpSpPr>
          <p:cNvPr id="1932" name="Google Shape;1932;p429"/>
          <p:cNvGrpSpPr/>
          <p:nvPr/>
        </p:nvGrpSpPr>
        <p:grpSpPr>
          <a:xfrm>
            <a:off x="0" y="0"/>
            <a:ext cx="9143998" cy="5714776"/>
            <a:chOff x="0" y="-2"/>
            <a:chExt cx="10973237" cy="6858005"/>
          </a:xfrm>
        </p:grpSpPr>
        <p:pic>
          <p:nvPicPr>
            <p:cNvPr id="1933" name="Google Shape;1933;p429"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1934" name="Google Shape;1934;p429"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1935" name="Google Shape;1935;p429"/>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1936" name="Google Shape;1936;p429"/>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1937" name="Google Shape;1937;p429"/>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38" name="Shape 1938"/>
        <p:cNvGrpSpPr/>
        <p:nvPr/>
      </p:nvGrpSpPr>
      <p:grpSpPr>
        <a:xfrm>
          <a:off x="0" y="0"/>
          <a:ext cx="0" cy="0"/>
          <a:chOff x="0" y="0"/>
          <a:chExt cx="0" cy="0"/>
        </a:xfrm>
      </p:grpSpPr>
      <p:sp>
        <p:nvSpPr>
          <p:cNvPr id="1939" name="Google Shape;1939;p430"/>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940" name="Google Shape;1940;p430"/>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1941" name="Shape 1941"/>
        <p:cNvGrpSpPr/>
        <p:nvPr/>
      </p:nvGrpSpPr>
      <p:grpSpPr>
        <a:xfrm>
          <a:off x="0" y="0"/>
          <a:ext cx="0" cy="0"/>
          <a:chOff x="0" y="0"/>
          <a:chExt cx="0" cy="0"/>
        </a:xfrm>
      </p:grpSpPr>
      <p:sp>
        <p:nvSpPr>
          <p:cNvPr id="1942" name="Google Shape;1942;p431"/>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1943" name="Google Shape;1943;p431"/>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944" name="Google Shape;1944;p43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4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5" name="Shape 1945"/>
        <p:cNvGrpSpPr/>
        <p:nvPr/>
      </p:nvGrpSpPr>
      <p:grpSpPr>
        <a:xfrm>
          <a:off x="0" y="0"/>
          <a:ext cx="0" cy="0"/>
          <a:chOff x="0" y="0"/>
          <a:chExt cx="0" cy="0"/>
        </a:xfrm>
      </p:grpSpPr>
      <p:sp>
        <p:nvSpPr>
          <p:cNvPr id="1946" name="Google Shape;1946;p43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1947" name="Shape 1947"/>
        <p:cNvGrpSpPr/>
        <p:nvPr/>
      </p:nvGrpSpPr>
      <p:grpSpPr>
        <a:xfrm>
          <a:off x="0" y="0"/>
          <a:ext cx="0" cy="0"/>
          <a:chOff x="0" y="0"/>
          <a:chExt cx="0" cy="0"/>
        </a:xfrm>
      </p:grpSpPr>
      <p:sp>
        <p:nvSpPr>
          <p:cNvPr id="1948" name="Google Shape;1948;p43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949" name="Google Shape;1949;p433"/>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1950" name="Shape 1950"/>
        <p:cNvGrpSpPr/>
        <p:nvPr/>
      </p:nvGrpSpPr>
      <p:grpSpPr>
        <a:xfrm>
          <a:off x="0" y="0"/>
          <a:ext cx="0" cy="0"/>
          <a:chOff x="0" y="0"/>
          <a:chExt cx="0" cy="0"/>
        </a:xfrm>
      </p:grpSpPr>
      <p:sp>
        <p:nvSpPr>
          <p:cNvPr id="1951" name="Google Shape;1951;p434"/>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1952" name="Shape 1952"/>
        <p:cNvGrpSpPr/>
        <p:nvPr/>
      </p:nvGrpSpPr>
      <p:grpSpPr>
        <a:xfrm>
          <a:off x="0" y="0"/>
          <a:ext cx="0" cy="0"/>
          <a:chOff x="0" y="0"/>
          <a:chExt cx="0" cy="0"/>
        </a:xfrm>
      </p:grpSpPr>
      <p:sp>
        <p:nvSpPr>
          <p:cNvPr id="1953" name="Google Shape;1953;p435"/>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35"/>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1955" name="Google Shape;1955;p435"/>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956" name="Google Shape;1956;p435"/>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4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57" name="Shape 1957"/>
        <p:cNvGrpSpPr/>
        <p:nvPr/>
      </p:nvGrpSpPr>
      <p:grpSpPr>
        <a:xfrm>
          <a:off x="0" y="0"/>
          <a:ext cx="0" cy="0"/>
          <a:chOff x="0" y="0"/>
          <a:chExt cx="0" cy="0"/>
        </a:xfrm>
      </p:grpSpPr>
    </p:spTree>
  </p:cSld>
  <p:clrMapOvr>
    <a:masterClrMapping/>
  </p:clrMapOvr>
</p:sldLayout>
</file>

<file path=ppt/slideLayouts/slideLayout4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1958" name="Shape 1958"/>
        <p:cNvGrpSpPr/>
        <p:nvPr/>
      </p:nvGrpSpPr>
      <p:grpSpPr>
        <a:xfrm>
          <a:off x="0" y="0"/>
          <a:ext cx="0" cy="0"/>
          <a:chOff x="0" y="0"/>
          <a:chExt cx="0" cy="0"/>
        </a:xfrm>
      </p:grpSpPr>
    </p:spTree>
  </p:cSld>
  <p:clrMapOvr>
    <a:masterClrMapping/>
  </p:clrMapOvr>
</p:sldLayout>
</file>

<file path=ppt/slideLayouts/slideLayout4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1959" name="Shape 1959"/>
        <p:cNvGrpSpPr/>
        <p:nvPr/>
      </p:nvGrpSpPr>
      <p:grpSpPr>
        <a:xfrm>
          <a:off x="0" y="0"/>
          <a:ext cx="0" cy="0"/>
          <a:chOff x="0" y="0"/>
          <a:chExt cx="0" cy="0"/>
        </a:xfrm>
      </p:grpSpPr>
      <p:sp>
        <p:nvSpPr>
          <p:cNvPr id="1960" name="Google Shape;1960;p438"/>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961" name="Google Shape;1961;p438"/>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62" name="Google Shape;1962;p438"/>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1963" name="Google Shape;1963;p438"/>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1964" name="Shape 1964"/>
        <p:cNvGrpSpPr/>
        <p:nvPr/>
      </p:nvGrpSpPr>
      <p:grpSpPr>
        <a:xfrm>
          <a:off x="0" y="0"/>
          <a:ext cx="0" cy="0"/>
          <a:chOff x="0" y="0"/>
          <a:chExt cx="0" cy="0"/>
        </a:xfrm>
      </p:grpSpPr>
      <p:sp>
        <p:nvSpPr>
          <p:cNvPr id="1965" name="Google Shape;1965;p439"/>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966" name="Google Shape;1966;p439"/>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1967" name="Google Shape;1967;p439"/>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1968" name="Google Shape;1968;p439"/>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69" name="Google Shape;1969;p439"/>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1970" name="Shape 1970"/>
        <p:cNvGrpSpPr/>
        <p:nvPr/>
      </p:nvGrpSpPr>
      <p:grpSpPr>
        <a:xfrm>
          <a:off x="0" y="0"/>
          <a:ext cx="0" cy="0"/>
          <a:chOff x="0" y="0"/>
          <a:chExt cx="0" cy="0"/>
        </a:xfrm>
      </p:grpSpPr>
      <p:sp>
        <p:nvSpPr>
          <p:cNvPr id="1971" name="Google Shape;1971;p440"/>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972" name="Google Shape;1972;p440"/>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1973" name="Shape 1973"/>
        <p:cNvGrpSpPr/>
        <p:nvPr/>
      </p:nvGrpSpPr>
      <p:grpSpPr>
        <a:xfrm>
          <a:off x="0" y="0"/>
          <a:ext cx="0" cy="0"/>
          <a:chOff x="0" y="0"/>
          <a:chExt cx="0" cy="0"/>
        </a:xfrm>
      </p:grpSpPr>
      <p:sp>
        <p:nvSpPr>
          <p:cNvPr id="1974" name="Google Shape;1974;p441"/>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75" name="Google Shape;1975;p441"/>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1976" name="Shape 1976"/>
        <p:cNvGrpSpPr/>
        <p:nvPr/>
      </p:nvGrpSpPr>
      <p:grpSpPr>
        <a:xfrm>
          <a:off x="0" y="0"/>
          <a:ext cx="0" cy="0"/>
          <a:chOff x="0" y="0"/>
          <a:chExt cx="0" cy="0"/>
        </a:xfrm>
      </p:grpSpPr>
      <p:sp>
        <p:nvSpPr>
          <p:cNvPr id="1977" name="Google Shape;1977;p442"/>
          <p:cNvSpPr/>
          <p:nvPr>
            <p:ph idx="2" type="pic"/>
          </p:nvPr>
        </p:nvSpPr>
        <p:spPr>
          <a:xfrm>
            <a:off x="76200" y="91667"/>
            <a:ext cx="4495800" cy="5531700"/>
          </a:xfrm>
          <a:prstGeom prst="roundRect">
            <a:avLst>
              <a:gd fmla="val 16667" name="adj"/>
            </a:avLst>
          </a:prstGeom>
          <a:noFill/>
          <a:ln>
            <a:noFill/>
          </a:ln>
        </p:spPr>
      </p:sp>
      <p:sp>
        <p:nvSpPr>
          <p:cNvPr id="1978" name="Google Shape;1978;p442"/>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1979" name="Google Shape;1979;p442"/>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80" name="Google Shape;1980;p442"/>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1981" name="Shape 1981"/>
        <p:cNvGrpSpPr/>
        <p:nvPr/>
      </p:nvGrpSpPr>
      <p:grpSpPr>
        <a:xfrm>
          <a:off x="0" y="0"/>
          <a:ext cx="0" cy="0"/>
          <a:chOff x="0" y="0"/>
          <a:chExt cx="0" cy="0"/>
        </a:xfrm>
      </p:grpSpPr>
      <p:sp>
        <p:nvSpPr>
          <p:cNvPr id="1982" name="Google Shape;1982;p443"/>
          <p:cNvSpPr/>
          <p:nvPr>
            <p:ph idx="2" type="pic"/>
          </p:nvPr>
        </p:nvSpPr>
        <p:spPr>
          <a:xfrm>
            <a:off x="4572000" y="91667"/>
            <a:ext cx="4495800" cy="5531700"/>
          </a:xfrm>
          <a:prstGeom prst="roundRect">
            <a:avLst>
              <a:gd fmla="val 16667" name="adj"/>
            </a:avLst>
          </a:prstGeom>
          <a:noFill/>
          <a:ln>
            <a:noFill/>
          </a:ln>
        </p:spPr>
      </p:sp>
      <p:sp>
        <p:nvSpPr>
          <p:cNvPr id="1983" name="Google Shape;1983;p443"/>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1984" name="Google Shape;1984;p443"/>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85" name="Google Shape;1985;p443"/>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1986" name="Shape 1986"/>
        <p:cNvGrpSpPr/>
        <p:nvPr/>
      </p:nvGrpSpPr>
      <p:grpSpPr>
        <a:xfrm>
          <a:off x="0" y="0"/>
          <a:ext cx="0" cy="0"/>
          <a:chOff x="0" y="0"/>
          <a:chExt cx="0" cy="0"/>
        </a:xfrm>
      </p:grpSpPr>
      <p:sp>
        <p:nvSpPr>
          <p:cNvPr id="1987" name="Google Shape;1987;p444"/>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1988" name="Google Shape;1988;p444"/>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89" name="Google Shape;1989;p444"/>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1990" name="Shape 1990"/>
        <p:cNvGrpSpPr/>
        <p:nvPr/>
      </p:nvGrpSpPr>
      <p:grpSpPr>
        <a:xfrm>
          <a:off x="0" y="0"/>
          <a:ext cx="0" cy="0"/>
          <a:chOff x="0" y="0"/>
          <a:chExt cx="0" cy="0"/>
        </a:xfrm>
      </p:grpSpPr>
      <p:sp>
        <p:nvSpPr>
          <p:cNvPr id="1991" name="Google Shape;1991;p445"/>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992" name="Google Shape;1992;p445"/>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93" name="Google Shape;1993;p445"/>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4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1994" name="Shape 1994"/>
        <p:cNvGrpSpPr/>
        <p:nvPr/>
      </p:nvGrpSpPr>
      <p:grpSpPr>
        <a:xfrm>
          <a:off x="0" y="0"/>
          <a:ext cx="0" cy="0"/>
          <a:chOff x="0" y="0"/>
          <a:chExt cx="0" cy="0"/>
        </a:xfrm>
      </p:grpSpPr>
      <p:sp>
        <p:nvSpPr>
          <p:cNvPr id="1995" name="Google Shape;1995;p44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96" name="Google Shape;1996;p44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1997" name="Shape 1997"/>
        <p:cNvGrpSpPr/>
        <p:nvPr/>
      </p:nvGrpSpPr>
      <p:grpSpPr>
        <a:xfrm>
          <a:off x="0" y="0"/>
          <a:ext cx="0" cy="0"/>
          <a:chOff x="0" y="0"/>
          <a:chExt cx="0" cy="0"/>
        </a:xfrm>
      </p:grpSpPr>
      <p:sp>
        <p:nvSpPr>
          <p:cNvPr id="1998" name="Google Shape;1998;p447"/>
          <p:cNvSpPr/>
          <p:nvPr>
            <p:ph idx="2" type="pic"/>
          </p:nvPr>
        </p:nvSpPr>
        <p:spPr>
          <a:xfrm>
            <a:off x="0" y="2900000"/>
            <a:ext cx="9144000" cy="2814900"/>
          </a:xfrm>
          <a:prstGeom prst="roundRect">
            <a:avLst>
              <a:gd fmla="val 1254" name="adj"/>
            </a:avLst>
          </a:prstGeom>
          <a:noFill/>
          <a:ln>
            <a:noFill/>
          </a:ln>
        </p:spPr>
      </p:sp>
      <p:sp>
        <p:nvSpPr>
          <p:cNvPr id="1999" name="Google Shape;1999;p447"/>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2000" name="Google Shape;2000;p447"/>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01" name="Google Shape;2001;p447"/>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4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2002" name="Shape 2002"/>
        <p:cNvGrpSpPr/>
        <p:nvPr/>
      </p:nvGrpSpPr>
      <p:grpSpPr>
        <a:xfrm>
          <a:off x="0" y="0"/>
          <a:ext cx="0" cy="0"/>
          <a:chOff x="0" y="0"/>
          <a:chExt cx="0" cy="0"/>
        </a:xfrm>
      </p:grpSpPr>
      <p:sp>
        <p:nvSpPr>
          <p:cNvPr id="2003" name="Google Shape;2003;p448"/>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2004" name="Google Shape;2004;p448"/>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2005" name="Shape 2005"/>
        <p:cNvGrpSpPr/>
        <p:nvPr/>
      </p:nvGrpSpPr>
      <p:grpSpPr>
        <a:xfrm>
          <a:off x="0" y="0"/>
          <a:ext cx="0" cy="0"/>
          <a:chOff x="0" y="0"/>
          <a:chExt cx="0" cy="0"/>
        </a:xfrm>
      </p:grpSpPr>
      <p:sp>
        <p:nvSpPr>
          <p:cNvPr id="2006" name="Google Shape;2006;p449"/>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007" name="Google Shape;2007;p449"/>
          <p:cNvSpPr/>
          <p:nvPr>
            <p:ph idx="2" type="pic"/>
          </p:nvPr>
        </p:nvSpPr>
        <p:spPr>
          <a:xfrm>
            <a:off x="0" y="0"/>
            <a:ext cx="9144000" cy="2814900"/>
          </a:xfrm>
          <a:prstGeom prst="roundRect">
            <a:avLst>
              <a:gd fmla="val 1254" name="adj"/>
            </a:avLst>
          </a:prstGeom>
          <a:noFill/>
          <a:ln>
            <a:noFill/>
          </a:ln>
        </p:spPr>
      </p:sp>
      <p:sp>
        <p:nvSpPr>
          <p:cNvPr id="2008" name="Google Shape;2008;p449"/>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2009" name="Google Shape;2009;p449"/>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10" name="Google Shape;2010;p449"/>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4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2011" name="Shape 2011"/>
        <p:cNvGrpSpPr/>
        <p:nvPr/>
      </p:nvGrpSpPr>
      <p:grpSpPr>
        <a:xfrm>
          <a:off x="0" y="0"/>
          <a:ext cx="0" cy="0"/>
          <a:chOff x="0" y="0"/>
          <a:chExt cx="0" cy="0"/>
        </a:xfrm>
      </p:grpSpPr>
      <p:sp>
        <p:nvSpPr>
          <p:cNvPr id="2012" name="Google Shape;2012;p450"/>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13" name="Google Shape;2013;p450"/>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14" name="Google Shape;2014;p450"/>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15" name="Google Shape;2015;p450"/>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016" name="Google Shape;2016;p450"/>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017" name="Google Shape;2017;p450"/>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018" name="Google Shape;2018;p450"/>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2019" name="Shape 2019"/>
        <p:cNvGrpSpPr/>
        <p:nvPr/>
      </p:nvGrpSpPr>
      <p:grpSpPr>
        <a:xfrm>
          <a:off x="0" y="0"/>
          <a:ext cx="0" cy="0"/>
          <a:chOff x="0" y="0"/>
          <a:chExt cx="0" cy="0"/>
        </a:xfrm>
      </p:grpSpPr>
      <p:sp>
        <p:nvSpPr>
          <p:cNvPr id="2020" name="Google Shape;2020;p451"/>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21" name="Google Shape;2021;p451"/>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022" name="Google Shape;2022;p451"/>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2023" name="Google Shape;2023;p451"/>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24" name="Google Shape;2024;p451"/>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2025" name="Shape 2025"/>
        <p:cNvGrpSpPr/>
        <p:nvPr/>
      </p:nvGrpSpPr>
      <p:grpSpPr>
        <a:xfrm>
          <a:off x="0" y="0"/>
          <a:ext cx="0" cy="0"/>
          <a:chOff x="0" y="0"/>
          <a:chExt cx="0" cy="0"/>
        </a:xfrm>
      </p:grpSpPr>
      <p:sp>
        <p:nvSpPr>
          <p:cNvPr id="2026" name="Google Shape;2026;p452"/>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027" name="Google Shape;2027;p452"/>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28" name="Google Shape;2028;p452"/>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29" name="Google Shape;2029;p452"/>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30" name="Google Shape;2030;p452"/>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031" name="Google Shape;2031;p452"/>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032" name="Google Shape;2032;p452"/>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033" name="Google Shape;2033;p452"/>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034" name="Google Shape;2034;p452"/>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035" name="Google Shape;2035;p452"/>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2036" name="Shape 2036"/>
        <p:cNvGrpSpPr/>
        <p:nvPr/>
      </p:nvGrpSpPr>
      <p:grpSpPr>
        <a:xfrm>
          <a:off x="0" y="0"/>
          <a:ext cx="0" cy="0"/>
          <a:chOff x="0" y="0"/>
          <a:chExt cx="0" cy="0"/>
        </a:xfrm>
      </p:grpSpPr>
      <p:pic>
        <p:nvPicPr>
          <p:cNvPr id="2037" name="Google Shape;2037;p453"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2038" name="Google Shape;2038;p453"/>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4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2039" name="Shape 2039"/>
        <p:cNvGrpSpPr/>
        <p:nvPr/>
      </p:nvGrpSpPr>
      <p:grpSpPr>
        <a:xfrm>
          <a:off x="0" y="0"/>
          <a:ext cx="0" cy="0"/>
          <a:chOff x="0" y="0"/>
          <a:chExt cx="0" cy="0"/>
        </a:xfrm>
      </p:grpSpPr>
      <p:sp>
        <p:nvSpPr>
          <p:cNvPr id="2040" name="Google Shape;2040;p454"/>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041" name="Google Shape;2041;p454"/>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42" name="Google Shape;2042;p454"/>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2043" name="Shape 2043"/>
        <p:cNvGrpSpPr/>
        <p:nvPr/>
      </p:nvGrpSpPr>
      <p:grpSpPr>
        <a:xfrm>
          <a:off x="0" y="0"/>
          <a:ext cx="0" cy="0"/>
          <a:chOff x="0" y="0"/>
          <a:chExt cx="0" cy="0"/>
        </a:xfrm>
      </p:grpSpPr>
      <p:sp>
        <p:nvSpPr>
          <p:cNvPr id="2044" name="Google Shape;2044;p455"/>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045" name="Google Shape;2045;p455"/>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46" name="Google Shape;2046;p455"/>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2047" name="Shape 2047"/>
        <p:cNvGrpSpPr/>
        <p:nvPr/>
      </p:nvGrpSpPr>
      <p:grpSpPr>
        <a:xfrm>
          <a:off x="0" y="0"/>
          <a:ext cx="0" cy="0"/>
          <a:chOff x="0" y="0"/>
          <a:chExt cx="0" cy="0"/>
        </a:xfrm>
      </p:grpSpPr>
      <p:pic>
        <p:nvPicPr>
          <p:cNvPr id="2048" name="Google Shape;2048;p456"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2049" name="Google Shape;2049;p456"/>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050" name="Google Shape;2050;p456"/>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2051" name="Shape 2051"/>
        <p:cNvGrpSpPr/>
        <p:nvPr/>
      </p:nvGrpSpPr>
      <p:grpSpPr>
        <a:xfrm>
          <a:off x="0" y="0"/>
          <a:ext cx="0" cy="0"/>
          <a:chOff x="0" y="0"/>
          <a:chExt cx="0" cy="0"/>
        </a:xfrm>
      </p:grpSpPr>
      <p:pic>
        <p:nvPicPr>
          <p:cNvPr id="2052" name="Google Shape;2052;p457"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2053" name="Google Shape;2053;p457"/>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2054" name="Google Shape;2054;p457"/>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055" name="Google Shape;2055;p457"/>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2056" name="Google Shape;2056;p457"/>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2057" name="Shape 2057"/>
        <p:cNvGrpSpPr/>
        <p:nvPr/>
      </p:nvGrpSpPr>
      <p:grpSpPr>
        <a:xfrm>
          <a:off x="0" y="0"/>
          <a:ext cx="0" cy="0"/>
          <a:chOff x="0" y="0"/>
          <a:chExt cx="0" cy="0"/>
        </a:xfrm>
      </p:grpSpPr>
      <p:sp>
        <p:nvSpPr>
          <p:cNvPr id="2058" name="Google Shape;2058;p45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059" name="Google Shape;2059;p458"/>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60" name="Google Shape;2060;p458"/>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2061" name="Google Shape;2061;p458"/>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062" name="Google Shape;2062;p458"/>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63" name="Google Shape;2063;p458"/>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2064" name="Google Shape;2064;p458"/>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65" name="Google Shape;2065;p458"/>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2066" name="Google Shape;2066;p458"/>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67" name="Google Shape;2067;p458"/>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2068" name="Shape 2068"/>
        <p:cNvGrpSpPr/>
        <p:nvPr/>
      </p:nvGrpSpPr>
      <p:grpSpPr>
        <a:xfrm>
          <a:off x="0" y="0"/>
          <a:ext cx="0" cy="0"/>
          <a:chOff x="0" y="0"/>
          <a:chExt cx="0" cy="0"/>
        </a:xfrm>
      </p:grpSpPr>
      <p:sp>
        <p:nvSpPr>
          <p:cNvPr id="2069" name="Google Shape;2069;p45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070" name="Google Shape;2070;p459"/>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71" name="Google Shape;2071;p459"/>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72" name="Google Shape;2072;p459"/>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73" name="Google Shape;2073;p459"/>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074" name="Google Shape;2074;p459"/>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075" name="Google Shape;2075;p459"/>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076" name="Google Shape;2076;p45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2077" name="Shape 2077"/>
        <p:cNvGrpSpPr/>
        <p:nvPr/>
      </p:nvGrpSpPr>
      <p:grpSpPr>
        <a:xfrm>
          <a:off x="0" y="0"/>
          <a:ext cx="0" cy="0"/>
          <a:chOff x="0" y="0"/>
          <a:chExt cx="0" cy="0"/>
        </a:xfrm>
      </p:grpSpPr>
      <p:sp>
        <p:nvSpPr>
          <p:cNvPr id="2078" name="Google Shape;2078;p46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079" name="Google Shape;2079;p460"/>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2080" name="Shape 2080"/>
        <p:cNvGrpSpPr/>
        <p:nvPr/>
      </p:nvGrpSpPr>
      <p:grpSpPr>
        <a:xfrm>
          <a:off x="0" y="0"/>
          <a:ext cx="0" cy="0"/>
          <a:chOff x="0" y="0"/>
          <a:chExt cx="0" cy="0"/>
        </a:xfrm>
      </p:grpSpPr>
      <p:sp>
        <p:nvSpPr>
          <p:cNvPr id="2081" name="Google Shape;2081;p461"/>
          <p:cNvSpPr/>
          <p:nvPr>
            <p:ph idx="2" type="pic"/>
          </p:nvPr>
        </p:nvSpPr>
        <p:spPr>
          <a:xfrm>
            <a:off x="457200" y="1524000"/>
            <a:ext cx="1827300" cy="1827300"/>
          </a:xfrm>
          <a:prstGeom prst="roundRect">
            <a:avLst>
              <a:gd fmla="val 4137" name="adj"/>
            </a:avLst>
          </a:prstGeom>
          <a:noFill/>
          <a:ln>
            <a:noFill/>
          </a:ln>
        </p:spPr>
      </p:sp>
      <p:sp>
        <p:nvSpPr>
          <p:cNvPr id="2082" name="Google Shape;2082;p461"/>
          <p:cNvSpPr/>
          <p:nvPr>
            <p:ph idx="3" type="pic"/>
          </p:nvPr>
        </p:nvSpPr>
        <p:spPr>
          <a:xfrm>
            <a:off x="2591313" y="1524000"/>
            <a:ext cx="1827300" cy="1827300"/>
          </a:xfrm>
          <a:prstGeom prst="roundRect">
            <a:avLst>
              <a:gd fmla="val 4137" name="adj"/>
            </a:avLst>
          </a:prstGeom>
          <a:noFill/>
          <a:ln>
            <a:noFill/>
          </a:ln>
        </p:spPr>
      </p:sp>
      <p:sp>
        <p:nvSpPr>
          <p:cNvPr id="2083" name="Google Shape;2083;p461"/>
          <p:cNvSpPr/>
          <p:nvPr>
            <p:ph idx="4" type="pic"/>
          </p:nvPr>
        </p:nvSpPr>
        <p:spPr>
          <a:xfrm>
            <a:off x="4725450" y="1524000"/>
            <a:ext cx="1827300" cy="1827300"/>
          </a:xfrm>
          <a:prstGeom prst="roundRect">
            <a:avLst>
              <a:gd fmla="val 4137" name="adj"/>
            </a:avLst>
          </a:prstGeom>
          <a:noFill/>
          <a:ln>
            <a:noFill/>
          </a:ln>
        </p:spPr>
      </p:sp>
      <p:sp>
        <p:nvSpPr>
          <p:cNvPr id="2084" name="Google Shape;2084;p461"/>
          <p:cNvSpPr/>
          <p:nvPr>
            <p:ph idx="5" type="pic"/>
          </p:nvPr>
        </p:nvSpPr>
        <p:spPr>
          <a:xfrm>
            <a:off x="6859563" y="1524000"/>
            <a:ext cx="1827300" cy="1827300"/>
          </a:xfrm>
          <a:prstGeom prst="roundRect">
            <a:avLst>
              <a:gd fmla="val 4137" name="adj"/>
            </a:avLst>
          </a:prstGeom>
          <a:noFill/>
          <a:ln>
            <a:noFill/>
          </a:ln>
        </p:spPr>
      </p:sp>
      <p:sp>
        <p:nvSpPr>
          <p:cNvPr id="2085" name="Google Shape;2085;p46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2086" name="Google Shape;2086;p461"/>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2087" name="Google Shape;2087;p461"/>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2088" name="Google Shape;2088;p461"/>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2089" name="Google Shape;2089;p461"/>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2090" name="Google Shape;2090;p461"/>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091" name="Google Shape;2091;p461"/>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092" name="Google Shape;2092;p461"/>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093" name="Google Shape;2093;p461"/>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4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2094" name="Shape 2094"/>
        <p:cNvGrpSpPr/>
        <p:nvPr/>
      </p:nvGrpSpPr>
      <p:grpSpPr>
        <a:xfrm>
          <a:off x="0" y="0"/>
          <a:ext cx="0" cy="0"/>
          <a:chOff x="0" y="0"/>
          <a:chExt cx="0" cy="0"/>
        </a:xfrm>
      </p:grpSpPr>
      <p:sp>
        <p:nvSpPr>
          <p:cNvPr id="2095" name="Google Shape;2095;p462"/>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2096" name="Google Shape;2096;p462"/>
          <p:cNvSpPr/>
          <p:nvPr>
            <p:ph idx="2" type="pic"/>
          </p:nvPr>
        </p:nvSpPr>
        <p:spPr>
          <a:xfrm flipH="1">
            <a:off x="953803" y="1184556"/>
            <a:ext cx="2664300" cy="3336300"/>
          </a:xfrm>
          <a:prstGeom prst="rect">
            <a:avLst/>
          </a:prstGeom>
          <a:noFill/>
          <a:ln>
            <a:noFill/>
          </a:ln>
        </p:spPr>
      </p:sp>
      <p:sp>
        <p:nvSpPr>
          <p:cNvPr id="2097" name="Google Shape;2097;p462"/>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98" name="Google Shape;2098;p462"/>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99" name="Google Shape;2099;p462"/>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2100" name="Shape 2100"/>
        <p:cNvGrpSpPr/>
        <p:nvPr/>
      </p:nvGrpSpPr>
      <p:grpSpPr>
        <a:xfrm>
          <a:off x="0" y="0"/>
          <a:ext cx="0" cy="0"/>
          <a:chOff x="0" y="0"/>
          <a:chExt cx="0" cy="0"/>
        </a:xfrm>
      </p:grpSpPr>
      <p:pic>
        <p:nvPicPr>
          <p:cNvPr id="2101" name="Google Shape;2101;p463"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2102" name="Google Shape;2102;p463"/>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2103" name="Google Shape;2103;p463"/>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04" name="Google Shape;2104;p463"/>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2105" name="Shape 2105"/>
        <p:cNvGrpSpPr/>
        <p:nvPr/>
      </p:nvGrpSpPr>
      <p:grpSpPr>
        <a:xfrm>
          <a:off x="0" y="0"/>
          <a:ext cx="0" cy="0"/>
          <a:chOff x="0" y="0"/>
          <a:chExt cx="0" cy="0"/>
        </a:xfrm>
      </p:grpSpPr>
      <p:sp>
        <p:nvSpPr>
          <p:cNvPr id="2106" name="Google Shape;2106;p46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07" name="Google Shape;2107;p464"/>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2108" name="Shape 2108"/>
        <p:cNvGrpSpPr/>
        <p:nvPr/>
      </p:nvGrpSpPr>
      <p:grpSpPr>
        <a:xfrm>
          <a:off x="0" y="0"/>
          <a:ext cx="0" cy="0"/>
          <a:chOff x="0" y="0"/>
          <a:chExt cx="0" cy="0"/>
        </a:xfrm>
      </p:grpSpPr>
      <p:sp>
        <p:nvSpPr>
          <p:cNvPr id="2109" name="Google Shape;2109;p46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10" name="Google Shape;2110;p465"/>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111" name="Google Shape;2111;p465"/>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4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2112" name="Shape 2112"/>
        <p:cNvGrpSpPr/>
        <p:nvPr/>
      </p:nvGrpSpPr>
      <p:grpSpPr>
        <a:xfrm>
          <a:off x="0" y="0"/>
          <a:ext cx="0" cy="0"/>
          <a:chOff x="0" y="0"/>
          <a:chExt cx="0" cy="0"/>
        </a:xfrm>
      </p:grpSpPr>
      <p:sp>
        <p:nvSpPr>
          <p:cNvPr id="2113" name="Google Shape;2113;p46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14" name="Google Shape;2114;p466"/>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115" name="Google Shape;2115;p466"/>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2116" name="Shape 2116"/>
        <p:cNvGrpSpPr/>
        <p:nvPr/>
      </p:nvGrpSpPr>
      <p:grpSpPr>
        <a:xfrm>
          <a:off x="0" y="0"/>
          <a:ext cx="0" cy="0"/>
          <a:chOff x="0" y="0"/>
          <a:chExt cx="0" cy="0"/>
        </a:xfrm>
      </p:grpSpPr>
      <p:sp>
        <p:nvSpPr>
          <p:cNvPr id="2117" name="Google Shape;2117;p46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18" name="Google Shape;2118;p467"/>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2119" name="Shape 2119"/>
        <p:cNvGrpSpPr/>
        <p:nvPr/>
      </p:nvGrpSpPr>
      <p:grpSpPr>
        <a:xfrm>
          <a:off x="0" y="0"/>
          <a:ext cx="0" cy="0"/>
          <a:chOff x="0" y="0"/>
          <a:chExt cx="0" cy="0"/>
        </a:xfrm>
      </p:grpSpPr>
      <p:sp>
        <p:nvSpPr>
          <p:cNvPr id="2120" name="Google Shape;2120;p46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21" name="Google Shape;2121;p468"/>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122" name="Google Shape;2122;p46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2123" name="Shape 2123"/>
        <p:cNvGrpSpPr/>
        <p:nvPr/>
      </p:nvGrpSpPr>
      <p:grpSpPr>
        <a:xfrm>
          <a:off x="0" y="0"/>
          <a:ext cx="0" cy="0"/>
          <a:chOff x="0" y="0"/>
          <a:chExt cx="0" cy="0"/>
        </a:xfrm>
      </p:grpSpPr>
      <p:sp>
        <p:nvSpPr>
          <p:cNvPr id="2124" name="Google Shape;2124;p469"/>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2125" name="Google Shape;2125;p46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126" name="Google Shape;2126;p469"/>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27" name="Google Shape;2127;p469"/>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2128" name="Shape 2128"/>
        <p:cNvGrpSpPr/>
        <p:nvPr/>
      </p:nvGrpSpPr>
      <p:grpSpPr>
        <a:xfrm>
          <a:off x="0" y="0"/>
          <a:ext cx="0" cy="0"/>
          <a:chOff x="0" y="0"/>
          <a:chExt cx="0" cy="0"/>
        </a:xfrm>
      </p:grpSpPr>
      <p:sp>
        <p:nvSpPr>
          <p:cNvPr id="2129" name="Google Shape;2129;p47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2130" name="Shape 2130"/>
        <p:cNvGrpSpPr/>
        <p:nvPr/>
      </p:nvGrpSpPr>
      <p:grpSpPr>
        <a:xfrm>
          <a:off x="0" y="0"/>
          <a:ext cx="0" cy="0"/>
          <a:chOff x="0" y="0"/>
          <a:chExt cx="0" cy="0"/>
        </a:xfrm>
      </p:grpSpPr>
      <p:sp>
        <p:nvSpPr>
          <p:cNvPr id="2131" name="Google Shape;2131;p47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32" name="Google Shape;2132;p471"/>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2400"/>
              <a:buNone/>
              <a:defRPr b="1" sz="1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133" name="Google Shape;2133;p471"/>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0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4" name="Google Shape;2134;p471"/>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0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5" name="Google Shape;2135;p471"/>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0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6" name="Google Shape;2136;p471"/>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200"/>
              <a:buNone/>
              <a:defRPr b="1"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37" name="Google Shape;2137;p471"/>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200"/>
              <a:buNone/>
              <a:defRPr b="1"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38" name="Google Shape;2138;p471"/>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200"/>
              <a:buNone/>
              <a:defRPr b="1"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2139" name="Shape 2139"/>
        <p:cNvGrpSpPr/>
        <p:nvPr/>
      </p:nvGrpSpPr>
      <p:grpSpPr>
        <a:xfrm>
          <a:off x="0" y="0"/>
          <a:ext cx="0" cy="0"/>
          <a:chOff x="0" y="0"/>
          <a:chExt cx="0" cy="0"/>
        </a:xfrm>
      </p:grpSpPr>
      <p:sp>
        <p:nvSpPr>
          <p:cNvPr id="2140" name="Google Shape;2140;p472"/>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2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41" name="Google Shape;2141;p472"/>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142" name="Google Shape;2142;p472"/>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4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2143" name="Shape 2143"/>
        <p:cNvGrpSpPr/>
        <p:nvPr/>
      </p:nvGrpSpPr>
      <p:grpSpPr>
        <a:xfrm>
          <a:off x="0" y="0"/>
          <a:ext cx="0" cy="0"/>
          <a:chOff x="0" y="0"/>
          <a:chExt cx="0" cy="0"/>
        </a:xfrm>
      </p:grpSpPr>
      <p:sp>
        <p:nvSpPr>
          <p:cNvPr id="2144" name="Google Shape;2144;p473"/>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2145" name="Google Shape;2145;p473"/>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146" name="Google Shape;2146;p47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147" name="Google Shape;2147;p473"/>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2148" name="Google Shape;2148;p473"/>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04800" lvl="2" marL="13716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3pPr>
            <a:lvl4pPr indent="-304800" lvl="3" marL="18288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4pPr>
            <a:lvl5pPr indent="-304800" lvl="4" marL="22860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5pPr>
            <a:lvl6pPr indent="-304800" lvl="5" marL="27432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6pPr>
            <a:lvl7pPr indent="-304800" lvl="6" marL="32004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7pPr>
            <a:lvl8pPr indent="-304800" lvl="7" marL="36576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8pPr>
            <a:lvl9pPr indent="-304800" lvl="8" marL="4114800">
              <a:lnSpc>
                <a:spcPct val="115000"/>
              </a:lnSpc>
              <a:spcBef>
                <a:spcPts val="1000"/>
              </a:spcBef>
              <a:spcAft>
                <a:spcPts val="1000"/>
              </a:spcAft>
              <a:buClr>
                <a:schemeClr val="lt1"/>
              </a:buClr>
              <a:buSzPts val="1200"/>
              <a:buFont typeface="Lato"/>
              <a:buChar char="■"/>
              <a:defRPr>
                <a:solidFill>
                  <a:schemeClr val="lt1"/>
                </a:solidFill>
                <a:latin typeface="Lato"/>
                <a:ea typeface="Lato"/>
                <a:cs typeface="Lato"/>
                <a:sym typeface="Lato"/>
              </a:defRPr>
            </a:lvl9pPr>
          </a:lstStyle>
          <a:p/>
        </p:txBody>
      </p:sp>
      <p:sp>
        <p:nvSpPr>
          <p:cNvPr id="2149" name="Google Shape;2149;p47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4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2150" name="Shape 2150"/>
        <p:cNvGrpSpPr/>
        <p:nvPr/>
      </p:nvGrpSpPr>
      <p:grpSpPr>
        <a:xfrm>
          <a:off x="0" y="0"/>
          <a:ext cx="0" cy="0"/>
          <a:chOff x="0" y="0"/>
          <a:chExt cx="0" cy="0"/>
        </a:xfrm>
      </p:grpSpPr>
      <p:sp>
        <p:nvSpPr>
          <p:cNvPr id="2151" name="Google Shape;2151;p47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52" name="Google Shape;2152;p474"/>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153" name="Google Shape;2153;p474"/>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54" name="Google Shape;2154;p474"/>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55" name="Google Shape;2155;p474"/>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2156" name="Google Shape;2156;p474"/>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2157" name="Shape 2157"/>
        <p:cNvGrpSpPr/>
        <p:nvPr/>
      </p:nvGrpSpPr>
      <p:grpSpPr>
        <a:xfrm>
          <a:off x="0" y="0"/>
          <a:ext cx="0" cy="0"/>
          <a:chOff x="0" y="0"/>
          <a:chExt cx="0" cy="0"/>
        </a:xfrm>
      </p:grpSpPr>
      <p:sp>
        <p:nvSpPr>
          <p:cNvPr id="2158" name="Google Shape;2158;p475"/>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2400"/>
              <a:buNone/>
              <a:defRPr b="1" sz="20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159" name="Google Shape;2159;p475"/>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2160" name="Shape 2160"/>
        <p:cNvGrpSpPr/>
        <p:nvPr/>
      </p:nvGrpSpPr>
      <p:grpSpPr>
        <a:xfrm>
          <a:off x="0" y="0"/>
          <a:ext cx="0" cy="0"/>
          <a:chOff x="0" y="0"/>
          <a:chExt cx="0" cy="0"/>
        </a:xfrm>
      </p:grpSpPr>
      <p:sp>
        <p:nvSpPr>
          <p:cNvPr id="2161" name="Google Shape;2161;p47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62" name="Google Shape;2162;p476"/>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163" name="Google Shape;2163;p476"/>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2164" name="Shape 2164"/>
        <p:cNvGrpSpPr/>
        <p:nvPr/>
      </p:nvGrpSpPr>
      <p:grpSpPr>
        <a:xfrm>
          <a:off x="0" y="0"/>
          <a:ext cx="0" cy="0"/>
          <a:chOff x="0" y="0"/>
          <a:chExt cx="0" cy="0"/>
        </a:xfrm>
      </p:grpSpPr>
      <p:sp>
        <p:nvSpPr>
          <p:cNvPr id="2165" name="Google Shape;2165;p477"/>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66" name="Google Shape;2166;p477"/>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167" name="Google Shape;2167;p477"/>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2168" name="Shape 2168"/>
        <p:cNvGrpSpPr/>
        <p:nvPr/>
      </p:nvGrpSpPr>
      <p:grpSpPr>
        <a:xfrm>
          <a:off x="0" y="0"/>
          <a:ext cx="0" cy="0"/>
          <a:chOff x="0" y="0"/>
          <a:chExt cx="0" cy="0"/>
        </a:xfrm>
      </p:grpSpPr>
      <p:pic>
        <p:nvPicPr>
          <p:cNvPr id="2169" name="Google Shape;2169;p478"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sp>
        <p:nvSpPr>
          <p:cNvPr id="2170" name="Google Shape;2170;p478"/>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71" name="Google Shape;2171;p478"/>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2172" name="Shape 2172"/>
        <p:cNvGrpSpPr/>
        <p:nvPr/>
      </p:nvGrpSpPr>
      <p:grpSpPr>
        <a:xfrm>
          <a:off x="0" y="0"/>
          <a:ext cx="0" cy="0"/>
          <a:chOff x="0" y="0"/>
          <a:chExt cx="0" cy="0"/>
        </a:xfrm>
      </p:grpSpPr>
      <p:sp>
        <p:nvSpPr>
          <p:cNvPr id="2173" name="Google Shape;2173;p479"/>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2174" name="Google Shape;2174;p479"/>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2175" name="Google Shape;2175;p479"/>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176" name="Google Shape;2176;p479"/>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2177" name="Google Shape;2177;p479"/>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178" name="Google Shape;2178;p479"/>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179" name="Google Shape;2179;p479"/>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180" name="Google Shape;2180;p479"/>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2181" name="Google Shape;2181;p479"/>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182" name="Google Shape;2182;p479"/>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183" name="Google Shape;2183;p479"/>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2184" name="Google Shape;2184;p479"/>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185" name="Google Shape;2185;p479"/>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2186" name="Shape 2186"/>
        <p:cNvGrpSpPr/>
        <p:nvPr/>
      </p:nvGrpSpPr>
      <p:grpSpPr>
        <a:xfrm>
          <a:off x="0" y="0"/>
          <a:ext cx="0" cy="0"/>
          <a:chOff x="0" y="0"/>
          <a:chExt cx="0" cy="0"/>
        </a:xfrm>
      </p:grpSpPr>
      <p:sp>
        <p:nvSpPr>
          <p:cNvPr id="2187" name="Google Shape;2187;p480"/>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2400"/>
              <a:buNone/>
              <a:defRPr b="1">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
        <p:nvSpPr>
          <p:cNvPr id="2188" name="Google Shape;2188;p48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4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2189" name="Shape 2189"/>
        <p:cNvGrpSpPr/>
        <p:nvPr/>
      </p:nvGrpSpPr>
      <p:grpSpPr>
        <a:xfrm>
          <a:off x="0" y="0"/>
          <a:ext cx="0" cy="0"/>
          <a:chOff x="0" y="0"/>
          <a:chExt cx="0" cy="0"/>
        </a:xfrm>
      </p:grpSpPr>
      <p:sp>
        <p:nvSpPr>
          <p:cNvPr id="2190" name="Google Shape;2190;p481"/>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2400"/>
              <a:buAutoNum type="arabicPeriod"/>
              <a:defRPr b="1" sz="1800">
                <a:solidFill>
                  <a:schemeClr val="lt1"/>
                </a:solidFill>
              </a:defRPr>
            </a:lvl1pPr>
            <a:lvl2pPr lvl="1">
              <a:spcBef>
                <a:spcPts val="0"/>
              </a:spcBef>
              <a:spcAft>
                <a:spcPts val="0"/>
              </a:spcAft>
              <a:buSzPts val="2400"/>
              <a:buAutoNum type="alphaLcPeriod"/>
              <a:defRPr/>
            </a:lvl2pPr>
            <a:lvl3pPr lvl="2">
              <a:spcBef>
                <a:spcPts val="0"/>
              </a:spcBef>
              <a:spcAft>
                <a:spcPts val="0"/>
              </a:spcAft>
              <a:buSzPts val="2400"/>
              <a:buAutoNum type="romanLcPeriod"/>
              <a:defRPr/>
            </a:lvl3pPr>
            <a:lvl4pPr lvl="3">
              <a:spcBef>
                <a:spcPts val="0"/>
              </a:spcBef>
              <a:spcAft>
                <a:spcPts val="0"/>
              </a:spcAft>
              <a:buSzPts val="2400"/>
              <a:buAutoNum type="arabicPeriod"/>
              <a:defRPr/>
            </a:lvl4pPr>
            <a:lvl5pPr lvl="4">
              <a:spcBef>
                <a:spcPts val="0"/>
              </a:spcBef>
              <a:spcAft>
                <a:spcPts val="0"/>
              </a:spcAft>
              <a:buSzPts val="2400"/>
              <a:buAutoNum type="alphaLcPeriod"/>
              <a:defRPr/>
            </a:lvl5pPr>
            <a:lvl6pPr lvl="5">
              <a:spcBef>
                <a:spcPts val="0"/>
              </a:spcBef>
              <a:spcAft>
                <a:spcPts val="0"/>
              </a:spcAft>
              <a:buSzPts val="2400"/>
              <a:buAutoNum type="romanLcPeriod"/>
              <a:defRPr/>
            </a:lvl6pPr>
            <a:lvl7pPr lvl="6">
              <a:spcBef>
                <a:spcPts val="0"/>
              </a:spcBef>
              <a:spcAft>
                <a:spcPts val="0"/>
              </a:spcAft>
              <a:buSzPts val="2400"/>
              <a:buAutoNum type="arabicPeriod"/>
              <a:defRPr/>
            </a:lvl7pPr>
            <a:lvl8pPr lvl="7">
              <a:spcBef>
                <a:spcPts val="0"/>
              </a:spcBef>
              <a:spcAft>
                <a:spcPts val="0"/>
              </a:spcAft>
              <a:buSzPts val="2400"/>
              <a:buAutoNum type="alphaLcPeriod"/>
              <a:defRPr/>
            </a:lvl8pPr>
            <a:lvl9pPr lvl="8">
              <a:spcBef>
                <a:spcPts val="0"/>
              </a:spcBef>
              <a:spcAft>
                <a:spcPts val="0"/>
              </a:spcAft>
              <a:buSzPts val="2400"/>
              <a:buAutoNum type="romanLcPeriod"/>
              <a:defRPr/>
            </a:lvl9pPr>
          </a:lstStyle>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2191" name="Shape 2191"/>
        <p:cNvGrpSpPr/>
        <p:nvPr/>
      </p:nvGrpSpPr>
      <p:grpSpPr>
        <a:xfrm>
          <a:off x="0" y="0"/>
          <a:ext cx="0" cy="0"/>
          <a:chOff x="0" y="0"/>
          <a:chExt cx="0" cy="0"/>
        </a:xfrm>
      </p:grpSpPr>
      <p:sp>
        <p:nvSpPr>
          <p:cNvPr id="2192" name="Google Shape;2192;p48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2193" name="Shape 2193"/>
        <p:cNvGrpSpPr/>
        <p:nvPr/>
      </p:nvGrpSpPr>
      <p:grpSpPr>
        <a:xfrm>
          <a:off x="0" y="0"/>
          <a:ext cx="0" cy="0"/>
          <a:chOff x="0" y="0"/>
          <a:chExt cx="0" cy="0"/>
        </a:xfrm>
      </p:grpSpPr>
      <p:sp>
        <p:nvSpPr>
          <p:cNvPr id="2194" name="Google Shape;2194;p483"/>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195" name="Google Shape;2195;p483"/>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2196" name="Shape 2196"/>
        <p:cNvGrpSpPr/>
        <p:nvPr/>
      </p:nvGrpSpPr>
      <p:grpSpPr>
        <a:xfrm>
          <a:off x="0" y="0"/>
          <a:ext cx="0" cy="0"/>
          <a:chOff x="0" y="0"/>
          <a:chExt cx="0" cy="0"/>
        </a:xfrm>
      </p:grpSpPr>
      <p:sp>
        <p:nvSpPr>
          <p:cNvPr id="2197" name="Google Shape;2197;p484"/>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98" name="Google Shape;2198;p484"/>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199" name="Google Shape;2199;p484"/>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2200" name="Shape 2200"/>
        <p:cNvGrpSpPr/>
        <p:nvPr/>
      </p:nvGrpSpPr>
      <p:grpSpPr>
        <a:xfrm>
          <a:off x="0" y="0"/>
          <a:ext cx="0" cy="0"/>
          <a:chOff x="0" y="0"/>
          <a:chExt cx="0" cy="0"/>
        </a:xfrm>
      </p:grpSpPr>
      <p:sp>
        <p:nvSpPr>
          <p:cNvPr id="2201" name="Google Shape;2201;p485"/>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02" name="Google Shape;2202;p485"/>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2203" name="Shape 2203"/>
        <p:cNvGrpSpPr/>
        <p:nvPr/>
      </p:nvGrpSpPr>
      <p:grpSpPr>
        <a:xfrm>
          <a:off x="0" y="0"/>
          <a:ext cx="0" cy="0"/>
          <a:chOff x="0" y="0"/>
          <a:chExt cx="0" cy="0"/>
        </a:xfrm>
      </p:grpSpPr>
      <p:sp>
        <p:nvSpPr>
          <p:cNvPr id="2204" name="Google Shape;2204;p486"/>
          <p:cNvSpPr/>
          <p:nvPr>
            <p:ph idx="2" type="pic"/>
          </p:nvPr>
        </p:nvSpPr>
        <p:spPr>
          <a:xfrm>
            <a:off x="4572000" y="91667"/>
            <a:ext cx="4495800" cy="5531700"/>
          </a:xfrm>
          <a:prstGeom prst="roundRect">
            <a:avLst>
              <a:gd fmla="val 16667" name="adj"/>
            </a:avLst>
          </a:prstGeom>
          <a:noFill/>
          <a:ln>
            <a:noFill/>
          </a:ln>
        </p:spPr>
      </p:sp>
      <p:sp>
        <p:nvSpPr>
          <p:cNvPr id="2205" name="Google Shape;2205;p486"/>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06" name="Google Shape;2206;p486"/>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07" name="Google Shape;2207;p486"/>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2208" name="Shape 2208"/>
        <p:cNvGrpSpPr/>
        <p:nvPr/>
      </p:nvGrpSpPr>
      <p:grpSpPr>
        <a:xfrm>
          <a:off x="0" y="0"/>
          <a:ext cx="0" cy="0"/>
          <a:chOff x="0" y="0"/>
          <a:chExt cx="0" cy="0"/>
        </a:xfrm>
      </p:grpSpPr>
      <p:sp>
        <p:nvSpPr>
          <p:cNvPr id="2209" name="Google Shape;2209;p487"/>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210" name="Google Shape;2210;p48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11" name="Google Shape;2211;p487"/>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12" name="Google Shape;2212;p487"/>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2213" name="Shape 2213"/>
        <p:cNvGrpSpPr/>
        <p:nvPr/>
      </p:nvGrpSpPr>
      <p:grpSpPr>
        <a:xfrm>
          <a:off x="0" y="0"/>
          <a:ext cx="0" cy="0"/>
          <a:chOff x="0" y="0"/>
          <a:chExt cx="0" cy="0"/>
        </a:xfrm>
      </p:grpSpPr>
      <p:sp>
        <p:nvSpPr>
          <p:cNvPr id="2214" name="Google Shape;2214;p48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15" name="Google Shape;2215;p488"/>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2216" name="Shape 2216"/>
        <p:cNvGrpSpPr/>
        <p:nvPr/>
      </p:nvGrpSpPr>
      <p:grpSpPr>
        <a:xfrm>
          <a:off x="0" y="0"/>
          <a:ext cx="0" cy="0"/>
          <a:chOff x="0" y="0"/>
          <a:chExt cx="0" cy="0"/>
        </a:xfrm>
      </p:grpSpPr>
      <p:sp>
        <p:nvSpPr>
          <p:cNvPr id="2217" name="Google Shape;2217;p48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2218" name="Shape 2218"/>
        <p:cNvGrpSpPr/>
        <p:nvPr/>
      </p:nvGrpSpPr>
      <p:grpSpPr>
        <a:xfrm>
          <a:off x="0" y="0"/>
          <a:ext cx="0" cy="0"/>
          <a:chOff x="0" y="0"/>
          <a:chExt cx="0" cy="0"/>
        </a:xfrm>
      </p:grpSpPr>
      <p:sp>
        <p:nvSpPr>
          <p:cNvPr id="2219" name="Google Shape;2219;p490"/>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220" name="Google Shape;2220;p490"/>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2221" name="Google Shape;2221;p49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2222" name="Shape 2222"/>
        <p:cNvGrpSpPr/>
        <p:nvPr/>
      </p:nvGrpSpPr>
      <p:grpSpPr>
        <a:xfrm>
          <a:off x="0" y="0"/>
          <a:ext cx="0" cy="0"/>
          <a:chOff x="0" y="0"/>
          <a:chExt cx="0" cy="0"/>
        </a:xfrm>
      </p:grpSpPr>
      <p:sp>
        <p:nvSpPr>
          <p:cNvPr id="2223" name="Google Shape;2223;p491"/>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2224" name="Google Shape;2224;p49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25" name="Google Shape;2225;p491"/>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226" name="Google Shape;2226;p49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2227" name="Shape 2227"/>
        <p:cNvGrpSpPr/>
        <p:nvPr/>
      </p:nvGrpSpPr>
      <p:grpSpPr>
        <a:xfrm>
          <a:off x="0" y="0"/>
          <a:ext cx="0" cy="0"/>
          <a:chOff x="0" y="0"/>
          <a:chExt cx="0" cy="0"/>
        </a:xfrm>
      </p:grpSpPr>
      <p:sp>
        <p:nvSpPr>
          <p:cNvPr id="2228" name="Google Shape;2228;p492"/>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29" name="Google Shape;2229;p492"/>
          <p:cNvSpPr/>
          <p:nvPr>
            <p:ph idx="2" type="pic"/>
          </p:nvPr>
        </p:nvSpPr>
        <p:spPr>
          <a:xfrm>
            <a:off x="0" y="0"/>
            <a:ext cx="9144000" cy="2814900"/>
          </a:xfrm>
          <a:prstGeom prst="roundRect">
            <a:avLst>
              <a:gd fmla="val 1254" name="adj"/>
            </a:avLst>
          </a:prstGeom>
          <a:noFill/>
          <a:ln>
            <a:noFill/>
          </a:ln>
        </p:spPr>
      </p:sp>
      <p:sp>
        <p:nvSpPr>
          <p:cNvPr id="2230" name="Google Shape;2230;p492"/>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31" name="Google Shape;2231;p492"/>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32" name="Google Shape;2232;p492"/>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2233" name="Shape 2233"/>
        <p:cNvGrpSpPr/>
        <p:nvPr/>
      </p:nvGrpSpPr>
      <p:grpSpPr>
        <a:xfrm>
          <a:off x="0" y="0"/>
          <a:ext cx="0" cy="0"/>
          <a:chOff x="0" y="0"/>
          <a:chExt cx="0" cy="0"/>
        </a:xfrm>
      </p:grpSpPr>
      <p:sp>
        <p:nvSpPr>
          <p:cNvPr id="2234" name="Google Shape;2234;p49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35" name="Google Shape;2235;p493"/>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236" name="Google Shape;2236;p493"/>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2237" name="Shape 2237"/>
        <p:cNvGrpSpPr/>
        <p:nvPr/>
      </p:nvGrpSpPr>
      <p:grpSpPr>
        <a:xfrm>
          <a:off x="0" y="0"/>
          <a:ext cx="0" cy="0"/>
          <a:chOff x="0" y="0"/>
          <a:chExt cx="0" cy="0"/>
        </a:xfrm>
      </p:grpSpPr>
      <p:sp>
        <p:nvSpPr>
          <p:cNvPr id="2238" name="Google Shape;2238;p494"/>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39" name="Google Shape;2239;p494"/>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2240" name="Shape 2240"/>
        <p:cNvGrpSpPr/>
        <p:nvPr/>
      </p:nvGrpSpPr>
      <p:grpSpPr>
        <a:xfrm>
          <a:off x="0" y="0"/>
          <a:ext cx="0" cy="0"/>
          <a:chOff x="0" y="0"/>
          <a:chExt cx="0" cy="0"/>
        </a:xfrm>
      </p:grpSpPr>
      <p:sp>
        <p:nvSpPr>
          <p:cNvPr id="2241" name="Google Shape;2241;p495"/>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242" name="Google Shape;2242;p49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43" name="Google Shape;2243;p49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44" name="Google Shape;2244;p49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2245" name="Shape 2245"/>
        <p:cNvGrpSpPr/>
        <p:nvPr/>
      </p:nvGrpSpPr>
      <p:grpSpPr>
        <a:xfrm>
          <a:off x="0" y="0"/>
          <a:ext cx="0" cy="0"/>
          <a:chOff x="0" y="0"/>
          <a:chExt cx="0" cy="0"/>
        </a:xfrm>
      </p:grpSpPr>
      <p:sp>
        <p:nvSpPr>
          <p:cNvPr id="2246" name="Google Shape;2246;p49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47" name="Google Shape;2247;p496"/>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48" name="Google Shape;2248;p496"/>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249" name="Google Shape;2249;p496"/>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250" name="Google Shape;2250;p496"/>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2251" name="Google Shape;2251;p496"/>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2252" name="Shape 2252"/>
        <p:cNvGrpSpPr/>
        <p:nvPr/>
      </p:nvGrpSpPr>
      <p:grpSpPr>
        <a:xfrm>
          <a:off x="0" y="0"/>
          <a:ext cx="0" cy="0"/>
          <a:chOff x="0" y="0"/>
          <a:chExt cx="0" cy="0"/>
        </a:xfrm>
      </p:grpSpPr>
      <p:sp>
        <p:nvSpPr>
          <p:cNvPr id="2253" name="Google Shape;2253;p497"/>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54" name="Google Shape;2254;p497"/>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4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2255" name="Shape 2255"/>
        <p:cNvGrpSpPr/>
        <p:nvPr/>
      </p:nvGrpSpPr>
      <p:grpSpPr>
        <a:xfrm>
          <a:off x="0" y="0"/>
          <a:ext cx="0" cy="0"/>
          <a:chOff x="0" y="0"/>
          <a:chExt cx="0" cy="0"/>
        </a:xfrm>
      </p:grpSpPr>
      <p:sp>
        <p:nvSpPr>
          <p:cNvPr id="2256" name="Google Shape;2256;p49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2257" name="Shape 2257"/>
        <p:cNvGrpSpPr/>
        <p:nvPr/>
      </p:nvGrpSpPr>
      <p:grpSpPr>
        <a:xfrm>
          <a:off x="0" y="0"/>
          <a:ext cx="0" cy="0"/>
          <a:chOff x="0" y="0"/>
          <a:chExt cx="0" cy="0"/>
        </a:xfrm>
      </p:grpSpPr>
      <p:sp>
        <p:nvSpPr>
          <p:cNvPr id="2258" name="Google Shape;2258;p49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2259" name="Shape 2259"/>
        <p:cNvGrpSpPr/>
        <p:nvPr/>
      </p:nvGrpSpPr>
      <p:grpSpPr>
        <a:xfrm>
          <a:off x="0" y="0"/>
          <a:ext cx="0" cy="0"/>
          <a:chOff x="0" y="0"/>
          <a:chExt cx="0" cy="0"/>
        </a:xfrm>
      </p:grpSpPr>
      <p:sp>
        <p:nvSpPr>
          <p:cNvPr id="2260" name="Google Shape;2260;p500"/>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261" name="Google Shape;2261;p50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62" name="Google Shape;2262;p500"/>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63" name="Google Shape;2263;p500"/>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2264" name="Shape 2264"/>
        <p:cNvGrpSpPr/>
        <p:nvPr/>
      </p:nvGrpSpPr>
      <p:grpSpPr>
        <a:xfrm>
          <a:off x="0" y="0"/>
          <a:ext cx="0" cy="0"/>
          <a:chOff x="0" y="0"/>
          <a:chExt cx="0" cy="0"/>
        </a:xfrm>
      </p:grpSpPr>
      <p:sp>
        <p:nvSpPr>
          <p:cNvPr id="2265" name="Google Shape;2265;p501"/>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266" name="Google Shape;2266;p501"/>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67" name="Google Shape;2267;p501"/>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68" name="Google Shape;2268;p501"/>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2269" name="Shape 2269"/>
        <p:cNvGrpSpPr/>
        <p:nvPr/>
      </p:nvGrpSpPr>
      <p:grpSpPr>
        <a:xfrm>
          <a:off x="0" y="0"/>
          <a:ext cx="0" cy="0"/>
          <a:chOff x="0" y="0"/>
          <a:chExt cx="0" cy="0"/>
        </a:xfrm>
      </p:grpSpPr>
      <p:sp>
        <p:nvSpPr>
          <p:cNvPr id="2270" name="Google Shape;2270;p502"/>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71" name="Google Shape;2271;p502"/>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272" name="Google Shape;2272;p502"/>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2273" name="Shape 2273"/>
        <p:cNvGrpSpPr/>
        <p:nvPr/>
      </p:nvGrpSpPr>
      <p:grpSpPr>
        <a:xfrm>
          <a:off x="0" y="0"/>
          <a:ext cx="0" cy="0"/>
          <a:chOff x="0" y="0"/>
          <a:chExt cx="0" cy="0"/>
        </a:xfrm>
      </p:grpSpPr>
      <p:sp>
        <p:nvSpPr>
          <p:cNvPr id="2274" name="Google Shape;2274;p503"/>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75" name="Google Shape;2275;p503"/>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2276" name="Shape 2276"/>
        <p:cNvGrpSpPr/>
        <p:nvPr/>
      </p:nvGrpSpPr>
      <p:grpSpPr>
        <a:xfrm>
          <a:off x="0" y="0"/>
          <a:ext cx="0" cy="0"/>
          <a:chOff x="0" y="0"/>
          <a:chExt cx="0" cy="0"/>
        </a:xfrm>
      </p:grpSpPr>
      <p:sp>
        <p:nvSpPr>
          <p:cNvPr id="2277" name="Google Shape;2277;p50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2">
  <p:cSld name="TITLE_1_2">
    <p:spTree>
      <p:nvGrpSpPr>
        <p:cNvPr id="2278" name="Shape 2278"/>
        <p:cNvGrpSpPr/>
        <p:nvPr/>
      </p:nvGrpSpPr>
      <p:grpSpPr>
        <a:xfrm>
          <a:off x="0" y="0"/>
          <a:ext cx="0" cy="0"/>
          <a:chOff x="0" y="0"/>
          <a:chExt cx="0" cy="0"/>
        </a:xfrm>
      </p:grpSpPr>
      <p:pic>
        <p:nvPicPr>
          <p:cNvPr id="2279" name="Google Shape;2279;p505" title="Mesh Holographic Gradients - Dark Gradient 22.png"/>
          <p:cNvPicPr preferRelativeResize="0"/>
          <p:nvPr/>
        </p:nvPicPr>
        <p:blipFill rotWithShape="1">
          <a:blip r:embed="rId2">
            <a:alphaModFix/>
          </a:blip>
          <a:srcRect b="0" l="0" r="0" t="0"/>
          <a:stretch/>
        </p:blipFill>
        <p:spPr>
          <a:xfrm rot="10800000">
            <a:off x="0" y="571500"/>
            <a:ext cx="9144003" cy="5143499"/>
          </a:xfrm>
          <a:prstGeom prst="rect">
            <a:avLst/>
          </a:prstGeom>
          <a:noFill/>
          <a:ln>
            <a:noFill/>
          </a:ln>
        </p:spPr>
      </p:pic>
      <p:pic>
        <p:nvPicPr>
          <p:cNvPr id="2280" name="Google Shape;2280;p505"/>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2281" name="Google Shape;2281;p505"/>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282" name="Google Shape;2282;p505"/>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2">
  <p:cSld name="CUSTOM_1_1">
    <p:spTree>
      <p:nvGrpSpPr>
        <p:cNvPr id="2283" name="Shape 2283"/>
        <p:cNvGrpSpPr/>
        <p:nvPr/>
      </p:nvGrpSpPr>
      <p:grpSpPr>
        <a:xfrm>
          <a:off x="0" y="0"/>
          <a:ext cx="0" cy="0"/>
          <a:chOff x="0" y="0"/>
          <a:chExt cx="0" cy="0"/>
        </a:xfrm>
      </p:grpSpPr>
      <p:sp>
        <p:nvSpPr>
          <p:cNvPr id="2284" name="Google Shape;2284;p506"/>
          <p:cNvSpPr txBox="1"/>
          <p:nvPr>
            <p:ph type="title"/>
          </p:nvPr>
        </p:nvSpPr>
        <p:spPr>
          <a:xfrm>
            <a:off x="571500" y="889000"/>
            <a:ext cx="40005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285" name="Google Shape;2285;p506"/>
          <p:cNvSpPr txBox="1"/>
          <p:nvPr>
            <p:ph idx="1" type="body"/>
          </p:nvPr>
        </p:nvSpPr>
        <p:spPr>
          <a:xfrm>
            <a:off x="571500" y="1905000"/>
            <a:ext cx="40005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286" name="Google Shape;2286;p50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p:cSld name="Title + Subtitle_3">
    <p:spTree>
      <p:nvGrpSpPr>
        <p:cNvPr id="2287" name="Shape 2287"/>
        <p:cNvGrpSpPr/>
        <p:nvPr/>
      </p:nvGrpSpPr>
      <p:grpSpPr>
        <a:xfrm>
          <a:off x="0" y="0"/>
          <a:ext cx="0" cy="0"/>
          <a:chOff x="0" y="0"/>
          <a:chExt cx="0" cy="0"/>
        </a:xfrm>
      </p:grpSpPr>
      <p:sp>
        <p:nvSpPr>
          <p:cNvPr id="2288" name="Google Shape;2288;p50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89" name="Google Shape;2289;p507"/>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2290" name="Shape 2290"/>
        <p:cNvGrpSpPr/>
        <p:nvPr/>
      </p:nvGrpSpPr>
      <p:grpSpPr>
        <a:xfrm>
          <a:off x="0" y="0"/>
          <a:ext cx="0" cy="0"/>
          <a:chOff x="0" y="0"/>
          <a:chExt cx="0" cy="0"/>
        </a:xfrm>
      </p:grpSpPr>
      <p:sp>
        <p:nvSpPr>
          <p:cNvPr id="2291" name="Google Shape;2291;p50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92" name="Google Shape;2292;p508"/>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2293" name="Shape 2293"/>
        <p:cNvGrpSpPr/>
        <p:nvPr/>
      </p:nvGrpSpPr>
      <p:grpSpPr>
        <a:xfrm>
          <a:off x="0" y="0"/>
          <a:ext cx="0" cy="0"/>
          <a:chOff x="0" y="0"/>
          <a:chExt cx="0" cy="0"/>
        </a:xfrm>
      </p:grpSpPr>
      <p:sp>
        <p:nvSpPr>
          <p:cNvPr id="2294" name="Google Shape;2294;p509"/>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295" name="Google Shape;2295;p509"/>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296" name="Google Shape;2296;p509"/>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2297" name="Google Shape;2297;p509"/>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298" name="Google Shape;2298;p509"/>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2299" name="Shape 2299"/>
        <p:cNvGrpSpPr/>
        <p:nvPr/>
      </p:nvGrpSpPr>
      <p:grpSpPr>
        <a:xfrm>
          <a:off x="0" y="0"/>
          <a:ext cx="0" cy="0"/>
          <a:chOff x="0" y="0"/>
          <a:chExt cx="0" cy="0"/>
        </a:xfrm>
      </p:grpSpPr>
      <p:sp>
        <p:nvSpPr>
          <p:cNvPr id="2300" name="Google Shape;2300;p510"/>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2301" name="Shape 2301"/>
        <p:cNvGrpSpPr/>
        <p:nvPr/>
      </p:nvGrpSpPr>
      <p:grpSpPr>
        <a:xfrm>
          <a:off x="0" y="0"/>
          <a:ext cx="0" cy="0"/>
          <a:chOff x="0" y="0"/>
          <a:chExt cx="0" cy="0"/>
        </a:xfrm>
      </p:grpSpPr>
      <p:sp>
        <p:nvSpPr>
          <p:cNvPr id="2302" name="Google Shape;2302;p51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2303" name="Shape 2303"/>
        <p:cNvGrpSpPr/>
        <p:nvPr/>
      </p:nvGrpSpPr>
      <p:grpSpPr>
        <a:xfrm>
          <a:off x="0" y="0"/>
          <a:ext cx="0" cy="0"/>
          <a:chOff x="0" y="0"/>
          <a:chExt cx="0" cy="0"/>
        </a:xfrm>
      </p:grpSpPr>
      <p:sp>
        <p:nvSpPr>
          <p:cNvPr id="2304" name="Google Shape;2304;p512"/>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05" name="Google Shape;2305;p512"/>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2306" name="Shape 2306"/>
        <p:cNvGrpSpPr/>
        <p:nvPr/>
      </p:nvGrpSpPr>
      <p:grpSpPr>
        <a:xfrm>
          <a:off x="0" y="0"/>
          <a:ext cx="0" cy="0"/>
          <a:chOff x="0" y="0"/>
          <a:chExt cx="0" cy="0"/>
        </a:xfrm>
      </p:grpSpPr>
      <p:sp>
        <p:nvSpPr>
          <p:cNvPr id="2307" name="Google Shape;2307;p51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1">
  <p:cSld name="Cover without logo 2_1_1_1">
    <p:bg>
      <p:bgPr>
        <a:solidFill>
          <a:srgbClr val="07182C"/>
        </a:solidFill>
      </p:bgPr>
    </p:bg>
    <p:spTree>
      <p:nvGrpSpPr>
        <p:cNvPr id="2308" name="Shape 2308"/>
        <p:cNvGrpSpPr/>
        <p:nvPr/>
      </p:nvGrpSpPr>
      <p:grpSpPr>
        <a:xfrm>
          <a:off x="0" y="0"/>
          <a:ext cx="0" cy="0"/>
          <a:chOff x="0" y="0"/>
          <a:chExt cx="0" cy="0"/>
        </a:xfrm>
      </p:grpSpPr>
      <p:pic>
        <p:nvPicPr>
          <p:cNvPr id="2309" name="Google Shape;2309;p514" title="Mesh Holographic Gradients - Dark Gradient 22.png"/>
          <p:cNvPicPr preferRelativeResize="0"/>
          <p:nvPr/>
        </p:nvPicPr>
        <p:blipFill rotWithShape="1">
          <a:blip r:embed="rId2">
            <a:alphaModFix/>
          </a:blip>
          <a:srcRect b="0" l="0" r="10177" t="0"/>
          <a:stretch/>
        </p:blipFill>
        <p:spPr>
          <a:xfrm flipH="1" rot="10800000">
            <a:off x="0" y="559011"/>
            <a:ext cx="9147848" cy="5155989"/>
          </a:xfrm>
          <a:prstGeom prst="rect">
            <a:avLst/>
          </a:prstGeom>
          <a:noFill/>
          <a:ln>
            <a:noFill/>
          </a:ln>
        </p:spPr>
      </p:pic>
      <p:pic>
        <p:nvPicPr>
          <p:cNvPr id="2310" name="Google Shape;2310;p514"/>
          <p:cNvPicPr preferRelativeResize="0"/>
          <p:nvPr/>
        </p:nvPicPr>
        <p:blipFill rotWithShape="1">
          <a:blip r:embed="rId3">
            <a:alphaModFix/>
          </a:blip>
          <a:srcRect b="0" l="0" r="0" t="0"/>
          <a:stretch/>
        </p:blipFill>
        <p:spPr>
          <a:xfrm>
            <a:off x="457200" y="4773000"/>
            <a:ext cx="284772" cy="351540"/>
          </a:xfrm>
          <a:prstGeom prst="rect">
            <a:avLst/>
          </a:prstGeom>
          <a:noFill/>
          <a:ln>
            <a:noFill/>
          </a:ln>
        </p:spPr>
      </p:pic>
      <p:sp>
        <p:nvSpPr>
          <p:cNvPr id="2311" name="Google Shape;2311;p514"/>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2312" name="Google Shape;2312;p514"/>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313" name="Google Shape;2313;p514"/>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2314" name="Google Shape;2314;p514"/>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theme" Target="../theme/theme3.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18.xml"/><Relationship Id="rId84" Type="http://schemas.openxmlformats.org/officeDocument/2006/relationships/slideLayout" Target="../slideLayouts/slideLayout162.xml"/><Relationship Id="rId83" Type="http://schemas.openxmlformats.org/officeDocument/2006/relationships/slideLayout" Target="../slideLayouts/slideLayout161.xml"/><Relationship Id="rId42" Type="http://schemas.openxmlformats.org/officeDocument/2006/relationships/slideLayout" Target="../slideLayouts/slideLayout120.xml"/><Relationship Id="rId86" Type="http://schemas.openxmlformats.org/officeDocument/2006/relationships/slideLayout" Target="../slideLayouts/slideLayout164.xml"/><Relationship Id="rId41" Type="http://schemas.openxmlformats.org/officeDocument/2006/relationships/slideLayout" Target="../slideLayouts/slideLayout119.xml"/><Relationship Id="rId85" Type="http://schemas.openxmlformats.org/officeDocument/2006/relationships/slideLayout" Target="../slideLayouts/slideLayout163.xml"/><Relationship Id="rId44" Type="http://schemas.openxmlformats.org/officeDocument/2006/relationships/slideLayout" Target="../slideLayouts/slideLayout122.xml"/><Relationship Id="rId88" Type="http://schemas.openxmlformats.org/officeDocument/2006/relationships/slideLayout" Target="../slideLayouts/slideLayout166.xml"/><Relationship Id="rId43" Type="http://schemas.openxmlformats.org/officeDocument/2006/relationships/slideLayout" Target="../slideLayouts/slideLayout121.xml"/><Relationship Id="rId87" Type="http://schemas.openxmlformats.org/officeDocument/2006/relationships/slideLayout" Target="../slideLayouts/slideLayout165.xml"/><Relationship Id="rId46" Type="http://schemas.openxmlformats.org/officeDocument/2006/relationships/slideLayout" Target="../slideLayouts/slideLayout124.xml"/><Relationship Id="rId45" Type="http://schemas.openxmlformats.org/officeDocument/2006/relationships/slideLayout" Target="../slideLayouts/slideLayout123.xml"/><Relationship Id="rId89" Type="http://schemas.openxmlformats.org/officeDocument/2006/relationships/theme" Target="../theme/theme2.xml"/><Relationship Id="rId80" Type="http://schemas.openxmlformats.org/officeDocument/2006/relationships/slideLayout" Target="../slideLayouts/slideLayout158.xml"/><Relationship Id="rId82" Type="http://schemas.openxmlformats.org/officeDocument/2006/relationships/slideLayout" Target="../slideLayouts/slideLayout160.xml"/><Relationship Id="rId81" Type="http://schemas.openxmlformats.org/officeDocument/2006/relationships/slideLayout" Target="../slideLayouts/slideLayout159.xml"/><Relationship Id="rId1" Type="http://schemas.openxmlformats.org/officeDocument/2006/relationships/slideLayout" Target="../slideLayouts/slideLayout79.xml"/><Relationship Id="rId2" Type="http://schemas.openxmlformats.org/officeDocument/2006/relationships/slideLayout" Target="../slideLayouts/slideLayout80.xml"/><Relationship Id="rId3" Type="http://schemas.openxmlformats.org/officeDocument/2006/relationships/slideLayout" Target="../slideLayouts/slideLayout81.xml"/><Relationship Id="rId4" Type="http://schemas.openxmlformats.org/officeDocument/2006/relationships/slideLayout" Target="../slideLayouts/slideLayout82.xml"/><Relationship Id="rId9" Type="http://schemas.openxmlformats.org/officeDocument/2006/relationships/slideLayout" Target="../slideLayouts/slideLayout87.xml"/><Relationship Id="rId48" Type="http://schemas.openxmlformats.org/officeDocument/2006/relationships/slideLayout" Target="../slideLayouts/slideLayout126.xml"/><Relationship Id="rId47" Type="http://schemas.openxmlformats.org/officeDocument/2006/relationships/slideLayout" Target="../slideLayouts/slideLayout125.xml"/><Relationship Id="rId49" Type="http://schemas.openxmlformats.org/officeDocument/2006/relationships/slideLayout" Target="../slideLayouts/slideLayout127.xml"/><Relationship Id="rId5" Type="http://schemas.openxmlformats.org/officeDocument/2006/relationships/slideLayout" Target="../slideLayouts/slideLayout83.xml"/><Relationship Id="rId6" Type="http://schemas.openxmlformats.org/officeDocument/2006/relationships/slideLayout" Target="../slideLayouts/slideLayout84.xml"/><Relationship Id="rId7" Type="http://schemas.openxmlformats.org/officeDocument/2006/relationships/slideLayout" Target="../slideLayouts/slideLayout85.xml"/><Relationship Id="rId8" Type="http://schemas.openxmlformats.org/officeDocument/2006/relationships/slideLayout" Target="../slideLayouts/slideLayout86.xml"/><Relationship Id="rId73" Type="http://schemas.openxmlformats.org/officeDocument/2006/relationships/slideLayout" Target="../slideLayouts/slideLayout151.xml"/><Relationship Id="rId72" Type="http://schemas.openxmlformats.org/officeDocument/2006/relationships/slideLayout" Target="../slideLayouts/slideLayout150.xml"/><Relationship Id="rId31" Type="http://schemas.openxmlformats.org/officeDocument/2006/relationships/slideLayout" Target="../slideLayouts/slideLayout109.xml"/><Relationship Id="rId75" Type="http://schemas.openxmlformats.org/officeDocument/2006/relationships/slideLayout" Target="../slideLayouts/slideLayout153.xml"/><Relationship Id="rId30" Type="http://schemas.openxmlformats.org/officeDocument/2006/relationships/slideLayout" Target="../slideLayouts/slideLayout108.xml"/><Relationship Id="rId74" Type="http://schemas.openxmlformats.org/officeDocument/2006/relationships/slideLayout" Target="../slideLayouts/slideLayout152.xml"/><Relationship Id="rId33" Type="http://schemas.openxmlformats.org/officeDocument/2006/relationships/slideLayout" Target="../slideLayouts/slideLayout111.xml"/><Relationship Id="rId77" Type="http://schemas.openxmlformats.org/officeDocument/2006/relationships/slideLayout" Target="../slideLayouts/slideLayout155.xml"/><Relationship Id="rId32" Type="http://schemas.openxmlformats.org/officeDocument/2006/relationships/slideLayout" Target="../slideLayouts/slideLayout110.xml"/><Relationship Id="rId76" Type="http://schemas.openxmlformats.org/officeDocument/2006/relationships/slideLayout" Target="../slideLayouts/slideLayout154.xml"/><Relationship Id="rId35" Type="http://schemas.openxmlformats.org/officeDocument/2006/relationships/slideLayout" Target="../slideLayouts/slideLayout113.xml"/><Relationship Id="rId79" Type="http://schemas.openxmlformats.org/officeDocument/2006/relationships/slideLayout" Target="../slideLayouts/slideLayout157.xml"/><Relationship Id="rId34" Type="http://schemas.openxmlformats.org/officeDocument/2006/relationships/slideLayout" Target="../slideLayouts/slideLayout112.xml"/><Relationship Id="rId78" Type="http://schemas.openxmlformats.org/officeDocument/2006/relationships/slideLayout" Target="../slideLayouts/slideLayout156.xml"/><Relationship Id="rId71" Type="http://schemas.openxmlformats.org/officeDocument/2006/relationships/slideLayout" Target="../slideLayouts/slideLayout149.xml"/><Relationship Id="rId70" Type="http://schemas.openxmlformats.org/officeDocument/2006/relationships/slideLayout" Target="../slideLayouts/slideLayout148.xml"/><Relationship Id="rId37" Type="http://schemas.openxmlformats.org/officeDocument/2006/relationships/slideLayout" Target="../slideLayouts/slideLayout115.xml"/><Relationship Id="rId36" Type="http://schemas.openxmlformats.org/officeDocument/2006/relationships/slideLayout" Target="../slideLayouts/slideLayout114.xml"/><Relationship Id="rId39" Type="http://schemas.openxmlformats.org/officeDocument/2006/relationships/slideLayout" Target="../slideLayouts/slideLayout117.xml"/><Relationship Id="rId38" Type="http://schemas.openxmlformats.org/officeDocument/2006/relationships/slideLayout" Target="../slideLayouts/slideLayout116.xml"/><Relationship Id="rId62" Type="http://schemas.openxmlformats.org/officeDocument/2006/relationships/slideLayout" Target="../slideLayouts/slideLayout140.xml"/><Relationship Id="rId61" Type="http://schemas.openxmlformats.org/officeDocument/2006/relationships/slideLayout" Target="../slideLayouts/slideLayout139.xml"/><Relationship Id="rId20" Type="http://schemas.openxmlformats.org/officeDocument/2006/relationships/slideLayout" Target="../slideLayouts/slideLayout98.xml"/><Relationship Id="rId64" Type="http://schemas.openxmlformats.org/officeDocument/2006/relationships/slideLayout" Target="../slideLayouts/slideLayout142.xml"/><Relationship Id="rId63" Type="http://schemas.openxmlformats.org/officeDocument/2006/relationships/slideLayout" Target="../slideLayouts/slideLayout141.xml"/><Relationship Id="rId22" Type="http://schemas.openxmlformats.org/officeDocument/2006/relationships/slideLayout" Target="../slideLayouts/slideLayout100.xml"/><Relationship Id="rId66" Type="http://schemas.openxmlformats.org/officeDocument/2006/relationships/slideLayout" Target="../slideLayouts/slideLayout144.xml"/><Relationship Id="rId21" Type="http://schemas.openxmlformats.org/officeDocument/2006/relationships/slideLayout" Target="../slideLayouts/slideLayout99.xml"/><Relationship Id="rId65" Type="http://schemas.openxmlformats.org/officeDocument/2006/relationships/slideLayout" Target="../slideLayouts/slideLayout143.xml"/><Relationship Id="rId24" Type="http://schemas.openxmlformats.org/officeDocument/2006/relationships/slideLayout" Target="../slideLayouts/slideLayout102.xml"/><Relationship Id="rId68" Type="http://schemas.openxmlformats.org/officeDocument/2006/relationships/slideLayout" Target="../slideLayouts/slideLayout146.xml"/><Relationship Id="rId23" Type="http://schemas.openxmlformats.org/officeDocument/2006/relationships/slideLayout" Target="../slideLayouts/slideLayout101.xml"/><Relationship Id="rId67" Type="http://schemas.openxmlformats.org/officeDocument/2006/relationships/slideLayout" Target="../slideLayouts/slideLayout145.xml"/><Relationship Id="rId60" Type="http://schemas.openxmlformats.org/officeDocument/2006/relationships/slideLayout" Target="../slideLayouts/slideLayout138.xml"/><Relationship Id="rId26" Type="http://schemas.openxmlformats.org/officeDocument/2006/relationships/slideLayout" Target="../slideLayouts/slideLayout104.xml"/><Relationship Id="rId25" Type="http://schemas.openxmlformats.org/officeDocument/2006/relationships/slideLayout" Target="../slideLayouts/slideLayout103.xml"/><Relationship Id="rId69" Type="http://schemas.openxmlformats.org/officeDocument/2006/relationships/slideLayout" Target="../slideLayouts/slideLayout147.xml"/><Relationship Id="rId28" Type="http://schemas.openxmlformats.org/officeDocument/2006/relationships/slideLayout" Target="../slideLayouts/slideLayout106.xml"/><Relationship Id="rId27" Type="http://schemas.openxmlformats.org/officeDocument/2006/relationships/slideLayout" Target="../slideLayouts/slideLayout105.xml"/><Relationship Id="rId29" Type="http://schemas.openxmlformats.org/officeDocument/2006/relationships/slideLayout" Target="../slideLayouts/slideLayout107.xml"/><Relationship Id="rId51" Type="http://schemas.openxmlformats.org/officeDocument/2006/relationships/slideLayout" Target="../slideLayouts/slideLayout129.xml"/><Relationship Id="rId50" Type="http://schemas.openxmlformats.org/officeDocument/2006/relationships/slideLayout" Target="../slideLayouts/slideLayout128.xml"/><Relationship Id="rId53" Type="http://schemas.openxmlformats.org/officeDocument/2006/relationships/slideLayout" Target="../slideLayouts/slideLayout131.xml"/><Relationship Id="rId52" Type="http://schemas.openxmlformats.org/officeDocument/2006/relationships/slideLayout" Target="../slideLayouts/slideLayout130.xml"/><Relationship Id="rId11" Type="http://schemas.openxmlformats.org/officeDocument/2006/relationships/slideLayout" Target="../slideLayouts/slideLayout89.xml"/><Relationship Id="rId55" Type="http://schemas.openxmlformats.org/officeDocument/2006/relationships/slideLayout" Target="../slideLayouts/slideLayout133.xml"/><Relationship Id="rId10" Type="http://schemas.openxmlformats.org/officeDocument/2006/relationships/slideLayout" Target="../slideLayouts/slideLayout88.xml"/><Relationship Id="rId54" Type="http://schemas.openxmlformats.org/officeDocument/2006/relationships/slideLayout" Target="../slideLayouts/slideLayout132.xml"/><Relationship Id="rId13" Type="http://schemas.openxmlformats.org/officeDocument/2006/relationships/slideLayout" Target="../slideLayouts/slideLayout91.xml"/><Relationship Id="rId57" Type="http://schemas.openxmlformats.org/officeDocument/2006/relationships/slideLayout" Target="../slideLayouts/slideLayout135.xml"/><Relationship Id="rId12" Type="http://schemas.openxmlformats.org/officeDocument/2006/relationships/slideLayout" Target="../slideLayouts/slideLayout90.xml"/><Relationship Id="rId56" Type="http://schemas.openxmlformats.org/officeDocument/2006/relationships/slideLayout" Target="../slideLayouts/slideLayout134.xml"/><Relationship Id="rId15" Type="http://schemas.openxmlformats.org/officeDocument/2006/relationships/slideLayout" Target="../slideLayouts/slideLayout93.xml"/><Relationship Id="rId59" Type="http://schemas.openxmlformats.org/officeDocument/2006/relationships/slideLayout" Target="../slideLayouts/slideLayout137.xml"/><Relationship Id="rId14" Type="http://schemas.openxmlformats.org/officeDocument/2006/relationships/slideLayout" Target="../slideLayouts/slideLayout92.xml"/><Relationship Id="rId58" Type="http://schemas.openxmlformats.org/officeDocument/2006/relationships/slideLayout" Target="../slideLayouts/slideLayout136.xml"/><Relationship Id="rId17" Type="http://schemas.openxmlformats.org/officeDocument/2006/relationships/slideLayout" Target="../slideLayouts/slideLayout95.xml"/><Relationship Id="rId16" Type="http://schemas.openxmlformats.org/officeDocument/2006/relationships/slideLayout" Target="../slideLayouts/slideLayout94.xml"/><Relationship Id="rId19" Type="http://schemas.openxmlformats.org/officeDocument/2006/relationships/slideLayout" Target="../slideLayouts/slideLayout97.xml"/><Relationship Id="rId18" Type="http://schemas.openxmlformats.org/officeDocument/2006/relationships/slideLayout" Target="../slideLayouts/slideLayout96.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206.xml"/><Relationship Id="rId42" Type="http://schemas.openxmlformats.org/officeDocument/2006/relationships/slideLayout" Target="../slideLayouts/slideLayout208.xml"/><Relationship Id="rId41" Type="http://schemas.openxmlformats.org/officeDocument/2006/relationships/slideLayout" Target="../slideLayouts/slideLayout207.xml"/><Relationship Id="rId44" Type="http://schemas.openxmlformats.org/officeDocument/2006/relationships/slideLayout" Target="../slideLayouts/slideLayout210.xml"/><Relationship Id="rId43" Type="http://schemas.openxmlformats.org/officeDocument/2006/relationships/slideLayout" Target="../slideLayouts/slideLayout209.xml"/><Relationship Id="rId46" Type="http://schemas.openxmlformats.org/officeDocument/2006/relationships/slideLayout" Target="../slideLayouts/slideLayout212.xml"/><Relationship Id="rId45" Type="http://schemas.openxmlformats.org/officeDocument/2006/relationships/slideLayout" Target="../slideLayouts/slideLayout211.xml"/><Relationship Id="rId1" Type="http://schemas.openxmlformats.org/officeDocument/2006/relationships/slideLayout" Target="../slideLayouts/slideLayout167.xml"/><Relationship Id="rId2" Type="http://schemas.openxmlformats.org/officeDocument/2006/relationships/slideLayout" Target="../slideLayouts/slideLayout168.xml"/><Relationship Id="rId3" Type="http://schemas.openxmlformats.org/officeDocument/2006/relationships/slideLayout" Target="../slideLayouts/slideLayout169.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48" Type="http://schemas.openxmlformats.org/officeDocument/2006/relationships/slideLayout" Target="../slideLayouts/slideLayout214.xml"/><Relationship Id="rId47" Type="http://schemas.openxmlformats.org/officeDocument/2006/relationships/slideLayout" Target="../slideLayouts/slideLayout213.xml"/><Relationship Id="rId49" Type="http://schemas.openxmlformats.org/officeDocument/2006/relationships/slideLayout" Target="../slideLayouts/slideLayout215.xml"/><Relationship Id="rId5" Type="http://schemas.openxmlformats.org/officeDocument/2006/relationships/slideLayout" Target="../slideLayouts/slideLayout171.xml"/><Relationship Id="rId6" Type="http://schemas.openxmlformats.org/officeDocument/2006/relationships/slideLayout" Target="../slideLayouts/slideLayout172.xml"/><Relationship Id="rId7" Type="http://schemas.openxmlformats.org/officeDocument/2006/relationships/slideLayout" Target="../slideLayouts/slideLayout173.xml"/><Relationship Id="rId8" Type="http://schemas.openxmlformats.org/officeDocument/2006/relationships/slideLayout" Target="../slideLayouts/slideLayout174.xml"/><Relationship Id="rId31" Type="http://schemas.openxmlformats.org/officeDocument/2006/relationships/slideLayout" Target="../slideLayouts/slideLayout197.xml"/><Relationship Id="rId30" Type="http://schemas.openxmlformats.org/officeDocument/2006/relationships/slideLayout" Target="../slideLayouts/slideLayout196.xml"/><Relationship Id="rId33" Type="http://schemas.openxmlformats.org/officeDocument/2006/relationships/slideLayout" Target="../slideLayouts/slideLayout199.xml"/><Relationship Id="rId32" Type="http://schemas.openxmlformats.org/officeDocument/2006/relationships/slideLayout" Target="../slideLayouts/slideLayout198.xml"/><Relationship Id="rId35" Type="http://schemas.openxmlformats.org/officeDocument/2006/relationships/slideLayout" Target="../slideLayouts/slideLayout201.xml"/><Relationship Id="rId34" Type="http://schemas.openxmlformats.org/officeDocument/2006/relationships/slideLayout" Target="../slideLayouts/slideLayout200.xml"/><Relationship Id="rId37" Type="http://schemas.openxmlformats.org/officeDocument/2006/relationships/slideLayout" Target="../slideLayouts/slideLayout203.xml"/><Relationship Id="rId36" Type="http://schemas.openxmlformats.org/officeDocument/2006/relationships/slideLayout" Target="../slideLayouts/slideLayout202.xml"/><Relationship Id="rId39" Type="http://schemas.openxmlformats.org/officeDocument/2006/relationships/slideLayout" Target="../slideLayouts/slideLayout205.xml"/><Relationship Id="rId38" Type="http://schemas.openxmlformats.org/officeDocument/2006/relationships/slideLayout" Target="../slideLayouts/slideLayout204.xml"/><Relationship Id="rId62" Type="http://schemas.openxmlformats.org/officeDocument/2006/relationships/slideLayout" Target="../slideLayouts/slideLayout228.xml"/><Relationship Id="rId61" Type="http://schemas.openxmlformats.org/officeDocument/2006/relationships/slideLayout" Target="../slideLayouts/slideLayout227.xml"/><Relationship Id="rId20" Type="http://schemas.openxmlformats.org/officeDocument/2006/relationships/slideLayout" Target="../slideLayouts/slideLayout186.xml"/><Relationship Id="rId63" Type="http://schemas.openxmlformats.org/officeDocument/2006/relationships/theme" Target="../theme/theme6.xml"/><Relationship Id="rId22" Type="http://schemas.openxmlformats.org/officeDocument/2006/relationships/slideLayout" Target="../slideLayouts/slideLayout188.xml"/><Relationship Id="rId21" Type="http://schemas.openxmlformats.org/officeDocument/2006/relationships/slideLayout" Target="../slideLayouts/slideLayout187.xml"/><Relationship Id="rId24" Type="http://schemas.openxmlformats.org/officeDocument/2006/relationships/slideLayout" Target="../slideLayouts/slideLayout190.xml"/><Relationship Id="rId23" Type="http://schemas.openxmlformats.org/officeDocument/2006/relationships/slideLayout" Target="../slideLayouts/slideLayout189.xml"/><Relationship Id="rId60" Type="http://schemas.openxmlformats.org/officeDocument/2006/relationships/slideLayout" Target="../slideLayouts/slideLayout226.xml"/><Relationship Id="rId26" Type="http://schemas.openxmlformats.org/officeDocument/2006/relationships/slideLayout" Target="../slideLayouts/slideLayout192.xml"/><Relationship Id="rId25" Type="http://schemas.openxmlformats.org/officeDocument/2006/relationships/slideLayout" Target="../slideLayouts/slideLayout191.xml"/><Relationship Id="rId28" Type="http://schemas.openxmlformats.org/officeDocument/2006/relationships/slideLayout" Target="../slideLayouts/slideLayout194.xml"/><Relationship Id="rId27" Type="http://schemas.openxmlformats.org/officeDocument/2006/relationships/slideLayout" Target="../slideLayouts/slideLayout193.xml"/><Relationship Id="rId29" Type="http://schemas.openxmlformats.org/officeDocument/2006/relationships/slideLayout" Target="../slideLayouts/slideLayout195.xml"/><Relationship Id="rId51" Type="http://schemas.openxmlformats.org/officeDocument/2006/relationships/slideLayout" Target="../slideLayouts/slideLayout217.xml"/><Relationship Id="rId50" Type="http://schemas.openxmlformats.org/officeDocument/2006/relationships/slideLayout" Target="../slideLayouts/slideLayout216.xml"/><Relationship Id="rId53" Type="http://schemas.openxmlformats.org/officeDocument/2006/relationships/slideLayout" Target="../slideLayouts/slideLayout219.xml"/><Relationship Id="rId52" Type="http://schemas.openxmlformats.org/officeDocument/2006/relationships/slideLayout" Target="../slideLayouts/slideLayout218.xml"/><Relationship Id="rId11" Type="http://schemas.openxmlformats.org/officeDocument/2006/relationships/slideLayout" Target="../slideLayouts/slideLayout177.xml"/><Relationship Id="rId55" Type="http://schemas.openxmlformats.org/officeDocument/2006/relationships/slideLayout" Target="../slideLayouts/slideLayout221.xml"/><Relationship Id="rId10" Type="http://schemas.openxmlformats.org/officeDocument/2006/relationships/slideLayout" Target="../slideLayouts/slideLayout176.xml"/><Relationship Id="rId54" Type="http://schemas.openxmlformats.org/officeDocument/2006/relationships/slideLayout" Target="../slideLayouts/slideLayout220.xml"/><Relationship Id="rId13" Type="http://schemas.openxmlformats.org/officeDocument/2006/relationships/slideLayout" Target="../slideLayouts/slideLayout179.xml"/><Relationship Id="rId57" Type="http://schemas.openxmlformats.org/officeDocument/2006/relationships/slideLayout" Target="../slideLayouts/slideLayout223.xml"/><Relationship Id="rId12" Type="http://schemas.openxmlformats.org/officeDocument/2006/relationships/slideLayout" Target="../slideLayouts/slideLayout178.xml"/><Relationship Id="rId56" Type="http://schemas.openxmlformats.org/officeDocument/2006/relationships/slideLayout" Target="../slideLayouts/slideLayout222.xml"/><Relationship Id="rId15" Type="http://schemas.openxmlformats.org/officeDocument/2006/relationships/slideLayout" Target="../slideLayouts/slideLayout181.xml"/><Relationship Id="rId59" Type="http://schemas.openxmlformats.org/officeDocument/2006/relationships/slideLayout" Target="../slideLayouts/slideLayout225.xml"/><Relationship Id="rId14" Type="http://schemas.openxmlformats.org/officeDocument/2006/relationships/slideLayout" Target="../slideLayouts/slideLayout180.xml"/><Relationship Id="rId58" Type="http://schemas.openxmlformats.org/officeDocument/2006/relationships/slideLayout" Target="../slideLayouts/slideLayout224.xml"/><Relationship Id="rId17" Type="http://schemas.openxmlformats.org/officeDocument/2006/relationships/slideLayout" Target="../slideLayouts/slideLayout183.xml"/><Relationship Id="rId16" Type="http://schemas.openxmlformats.org/officeDocument/2006/relationships/slideLayout" Target="../slideLayouts/slideLayout182.xml"/><Relationship Id="rId19" Type="http://schemas.openxmlformats.org/officeDocument/2006/relationships/slideLayout" Target="../slideLayouts/slideLayout185.xml"/><Relationship Id="rId18" Type="http://schemas.openxmlformats.org/officeDocument/2006/relationships/slideLayout" Target="../slideLayouts/slideLayout184.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268.xml"/><Relationship Id="rId84" Type="http://schemas.openxmlformats.org/officeDocument/2006/relationships/slideLayout" Target="../slideLayouts/slideLayout312.xml"/><Relationship Id="rId83" Type="http://schemas.openxmlformats.org/officeDocument/2006/relationships/slideLayout" Target="../slideLayouts/slideLayout311.xml"/><Relationship Id="rId42" Type="http://schemas.openxmlformats.org/officeDocument/2006/relationships/slideLayout" Target="../slideLayouts/slideLayout270.xml"/><Relationship Id="rId86" Type="http://schemas.openxmlformats.org/officeDocument/2006/relationships/slideLayout" Target="../slideLayouts/slideLayout314.xml"/><Relationship Id="rId41" Type="http://schemas.openxmlformats.org/officeDocument/2006/relationships/slideLayout" Target="../slideLayouts/slideLayout269.xml"/><Relationship Id="rId85" Type="http://schemas.openxmlformats.org/officeDocument/2006/relationships/slideLayout" Target="../slideLayouts/slideLayout313.xml"/><Relationship Id="rId44" Type="http://schemas.openxmlformats.org/officeDocument/2006/relationships/slideLayout" Target="../slideLayouts/slideLayout272.xml"/><Relationship Id="rId88" Type="http://schemas.openxmlformats.org/officeDocument/2006/relationships/slideLayout" Target="../slideLayouts/slideLayout316.xml"/><Relationship Id="rId43" Type="http://schemas.openxmlformats.org/officeDocument/2006/relationships/slideLayout" Target="../slideLayouts/slideLayout271.xml"/><Relationship Id="rId87" Type="http://schemas.openxmlformats.org/officeDocument/2006/relationships/slideLayout" Target="../slideLayouts/slideLayout315.xml"/><Relationship Id="rId46" Type="http://schemas.openxmlformats.org/officeDocument/2006/relationships/slideLayout" Target="../slideLayouts/slideLayout274.xml"/><Relationship Id="rId45" Type="http://schemas.openxmlformats.org/officeDocument/2006/relationships/slideLayout" Target="../slideLayouts/slideLayout273.xml"/><Relationship Id="rId89" Type="http://schemas.openxmlformats.org/officeDocument/2006/relationships/slideLayout" Target="../slideLayouts/slideLayout317.xml"/><Relationship Id="rId80" Type="http://schemas.openxmlformats.org/officeDocument/2006/relationships/slideLayout" Target="../slideLayouts/slideLayout308.xml"/><Relationship Id="rId82" Type="http://schemas.openxmlformats.org/officeDocument/2006/relationships/slideLayout" Target="../slideLayouts/slideLayout310.xml"/><Relationship Id="rId81" Type="http://schemas.openxmlformats.org/officeDocument/2006/relationships/slideLayout" Target="../slideLayouts/slideLayout309.xml"/><Relationship Id="rId1" Type="http://schemas.openxmlformats.org/officeDocument/2006/relationships/slideLayout" Target="../slideLayouts/slideLayout229.xml"/><Relationship Id="rId2" Type="http://schemas.openxmlformats.org/officeDocument/2006/relationships/slideLayout" Target="../slideLayouts/slideLayout230.xml"/><Relationship Id="rId3" Type="http://schemas.openxmlformats.org/officeDocument/2006/relationships/slideLayout" Target="../slideLayouts/slideLayout231.xml"/><Relationship Id="rId4" Type="http://schemas.openxmlformats.org/officeDocument/2006/relationships/slideLayout" Target="../slideLayouts/slideLayout232.xml"/><Relationship Id="rId9" Type="http://schemas.openxmlformats.org/officeDocument/2006/relationships/slideLayout" Target="../slideLayouts/slideLayout237.xml"/><Relationship Id="rId48" Type="http://schemas.openxmlformats.org/officeDocument/2006/relationships/slideLayout" Target="../slideLayouts/slideLayout276.xml"/><Relationship Id="rId47" Type="http://schemas.openxmlformats.org/officeDocument/2006/relationships/slideLayout" Target="../slideLayouts/slideLayout275.xml"/><Relationship Id="rId49" Type="http://schemas.openxmlformats.org/officeDocument/2006/relationships/slideLayout" Target="../slideLayouts/slideLayout277.xml"/><Relationship Id="rId5" Type="http://schemas.openxmlformats.org/officeDocument/2006/relationships/slideLayout" Target="../slideLayouts/slideLayout233.xml"/><Relationship Id="rId6" Type="http://schemas.openxmlformats.org/officeDocument/2006/relationships/slideLayout" Target="../slideLayouts/slideLayout234.xml"/><Relationship Id="rId7" Type="http://schemas.openxmlformats.org/officeDocument/2006/relationships/slideLayout" Target="../slideLayouts/slideLayout235.xml"/><Relationship Id="rId8" Type="http://schemas.openxmlformats.org/officeDocument/2006/relationships/slideLayout" Target="../slideLayouts/slideLayout236.xml"/><Relationship Id="rId73" Type="http://schemas.openxmlformats.org/officeDocument/2006/relationships/slideLayout" Target="../slideLayouts/slideLayout301.xml"/><Relationship Id="rId72" Type="http://schemas.openxmlformats.org/officeDocument/2006/relationships/slideLayout" Target="../slideLayouts/slideLayout300.xml"/><Relationship Id="rId31" Type="http://schemas.openxmlformats.org/officeDocument/2006/relationships/slideLayout" Target="../slideLayouts/slideLayout259.xml"/><Relationship Id="rId75" Type="http://schemas.openxmlformats.org/officeDocument/2006/relationships/slideLayout" Target="../slideLayouts/slideLayout303.xml"/><Relationship Id="rId30" Type="http://schemas.openxmlformats.org/officeDocument/2006/relationships/slideLayout" Target="../slideLayouts/slideLayout258.xml"/><Relationship Id="rId74" Type="http://schemas.openxmlformats.org/officeDocument/2006/relationships/slideLayout" Target="../slideLayouts/slideLayout302.xml"/><Relationship Id="rId33" Type="http://schemas.openxmlformats.org/officeDocument/2006/relationships/slideLayout" Target="../slideLayouts/slideLayout261.xml"/><Relationship Id="rId77" Type="http://schemas.openxmlformats.org/officeDocument/2006/relationships/slideLayout" Target="../slideLayouts/slideLayout305.xml"/><Relationship Id="rId32" Type="http://schemas.openxmlformats.org/officeDocument/2006/relationships/slideLayout" Target="../slideLayouts/slideLayout260.xml"/><Relationship Id="rId76" Type="http://schemas.openxmlformats.org/officeDocument/2006/relationships/slideLayout" Target="../slideLayouts/slideLayout304.xml"/><Relationship Id="rId35" Type="http://schemas.openxmlformats.org/officeDocument/2006/relationships/slideLayout" Target="../slideLayouts/slideLayout263.xml"/><Relationship Id="rId79" Type="http://schemas.openxmlformats.org/officeDocument/2006/relationships/slideLayout" Target="../slideLayouts/slideLayout307.xml"/><Relationship Id="rId34" Type="http://schemas.openxmlformats.org/officeDocument/2006/relationships/slideLayout" Target="../slideLayouts/slideLayout262.xml"/><Relationship Id="rId78" Type="http://schemas.openxmlformats.org/officeDocument/2006/relationships/slideLayout" Target="../slideLayouts/slideLayout306.xml"/><Relationship Id="rId71" Type="http://schemas.openxmlformats.org/officeDocument/2006/relationships/slideLayout" Target="../slideLayouts/slideLayout299.xml"/><Relationship Id="rId70" Type="http://schemas.openxmlformats.org/officeDocument/2006/relationships/slideLayout" Target="../slideLayouts/slideLayout298.xml"/><Relationship Id="rId37" Type="http://schemas.openxmlformats.org/officeDocument/2006/relationships/slideLayout" Target="../slideLayouts/slideLayout265.xml"/><Relationship Id="rId36" Type="http://schemas.openxmlformats.org/officeDocument/2006/relationships/slideLayout" Target="../slideLayouts/slideLayout264.xml"/><Relationship Id="rId39" Type="http://schemas.openxmlformats.org/officeDocument/2006/relationships/slideLayout" Target="../slideLayouts/slideLayout267.xml"/><Relationship Id="rId38" Type="http://schemas.openxmlformats.org/officeDocument/2006/relationships/slideLayout" Target="../slideLayouts/slideLayout266.xml"/><Relationship Id="rId62" Type="http://schemas.openxmlformats.org/officeDocument/2006/relationships/slideLayout" Target="../slideLayouts/slideLayout290.xml"/><Relationship Id="rId61" Type="http://schemas.openxmlformats.org/officeDocument/2006/relationships/slideLayout" Target="../slideLayouts/slideLayout289.xml"/><Relationship Id="rId20" Type="http://schemas.openxmlformats.org/officeDocument/2006/relationships/slideLayout" Target="../slideLayouts/slideLayout248.xml"/><Relationship Id="rId64" Type="http://schemas.openxmlformats.org/officeDocument/2006/relationships/slideLayout" Target="../slideLayouts/slideLayout292.xml"/><Relationship Id="rId63" Type="http://schemas.openxmlformats.org/officeDocument/2006/relationships/slideLayout" Target="../slideLayouts/slideLayout291.xml"/><Relationship Id="rId22" Type="http://schemas.openxmlformats.org/officeDocument/2006/relationships/slideLayout" Target="../slideLayouts/slideLayout250.xml"/><Relationship Id="rId66" Type="http://schemas.openxmlformats.org/officeDocument/2006/relationships/slideLayout" Target="../slideLayouts/slideLayout294.xml"/><Relationship Id="rId21" Type="http://schemas.openxmlformats.org/officeDocument/2006/relationships/slideLayout" Target="../slideLayouts/slideLayout249.xml"/><Relationship Id="rId65" Type="http://schemas.openxmlformats.org/officeDocument/2006/relationships/slideLayout" Target="../slideLayouts/slideLayout293.xml"/><Relationship Id="rId24" Type="http://schemas.openxmlformats.org/officeDocument/2006/relationships/slideLayout" Target="../slideLayouts/slideLayout252.xml"/><Relationship Id="rId68" Type="http://schemas.openxmlformats.org/officeDocument/2006/relationships/slideLayout" Target="../slideLayouts/slideLayout296.xml"/><Relationship Id="rId23" Type="http://schemas.openxmlformats.org/officeDocument/2006/relationships/slideLayout" Target="../slideLayouts/slideLayout251.xml"/><Relationship Id="rId67" Type="http://schemas.openxmlformats.org/officeDocument/2006/relationships/slideLayout" Target="../slideLayouts/slideLayout295.xml"/><Relationship Id="rId60" Type="http://schemas.openxmlformats.org/officeDocument/2006/relationships/slideLayout" Target="../slideLayouts/slideLayout288.xml"/><Relationship Id="rId26" Type="http://schemas.openxmlformats.org/officeDocument/2006/relationships/slideLayout" Target="../slideLayouts/slideLayout254.xml"/><Relationship Id="rId25" Type="http://schemas.openxmlformats.org/officeDocument/2006/relationships/slideLayout" Target="../slideLayouts/slideLayout253.xml"/><Relationship Id="rId69" Type="http://schemas.openxmlformats.org/officeDocument/2006/relationships/slideLayout" Target="../slideLayouts/slideLayout297.xml"/><Relationship Id="rId28" Type="http://schemas.openxmlformats.org/officeDocument/2006/relationships/slideLayout" Target="../slideLayouts/slideLayout256.xml"/><Relationship Id="rId27" Type="http://schemas.openxmlformats.org/officeDocument/2006/relationships/slideLayout" Target="../slideLayouts/slideLayout255.xml"/><Relationship Id="rId29" Type="http://schemas.openxmlformats.org/officeDocument/2006/relationships/slideLayout" Target="../slideLayouts/slideLayout257.xml"/><Relationship Id="rId51" Type="http://schemas.openxmlformats.org/officeDocument/2006/relationships/slideLayout" Target="../slideLayouts/slideLayout279.xml"/><Relationship Id="rId95" Type="http://schemas.openxmlformats.org/officeDocument/2006/relationships/slideLayout" Target="../slideLayouts/slideLayout323.xml"/><Relationship Id="rId50" Type="http://schemas.openxmlformats.org/officeDocument/2006/relationships/slideLayout" Target="../slideLayouts/slideLayout278.xml"/><Relationship Id="rId94" Type="http://schemas.openxmlformats.org/officeDocument/2006/relationships/slideLayout" Target="../slideLayouts/slideLayout322.xml"/><Relationship Id="rId53" Type="http://schemas.openxmlformats.org/officeDocument/2006/relationships/slideLayout" Target="../slideLayouts/slideLayout281.xml"/><Relationship Id="rId52" Type="http://schemas.openxmlformats.org/officeDocument/2006/relationships/slideLayout" Target="../slideLayouts/slideLayout280.xml"/><Relationship Id="rId96" Type="http://schemas.openxmlformats.org/officeDocument/2006/relationships/theme" Target="../theme/theme1.xml"/><Relationship Id="rId11" Type="http://schemas.openxmlformats.org/officeDocument/2006/relationships/slideLayout" Target="../slideLayouts/slideLayout239.xml"/><Relationship Id="rId55" Type="http://schemas.openxmlformats.org/officeDocument/2006/relationships/slideLayout" Target="../slideLayouts/slideLayout283.xml"/><Relationship Id="rId10" Type="http://schemas.openxmlformats.org/officeDocument/2006/relationships/slideLayout" Target="../slideLayouts/slideLayout238.xml"/><Relationship Id="rId54" Type="http://schemas.openxmlformats.org/officeDocument/2006/relationships/slideLayout" Target="../slideLayouts/slideLayout282.xml"/><Relationship Id="rId13" Type="http://schemas.openxmlformats.org/officeDocument/2006/relationships/slideLayout" Target="../slideLayouts/slideLayout241.xml"/><Relationship Id="rId57" Type="http://schemas.openxmlformats.org/officeDocument/2006/relationships/slideLayout" Target="../slideLayouts/slideLayout285.xml"/><Relationship Id="rId12" Type="http://schemas.openxmlformats.org/officeDocument/2006/relationships/slideLayout" Target="../slideLayouts/slideLayout240.xml"/><Relationship Id="rId56" Type="http://schemas.openxmlformats.org/officeDocument/2006/relationships/slideLayout" Target="../slideLayouts/slideLayout284.xml"/><Relationship Id="rId91" Type="http://schemas.openxmlformats.org/officeDocument/2006/relationships/slideLayout" Target="../slideLayouts/slideLayout319.xml"/><Relationship Id="rId90" Type="http://schemas.openxmlformats.org/officeDocument/2006/relationships/slideLayout" Target="../slideLayouts/slideLayout318.xml"/><Relationship Id="rId93" Type="http://schemas.openxmlformats.org/officeDocument/2006/relationships/slideLayout" Target="../slideLayouts/slideLayout321.xml"/><Relationship Id="rId92" Type="http://schemas.openxmlformats.org/officeDocument/2006/relationships/slideLayout" Target="../slideLayouts/slideLayout320.xml"/><Relationship Id="rId15" Type="http://schemas.openxmlformats.org/officeDocument/2006/relationships/slideLayout" Target="../slideLayouts/slideLayout243.xml"/><Relationship Id="rId59" Type="http://schemas.openxmlformats.org/officeDocument/2006/relationships/slideLayout" Target="../slideLayouts/slideLayout287.xml"/><Relationship Id="rId14" Type="http://schemas.openxmlformats.org/officeDocument/2006/relationships/slideLayout" Target="../slideLayouts/slideLayout242.xml"/><Relationship Id="rId58" Type="http://schemas.openxmlformats.org/officeDocument/2006/relationships/slideLayout" Target="../slideLayouts/slideLayout286.xml"/><Relationship Id="rId17" Type="http://schemas.openxmlformats.org/officeDocument/2006/relationships/slideLayout" Target="../slideLayouts/slideLayout245.xml"/><Relationship Id="rId16" Type="http://schemas.openxmlformats.org/officeDocument/2006/relationships/slideLayout" Target="../slideLayouts/slideLayout244.xml"/><Relationship Id="rId19" Type="http://schemas.openxmlformats.org/officeDocument/2006/relationships/slideLayout" Target="../slideLayouts/slideLayout247.xml"/><Relationship Id="rId18" Type="http://schemas.openxmlformats.org/officeDocument/2006/relationships/slideLayout" Target="../slideLayouts/slideLayout246.xml"/></Relationships>
</file>

<file path=ppt/slideMasters/_rels/slideMaster5.xml.rels><?xml version="1.0" encoding="UTF-8" standalone="yes"?><Relationships xmlns="http://schemas.openxmlformats.org/package/2006/relationships"><Relationship Id="rId40" Type="http://schemas.openxmlformats.org/officeDocument/2006/relationships/slideLayout" Target="../slideLayouts/slideLayout363.xml"/><Relationship Id="rId42" Type="http://schemas.openxmlformats.org/officeDocument/2006/relationships/slideLayout" Target="../slideLayouts/slideLayout365.xml"/><Relationship Id="rId41" Type="http://schemas.openxmlformats.org/officeDocument/2006/relationships/slideLayout" Target="../slideLayouts/slideLayout364.xml"/><Relationship Id="rId44" Type="http://schemas.openxmlformats.org/officeDocument/2006/relationships/slideLayout" Target="../slideLayouts/slideLayout367.xml"/><Relationship Id="rId43" Type="http://schemas.openxmlformats.org/officeDocument/2006/relationships/slideLayout" Target="../slideLayouts/slideLayout366.xml"/><Relationship Id="rId46" Type="http://schemas.openxmlformats.org/officeDocument/2006/relationships/slideLayout" Target="../slideLayouts/slideLayout369.xml"/><Relationship Id="rId45" Type="http://schemas.openxmlformats.org/officeDocument/2006/relationships/slideLayout" Target="../slideLayouts/slideLayout368.xml"/><Relationship Id="rId48" Type="http://schemas.openxmlformats.org/officeDocument/2006/relationships/slideLayout" Target="../slideLayouts/slideLayout371.xml"/><Relationship Id="rId47" Type="http://schemas.openxmlformats.org/officeDocument/2006/relationships/slideLayout" Target="../slideLayouts/slideLayout370.xml"/><Relationship Id="rId49" Type="http://schemas.openxmlformats.org/officeDocument/2006/relationships/slideLayout" Target="../slideLayouts/slideLayout372.xml"/><Relationship Id="rId31" Type="http://schemas.openxmlformats.org/officeDocument/2006/relationships/slideLayout" Target="../slideLayouts/slideLayout354.xml"/><Relationship Id="rId30" Type="http://schemas.openxmlformats.org/officeDocument/2006/relationships/slideLayout" Target="../slideLayouts/slideLayout353.xml"/><Relationship Id="rId33" Type="http://schemas.openxmlformats.org/officeDocument/2006/relationships/slideLayout" Target="../slideLayouts/slideLayout356.xml"/><Relationship Id="rId32" Type="http://schemas.openxmlformats.org/officeDocument/2006/relationships/slideLayout" Target="../slideLayouts/slideLayout355.xml"/><Relationship Id="rId35" Type="http://schemas.openxmlformats.org/officeDocument/2006/relationships/slideLayout" Target="../slideLayouts/slideLayout358.xml"/><Relationship Id="rId34" Type="http://schemas.openxmlformats.org/officeDocument/2006/relationships/slideLayout" Target="../slideLayouts/slideLayout357.xml"/><Relationship Id="rId37" Type="http://schemas.openxmlformats.org/officeDocument/2006/relationships/slideLayout" Target="../slideLayouts/slideLayout360.xml"/><Relationship Id="rId36" Type="http://schemas.openxmlformats.org/officeDocument/2006/relationships/slideLayout" Target="../slideLayouts/slideLayout359.xml"/><Relationship Id="rId39" Type="http://schemas.openxmlformats.org/officeDocument/2006/relationships/slideLayout" Target="../slideLayouts/slideLayout362.xml"/><Relationship Id="rId38" Type="http://schemas.openxmlformats.org/officeDocument/2006/relationships/slideLayout" Target="../slideLayouts/slideLayout361.xml"/><Relationship Id="rId20" Type="http://schemas.openxmlformats.org/officeDocument/2006/relationships/slideLayout" Target="../slideLayouts/slideLayout343.xml"/><Relationship Id="rId22" Type="http://schemas.openxmlformats.org/officeDocument/2006/relationships/slideLayout" Target="../slideLayouts/slideLayout345.xml"/><Relationship Id="rId21" Type="http://schemas.openxmlformats.org/officeDocument/2006/relationships/slideLayout" Target="../slideLayouts/slideLayout344.xml"/><Relationship Id="rId24" Type="http://schemas.openxmlformats.org/officeDocument/2006/relationships/slideLayout" Target="../slideLayouts/slideLayout347.xml"/><Relationship Id="rId23" Type="http://schemas.openxmlformats.org/officeDocument/2006/relationships/slideLayout" Target="../slideLayouts/slideLayout346.xml"/><Relationship Id="rId26" Type="http://schemas.openxmlformats.org/officeDocument/2006/relationships/slideLayout" Target="../slideLayouts/slideLayout349.xml"/><Relationship Id="rId25" Type="http://schemas.openxmlformats.org/officeDocument/2006/relationships/slideLayout" Target="../slideLayouts/slideLayout348.xml"/><Relationship Id="rId28" Type="http://schemas.openxmlformats.org/officeDocument/2006/relationships/slideLayout" Target="../slideLayouts/slideLayout351.xml"/><Relationship Id="rId27" Type="http://schemas.openxmlformats.org/officeDocument/2006/relationships/slideLayout" Target="../slideLayouts/slideLayout350.xml"/><Relationship Id="rId29" Type="http://schemas.openxmlformats.org/officeDocument/2006/relationships/slideLayout" Target="../slideLayouts/slideLayout352.xml"/><Relationship Id="rId95" Type="http://schemas.openxmlformats.org/officeDocument/2006/relationships/slideLayout" Target="../slideLayouts/slideLayout418.xml"/><Relationship Id="rId94" Type="http://schemas.openxmlformats.org/officeDocument/2006/relationships/slideLayout" Target="../slideLayouts/slideLayout417.xml"/><Relationship Id="rId97" Type="http://schemas.openxmlformats.org/officeDocument/2006/relationships/slideLayout" Target="../slideLayouts/slideLayout420.xml"/><Relationship Id="rId96" Type="http://schemas.openxmlformats.org/officeDocument/2006/relationships/slideLayout" Target="../slideLayouts/slideLayout419.xml"/><Relationship Id="rId11" Type="http://schemas.openxmlformats.org/officeDocument/2006/relationships/slideLayout" Target="../slideLayouts/slideLayout334.xml"/><Relationship Id="rId10" Type="http://schemas.openxmlformats.org/officeDocument/2006/relationships/slideLayout" Target="../slideLayouts/slideLayout333.xml"/><Relationship Id="rId98" Type="http://schemas.openxmlformats.org/officeDocument/2006/relationships/theme" Target="../theme/theme7.xml"/><Relationship Id="rId13" Type="http://schemas.openxmlformats.org/officeDocument/2006/relationships/slideLayout" Target="../slideLayouts/slideLayout336.xml"/><Relationship Id="rId12" Type="http://schemas.openxmlformats.org/officeDocument/2006/relationships/slideLayout" Target="../slideLayouts/slideLayout335.xml"/><Relationship Id="rId91" Type="http://schemas.openxmlformats.org/officeDocument/2006/relationships/slideLayout" Target="../slideLayouts/slideLayout414.xml"/><Relationship Id="rId90" Type="http://schemas.openxmlformats.org/officeDocument/2006/relationships/slideLayout" Target="../slideLayouts/slideLayout413.xml"/><Relationship Id="rId93" Type="http://schemas.openxmlformats.org/officeDocument/2006/relationships/slideLayout" Target="../slideLayouts/slideLayout416.xml"/><Relationship Id="rId92" Type="http://schemas.openxmlformats.org/officeDocument/2006/relationships/slideLayout" Target="../slideLayouts/slideLayout415.xml"/><Relationship Id="rId15" Type="http://schemas.openxmlformats.org/officeDocument/2006/relationships/slideLayout" Target="../slideLayouts/slideLayout338.xml"/><Relationship Id="rId14" Type="http://schemas.openxmlformats.org/officeDocument/2006/relationships/slideLayout" Target="../slideLayouts/slideLayout337.xml"/><Relationship Id="rId17" Type="http://schemas.openxmlformats.org/officeDocument/2006/relationships/slideLayout" Target="../slideLayouts/slideLayout340.xml"/><Relationship Id="rId16" Type="http://schemas.openxmlformats.org/officeDocument/2006/relationships/slideLayout" Target="../slideLayouts/slideLayout339.xml"/><Relationship Id="rId19" Type="http://schemas.openxmlformats.org/officeDocument/2006/relationships/slideLayout" Target="../slideLayouts/slideLayout342.xml"/><Relationship Id="rId18" Type="http://schemas.openxmlformats.org/officeDocument/2006/relationships/slideLayout" Target="../slideLayouts/slideLayout341.xml"/><Relationship Id="rId84" Type="http://schemas.openxmlformats.org/officeDocument/2006/relationships/slideLayout" Target="../slideLayouts/slideLayout407.xml"/><Relationship Id="rId83" Type="http://schemas.openxmlformats.org/officeDocument/2006/relationships/slideLayout" Target="../slideLayouts/slideLayout406.xml"/><Relationship Id="rId86" Type="http://schemas.openxmlformats.org/officeDocument/2006/relationships/slideLayout" Target="../slideLayouts/slideLayout409.xml"/><Relationship Id="rId85" Type="http://schemas.openxmlformats.org/officeDocument/2006/relationships/slideLayout" Target="../slideLayouts/slideLayout408.xml"/><Relationship Id="rId88" Type="http://schemas.openxmlformats.org/officeDocument/2006/relationships/slideLayout" Target="../slideLayouts/slideLayout411.xml"/><Relationship Id="rId87" Type="http://schemas.openxmlformats.org/officeDocument/2006/relationships/slideLayout" Target="../slideLayouts/slideLayout410.xml"/><Relationship Id="rId89" Type="http://schemas.openxmlformats.org/officeDocument/2006/relationships/slideLayout" Target="../slideLayouts/slideLayout412.xml"/><Relationship Id="rId80" Type="http://schemas.openxmlformats.org/officeDocument/2006/relationships/slideLayout" Target="../slideLayouts/slideLayout403.xml"/><Relationship Id="rId82" Type="http://schemas.openxmlformats.org/officeDocument/2006/relationships/slideLayout" Target="../slideLayouts/slideLayout405.xml"/><Relationship Id="rId81" Type="http://schemas.openxmlformats.org/officeDocument/2006/relationships/slideLayout" Target="../slideLayouts/slideLayout404.xml"/><Relationship Id="rId1" Type="http://schemas.openxmlformats.org/officeDocument/2006/relationships/slideLayout" Target="../slideLayouts/slideLayout324.xml"/><Relationship Id="rId2" Type="http://schemas.openxmlformats.org/officeDocument/2006/relationships/slideLayout" Target="../slideLayouts/slideLayout325.xml"/><Relationship Id="rId3" Type="http://schemas.openxmlformats.org/officeDocument/2006/relationships/slideLayout" Target="../slideLayouts/slideLayout326.xml"/><Relationship Id="rId4" Type="http://schemas.openxmlformats.org/officeDocument/2006/relationships/slideLayout" Target="../slideLayouts/slideLayout327.xml"/><Relationship Id="rId9" Type="http://schemas.openxmlformats.org/officeDocument/2006/relationships/slideLayout" Target="../slideLayouts/slideLayout332.xml"/><Relationship Id="rId5" Type="http://schemas.openxmlformats.org/officeDocument/2006/relationships/slideLayout" Target="../slideLayouts/slideLayout328.xml"/><Relationship Id="rId6" Type="http://schemas.openxmlformats.org/officeDocument/2006/relationships/slideLayout" Target="../slideLayouts/slideLayout329.xml"/><Relationship Id="rId7" Type="http://schemas.openxmlformats.org/officeDocument/2006/relationships/slideLayout" Target="../slideLayouts/slideLayout330.xml"/><Relationship Id="rId8" Type="http://schemas.openxmlformats.org/officeDocument/2006/relationships/slideLayout" Target="../slideLayouts/slideLayout331.xml"/><Relationship Id="rId73" Type="http://schemas.openxmlformats.org/officeDocument/2006/relationships/slideLayout" Target="../slideLayouts/slideLayout396.xml"/><Relationship Id="rId72" Type="http://schemas.openxmlformats.org/officeDocument/2006/relationships/slideLayout" Target="../slideLayouts/slideLayout395.xml"/><Relationship Id="rId75" Type="http://schemas.openxmlformats.org/officeDocument/2006/relationships/slideLayout" Target="../slideLayouts/slideLayout398.xml"/><Relationship Id="rId74" Type="http://schemas.openxmlformats.org/officeDocument/2006/relationships/slideLayout" Target="../slideLayouts/slideLayout397.xml"/><Relationship Id="rId77" Type="http://schemas.openxmlformats.org/officeDocument/2006/relationships/slideLayout" Target="../slideLayouts/slideLayout400.xml"/><Relationship Id="rId76" Type="http://schemas.openxmlformats.org/officeDocument/2006/relationships/slideLayout" Target="../slideLayouts/slideLayout399.xml"/><Relationship Id="rId79" Type="http://schemas.openxmlformats.org/officeDocument/2006/relationships/slideLayout" Target="../slideLayouts/slideLayout402.xml"/><Relationship Id="rId78" Type="http://schemas.openxmlformats.org/officeDocument/2006/relationships/slideLayout" Target="../slideLayouts/slideLayout401.xml"/><Relationship Id="rId71" Type="http://schemas.openxmlformats.org/officeDocument/2006/relationships/slideLayout" Target="../slideLayouts/slideLayout394.xml"/><Relationship Id="rId70" Type="http://schemas.openxmlformats.org/officeDocument/2006/relationships/slideLayout" Target="../slideLayouts/slideLayout393.xml"/><Relationship Id="rId62" Type="http://schemas.openxmlformats.org/officeDocument/2006/relationships/slideLayout" Target="../slideLayouts/slideLayout385.xml"/><Relationship Id="rId61" Type="http://schemas.openxmlformats.org/officeDocument/2006/relationships/slideLayout" Target="../slideLayouts/slideLayout384.xml"/><Relationship Id="rId64" Type="http://schemas.openxmlformats.org/officeDocument/2006/relationships/slideLayout" Target="../slideLayouts/slideLayout387.xml"/><Relationship Id="rId63" Type="http://schemas.openxmlformats.org/officeDocument/2006/relationships/slideLayout" Target="../slideLayouts/slideLayout386.xml"/><Relationship Id="rId66" Type="http://schemas.openxmlformats.org/officeDocument/2006/relationships/slideLayout" Target="../slideLayouts/slideLayout389.xml"/><Relationship Id="rId65" Type="http://schemas.openxmlformats.org/officeDocument/2006/relationships/slideLayout" Target="../slideLayouts/slideLayout388.xml"/><Relationship Id="rId68" Type="http://schemas.openxmlformats.org/officeDocument/2006/relationships/slideLayout" Target="../slideLayouts/slideLayout391.xml"/><Relationship Id="rId67" Type="http://schemas.openxmlformats.org/officeDocument/2006/relationships/slideLayout" Target="../slideLayouts/slideLayout390.xml"/><Relationship Id="rId60" Type="http://schemas.openxmlformats.org/officeDocument/2006/relationships/slideLayout" Target="../slideLayouts/slideLayout383.xml"/><Relationship Id="rId69" Type="http://schemas.openxmlformats.org/officeDocument/2006/relationships/slideLayout" Target="../slideLayouts/slideLayout392.xml"/><Relationship Id="rId51" Type="http://schemas.openxmlformats.org/officeDocument/2006/relationships/slideLayout" Target="../slideLayouts/slideLayout374.xml"/><Relationship Id="rId50" Type="http://schemas.openxmlformats.org/officeDocument/2006/relationships/slideLayout" Target="../slideLayouts/slideLayout373.xml"/><Relationship Id="rId53" Type="http://schemas.openxmlformats.org/officeDocument/2006/relationships/slideLayout" Target="../slideLayouts/slideLayout376.xml"/><Relationship Id="rId52" Type="http://schemas.openxmlformats.org/officeDocument/2006/relationships/slideLayout" Target="../slideLayouts/slideLayout375.xml"/><Relationship Id="rId55" Type="http://schemas.openxmlformats.org/officeDocument/2006/relationships/slideLayout" Target="../slideLayouts/slideLayout378.xml"/><Relationship Id="rId54" Type="http://schemas.openxmlformats.org/officeDocument/2006/relationships/slideLayout" Target="../slideLayouts/slideLayout377.xml"/><Relationship Id="rId57" Type="http://schemas.openxmlformats.org/officeDocument/2006/relationships/slideLayout" Target="../slideLayouts/slideLayout380.xml"/><Relationship Id="rId56" Type="http://schemas.openxmlformats.org/officeDocument/2006/relationships/slideLayout" Target="../slideLayouts/slideLayout379.xml"/><Relationship Id="rId59" Type="http://schemas.openxmlformats.org/officeDocument/2006/relationships/slideLayout" Target="../slideLayouts/slideLayout382.xml"/><Relationship Id="rId58" Type="http://schemas.openxmlformats.org/officeDocument/2006/relationships/slideLayout" Target="../slideLayouts/slideLayout381.xml"/></Relationships>
</file>

<file path=ppt/slideMasters/_rels/slideMaster6.xml.rels><?xml version="1.0" encoding="UTF-8" standalone="yes"?><Relationships xmlns="http://schemas.openxmlformats.org/package/2006/relationships"><Relationship Id="rId40" Type="http://schemas.openxmlformats.org/officeDocument/2006/relationships/slideLayout" Target="../slideLayouts/slideLayout460.xml"/><Relationship Id="rId42" Type="http://schemas.openxmlformats.org/officeDocument/2006/relationships/slideLayout" Target="../slideLayouts/slideLayout462.xml"/><Relationship Id="rId41" Type="http://schemas.openxmlformats.org/officeDocument/2006/relationships/slideLayout" Target="../slideLayouts/slideLayout461.xml"/><Relationship Id="rId44" Type="http://schemas.openxmlformats.org/officeDocument/2006/relationships/slideLayout" Target="../slideLayouts/slideLayout464.xml"/><Relationship Id="rId43" Type="http://schemas.openxmlformats.org/officeDocument/2006/relationships/slideLayout" Target="../slideLayouts/slideLayout463.xml"/><Relationship Id="rId46" Type="http://schemas.openxmlformats.org/officeDocument/2006/relationships/slideLayout" Target="../slideLayouts/slideLayout466.xml"/><Relationship Id="rId45" Type="http://schemas.openxmlformats.org/officeDocument/2006/relationships/slideLayout" Target="../slideLayouts/slideLayout465.xml"/><Relationship Id="rId48" Type="http://schemas.openxmlformats.org/officeDocument/2006/relationships/slideLayout" Target="../slideLayouts/slideLayout468.xml"/><Relationship Id="rId47" Type="http://schemas.openxmlformats.org/officeDocument/2006/relationships/slideLayout" Target="../slideLayouts/slideLayout467.xml"/><Relationship Id="rId49" Type="http://schemas.openxmlformats.org/officeDocument/2006/relationships/slideLayout" Target="../slideLayouts/slideLayout469.xml"/><Relationship Id="rId31" Type="http://schemas.openxmlformats.org/officeDocument/2006/relationships/slideLayout" Target="../slideLayouts/slideLayout451.xml"/><Relationship Id="rId30" Type="http://schemas.openxmlformats.org/officeDocument/2006/relationships/slideLayout" Target="../slideLayouts/slideLayout450.xml"/><Relationship Id="rId33" Type="http://schemas.openxmlformats.org/officeDocument/2006/relationships/slideLayout" Target="../slideLayouts/slideLayout453.xml"/><Relationship Id="rId32" Type="http://schemas.openxmlformats.org/officeDocument/2006/relationships/slideLayout" Target="../slideLayouts/slideLayout452.xml"/><Relationship Id="rId35" Type="http://schemas.openxmlformats.org/officeDocument/2006/relationships/slideLayout" Target="../slideLayouts/slideLayout455.xml"/><Relationship Id="rId34" Type="http://schemas.openxmlformats.org/officeDocument/2006/relationships/slideLayout" Target="../slideLayouts/slideLayout454.xml"/><Relationship Id="rId37" Type="http://schemas.openxmlformats.org/officeDocument/2006/relationships/slideLayout" Target="../slideLayouts/slideLayout457.xml"/><Relationship Id="rId36" Type="http://schemas.openxmlformats.org/officeDocument/2006/relationships/slideLayout" Target="../slideLayouts/slideLayout456.xml"/><Relationship Id="rId39" Type="http://schemas.openxmlformats.org/officeDocument/2006/relationships/slideLayout" Target="../slideLayouts/slideLayout459.xml"/><Relationship Id="rId38" Type="http://schemas.openxmlformats.org/officeDocument/2006/relationships/slideLayout" Target="../slideLayouts/slideLayout458.xml"/><Relationship Id="rId20" Type="http://schemas.openxmlformats.org/officeDocument/2006/relationships/slideLayout" Target="../slideLayouts/slideLayout440.xml"/><Relationship Id="rId22" Type="http://schemas.openxmlformats.org/officeDocument/2006/relationships/slideLayout" Target="../slideLayouts/slideLayout442.xml"/><Relationship Id="rId21" Type="http://schemas.openxmlformats.org/officeDocument/2006/relationships/slideLayout" Target="../slideLayouts/slideLayout441.xml"/><Relationship Id="rId24" Type="http://schemas.openxmlformats.org/officeDocument/2006/relationships/slideLayout" Target="../slideLayouts/slideLayout444.xml"/><Relationship Id="rId23" Type="http://schemas.openxmlformats.org/officeDocument/2006/relationships/slideLayout" Target="../slideLayouts/slideLayout443.xml"/><Relationship Id="rId26" Type="http://schemas.openxmlformats.org/officeDocument/2006/relationships/slideLayout" Target="../slideLayouts/slideLayout446.xml"/><Relationship Id="rId25" Type="http://schemas.openxmlformats.org/officeDocument/2006/relationships/slideLayout" Target="../slideLayouts/slideLayout445.xml"/><Relationship Id="rId28" Type="http://schemas.openxmlformats.org/officeDocument/2006/relationships/slideLayout" Target="../slideLayouts/slideLayout448.xml"/><Relationship Id="rId27" Type="http://schemas.openxmlformats.org/officeDocument/2006/relationships/slideLayout" Target="../slideLayouts/slideLayout447.xml"/><Relationship Id="rId29" Type="http://schemas.openxmlformats.org/officeDocument/2006/relationships/slideLayout" Target="../slideLayouts/slideLayout449.xml"/><Relationship Id="rId11" Type="http://schemas.openxmlformats.org/officeDocument/2006/relationships/slideLayout" Target="../slideLayouts/slideLayout431.xml"/><Relationship Id="rId10" Type="http://schemas.openxmlformats.org/officeDocument/2006/relationships/slideLayout" Target="../slideLayouts/slideLayout430.xml"/><Relationship Id="rId13" Type="http://schemas.openxmlformats.org/officeDocument/2006/relationships/slideLayout" Target="../slideLayouts/slideLayout433.xml"/><Relationship Id="rId12" Type="http://schemas.openxmlformats.org/officeDocument/2006/relationships/slideLayout" Target="../slideLayouts/slideLayout432.xml"/><Relationship Id="rId15" Type="http://schemas.openxmlformats.org/officeDocument/2006/relationships/slideLayout" Target="../slideLayouts/slideLayout435.xml"/><Relationship Id="rId14" Type="http://schemas.openxmlformats.org/officeDocument/2006/relationships/slideLayout" Target="../slideLayouts/slideLayout434.xml"/><Relationship Id="rId17" Type="http://schemas.openxmlformats.org/officeDocument/2006/relationships/slideLayout" Target="../slideLayouts/slideLayout437.xml"/><Relationship Id="rId16" Type="http://schemas.openxmlformats.org/officeDocument/2006/relationships/slideLayout" Target="../slideLayouts/slideLayout436.xml"/><Relationship Id="rId19" Type="http://schemas.openxmlformats.org/officeDocument/2006/relationships/slideLayout" Target="../slideLayouts/slideLayout439.xml"/><Relationship Id="rId18" Type="http://schemas.openxmlformats.org/officeDocument/2006/relationships/slideLayout" Target="../slideLayouts/slideLayout438.xml"/><Relationship Id="rId84" Type="http://schemas.openxmlformats.org/officeDocument/2006/relationships/slideLayout" Target="../slideLayouts/slideLayout504.xml"/><Relationship Id="rId83" Type="http://schemas.openxmlformats.org/officeDocument/2006/relationships/slideLayout" Target="../slideLayouts/slideLayout503.xml"/><Relationship Id="rId86" Type="http://schemas.openxmlformats.org/officeDocument/2006/relationships/slideLayout" Target="../slideLayouts/slideLayout506.xml"/><Relationship Id="rId85" Type="http://schemas.openxmlformats.org/officeDocument/2006/relationships/slideLayout" Target="../slideLayouts/slideLayout505.xml"/><Relationship Id="rId88" Type="http://schemas.openxmlformats.org/officeDocument/2006/relationships/slideLayout" Target="../slideLayouts/slideLayout508.xml"/><Relationship Id="rId87" Type="http://schemas.openxmlformats.org/officeDocument/2006/relationships/slideLayout" Target="../slideLayouts/slideLayout507.xml"/><Relationship Id="rId89" Type="http://schemas.openxmlformats.org/officeDocument/2006/relationships/theme" Target="../theme/theme5.xml"/><Relationship Id="rId80" Type="http://schemas.openxmlformats.org/officeDocument/2006/relationships/slideLayout" Target="../slideLayouts/slideLayout500.xml"/><Relationship Id="rId82" Type="http://schemas.openxmlformats.org/officeDocument/2006/relationships/slideLayout" Target="../slideLayouts/slideLayout502.xml"/><Relationship Id="rId81" Type="http://schemas.openxmlformats.org/officeDocument/2006/relationships/slideLayout" Target="../slideLayouts/slideLayout501.xml"/><Relationship Id="rId1" Type="http://schemas.openxmlformats.org/officeDocument/2006/relationships/slideLayout" Target="../slideLayouts/slideLayout421.xml"/><Relationship Id="rId2" Type="http://schemas.openxmlformats.org/officeDocument/2006/relationships/slideLayout" Target="../slideLayouts/slideLayout422.xml"/><Relationship Id="rId3" Type="http://schemas.openxmlformats.org/officeDocument/2006/relationships/slideLayout" Target="../slideLayouts/slideLayout423.xml"/><Relationship Id="rId4" Type="http://schemas.openxmlformats.org/officeDocument/2006/relationships/slideLayout" Target="../slideLayouts/slideLayout424.xml"/><Relationship Id="rId9" Type="http://schemas.openxmlformats.org/officeDocument/2006/relationships/slideLayout" Target="../slideLayouts/slideLayout429.xml"/><Relationship Id="rId5" Type="http://schemas.openxmlformats.org/officeDocument/2006/relationships/slideLayout" Target="../slideLayouts/slideLayout425.xml"/><Relationship Id="rId6" Type="http://schemas.openxmlformats.org/officeDocument/2006/relationships/slideLayout" Target="../slideLayouts/slideLayout426.xml"/><Relationship Id="rId7" Type="http://schemas.openxmlformats.org/officeDocument/2006/relationships/slideLayout" Target="../slideLayouts/slideLayout427.xml"/><Relationship Id="rId8" Type="http://schemas.openxmlformats.org/officeDocument/2006/relationships/slideLayout" Target="../slideLayouts/slideLayout428.xml"/><Relationship Id="rId73" Type="http://schemas.openxmlformats.org/officeDocument/2006/relationships/slideLayout" Target="../slideLayouts/slideLayout493.xml"/><Relationship Id="rId72" Type="http://schemas.openxmlformats.org/officeDocument/2006/relationships/slideLayout" Target="../slideLayouts/slideLayout492.xml"/><Relationship Id="rId75" Type="http://schemas.openxmlformats.org/officeDocument/2006/relationships/slideLayout" Target="../slideLayouts/slideLayout495.xml"/><Relationship Id="rId74" Type="http://schemas.openxmlformats.org/officeDocument/2006/relationships/slideLayout" Target="../slideLayouts/slideLayout494.xml"/><Relationship Id="rId77" Type="http://schemas.openxmlformats.org/officeDocument/2006/relationships/slideLayout" Target="../slideLayouts/slideLayout497.xml"/><Relationship Id="rId76" Type="http://schemas.openxmlformats.org/officeDocument/2006/relationships/slideLayout" Target="../slideLayouts/slideLayout496.xml"/><Relationship Id="rId79" Type="http://schemas.openxmlformats.org/officeDocument/2006/relationships/slideLayout" Target="../slideLayouts/slideLayout499.xml"/><Relationship Id="rId78" Type="http://schemas.openxmlformats.org/officeDocument/2006/relationships/slideLayout" Target="../slideLayouts/slideLayout498.xml"/><Relationship Id="rId71" Type="http://schemas.openxmlformats.org/officeDocument/2006/relationships/slideLayout" Target="../slideLayouts/slideLayout491.xml"/><Relationship Id="rId70" Type="http://schemas.openxmlformats.org/officeDocument/2006/relationships/slideLayout" Target="../slideLayouts/slideLayout490.xml"/><Relationship Id="rId62" Type="http://schemas.openxmlformats.org/officeDocument/2006/relationships/slideLayout" Target="../slideLayouts/slideLayout482.xml"/><Relationship Id="rId61" Type="http://schemas.openxmlformats.org/officeDocument/2006/relationships/slideLayout" Target="../slideLayouts/slideLayout481.xml"/><Relationship Id="rId64" Type="http://schemas.openxmlformats.org/officeDocument/2006/relationships/slideLayout" Target="../slideLayouts/slideLayout484.xml"/><Relationship Id="rId63" Type="http://schemas.openxmlformats.org/officeDocument/2006/relationships/slideLayout" Target="../slideLayouts/slideLayout483.xml"/><Relationship Id="rId66" Type="http://schemas.openxmlformats.org/officeDocument/2006/relationships/slideLayout" Target="../slideLayouts/slideLayout486.xml"/><Relationship Id="rId65" Type="http://schemas.openxmlformats.org/officeDocument/2006/relationships/slideLayout" Target="../slideLayouts/slideLayout485.xml"/><Relationship Id="rId68" Type="http://schemas.openxmlformats.org/officeDocument/2006/relationships/slideLayout" Target="../slideLayouts/slideLayout488.xml"/><Relationship Id="rId67" Type="http://schemas.openxmlformats.org/officeDocument/2006/relationships/slideLayout" Target="../slideLayouts/slideLayout487.xml"/><Relationship Id="rId60" Type="http://schemas.openxmlformats.org/officeDocument/2006/relationships/slideLayout" Target="../slideLayouts/slideLayout480.xml"/><Relationship Id="rId69" Type="http://schemas.openxmlformats.org/officeDocument/2006/relationships/slideLayout" Target="../slideLayouts/slideLayout489.xml"/><Relationship Id="rId51" Type="http://schemas.openxmlformats.org/officeDocument/2006/relationships/slideLayout" Target="../slideLayouts/slideLayout471.xml"/><Relationship Id="rId50" Type="http://schemas.openxmlformats.org/officeDocument/2006/relationships/slideLayout" Target="../slideLayouts/slideLayout470.xml"/><Relationship Id="rId53" Type="http://schemas.openxmlformats.org/officeDocument/2006/relationships/slideLayout" Target="../slideLayouts/slideLayout473.xml"/><Relationship Id="rId52" Type="http://schemas.openxmlformats.org/officeDocument/2006/relationships/slideLayout" Target="../slideLayouts/slideLayout472.xml"/><Relationship Id="rId55" Type="http://schemas.openxmlformats.org/officeDocument/2006/relationships/slideLayout" Target="../slideLayouts/slideLayout475.xml"/><Relationship Id="rId54" Type="http://schemas.openxmlformats.org/officeDocument/2006/relationships/slideLayout" Target="../slideLayouts/slideLayout474.xml"/><Relationship Id="rId57" Type="http://schemas.openxmlformats.org/officeDocument/2006/relationships/slideLayout" Target="../slideLayouts/slideLayout477.xml"/><Relationship Id="rId56" Type="http://schemas.openxmlformats.org/officeDocument/2006/relationships/slideLayout" Target="../slideLayouts/slideLayout476.xml"/><Relationship Id="rId59" Type="http://schemas.openxmlformats.org/officeDocument/2006/relationships/slideLayout" Target="../slideLayouts/slideLayout479.xml"/><Relationship Id="rId58" Type="http://schemas.openxmlformats.org/officeDocument/2006/relationships/slideLayout" Target="../slideLayouts/slideLayout47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9pPr>
          </a:lstStyle>
          <a:p/>
        </p:txBody>
      </p:sp>
      <p:sp>
        <p:nvSpPr>
          <p:cNvPr id="7" name="Google Shape;7;p1"/>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49" name="Shape 349"/>
        <p:cNvGrpSpPr/>
        <p:nvPr/>
      </p:nvGrpSpPr>
      <p:grpSpPr>
        <a:xfrm>
          <a:off x="0" y="0"/>
          <a:ext cx="0" cy="0"/>
          <a:chOff x="0" y="0"/>
          <a:chExt cx="0" cy="0"/>
        </a:xfrm>
      </p:grpSpPr>
      <p:sp>
        <p:nvSpPr>
          <p:cNvPr id="350" name="Google Shape;350;p80"/>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351" name="Google Shape;351;p80"/>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 id="2147483757" r:id="rId32"/>
    <p:sldLayoutId id="2147483758" r:id="rId33"/>
    <p:sldLayoutId id="2147483759" r:id="rId34"/>
    <p:sldLayoutId id="2147483760" r:id="rId35"/>
    <p:sldLayoutId id="2147483761" r:id="rId36"/>
    <p:sldLayoutId id="2147483762" r:id="rId37"/>
    <p:sldLayoutId id="2147483763" r:id="rId38"/>
    <p:sldLayoutId id="2147483764" r:id="rId39"/>
    <p:sldLayoutId id="2147483765" r:id="rId40"/>
    <p:sldLayoutId id="2147483766" r:id="rId41"/>
    <p:sldLayoutId id="2147483767" r:id="rId42"/>
    <p:sldLayoutId id="2147483768" r:id="rId43"/>
    <p:sldLayoutId id="2147483769" r:id="rId44"/>
    <p:sldLayoutId id="2147483770" r:id="rId45"/>
    <p:sldLayoutId id="2147483771" r:id="rId46"/>
    <p:sldLayoutId id="2147483772" r:id="rId47"/>
    <p:sldLayoutId id="2147483773" r:id="rId48"/>
    <p:sldLayoutId id="2147483774" r:id="rId49"/>
    <p:sldLayoutId id="2147483775" r:id="rId50"/>
    <p:sldLayoutId id="2147483776" r:id="rId51"/>
    <p:sldLayoutId id="2147483777" r:id="rId52"/>
    <p:sldLayoutId id="2147483778" r:id="rId53"/>
    <p:sldLayoutId id="2147483779" r:id="rId54"/>
    <p:sldLayoutId id="2147483780" r:id="rId55"/>
    <p:sldLayoutId id="2147483781" r:id="rId56"/>
    <p:sldLayoutId id="2147483782" r:id="rId57"/>
    <p:sldLayoutId id="2147483783" r:id="rId58"/>
    <p:sldLayoutId id="2147483784" r:id="rId59"/>
    <p:sldLayoutId id="2147483785" r:id="rId60"/>
    <p:sldLayoutId id="2147483786" r:id="rId61"/>
    <p:sldLayoutId id="2147483787" r:id="rId62"/>
    <p:sldLayoutId id="2147483788" r:id="rId63"/>
    <p:sldLayoutId id="2147483789" r:id="rId64"/>
    <p:sldLayoutId id="2147483790" r:id="rId65"/>
    <p:sldLayoutId id="2147483791" r:id="rId66"/>
    <p:sldLayoutId id="2147483792" r:id="rId67"/>
    <p:sldLayoutId id="2147483793" r:id="rId68"/>
    <p:sldLayoutId id="2147483794" r:id="rId69"/>
    <p:sldLayoutId id="2147483795" r:id="rId70"/>
    <p:sldLayoutId id="2147483796" r:id="rId71"/>
    <p:sldLayoutId id="2147483797" r:id="rId72"/>
    <p:sldLayoutId id="2147483798" r:id="rId73"/>
    <p:sldLayoutId id="2147483799" r:id="rId74"/>
    <p:sldLayoutId id="2147483800" r:id="rId75"/>
    <p:sldLayoutId id="2147483801" r:id="rId76"/>
    <p:sldLayoutId id="2147483802" r:id="rId77"/>
    <p:sldLayoutId id="2147483803" r:id="rId78"/>
    <p:sldLayoutId id="2147483804" r:id="rId79"/>
    <p:sldLayoutId id="2147483805" r:id="rId80"/>
    <p:sldLayoutId id="2147483806" r:id="rId81"/>
    <p:sldLayoutId id="2147483807" r:id="rId82"/>
    <p:sldLayoutId id="2147483808" r:id="rId83"/>
    <p:sldLayoutId id="2147483809" r:id="rId84"/>
    <p:sldLayoutId id="2147483810" r:id="rId85"/>
    <p:sldLayoutId id="2147483811" r:id="rId86"/>
    <p:sldLayoutId id="2147483812" r:id="rId87"/>
    <p:sldLayoutId id="2147483813" r:id="rId8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42" name="Shape 742"/>
        <p:cNvGrpSpPr/>
        <p:nvPr/>
      </p:nvGrpSpPr>
      <p:grpSpPr>
        <a:xfrm>
          <a:off x="0" y="0"/>
          <a:ext cx="0" cy="0"/>
          <a:chOff x="0" y="0"/>
          <a:chExt cx="0" cy="0"/>
        </a:xfrm>
      </p:grpSpPr>
      <p:sp>
        <p:nvSpPr>
          <p:cNvPr id="743" name="Google Shape;743;p169"/>
          <p:cNvSpPr txBox="1"/>
          <p:nvPr>
            <p:ph type="title"/>
          </p:nvPr>
        </p:nvSpPr>
        <p:spPr>
          <a:xfrm>
            <a:off x="457200" y="494472"/>
            <a:ext cx="8229600" cy="636300"/>
          </a:xfrm>
          <a:prstGeom prst="rect">
            <a:avLst/>
          </a:prstGeom>
          <a:noFill/>
          <a:ln>
            <a:noFill/>
          </a:ln>
        </p:spPr>
        <p:txBody>
          <a:bodyPr anchorCtr="0" anchor="ctr" bIns="0" lIns="0" spcFirstLastPara="1" rIns="0" wrap="square" tIns="0">
            <a:norm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9pPr>
          </a:lstStyle>
          <a:p/>
        </p:txBody>
      </p:sp>
      <p:sp>
        <p:nvSpPr>
          <p:cNvPr id="744" name="Google Shape;744;p169"/>
          <p:cNvSpPr txBox="1"/>
          <p:nvPr>
            <p:ph idx="1" type="body"/>
          </p:nvPr>
        </p:nvSpPr>
        <p:spPr>
          <a:xfrm>
            <a:off x="457200" y="1524417"/>
            <a:ext cx="8229600" cy="36828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800"/>
              </a:spcBef>
              <a:spcAft>
                <a:spcPts val="80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 id="2147483831" r:id="rId18"/>
    <p:sldLayoutId id="2147483832" r:id="rId19"/>
    <p:sldLayoutId id="2147483833" r:id="rId20"/>
    <p:sldLayoutId id="2147483834" r:id="rId21"/>
    <p:sldLayoutId id="2147483835" r:id="rId22"/>
    <p:sldLayoutId id="2147483836" r:id="rId23"/>
    <p:sldLayoutId id="2147483837" r:id="rId24"/>
    <p:sldLayoutId id="2147483838" r:id="rId25"/>
    <p:sldLayoutId id="2147483839" r:id="rId26"/>
    <p:sldLayoutId id="2147483840" r:id="rId27"/>
    <p:sldLayoutId id="2147483841" r:id="rId28"/>
    <p:sldLayoutId id="2147483842" r:id="rId29"/>
    <p:sldLayoutId id="2147483843" r:id="rId30"/>
    <p:sldLayoutId id="2147483844" r:id="rId31"/>
    <p:sldLayoutId id="2147483845" r:id="rId32"/>
    <p:sldLayoutId id="2147483846" r:id="rId33"/>
    <p:sldLayoutId id="2147483847" r:id="rId34"/>
    <p:sldLayoutId id="2147483848" r:id="rId35"/>
    <p:sldLayoutId id="2147483849" r:id="rId36"/>
    <p:sldLayoutId id="2147483850" r:id="rId37"/>
    <p:sldLayoutId id="2147483851" r:id="rId38"/>
    <p:sldLayoutId id="2147483852" r:id="rId39"/>
    <p:sldLayoutId id="2147483853" r:id="rId40"/>
    <p:sldLayoutId id="2147483854" r:id="rId41"/>
    <p:sldLayoutId id="2147483855" r:id="rId42"/>
    <p:sldLayoutId id="2147483856" r:id="rId43"/>
    <p:sldLayoutId id="2147483857" r:id="rId44"/>
    <p:sldLayoutId id="2147483858" r:id="rId45"/>
    <p:sldLayoutId id="2147483859" r:id="rId46"/>
    <p:sldLayoutId id="2147483860" r:id="rId47"/>
    <p:sldLayoutId id="2147483861" r:id="rId48"/>
    <p:sldLayoutId id="2147483862" r:id="rId49"/>
    <p:sldLayoutId id="2147483863" r:id="rId50"/>
    <p:sldLayoutId id="2147483864" r:id="rId51"/>
    <p:sldLayoutId id="2147483865" r:id="rId52"/>
    <p:sldLayoutId id="2147483866" r:id="rId53"/>
    <p:sldLayoutId id="2147483867" r:id="rId54"/>
    <p:sldLayoutId id="2147483868" r:id="rId55"/>
    <p:sldLayoutId id="2147483869" r:id="rId56"/>
    <p:sldLayoutId id="2147483870" r:id="rId57"/>
    <p:sldLayoutId id="2147483871" r:id="rId58"/>
    <p:sldLayoutId id="2147483872" r:id="rId59"/>
    <p:sldLayoutId id="2147483873" r:id="rId60"/>
    <p:sldLayoutId id="2147483874" r:id="rId61"/>
    <p:sldLayoutId id="2147483875"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320">
          <p15:clr>
            <a:srgbClr val="E46962"/>
          </p15:clr>
        </p15:guide>
        <p15:guide id="3" pos="5472">
          <p15:clr>
            <a:srgbClr val="E46962"/>
          </p15:clr>
        </p15:guide>
        <p15:guide id="4" orient="horz" pos="3280">
          <p15:clr>
            <a:srgbClr val="E46962"/>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74" name="Shape 1074"/>
        <p:cNvGrpSpPr/>
        <p:nvPr/>
      </p:nvGrpSpPr>
      <p:grpSpPr>
        <a:xfrm>
          <a:off x="0" y="0"/>
          <a:ext cx="0" cy="0"/>
          <a:chOff x="0" y="0"/>
          <a:chExt cx="0" cy="0"/>
        </a:xfrm>
      </p:grpSpPr>
      <p:sp>
        <p:nvSpPr>
          <p:cNvPr id="1075" name="Google Shape;1075;p232"/>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076" name="Google Shape;1076;p232"/>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91" r:id="rId16"/>
    <p:sldLayoutId id="2147483892" r:id="rId17"/>
    <p:sldLayoutId id="2147483893" r:id="rId18"/>
    <p:sldLayoutId id="2147483894" r:id="rId19"/>
    <p:sldLayoutId id="2147483895" r:id="rId20"/>
    <p:sldLayoutId id="2147483896" r:id="rId21"/>
    <p:sldLayoutId id="2147483897" r:id="rId22"/>
    <p:sldLayoutId id="2147483898" r:id="rId23"/>
    <p:sldLayoutId id="2147483899" r:id="rId24"/>
    <p:sldLayoutId id="2147483900" r:id="rId25"/>
    <p:sldLayoutId id="2147483901" r:id="rId26"/>
    <p:sldLayoutId id="2147483902" r:id="rId27"/>
    <p:sldLayoutId id="2147483903" r:id="rId28"/>
    <p:sldLayoutId id="2147483904" r:id="rId29"/>
    <p:sldLayoutId id="2147483905" r:id="rId30"/>
    <p:sldLayoutId id="2147483906" r:id="rId31"/>
    <p:sldLayoutId id="2147483907" r:id="rId32"/>
    <p:sldLayoutId id="2147483908" r:id="rId33"/>
    <p:sldLayoutId id="2147483909" r:id="rId34"/>
    <p:sldLayoutId id="2147483910" r:id="rId35"/>
    <p:sldLayoutId id="2147483911" r:id="rId36"/>
    <p:sldLayoutId id="2147483912" r:id="rId37"/>
    <p:sldLayoutId id="2147483913" r:id="rId38"/>
    <p:sldLayoutId id="2147483914" r:id="rId39"/>
    <p:sldLayoutId id="2147483915" r:id="rId40"/>
    <p:sldLayoutId id="2147483916" r:id="rId41"/>
    <p:sldLayoutId id="2147483917" r:id="rId42"/>
    <p:sldLayoutId id="2147483918" r:id="rId43"/>
    <p:sldLayoutId id="2147483919" r:id="rId44"/>
    <p:sldLayoutId id="2147483920" r:id="rId45"/>
    <p:sldLayoutId id="2147483921" r:id="rId46"/>
    <p:sldLayoutId id="2147483922" r:id="rId47"/>
    <p:sldLayoutId id="2147483923" r:id="rId48"/>
    <p:sldLayoutId id="2147483924" r:id="rId49"/>
    <p:sldLayoutId id="2147483925" r:id="rId50"/>
    <p:sldLayoutId id="2147483926" r:id="rId51"/>
    <p:sldLayoutId id="2147483927" r:id="rId52"/>
    <p:sldLayoutId id="2147483928" r:id="rId53"/>
    <p:sldLayoutId id="2147483929" r:id="rId54"/>
    <p:sldLayoutId id="2147483930" r:id="rId55"/>
    <p:sldLayoutId id="2147483931" r:id="rId56"/>
    <p:sldLayoutId id="2147483932" r:id="rId57"/>
    <p:sldLayoutId id="2147483933" r:id="rId58"/>
    <p:sldLayoutId id="2147483934" r:id="rId59"/>
    <p:sldLayoutId id="2147483935" r:id="rId60"/>
    <p:sldLayoutId id="2147483936" r:id="rId61"/>
    <p:sldLayoutId id="2147483937" r:id="rId62"/>
    <p:sldLayoutId id="2147483938" r:id="rId63"/>
    <p:sldLayoutId id="2147483939" r:id="rId64"/>
    <p:sldLayoutId id="2147483940" r:id="rId65"/>
    <p:sldLayoutId id="2147483941" r:id="rId66"/>
    <p:sldLayoutId id="2147483942" r:id="rId67"/>
    <p:sldLayoutId id="2147483943" r:id="rId68"/>
    <p:sldLayoutId id="2147483944" r:id="rId69"/>
    <p:sldLayoutId id="2147483945" r:id="rId70"/>
    <p:sldLayoutId id="2147483946" r:id="rId71"/>
    <p:sldLayoutId id="2147483947" r:id="rId72"/>
    <p:sldLayoutId id="2147483948" r:id="rId73"/>
    <p:sldLayoutId id="2147483949" r:id="rId74"/>
    <p:sldLayoutId id="2147483950" r:id="rId75"/>
    <p:sldLayoutId id="2147483951" r:id="rId76"/>
    <p:sldLayoutId id="2147483952" r:id="rId77"/>
    <p:sldLayoutId id="2147483953" r:id="rId78"/>
    <p:sldLayoutId id="2147483954" r:id="rId79"/>
    <p:sldLayoutId id="2147483955" r:id="rId80"/>
    <p:sldLayoutId id="2147483956" r:id="rId81"/>
    <p:sldLayoutId id="2147483957" r:id="rId82"/>
    <p:sldLayoutId id="2147483958" r:id="rId83"/>
    <p:sldLayoutId id="2147483959" r:id="rId84"/>
    <p:sldLayoutId id="2147483960" r:id="rId85"/>
    <p:sldLayoutId id="2147483961" r:id="rId86"/>
    <p:sldLayoutId id="2147483962" r:id="rId87"/>
    <p:sldLayoutId id="2147483963" r:id="rId88"/>
    <p:sldLayoutId id="2147483964" r:id="rId89"/>
    <p:sldLayoutId id="2147483965" r:id="rId90"/>
    <p:sldLayoutId id="2147483966" r:id="rId91"/>
    <p:sldLayoutId id="2147483967" r:id="rId92"/>
    <p:sldLayoutId id="2147483968" r:id="rId93"/>
    <p:sldLayoutId id="2147483969" r:id="rId94"/>
    <p:sldLayoutId id="2147483970" r:id="rId9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92" name="Shape 1492"/>
        <p:cNvGrpSpPr/>
        <p:nvPr/>
      </p:nvGrpSpPr>
      <p:grpSpPr>
        <a:xfrm>
          <a:off x="0" y="0"/>
          <a:ext cx="0" cy="0"/>
          <a:chOff x="0" y="0"/>
          <a:chExt cx="0" cy="0"/>
        </a:xfrm>
      </p:grpSpPr>
      <p:sp>
        <p:nvSpPr>
          <p:cNvPr id="1493" name="Google Shape;1493;p328"/>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494" name="Google Shape;1494;p328"/>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 id="2147483988" r:id="rId18"/>
    <p:sldLayoutId id="2147483989" r:id="rId19"/>
    <p:sldLayoutId id="2147483990" r:id="rId20"/>
    <p:sldLayoutId id="2147483991" r:id="rId21"/>
    <p:sldLayoutId id="2147483992" r:id="rId22"/>
    <p:sldLayoutId id="2147483993" r:id="rId23"/>
    <p:sldLayoutId id="2147483994" r:id="rId24"/>
    <p:sldLayoutId id="2147483995" r:id="rId25"/>
    <p:sldLayoutId id="2147483996" r:id="rId26"/>
    <p:sldLayoutId id="2147483997" r:id="rId27"/>
    <p:sldLayoutId id="2147483998" r:id="rId28"/>
    <p:sldLayoutId id="2147483999" r:id="rId29"/>
    <p:sldLayoutId id="2147484000" r:id="rId30"/>
    <p:sldLayoutId id="2147484001" r:id="rId31"/>
    <p:sldLayoutId id="2147484002" r:id="rId32"/>
    <p:sldLayoutId id="2147484003" r:id="rId33"/>
    <p:sldLayoutId id="2147484004" r:id="rId34"/>
    <p:sldLayoutId id="2147484005" r:id="rId35"/>
    <p:sldLayoutId id="2147484006" r:id="rId36"/>
    <p:sldLayoutId id="2147484007" r:id="rId37"/>
    <p:sldLayoutId id="2147484008" r:id="rId38"/>
    <p:sldLayoutId id="2147484009" r:id="rId39"/>
    <p:sldLayoutId id="2147484010" r:id="rId40"/>
    <p:sldLayoutId id="2147484011" r:id="rId41"/>
    <p:sldLayoutId id="2147484012" r:id="rId42"/>
    <p:sldLayoutId id="2147484013" r:id="rId43"/>
    <p:sldLayoutId id="2147484014" r:id="rId44"/>
    <p:sldLayoutId id="2147484015" r:id="rId45"/>
    <p:sldLayoutId id="2147484016" r:id="rId46"/>
    <p:sldLayoutId id="2147484017" r:id="rId47"/>
    <p:sldLayoutId id="2147484018" r:id="rId48"/>
    <p:sldLayoutId id="2147484019" r:id="rId49"/>
    <p:sldLayoutId id="2147484020" r:id="rId50"/>
    <p:sldLayoutId id="2147484021" r:id="rId51"/>
    <p:sldLayoutId id="2147484022" r:id="rId52"/>
    <p:sldLayoutId id="2147484023" r:id="rId53"/>
    <p:sldLayoutId id="2147484024" r:id="rId54"/>
    <p:sldLayoutId id="2147484025" r:id="rId55"/>
    <p:sldLayoutId id="2147484026" r:id="rId56"/>
    <p:sldLayoutId id="2147484027" r:id="rId57"/>
    <p:sldLayoutId id="2147484028" r:id="rId58"/>
    <p:sldLayoutId id="2147484029" r:id="rId59"/>
    <p:sldLayoutId id="2147484030" r:id="rId60"/>
    <p:sldLayoutId id="2147484031" r:id="rId61"/>
    <p:sldLayoutId id="2147484032" r:id="rId62"/>
    <p:sldLayoutId id="2147484033" r:id="rId63"/>
    <p:sldLayoutId id="2147484034" r:id="rId64"/>
    <p:sldLayoutId id="2147484035" r:id="rId65"/>
    <p:sldLayoutId id="2147484036" r:id="rId66"/>
    <p:sldLayoutId id="2147484037" r:id="rId67"/>
    <p:sldLayoutId id="2147484038" r:id="rId68"/>
    <p:sldLayoutId id="2147484039" r:id="rId69"/>
    <p:sldLayoutId id="2147484040" r:id="rId70"/>
    <p:sldLayoutId id="2147484041" r:id="rId71"/>
    <p:sldLayoutId id="2147484042" r:id="rId72"/>
    <p:sldLayoutId id="2147484043" r:id="rId73"/>
    <p:sldLayoutId id="2147484044" r:id="rId74"/>
    <p:sldLayoutId id="2147484045" r:id="rId75"/>
    <p:sldLayoutId id="2147484046" r:id="rId76"/>
    <p:sldLayoutId id="2147484047" r:id="rId77"/>
    <p:sldLayoutId id="2147484048" r:id="rId78"/>
    <p:sldLayoutId id="2147484049" r:id="rId79"/>
    <p:sldLayoutId id="2147484050" r:id="rId80"/>
    <p:sldLayoutId id="2147484051" r:id="rId81"/>
    <p:sldLayoutId id="2147484052" r:id="rId82"/>
    <p:sldLayoutId id="2147484053" r:id="rId83"/>
    <p:sldLayoutId id="2147484054" r:id="rId84"/>
    <p:sldLayoutId id="2147484055" r:id="rId85"/>
    <p:sldLayoutId id="2147484056" r:id="rId86"/>
    <p:sldLayoutId id="2147484057" r:id="rId87"/>
    <p:sldLayoutId id="2147484058" r:id="rId88"/>
    <p:sldLayoutId id="2147484059" r:id="rId89"/>
    <p:sldLayoutId id="2147484060" r:id="rId90"/>
    <p:sldLayoutId id="2147484061" r:id="rId91"/>
    <p:sldLayoutId id="2147484062" r:id="rId92"/>
    <p:sldLayoutId id="2147484063" r:id="rId93"/>
    <p:sldLayoutId id="2147484064" r:id="rId94"/>
    <p:sldLayoutId id="2147484065" r:id="rId95"/>
    <p:sldLayoutId id="2147484066" r:id="rId96"/>
    <p:sldLayoutId id="2147484067" r:id="rId9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920" name="Shape 1920"/>
        <p:cNvGrpSpPr/>
        <p:nvPr/>
      </p:nvGrpSpPr>
      <p:grpSpPr>
        <a:xfrm>
          <a:off x="0" y="0"/>
          <a:ext cx="0" cy="0"/>
          <a:chOff x="0" y="0"/>
          <a:chExt cx="0" cy="0"/>
        </a:xfrm>
      </p:grpSpPr>
      <p:sp>
        <p:nvSpPr>
          <p:cNvPr id="1921" name="Google Shape;1921;p426"/>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9pPr>
          </a:lstStyle>
          <a:p/>
        </p:txBody>
      </p:sp>
      <p:sp>
        <p:nvSpPr>
          <p:cNvPr id="1922" name="Google Shape;1922;p426"/>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6" r:id="rId9"/>
    <p:sldLayoutId id="2147484077" r:id="rId10"/>
    <p:sldLayoutId id="2147484078" r:id="rId11"/>
    <p:sldLayoutId id="2147484079" r:id="rId12"/>
    <p:sldLayoutId id="2147484080" r:id="rId13"/>
    <p:sldLayoutId id="2147484081" r:id="rId14"/>
    <p:sldLayoutId id="2147484082" r:id="rId15"/>
    <p:sldLayoutId id="2147484083" r:id="rId16"/>
    <p:sldLayoutId id="2147484084" r:id="rId17"/>
    <p:sldLayoutId id="2147484085" r:id="rId18"/>
    <p:sldLayoutId id="2147484086" r:id="rId19"/>
    <p:sldLayoutId id="2147484087" r:id="rId20"/>
    <p:sldLayoutId id="2147484088" r:id="rId21"/>
    <p:sldLayoutId id="2147484089" r:id="rId22"/>
    <p:sldLayoutId id="2147484090" r:id="rId23"/>
    <p:sldLayoutId id="2147484091" r:id="rId24"/>
    <p:sldLayoutId id="2147484092" r:id="rId25"/>
    <p:sldLayoutId id="2147484093" r:id="rId26"/>
    <p:sldLayoutId id="2147484094" r:id="rId27"/>
    <p:sldLayoutId id="2147484095" r:id="rId28"/>
    <p:sldLayoutId id="2147484096" r:id="rId29"/>
    <p:sldLayoutId id="2147484097" r:id="rId30"/>
    <p:sldLayoutId id="2147484098" r:id="rId31"/>
    <p:sldLayoutId id="2147484099" r:id="rId32"/>
    <p:sldLayoutId id="2147484100" r:id="rId33"/>
    <p:sldLayoutId id="2147484101" r:id="rId34"/>
    <p:sldLayoutId id="2147484102" r:id="rId35"/>
    <p:sldLayoutId id="2147484103" r:id="rId36"/>
    <p:sldLayoutId id="2147484104" r:id="rId37"/>
    <p:sldLayoutId id="2147484105" r:id="rId38"/>
    <p:sldLayoutId id="2147484106" r:id="rId39"/>
    <p:sldLayoutId id="2147484107" r:id="rId40"/>
    <p:sldLayoutId id="2147484108" r:id="rId41"/>
    <p:sldLayoutId id="2147484109" r:id="rId42"/>
    <p:sldLayoutId id="2147484110" r:id="rId43"/>
    <p:sldLayoutId id="2147484111" r:id="rId44"/>
    <p:sldLayoutId id="2147484112" r:id="rId45"/>
    <p:sldLayoutId id="2147484113" r:id="rId46"/>
    <p:sldLayoutId id="2147484114" r:id="rId47"/>
    <p:sldLayoutId id="2147484115" r:id="rId48"/>
    <p:sldLayoutId id="2147484116" r:id="rId49"/>
    <p:sldLayoutId id="2147484117" r:id="rId50"/>
    <p:sldLayoutId id="2147484118" r:id="rId51"/>
    <p:sldLayoutId id="2147484119" r:id="rId52"/>
    <p:sldLayoutId id="2147484120" r:id="rId53"/>
    <p:sldLayoutId id="2147484121" r:id="rId54"/>
    <p:sldLayoutId id="2147484122" r:id="rId55"/>
    <p:sldLayoutId id="2147484123" r:id="rId56"/>
    <p:sldLayoutId id="2147484124" r:id="rId57"/>
    <p:sldLayoutId id="2147484125" r:id="rId58"/>
    <p:sldLayoutId id="2147484126" r:id="rId59"/>
    <p:sldLayoutId id="2147484127" r:id="rId60"/>
    <p:sldLayoutId id="2147484128" r:id="rId61"/>
    <p:sldLayoutId id="2147484129" r:id="rId62"/>
    <p:sldLayoutId id="2147484130" r:id="rId63"/>
    <p:sldLayoutId id="2147484131" r:id="rId64"/>
    <p:sldLayoutId id="2147484132" r:id="rId65"/>
    <p:sldLayoutId id="2147484133" r:id="rId66"/>
    <p:sldLayoutId id="2147484134" r:id="rId67"/>
    <p:sldLayoutId id="2147484135" r:id="rId68"/>
    <p:sldLayoutId id="2147484136" r:id="rId69"/>
    <p:sldLayoutId id="2147484137" r:id="rId70"/>
    <p:sldLayoutId id="2147484138" r:id="rId71"/>
    <p:sldLayoutId id="2147484139" r:id="rId72"/>
    <p:sldLayoutId id="2147484140" r:id="rId73"/>
    <p:sldLayoutId id="2147484141" r:id="rId74"/>
    <p:sldLayoutId id="2147484142" r:id="rId75"/>
    <p:sldLayoutId id="2147484143" r:id="rId76"/>
    <p:sldLayoutId id="2147484144" r:id="rId77"/>
    <p:sldLayoutId id="2147484145" r:id="rId78"/>
    <p:sldLayoutId id="2147484146" r:id="rId79"/>
    <p:sldLayoutId id="2147484147" r:id="rId80"/>
    <p:sldLayoutId id="2147484148" r:id="rId81"/>
    <p:sldLayoutId id="2147484149" r:id="rId82"/>
    <p:sldLayoutId id="2147484150" r:id="rId83"/>
    <p:sldLayoutId id="2147484151" r:id="rId84"/>
    <p:sldLayoutId id="2147484152" r:id="rId85"/>
    <p:sldLayoutId id="2147484153" r:id="rId86"/>
    <p:sldLayoutId id="2147484154" r:id="rId87"/>
    <p:sldLayoutId id="2147484155" r:id="rId8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8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8.xml"/><Relationship Id="rId2" Type="http://schemas.openxmlformats.org/officeDocument/2006/relationships/notesSlide" Target="../notesSlides/notesSlide3.xml"/><Relationship Id="rId3" Type="http://schemas.openxmlformats.org/officeDocument/2006/relationships/comments" Target="../comments/commen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4.xml"/><Relationship Id="rId2" Type="http://schemas.openxmlformats.org/officeDocument/2006/relationships/notesSlide" Target="../notesSlides/notesSlide4.xml"/><Relationship Id="rId3" Type="http://schemas.openxmlformats.org/officeDocument/2006/relationships/slide" Target="/ppt/slides/slide5.xml"/><Relationship Id="rId4" Type="http://schemas.openxmlformats.org/officeDocument/2006/relationships/slide" Target="/ppt/slides/slide9.xml"/><Relationship Id="rId5" Type="http://schemas.openxmlformats.org/officeDocument/2006/relationships/slide" Target="/ppt/slides/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6.xml"/><Relationship Id="rId3" Type="http://schemas.openxmlformats.org/officeDocument/2006/relationships/comments" Target="../comments/comment3.xml"/><Relationship Id="rId4" Type="http://schemas.openxmlformats.org/officeDocument/2006/relationships/image" Target="../media/image91.png"/><Relationship Id="rId5" Type="http://schemas.openxmlformats.org/officeDocument/2006/relationships/image" Target="../media/image90.gif"/><Relationship Id="rId6" Type="http://schemas.openxmlformats.org/officeDocument/2006/relationships/image" Target="../media/image9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3.xml"/><Relationship Id="rId2" Type="http://schemas.openxmlformats.org/officeDocument/2006/relationships/notesSlide" Target="../notesSlides/notesSlide7.xml"/><Relationship Id="rId3" Type="http://schemas.openxmlformats.org/officeDocument/2006/relationships/image" Target="../media/image127.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123.png"/><Relationship Id="rId4" Type="http://schemas.openxmlformats.org/officeDocument/2006/relationships/image" Target="../media/image9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 Id="rId3" Type="http://schemas.openxmlformats.org/officeDocument/2006/relationships/image" Target="../media/image88.png"/><Relationship Id="rId4" Type="http://schemas.openxmlformats.org/officeDocument/2006/relationships/image" Target="../media/image9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4.xml"/><Relationship Id="rId3" Type="http://schemas.openxmlformats.org/officeDocument/2006/relationships/image" Target="../media/image115.png"/><Relationship Id="rId4" Type="http://schemas.openxmlformats.org/officeDocument/2006/relationships/hyperlink" Target="https://docs.google.com/document/d/1P75xie6FdsxEFfjdwhcCOYPMXVWeluWX5XvZR9AuRxY/template/previe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8.xml"/><Relationship Id="rId2" Type="http://schemas.openxmlformats.org/officeDocument/2006/relationships/notesSlide" Target="../notesSlides/notesSlide15.xml"/><Relationship Id="rId3" Type="http://schemas.openxmlformats.org/officeDocument/2006/relationships/hyperlink" Target="https://djn-krs-2709.github.io/AI-Vibe-Coding---Product-School/Modules/M2%20-%20Context%20Data%20Pack.html" TargetMode="External"/><Relationship Id="rId4" Type="http://schemas.openxmlformats.org/officeDocument/2006/relationships/image" Target="../media/image127.gif"/><Relationship Id="rId5" Type="http://schemas.openxmlformats.org/officeDocument/2006/relationships/hyperlink" Target="https://docs.google.com/document/d/1EPaPuFXtSqL0L6P38wf73Q7B9emdnRy2zVfGeQk0Dl0/template/previe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6.jpg"/><Relationship Id="rId4" Type="http://schemas.openxmlformats.org/officeDocument/2006/relationships/image" Target="../media/image104.jpg"/><Relationship Id="rId5" Type="http://schemas.openxmlformats.org/officeDocument/2006/relationships/image" Target="../media/image111.jpg"/><Relationship Id="rId6" Type="http://schemas.openxmlformats.org/officeDocument/2006/relationships/image" Target="../media/image112.jpg"/><Relationship Id="rId7" Type="http://schemas.openxmlformats.org/officeDocument/2006/relationships/image" Target="../media/image10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8.xml"/><Relationship Id="rId3" Type="http://schemas.openxmlformats.org/officeDocument/2006/relationships/hyperlink" Target="https://djn-krs-2709.github.io/AI-Vibe-Coding---Product-School/Modules/M2%20-%20Validation%20Brief.html" TargetMode="External"/><Relationship Id="rId4" Type="http://schemas.openxmlformats.org/officeDocument/2006/relationships/hyperlink" Target="https://djn-krs-2709.github.io/AI-Vibe-Coding---Product-School/Modules/M2%20-%20Visual%20Reference%20Guide.html" TargetMode="External"/><Relationship Id="rId5" Type="http://schemas.openxmlformats.org/officeDocument/2006/relationships/hyperlink" Target="https://djn-krs-2709.github.io/AI-Vibe-Coding---Product-School/Modules/M2%20-%20Context%20Data%20Pack.html" TargetMode="External"/><Relationship Id="rId6" Type="http://schemas.openxmlformats.org/officeDocument/2006/relationships/hyperlink" Target="https://djn-krs-2709.github.io/AI-Vibe-Coding---Product-School/Modules/M2%20-%20Structured%20Prompt%20Builder.html" TargetMode="External"/><Relationship Id="rId7" Type="http://schemas.openxmlformats.org/officeDocument/2006/relationships/image" Target="../media/image9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4.xml"/><Relationship Id="rId2" Type="http://schemas.openxmlformats.org/officeDocument/2006/relationships/notesSlide" Target="../notesSlides/notesSlide20.xml"/><Relationship Id="rId3" Type="http://schemas.openxmlformats.org/officeDocument/2006/relationships/hyperlink" Target="https://djn-krs-2709.github.io/AI-Vibe-Coding---Product-School/Modules/M2%20-%20Structured%20Prompt%20Builder.html" TargetMode="External"/><Relationship Id="rId4" Type="http://schemas.openxmlformats.org/officeDocument/2006/relationships/image" Target="../media/image130.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3.xml"/><Relationship Id="rId2" Type="http://schemas.openxmlformats.org/officeDocument/2006/relationships/notesSlide" Target="../notesSlides/notesSlide21.xml"/><Relationship Id="rId3" Type="http://schemas.openxmlformats.org/officeDocument/2006/relationships/image" Target="../media/image127.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3.xml"/><Relationship Id="rId2" Type="http://schemas.openxmlformats.org/officeDocument/2006/relationships/notesSlide" Target="../notesSlides/notesSlide22.xml"/><Relationship Id="rId3" Type="http://schemas.openxmlformats.org/officeDocument/2006/relationships/image" Target="../media/image88.png"/><Relationship Id="rId4" Type="http://schemas.openxmlformats.org/officeDocument/2006/relationships/image" Target="../media/image9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3.xml"/><Relationship Id="rId2" Type="http://schemas.openxmlformats.org/officeDocument/2006/relationships/notesSlide" Target="../notesSlides/notesSlide23.xml"/><Relationship Id="rId3" Type="http://schemas.openxmlformats.org/officeDocument/2006/relationships/image" Target="../media/image127.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3.xml"/><Relationship Id="rId2" Type="http://schemas.openxmlformats.org/officeDocument/2006/relationships/notesSlide" Target="../notesSlides/notesSlide24.xml"/><Relationship Id="rId3" Type="http://schemas.openxmlformats.org/officeDocument/2006/relationships/image" Target="../media/image88.png"/><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7.xml"/><Relationship Id="rId2" Type="http://schemas.openxmlformats.org/officeDocument/2006/relationships/notesSlide" Target="../notesSlides/notesSlide25.xml"/><Relationship Id="rId3" Type="http://schemas.openxmlformats.org/officeDocument/2006/relationships/image" Target="../media/image124.png"/><Relationship Id="rId4" Type="http://schemas.openxmlformats.org/officeDocument/2006/relationships/image" Target="../media/image9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0.xml"/><Relationship Id="rId2" Type="http://schemas.openxmlformats.org/officeDocument/2006/relationships/notesSlide" Target="../notesSlides/notesSlide28.xml"/><Relationship Id="rId3" Type="http://schemas.openxmlformats.org/officeDocument/2006/relationships/image" Target="../media/image117.png"/><Relationship Id="rId4" Type="http://schemas.openxmlformats.org/officeDocument/2006/relationships/hyperlink" Target="https://www.surveymonkey.com/r/P6MMW3M" TargetMode="External"/><Relationship Id="rId5" Type="http://schemas.openxmlformats.org/officeDocument/2006/relationships/hyperlink" Target="https://www.surveymonkey.com/r/MYPH993" TargetMode="External"/><Relationship Id="rId6" Type="http://schemas.openxmlformats.org/officeDocument/2006/relationships/image" Target="../media/image116.png"/></Relationships>
</file>

<file path=ppt/slides/_rels/slide29.xml.rels><?xml version="1.0" encoding="UTF-8" standalone="yes"?><Relationships xmlns="http://schemas.openxmlformats.org/package/2006/relationships"><Relationship Id="rId10" Type="http://schemas.openxmlformats.org/officeDocument/2006/relationships/image" Target="../media/image125.png"/><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docs.google.com/document/d/1EPaPuFXtSqL0L6P38wf73Q7B9emdnRy2zVfGeQk0Dl0/template/preview" TargetMode="External"/><Relationship Id="rId4" Type="http://schemas.openxmlformats.org/officeDocument/2006/relationships/hyperlink" Target="https://docs.google.com/document/d/1EPaPuFXtSqL0L6P38wf73Q7B9emdnRy2zVfGeQk0Dl0/template/preview" TargetMode="External"/><Relationship Id="rId9" Type="http://schemas.openxmlformats.org/officeDocument/2006/relationships/hyperlink" Target="https://docs.google.com/document/d/1P75xie6FdsxEFfjdwhcCOYPMXVWeluWX5XvZR9AuRxY/template/preview" TargetMode="External"/><Relationship Id="rId5" Type="http://schemas.openxmlformats.org/officeDocument/2006/relationships/hyperlink" Target="https://docs.google.com/document/d/1EPaPuFXtSqL0L6P38wf73Q7B9emdnRy2zVfGeQk0Dl0/template/preview" TargetMode="External"/><Relationship Id="rId6" Type="http://schemas.openxmlformats.org/officeDocument/2006/relationships/image" Target="../media/image121.png"/><Relationship Id="rId7" Type="http://schemas.openxmlformats.org/officeDocument/2006/relationships/hyperlink" Target="https://docs.google.com/document/d/1P75xie6FdsxEFfjdwhcCOYPMXVWeluWX5XvZR9AuRxY/template/preview" TargetMode="External"/><Relationship Id="rId8" Type="http://schemas.openxmlformats.org/officeDocument/2006/relationships/hyperlink" Target="https://docs.google.com/document/d/1P75xie6FdsxEFfjdwhcCOYPMXVWeluWX5XvZR9AuRxY/template/preview"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5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8" name="Shape 2318"/>
        <p:cNvGrpSpPr/>
        <p:nvPr/>
      </p:nvGrpSpPr>
      <p:grpSpPr>
        <a:xfrm>
          <a:off x="0" y="0"/>
          <a:ext cx="0" cy="0"/>
          <a:chOff x="0" y="0"/>
          <a:chExt cx="0" cy="0"/>
        </a:xfrm>
      </p:grpSpPr>
      <p:sp>
        <p:nvSpPr>
          <p:cNvPr id="2319" name="Google Shape;2319;p515"/>
          <p:cNvSpPr txBox="1"/>
          <p:nvPr>
            <p:ph type="title"/>
          </p:nvPr>
        </p:nvSpPr>
        <p:spPr>
          <a:xfrm>
            <a:off x="457200" y="3038000"/>
            <a:ext cx="6862800" cy="17349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6000"/>
              <a:t>Sharpen </a:t>
            </a:r>
            <a:r>
              <a:rPr lang="en" sz="6000"/>
              <a:t>Intent</a:t>
            </a:r>
            <a:r>
              <a:rPr lang="en" sz="6000"/>
              <a:t> with Strategic </a:t>
            </a:r>
            <a:r>
              <a:rPr lang="en" sz="6000"/>
              <a:t>Prototypes</a:t>
            </a:r>
            <a:endParaRPr sz="6000"/>
          </a:p>
        </p:txBody>
      </p:sp>
      <p:sp>
        <p:nvSpPr>
          <p:cNvPr id="2320" name="Google Shape;2320;p515"/>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Module 2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24" name="Shape 2324"/>
        <p:cNvGrpSpPr/>
        <p:nvPr/>
      </p:nvGrpSpPr>
      <p:grpSpPr>
        <a:xfrm>
          <a:off x="0" y="0"/>
          <a:ext cx="0" cy="0"/>
          <a:chOff x="0" y="0"/>
          <a:chExt cx="0" cy="0"/>
        </a:xfrm>
      </p:grpSpPr>
      <p:sp>
        <p:nvSpPr>
          <p:cNvPr id="2325" name="Google Shape;2325;p516"/>
          <p:cNvSpPr txBox="1"/>
          <p:nvPr>
            <p:ph idx="4294967295" type="title"/>
          </p:nvPr>
        </p:nvSpPr>
        <p:spPr>
          <a:xfrm>
            <a:off x="457200" y="457197"/>
            <a:ext cx="8229600" cy="369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solidFill>
                  <a:schemeClr val="lt1"/>
                </a:solidFill>
              </a:rPr>
              <a:t>Class Expectations</a:t>
            </a:r>
            <a:endParaRPr>
              <a:solidFill>
                <a:schemeClr val="lt1"/>
              </a:solidFill>
            </a:endParaRPr>
          </a:p>
        </p:txBody>
      </p:sp>
      <p:sp>
        <p:nvSpPr>
          <p:cNvPr id="2326" name="Google Shape;2326;p516"/>
          <p:cNvSpPr/>
          <p:nvPr/>
        </p:nvSpPr>
        <p:spPr>
          <a:xfrm>
            <a:off x="457200"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Cameras On</a:t>
            </a:r>
            <a:endParaRPr b="1" sz="1200">
              <a:solidFill>
                <a:schemeClr val="accent4"/>
              </a:solidFill>
              <a:latin typeface="Poppins"/>
              <a:ea typeface="Poppins"/>
              <a:cs typeface="Poppins"/>
              <a:sym typeface="Poppins"/>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Be present and visible with your camera on to stay engaged in class.</a:t>
            </a:r>
            <a:endParaRPr sz="1200">
              <a:solidFill>
                <a:schemeClr val="lt2"/>
              </a:solidFill>
              <a:latin typeface="Lato"/>
              <a:ea typeface="Lato"/>
              <a:cs typeface="Lato"/>
              <a:sym typeface="Lato"/>
            </a:endParaRPr>
          </a:p>
        </p:txBody>
      </p:sp>
      <p:sp>
        <p:nvSpPr>
          <p:cNvPr id="2327" name="Google Shape;2327;p516"/>
          <p:cNvSpPr/>
          <p:nvPr/>
        </p:nvSpPr>
        <p:spPr>
          <a:xfrm>
            <a:off x="2475925"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328" name="Google Shape;2328;p516"/>
          <p:cNvSpPr/>
          <p:nvPr/>
        </p:nvSpPr>
        <p:spPr>
          <a:xfrm>
            <a:off x="3267766"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Arrive On Time</a:t>
            </a:r>
            <a:endParaRPr sz="1200">
              <a:solidFill>
                <a:schemeClr val="lt2"/>
              </a:solidFill>
              <a:latin typeface="Poppins SemiBold"/>
              <a:ea typeface="Poppins SemiBold"/>
              <a:cs typeface="Poppins SemiBold"/>
              <a:sym typeface="Poppins SemiBold"/>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Respect everyone’s time by arriving promptly to sessions.</a:t>
            </a:r>
            <a:endParaRPr sz="1200">
              <a:solidFill>
                <a:schemeClr val="lt2"/>
              </a:solidFill>
              <a:latin typeface="Lato"/>
              <a:ea typeface="Lato"/>
              <a:cs typeface="Lato"/>
              <a:sym typeface="Lato"/>
            </a:endParaRPr>
          </a:p>
        </p:txBody>
      </p:sp>
      <p:sp>
        <p:nvSpPr>
          <p:cNvPr id="2329" name="Google Shape;2329;p516"/>
          <p:cNvSpPr/>
          <p:nvPr/>
        </p:nvSpPr>
        <p:spPr>
          <a:xfrm>
            <a:off x="6078324"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Active Engagement</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During exercises and labs, participate actively in all discussions and activities.</a:t>
            </a:r>
            <a:endParaRPr sz="1200">
              <a:solidFill>
                <a:schemeClr val="lt2"/>
              </a:solidFill>
              <a:latin typeface="Lato"/>
              <a:ea typeface="Lato"/>
              <a:cs typeface="Lato"/>
              <a:sym typeface="Lato"/>
            </a:endParaRPr>
          </a:p>
        </p:txBody>
      </p:sp>
      <p:sp>
        <p:nvSpPr>
          <p:cNvPr id="2330" name="Google Shape;2330;p516"/>
          <p:cNvSpPr/>
          <p:nvPr/>
        </p:nvSpPr>
        <p:spPr>
          <a:xfrm>
            <a:off x="457200"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Network</a:t>
            </a:r>
            <a:endParaRPr sz="1200">
              <a:solidFill>
                <a:schemeClr val="lt1"/>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During class, connect with peers and build your learning network.</a:t>
            </a:r>
            <a:endParaRPr sz="1200">
              <a:solidFill>
                <a:schemeClr val="lt2"/>
              </a:solidFill>
              <a:latin typeface="Lato"/>
              <a:ea typeface="Lato"/>
              <a:cs typeface="Lato"/>
              <a:sym typeface="Lato"/>
            </a:endParaRPr>
          </a:p>
        </p:txBody>
      </p:sp>
      <p:sp>
        <p:nvSpPr>
          <p:cNvPr id="2331" name="Google Shape;2331;p516"/>
          <p:cNvSpPr/>
          <p:nvPr/>
        </p:nvSpPr>
        <p:spPr>
          <a:xfrm>
            <a:off x="3267766"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Use Slack</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Use Slack for all communication to keep questions and comments organized.</a:t>
            </a:r>
            <a:endParaRPr sz="1200">
              <a:solidFill>
                <a:schemeClr val="lt2"/>
              </a:solidFill>
              <a:latin typeface="Lato"/>
              <a:ea typeface="Lato"/>
              <a:cs typeface="Lato"/>
              <a:sym typeface="Lato"/>
            </a:endParaRPr>
          </a:p>
        </p:txBody>
      </p:sp>
      <p:sp>
        <p:nvSpPr>
          <p:cNvPr id="2332" name="Google Shape;2332;p516"/>
          <p:cNvSpPr/>
          <p:nvPr/>
        </p:nvSpPr>
        <p:spPr>
          <a:xfrm>
            <a:off x="6078324"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Instructor Support</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Save deeper questions for after class with your instructor so as to not stop class flow.</a:t>
            </a:r>
            <a:endParaRPr sz="1200">
              <a:solidFill>
                <a:schemeClr val="lt2"/>
              </a:solidFill>
              <a:latin typeface="Lato"/>
              <a:ea typeface="Lato"/>
              <a:cs typeface="Lato"/>
              <a:sym typeface="Lato"/>
            </a:endParaRPr>
          </a:p>
        </p:txBody>
      </p:sp>
      <p:sp>
        <p:nvSpPr>
          <p:cNvPr id="2333" name="Google Shape;2333;p516"/>
          <p:cNvSpPr/>
          <p:nvPr/>
        </p:nvSpPr>
        <p:spPr>
          <a:xfrm>
            <a:off x="5344975"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334" name="Google Shape;2334;p516"/>
          <p:cNvSpPr/>
          <p:nvPr/>
        </p:nvSpPr>
        <p:spPr>
          <a:xfrm>
            <a:off x="8147700"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335" name="Google Shape;2335;p516"/>
          <p:cNvSpPr/>
          <p:nvPr/>
        </p:nvSpPr>
        <p:spPr>
          <a:xfrm>
            <a:off x="2475925"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336" name="Google Shape;2336;p516"/>
          <p:cNvSpPr/>
          <p:nvPr/>
        </p:nvSpPr>
        <p:spPr>
          <a:xfrm>
            <a:off x="5344975"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sp>
        <p:nvSpPr>
          <p:cNvPr id="2337" name="Google Shape;2337;p516"/>
          <p:cNvSpPr/>
          <p:nvPr/>
        </p:nvSpPr>
        <p:spPr>
          <a:xfrm>
            <a:off x="8147700"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pic>
        <p:nvPicPr>
          <p:cNvPr id="2338" name="Google Shape;2338;p516" title="slack-icon-icon-sm.png"/>
          <p:cNvPicPr preferRelativeResize="0"/>
          <p:nvPr/>
        </p:nvPicPr>
        <p:blipFill>
          <a:blip r:embed="rId3">
            <a:alphaModFix/>
          </a:blip>
          <a:stretch>
            <a:fillRect/>
          </a:stretch>
        </p:blipFill>
        <p:spPr>
          <a:xfrm>
            <a:off x="5429388" y="3516263"/>
            <a:ext cx="255975" cy="255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42" name="Shape 2342"/>
        <p:cNvGrpSpPr/>
        <p:nvPr/>
      </p:nvGrpSpPr>
      <p:grpSpPr>
        <a:xfrm>
          <a:off x="0" y="0"/>
          <a:ext cx="0" cy="0"/>
          <a:chOff x="0" y="0"/>
          <a:chExt cx="0" cy="0"/>
        </a:xfrm>
      </p:grpSpPr>
      <p:sp>
        <p:nvSpPr>
          <p:cNvPr id="2343" name="Google Shape;2343;p517"/>
          <p:cNvSpPr/>
          <p:nvPr/>
        </p:nvSpPr>
        <p:spPr>
          <a:xfrm>
            <a:off x="6047400" y="1233750"/>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Architect Precision Prototypes with Context Engineering</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Use constraint injection and structural logic to move from "build me something" to "build me exactly this." Deploy prompt packs to ensure professional-grade consistency and high-fidelity results.</a:t>
            </a:r>
            <a:endParaRPr sz="1100">
              <a:solidFill>
                <a:srgbClr val="FFFFFF"/>
              </a:solidFill>
              <a:latin typeface="Poppins SemiBold"/>
              <a:ea typeface="Poppins SemiBold"/>
              <a:cs typeface="Poppins SemiBold"/>
              <a:sym typeface="Poppins SemiBold"/>
            </a:endParaRPr>
          </a:p>
        </p:txBody>
      </p:sp>
      <p:sp>
        <p:nvSpPr>
          <p:cNvPr id="2344" name="Google Shape;2344;p517"/>
          <p:cNvSpPr/>
          <p:nvPr/>
        </p:nvSpPr>
        <p:spPr>
          <a:xfrm>
            <a:off x="556115"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1</a:t>
            </a:r>
            <a:endParaRPr sz="900">
              <a:solidFill>
                <a:srgbClr val="FFFFFF"/>
              </a:solidFill>
              <a:latin typeface="Poppins SemiBold"/>
              <a:ea typeface="Poppins SemiBold"/>
              <a:cs typeface="Poppins SemiBold"/>
              <a:sym typeface="Poppins SemiBold"/>
            </a:endParaRPr>
          </a:p>
        </p:txBody>
      </p:sp>
      <p:sp>
        <p:nvSpPr>
          <p:cNvPr id="2345" name="Google Shape;2345;p517"/>
          <p:cNvSpPr txBox="1"/>
          <p:nvPr/>
        </p:nvSpPr>
        <p:spPr>
          <a:xfrm>
            <a:off x="457199" y="458167"/>
            <a:ext cx="8229600" cy="295800"/>
          </a:xfrm>
          <a:prstGeom prst="rect">
            <a:avLst/>
          </a:prstGeom>
          <a:noFill/>
          <a:ln>
            <a:noFill/>
          </a:ln>
        </p:spPr>
        <p:txBody>
          <a:bodyPr anchorCtr="0" anchor="ctr" bIns="0" lIns="0" spcFirstLastPara="1" rIns="0" wrap="square" tIns="0">
            <a:normAutofit lnSpcReduction="20000"/>
          </a:bodyPr>
          <a:lstStyle/>
          <a:p>
            <a:pPr indent="0" lvl="0" marL="0" rtl="0" algn="l">
              <a:lnSpc>
                <a:spcPct val="80000"/>
              </a:lnSpc>
              <a:spcBef>
                <a:spcPts val="0"/>
              </a:spcBef>
              <a:spcAft>
                <a:spcPts val="0"/>
              </a:spcAft>
              <a:buNone/>
            </a:pPr>
            <a:r>
              <a:rPr lang="en" sz="3000">
                <a:solidFill>
                  <a:srgbClr val="FFFFFF"/>
                </a:solidFill>
                <a:latin typeface="Poppins Medium"/>
                <a:ea typeface="Poppins Medium"/>
                <a:cs typeface="Poppins Medium"/>
                <a:sym typeface="Poppins Medium"/>
              </a:rPr>
              <a:t>Vibe Coding Syllabus</a:t>
            </a:r>
            <a:endParaRPr sz="3000">
              <a:solidFill>
                <a:srgbClr val="FFFFFF"/>
              </a:solidFill>
              <a:latin typeface="Poppins Medium"/>
              <a:ea typeface="Poppins Medium"/>
              <a:cs typeface="Poppins Medium"/>
              <a:sym typeface="Poppins Medium"/>
            </a:endParaRPr>
          </a:p>
        </p:txBody>
      </p:sp>
      <p:sp>
        <p:nvSpPr>
          <p:cNvPr id="2346" name="Google Shape;2346;p517"/>
          <p:cNvSpPr/>
          <p:nvPr/>
        </p:nvSpPr>
        <p:spPr>
          <a:xfrm>
            <a:off x="3351240"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2</a:t>
            </a:r>
            <a:endParaRPr sz="900">
              <a:solidFill>
                <a:srgbClr val="FFFFFF"/>
              </a:solidFill>
              <a:latin typeface="Poppins SemiBold"/>
              <a:ea typeface="Poppins SemiBold"/>
              <a:cs typeface="Poppins SemiBold"/>
              <a:sym typeface="Poppins SemiBold"/>
            </a:endParaRPr>
          </a:p>
        </p:txBody>
      </p:sp>
      <p:sp>
        <p:nvSpPr>
          <p:cNvPr id="2347" name="Google Shape;2347;p517"/>
          <p:cNvSpPr/>
          <p:nvPr/>
        </p:nvSpPr>
        <p:spPr>
          <a:xfrm>
            <a:off x="6146290"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3</a:t>
            </a:r>
            <a:endParaRPr sz="900">
              <a:solidFill>
                <a:srgbClr val="FFFFFF"/>
              </a:solidFill>
              <a:latin typeface="Poppins SemiBold"/>
              <a:ea typeface="Poppins SemiBold"/>
              <a:cs typeface="Poppins SemiBold"/>
              <a:sym typeface="Poppins SemiBold"/>
            </a:endParaRPr>
          </a:p>
        </p:txBody>
      </p:sp>
      <p:sp>
        <p:nvSpPr>
          <p:cNvPr id="2348" name="Google Shape;2348;p517"/>
          <p:cNvSpPr/>
          <p:nvPr/>
        </p:nvSpPr>
        <p:spPr>
          <a:xfrm>
            <a:off x="3252325"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Power Complex Full-Stack Logic and Integrations</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Connect prototypes to live databases and secure APIs to move beyond the interface. Navigate system logic and edge cases to transform standalone features into integrated, production-ready products. </a:t>
            </a:r>
            <a:endParaRPr sz="1100">
              <a:solidFill>
                <a:srgbClr val="FFFFFF"/>
              </a:solidFill>
              <a:latin typeface="Poppins SemiBold"/>
              <a:ea typeface="Poppins SemiBold"/>
              <a:cs typeface="Poppins SemiBold"/>
              <a:sym typeface="Poppins SemiBold"/>
            </a:endParaRPr>
          </a:p>
          <a:p>
            <a:pPr indent="0" lvl="0" marL="0" marR="0" rtl="0" algn="l">
              <a:lnSpc>
                <a:spcPct val="115000"/>
              </a:lnSpc>
              <a:spcBef>
                <a:spcPts val="0"/>
              </a:spcBef>
              <a:spcAft>
                <a:spcPts val="0"/>
              </a:spcAft>
              <a:buNone/>
            </a:pPr>
            <a:r>
              <a:t/>
            </a:r>
            <a:endParaRPr sz="800">
              <a:solidFill>
                <a:srgbClr val="DBEAFE"/>
              </a:solidFill>
              <a:latin typeface="Lato"/>
              <a:ea typeface="Lato"/>
              <a:cs typeface="Lato"/>
              <a:sym typeface="Lato"/>
            </a:endParaRPr>
          </a:p>
        </p:txBody>
      </p:sp>
      <p:sp>
        <p:nvSpPr>
          <p:cNvPr id="2349" name="Google Shape;2349;p517"/>
          <p:cNvSpPr/>
          <p:nvPr/>
        </p:nvSpPr>
        <p:spPr>
          <a:xfrm>
            <a:off x="556115"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4</a:t>
            </a:r>
            <a:endParaRPr sz="900">
              <a:solidFill>
                <a:srgbClr val="FFFFFF"/>
              </a:solidFill>
              <a:latin typeface="Poppins SemiBold"/>
              <a:ea typeface="Poppins SemiBold"/>
              <a:cs typeface="Poppins SemiBold"/>
              <a:sym typeface="Poppins SemiBold"/>
            </a:endParaRPr>
          </a:p>
        </p:txBody>
      </p:sp>
      <p:sp>
        <p:nvSpPr>
          <p:cNvPr id="2350" name="Google Shape;2350;p517"/>
          <p:cNvSpPr/>
          <p:nvPr/>
        </p:nvSpPr>
        <p:spPr>
          <a:xfrm>
            <a:off x="457250"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Translate Prototypes to Production Specs</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Enforce technical rigor by converting functional builds into living specifications. Formalize your logic and bridge the gap between vision and execution to command the engineering handoff.</a:t>
            </a:r>
            <a:endParaRPr sz="800">
              <a:solidFill>
                <a:srgbClr val="DBEAFE"/>
              </a:solidFill>
              <a:latin typeface="Lato"/>
              <a:ea typeface="Lato"/>
              <a:cs typeface="Lato"/>
              <a:sym typeface="Lato"/>
            </a:endParaRPr>
          </a:p>
        </p:txBody>
      </p:sp>
      <p:sp>
        <p:nvSpPr>
          <p:cNvPr id="2351" name="Google Shape;2351;p517"/>
          <p:cNvSpPr/>
          <p:nvPr/>
        </p:nvSpPr>
        <p:spPr>
          <a:xfrm>
            <a:off x="6146265"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6</a:t>
            </a:r>
            <a:endParaRPr sz="900">
              <a:solidFill>
                <a:srgbClr val="FFFFFF"/>
              </a:solidFill>
              <a:latin typeface="Poppins SemiBold"/>
              <a:ea typeface="Poppins SemiBold"/>
              <a:cs typeface="Poppins SemiBold"/>
              <a:sym typeface="Poppins SemiBold"/>
            </a:endParaRPr>
          </a:p>
        </p:txBody>
      </p:sp>
      <p:sp>
        <p:nvSpPr>
          <p:cNvPr id="2352" name="Google Shape;2352;p517"/>
          <p:cNvSpPr/>
          <p:nvPr/>
        </p:nvSpPr>
        <p:spPr>
          <a:xfrm>
            <a:off x="6047400"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Ship Live Products with Tactical Authority</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Transition from localhost to a live URL and deploy your product to the world. Use your functional build as the ultimate evidence to eliminate ambiguity and lead with high-integrity product narratives.</a:t>
            </a:r>
            <a:r>
              <a:rPr lang="en" sz="1000">
                <a:solidFill>
                  <a:srgbClr val="D8DEE9"/>
                </a:solidFill>
                <a:highlight>
                  <a:srgbClr val="0A0A0A"/>
                </a:highlight>
              </a:rPr>
              <a:t> </a:t>
            </a:r>
            <a:endParaRPr sz="1100">
              <a:solidFill>
                <a:srgbClr val="FFFFFF"/>
              </a:solidFill>
              <a:latin typeface="Poppins SemiBold"/>
              <a:ea typeface="Poppins SemiBold"/>
              <a:cs typeface="Poppins SemiBold"/>
              <a:sym typeface="Poppins SemiBold"/>
            </a:endParaRPr>
          </a:p>
        </p:txBody>
      </p:sp>
      <p:sp>
        <p:nvSpPr>
          <p:cNvPr id="2353" name="Google Shape;2353;p517"/>
          <p:cNvSpPr/>
          <p:nvPr/>
        </p:nvSpPr>
        <p:spPr>
          <a:xfrm>
            <a:off x="3351190"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5</a:t>
            </a:r>
            <a:endParaRPr sz="900">
              <a:solidFill>
                <a:srgbClr val="FFFFFF"/>
              </a:solidFill>
              <a:latin typeface="Poppins SemiBold"/>
              <a:ea typeface="Poppins SemiBold"/>
              <a:cs typeface="Poppins SemiBold"/>
              <a:sym typeface="Poppins SemiBold"/>
            </a:endParaRPr>
          </a:p>
        </p:txBody>
      </p:sp>
      <p:sp>
        <p:nvSpPr>
          <p:cNvPr id="2354" name="Google Shape;2354;p517"/>
          <p:cNvSpPr/>
          <p:nvPr/>
        </p:nvSpPr>
        <p:spPr>
          <a:xfrm>
            <a:off x="457250" y="1233738"/>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Activate Vibe Coding Speed</a:t>
            </a:r>
            <a:endParaRPr sz="1100">
              <a:solidFill>
                <a:srgbClr val="FFFFFF"/>
              </a:solidFill>
              <a:latin typeface="Lato"/>
              <a:ea typeface="Lato"/>
              <a:cs typeface="Lato"/>
              <a:sym typeface="Lato"/>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Experience the full Build-Show-Learn-Decide cycle in one session. Deploy functional prototypes from ambiguous problems to generate evidence and apply the confidence line framework to prove you can build at lightspeed.</a:t>
            </a:r>
            <a:endParaRPr sz="1100">
              <a:solidFill>
                <a:srgbClr val="FFFFFF"/>
              </a:solidFill>
              <a:latin typeface="Poppins SemiBold"/>
              <a:ea typeface="Poppins SemiBold"/>
              <a:cs typeface="Poppins SemiBold"/>
              <a:sym typeface="Poppins SemiBold"/>
            </a:endParaRPr>
          </a:p>
        </p:txBody>
      </p:sp>
      <p:sp>
        <p:nvSpPr>
          <p:cNvPr id="2355" name="Google Shape;2355;p517"/>
          <p:cNvSpPr/>
          <p:nvPr/>
        </p:nvSpPr>
        <p:spPr>
          <a:xfrm>
            <a:off x="3252325" y="1233750"/>
            <a:ext cx="2639400" cy="1896300"/>
          </a:xfrm>
          <a:prstGeom prst="roundRect">
            <a:avLst>
              <a:gd fmla="val 6684" name="adj"/>
            </a:avLst>
          </a:prstGeom>
          <a:solidFill>
            <a:srgbClr val="FFFFFF">
              <a:alpha val="16000"/>
            </a:srgbClr>
          </a:solidFill>
          <a:ln cap="flat" cmpd="sng" w="9525">
            <a:solidFill>
              <a:schemeClr val="lt1"/>
            </a:solidFill>
            <a:prstDash val="solid"/>
            <a:round/>
            <a:headEnd len="sm" w="sm" type="none"/>
            <a:tailEnd len="sm" w="sm" type="none"/>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Sharpen Intent with Strategic Prototypes</a:t>
            </a:r>
            <a:endParaRPr sz="1100">
              <a:solidFill>
                <a:srgbClr val="FFFFF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Map assumptions and apply a validation lens to master fidelity selection before opening the toolkit. Use divergent prototypes to zero in on the "why" and ensure you are solving the right problem.</a:t>
            </a:r>
            <a:endParaRPr sz="800">
              <a:solidFill>
                <a:srgbClr val="DBEAF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DBEAF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DBEAFE"/>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359" name="Shape 2359"/>
        <p:cNvGrpSpPr/>
        <p:nvPr/>
      </p:nvGrpSpPr>
      <p:grpSpPr>
        <a:xfrm>
          <a:off x="0" y="0"/>
          <a:ext cx="0" cy="0"/>
          <a:chOff x="0" y="0"/>
          <a:chExt cx="0" cy="0"/>
        </a:xfrm>
      </p:grpSpPr>
      <p:sp>
        <p:nvSpPr>
          <p:cNvPr id="2360" name="Google Shape;2360;p518"/>
          <p:cNvSpPr txBox="1"/>
          <p:nvPr>
            <p:ph type="title"/>
          </p:nvPr>
        </p:nvSpPr>
        <p:spPr>
          <a:xfrm>
            <a:off x="457200" y="457192"/>
            <a:ext cx="8229600" cy="29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sz="2400">
                <a:solidFill>
                  <a:schemeClr val="lt1"/>
                </a:solidFill>
              </a:rPr>
              <a:t>Agenda</a:t>
            </a:r>
            <a:endParaRPr sz="2400">
              <a:solidFill>
                <a:schemeClr val="lt1"/>
              </a:solidFill>
            </a:endParaRPr>
          </a:p>
        </p:txBody>
      </p:sp>
      <p:sp>
        <p:nvSpPr>
          <p:cNvPr id="2361" name="Google Shape;2361;p518"/>
          <p:cNvSpPr txBox="1"/>
          <p:nvPr>
            <p:ph idx="4294967295" type="subTitle"/>
          </p:nvPr>
        </p:nvSpPr>
        <p:spPr>
          <a:xfrm>
            <a:off x="457200" y="4802955"/>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03	Hands-On Lab: </a:t>
            </a:r>
            <a:r>
              <a:rPr lang="en">
                <a:solidFill>
                  <a:schemeClr val="lt1"/>
                </a:solidFill>
              </a:rPr>
              <a:t>Start Your Final Project and Build With Confidence</a:t>
            </a:r>
            <a:endParaRPr>
              <a:solidFill>
                <a:schemeClr val="lt1"/>
              </a:solidFill>
            </a:endParaRPr>
          </a:p>
        </p:txBody>
      </p:sp>
      <p:sp>
        <p:nvSpPr>
          <p:cNvPr id="2362" name="Google Shape;2362;p518"/>
          <p:cNvSpPr txBox="1"/>
          <p:nvPr>
            <p:ph idx="4294967295" type="subTitle"/>
          </p:nvPr>
        </p:nvSpPr>
        <p:spPr>
          <a:xfrm>
            <a:off x="457200" y="3355308"/>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01	How to Build Smarter, Not Just Faster</a:t>
            </a:r>
            <a:endParaRPr>
              <a:solidFill>
                <a:schemeClr val="lt1"/>
              </a:solidFill>
            </a:endParaRPr>
          </a:p>
        </p:txBody>
      </p:sp>
      <p:cxnSp>
        <p:nvCxnSpPr>
          <p:cNvPr id="2363" name="Google Shape;2363;p518"/>
          <p:cNvCxnSpPr/>
          <p:nvPr/>
        </p:nvCxnSpPr>
        <p:spPr>
          <a:xfrm>
            <a:off x="457200" y="3809708"/>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2364" name="Google Shape;2364;p518"/>
          <p:cNvCxnSpPr/>
          <p:nvPr/>
        </p:nvCxnSpPr>
        <p:spPr>
          <a:xfrm>
            <a:off x="457200" y="4533758"/>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2365" name="Google Shape;2365;p518"/>
          <p:cNvCxnSpPr/>
          <p:nvPr/>
        </p:nvCxnSpPr>
        <p:spPr>
          <a:xfrm>
            <a:off x="457200" y="5257808"/>
            <a:ext cx="8229600" cy="0"/>
          </a:xfrm>
          <a:prstGeom prst="straightConnector1">
            <a:avLst/>
          </a:prstGeom>
          <a:noFill/>
          <a:ln cap="flat" cmpd="sng" w="9525">
            <a:solidFill>
              <a:schemeClr val="accent4"/>
            </a:solidFill>
            <a:prstDash val="solid"/>
            <a:round/>
            <a:headEnd len="med" w="med" type="none"/>
            <a:tailEnd len="med" w="med" type="none"/>
          </a:ln>
        </p:spPr>
      </p:cxnSp>
      <p:sp>
        <p:nvSpPr>
          <p:cNvPr id="2366" name="Google Shape;2366;p518">
            <a:hlinkClick action="ppaction://hlinksldjump" r:id="rId3"/>
          </p:cNvPr>
          <p:cNvSpPr txBox="1"/>
          <p:nvPr/>
        </p:nvSpPr>
        <p:spPr>
          <a:xfrm>
            <a:off x="7622662" y="3249708"/>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
        <p:nvSpPr>
          <p:cNvPr id="2367" name="Google Shape;2367;p518"/>
          <p:cNvSpPr txBox="1"/>
          <p:nvPr>
            <p:ph idx="4294967295" type="subTitle"/>
          </p:nvPr>
        </p:nvSpPr>
        <p:spPr>
          <a:xfrm>
            <a:off x="457200" y="4079350"/>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02	The Prototype Validation Lens</a:t>
            </a:r>
            <a:endParaRPr>
              <a:solidFill>
                <a:schemeClr val="lt1"/>
              </a:solidFill>
            </a:endParaRPr>
          </a:p>
        </p:txBody>
      </p:sp>
      <p:sp>
        <p:nvSpPr>
          <p:cNvPr id="2368" name="Google Shape;2368;p518">
            <a:hlinkClick action="ppaction://hlinksldjump" r:id="rId4"/>
          </p:cNvPr>
          <p:cNvSpPr txBox="1"/>
          <p:nvPr/>
        </p:nvSpPr>
        <p:spPr>
          <a:xfrm>
            <a:off x="7622662" y="3973750"/>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
        <p:nvSpPr>
          <p:cNvPr id="2369" name="Google Shape;2369;p518">
            <a:hlinkClick action="ppaction://hlinksldjump" r:id="rId5"/>
          </p:cNvPr>
          <p:cNvSpPr txBox="1"/>
          <p:nvPr/>
        </p:nvSpPr>
        <p:spPr>
          <a:xfrm>
            <a:off x="7622662" y="4697779"/>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62C"/>
        </a:solidFill>
      </p:bgPr>
    </p:bg>
    <p:spTree>
      <p:nvGrpSpPr>
        <p:cNvPr id="2373" name="Shape 2373"/>
        <p:cNvGrpSpPr/>
        <p:nvPr/>
      </p:nvGrpSpPr>
      <p:grpSpPr>
        <a:xfrm>
          <a:off x="0" y="0"/>
          <a:ext cx="0" cy="0"/>
          <a:chOff x="0" y="0"/>
          <a:chExt cx="0" cy="0"/>
        </a:xfrm>
      </p:grpSpPr>
      <p:sp>
        <p:nvSpPr>
          <p:cNvPr id="2374" name="Google Shape;2374;p519"/>
          <p:cNvSpPr txBox="1"/>
          <p:nvPr>
            <p:ph type="title"/>
          </p:nvPr>
        </p:nvSpPr>
        <p:spPr>
          <a:xfrm>
            <a:off x="457200" y="3565000"/>
            <a:ext cx="82209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3200"/>
              <a:buNone/>
            </a:pPr>
            <a:r>
              <a:rPr lang="en"/>
              <a:t>How to Build Smarter, </a:t>
            </a:r>
            <a:br>
              <a:rPr lang="en"/>
            </a:br>
            <a:r>
              <a:rPr lang="en"/>
              <a:t>Not Just Faster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78" name="Shape 2378"/>
        <p:cNvGrpSpPr/>
        <p:nvPr/>
      </p:nvGrpSpPr>
      <p:grpSpPr>
        <a:xfrm>
          <a:off x="0" y="0"/>
          <a:ext cx="0" cy="0"/>
          <a:chOff x="0" y="0"/>
          <a:chExt cx="0" cy="0"/>
        </a:xfrm>
      </p:grpSpPr>
      <p:sp>
        <p:nvSpPr>
          <p:cNvPr id="2379" name="Google Shape;2379;p520"/>
          <p:cNvSpPr/>
          <p:nvPr/>
        </p:nvSpPr>
        <p:spPr>
          <a:xfrm>
            <a:off x="2562725" y="167575"/>
            <a:ext cx="6358800" cy="5378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80" name="Google Shape;2380;p520"/>
          <p:cNvSpPr/>
          <p:nvPr/>
        </p:nvSpPr>
        <p:spPr>
          <a:xfrm rot="-5400000">
            <a:off x="-1324075" y="1674324"/>
            <a:ext cx="5378700" cy="2372100"/>
          </a:xfrm>
          <a:prstGeom prst="round2SameRect">
            <a:avLst>
              <a:gd fmla="val 7215" name="adj1"/>
              <a:gd fmla="val 0" name="adj2"/>
            </a:avLst>
          </a:prstGeom>
          <a:solidFill>
            <a:srgbClr val="1241B0"/>
          </a:solidFill>
          <a:ln>
            <a:noFill/>
          </a:ln>
        </p:spPr>
        <p:txBody>
          <a:bodyPr anchorCtr="0" anchor="ctr" bIns="97600" lIns="97600" spcFirstLastPara="1" rIns="97600" wrap="square" tIns="97600">
            <a:noAutofit/>
          </a:bodyPr>
          <a:lstStyle/>
          <a:p>
            <a:pPr indent="0" lvl="0" marL="0" rtl="0" algn="ctr">
              <a:spcBef>
                <a:spcPts val="0"/>
              </a:spcBef>
              <a:spcAft>
                <a:spcPts val="0"/>
              </a:spcAft>
              <a:buNone/>
            </a:pPr>
            <a:r>
              <a:t/>
            </a:r>
            <a:endParaRPr sz="1494">
              <a:latin typeface="Lato"/>
              <a:ea typeface="Lato"/>
              <a:cs typeface="Lato"/>
              <a:sym typeface="Lato"/>
            </a:endParaRPr>
          </a:p>
        </p:txBody>
      </p:sp>
      <p:sp>
        <p:nvSpPr>
          <p:cNvPr id="2381" name="Google Shape;2381;p520"/>
          <p:cNvSpPr txBox="1"/>
          <p:nvPr/>
        </p:nvSpPr>
        <p:spPr>
          <a:xfrm>
            <a:off x="332633" y="290160"/>
            <a:ext cx="3908700" cy="5565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808">
                <a:solidFill>
                  <a:srgbClr val="60A5FA"/>
                </a:solidFill>
                <a:latin typeface="Poppins SemiBold"/>
                <a:ea typeface="Poppins SemiBold"/>
                <a:cs typeface="Poppins SemiBold"/>
                <a:sym typeface="Poppins SemiBold"/>
              </a:rPr>
              <a:t>Instructor-Led</a:t>
            </a:r>
            <a:br>
              <a:rPr lang="en" sz="1808">
                <a:solidFill>
                  <a:srgbClr val="60A5FA"/>
                </a:solidFill>
                <a:latin typeface="Poppins SemiBold"/>
                <a:ea typeface="Poppins SemiBold"/>
                <a:cs typeface="Poppins SemiBold"/>
                <a:sym typeface="Poppins SemiBold"/>
              </a:rPr>
            </a:br>
            <a:r>
              <a:rPr lang="en" sz="1808">
                <a:solidFill>
                  <a:srgbClr val="60A5FA"/>
                </a:solidFill>
                <a:latin typeface="Poppins SemiBold"/>
                <a:ea typeface="Poppins SemiBold"/>
                <a:cs typeface="Poppins SemiBold"/>
                <a:sym typeface="Poppins SemiBold"/>
              </a:rPr>
              <a:t>Demo</a:t>
            </a:r>
            <a:endParaRPr sz="1808">
              <a:solidFill>
                <a:srgbClr val="60A5FA"/>
              </a:solidFill>
              <a:latin typeface="Poppins SemiBold"/>
              <a:ea typeface="Poppins SemiBold"/>
              <a:cs typeface="Poppins SemiBold"/>
              <a:sym typeface="Poppins SemiBold"/>
            </a:endParaRPr>
          </a:p>
        </p:txBody>
      </p:sp>
      <p:sp>
        <p:nvSpPr>
          <p:cNvPr id="2382" name="Google Shape;2382;p520"/>
          <p:cNvSpPr txBox="1"/>
          <p:nvPr/>
        </p:nvSpPr>
        <p:spPr>
          <a:xfrm>
            <a:off x="316290" y="875210"/>
            <a:ext cx="2281500" cy="1762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300">
                <a:solidFill>
                  <a:schemeClr val="lt1"/>
                </a:solidFill>
                <a:latin typeface="Poppins Medium"/>
                <a:ea typeface="Poppins Medium"/>
                <a:cs typeface="Poppins Medium"/>
                <a:sym typeface="Poppins Medium"/>
              </a:rPr>
              <a:t>What You Can Prove with Context Injection</a:t>
            </a:r>
            <a:endParaRPr sz="2300">
              <a:solidFill>
                <a:schemeClr val="lt1"/>
              </a:solidFill>
              <a:latin typeface="Poppins Medium"/>
              <a:ea typeface="Poppins Medium"/>
              <a:cs typeface="Poppins Medium"/>
              <a:sym typeface="Poppins Medium"/>
            </a:endParaRPr>
          </a:p>
          <a:p>
            <a:pPr indent="0" lvl="0" marL="0" rtl="0" algn="l">
              <a:lnSpc>
                <a:spcPct val="100000"/>
              </a:lnSpc>
              <a:spcBef>
                <a:spcPts val="0"/>
              </a:spcBef>
              <a:spcAft>
                <a:spcPts val="0"/>
              </a:spcAft>
              <a:buNone/>
            </a:pPr>
            <a:r>
              <a:t/>
            </a:r>
            <a:endParaRPr sz="2248">
              <a:solidFill>
                <a:srgbClr val="FFFFFF"/>
              </a:solidFill>
              <a:latin typeface="Poppins Medium"/>
              <a:ea typeface="Poppins Medium"/>
              <a:cs typeface="Poppins Medium"/>
              <a:sym typeface="Poppins Medium"/>
            </a:endParaRPr>
          </a:p>
        </p:txBody>
      </p:sp>
      <p:cxnSp>
        <p:nvCxnSpPr>
          <p:cNvPr id="2383" name="Google Shape;2383;p520"/>
          <p:cNvCxnSpPr/>
          <p:nvPr/>
        </p:nvCxnSpPr>
        <p:spPr>
          <a:xfrm>
            <a:off x="2551417" y="175008"/>
            <a:ext cx="0" cy="5383500"/>
          </a:xfrm>
          <a:prstGeom prst="straightConnector1">
            <a:avLst/>
          </a:prstGeom>
          <a:noFill/>
          <a:ln cap="flat" cmpd="sng" w="20325">
            <a:solidFill>
              <a:srgbClr val="FFFFFF"/>
            </a:solidFill>
            <a:prstDash val="solid"/>
            <a:round/>
            <a:headEnd len="med" w="med" type="none"/>
            <a:tailEnd len="med" w="med" type="none"/>
          </a:ln>
        </p:spPr>
      </p:cxnSp>
      <p:sp>
        <p:nvSpPr>
          <p:cNvPr id="2384" name="Google Shape;2384;p520"/>
          <p:cNvSpPr/>
          <p:nvPr/>
        </p:nvSpPr>
        <p:spPr>
          <a:xfrm>
            <a:off x="266925" y="3262700"/>
            <a:ext cx="2184600" cy="2198700"/>
          </a:xfrm>
          <a:prstGeom prst="roundRect">
            <a:avLst>
              <a:gd fmla="val 7244" name="adj"/>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850">
              <a:solidFill>
                <a:srgbClr val="414141"/>
              </a:solidFill>
              <a:latin typeface="Lato"/>
              <a:ea typeface="Lato"/>
              <a:cs typeface="Lato"/>
              <a:sym typeface="Lato"/>
            </a:endParaRPr>
          </a:p>
        </p:txBody>
      </p:sp>
      <p:pic>
        <p:nvPicPr>
          <p:cNvPr id="2385" name="Google Shape;2385;p520"/>
          <p:cNvPicPr preferRelativeResize="0"/>
          <p:nvPr/>
        </p:nvPicPr>
        <p:blipFill rotWithShape="1">
          <a:blip r:embed="rId4">
            <a:alphaModFix/>
          </a:blip>
          <a:srcRect b="0" l="0" r="0" t="0"/>
          <a:stretch/>
        </p:blipFill>
        <p:spPr>
          <a:xfrm>
            <a:off x="690645" y="3446859"/>
            <a:ext cx="211475" cy="212225"/>
          </a:xfrm>
          <a:prstGeom prst="rect">
            <a:avLst/>
          </a:prstGeom>
          <a:noFill/>
          <a:ln>
            <a:noFill/>
          </a:ln>
        </p:spPr>
      </p:pic>
      <p:sp>
        <p:nvSpPr>
          <p:cNvPr id="2386" name="Google Shape;2386;p520"/>
          <p:cNvSpPr txBox="1"/>
          <p:nvPr/>
        </p:nvSpPr>
        <p:spPr>
          <a:xfrm>
            <a:off x="850300" y="3391425"/>
            <a:ext cx="1177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900">
                <a:solidFill>
                  <a:schemeClr val="accent2"/>
                </a:solidFill>
                <a:latin typeface="Poppins"/>
                <a:ea typeface="Poppins"/>
                <a:cs typeface="Poppins"/>
                <a:sym typeface="Poppins"/>
              </a:rPr>
              <a:t>THE PROBLEM:</a:t>
            </a:r>
            <a:endParaRPr b="1" sz="900">
              <a:solidFill>
                <a:schemeClr val="accent2"/>
              </a:solidFill>
              <a:latin typeface="Poppins"/>
              <a:ea typeface="Poppins"/>
              <a:cs typeface="Poppins"/>
              <a:sym typeface="Poppins"/>
            </a:endParaRPr>
          </a:p>
        </p:txBody>
      </p:sp>
      <p:pic>
        <p:nvPicPr>
          <p:cNvPr id="2387" name="Google Shape;2387;p520" title="Module1FromBasictoPro-ezgif.com-video-to-gif-converter.gif"/>
          <p:cNvPicPr preferRelativeResize="0"/>
          <p:nvPr/>
        </p:nvPicPr>
        <p:blipFill>
          <a:blip r:embed="rId5">
            <a:alphaModFix/>
          </a:blip>
          <a:stretch>
            <a:fillRect/>
          </a:stretch>
        </p:blipFill>
        <p:spPr>
          <a:xfrm>
            <a:off x="2764275" y="1655760"/>
            <a:ext cx="5922524" cy="2257963"/>
          </a:xfrm>
          <a:prstGeom prst="rect">
            <a:avLst/>
          </a:prstGeom>
          <a:noFill/>
          <a:ln>
            <a:noFill/>
          </a:ln>
        </p:spPr>
      </p:pic>
      <p:sp>
        <p:nvSpPr>
          <p:cNvPr id="2388" name="Google Shape;2388;p520"/>
          <p:cNvSpPr txBox="1"/>
          <p:nvPr/>
        </p:nvSpPr>
        <p:spPr>
          <a:xfrm>
            <a:off x="379875" y="3659075"/>
            <a:ext cx="1958700" cy="166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50">
                <a:solidFill>
                  <a:srgbClr val="414141"/>
                </a:solidFill>
                <a:latin typeface="Lato"/>
                <a:ea typeface="Lato"/>
                <a:cs typeface="Lato"/>
                <a:sym typeface="Lato"/>
              </a:rPr>
              <a:t>You’ve now got a polished, design systems-matched prototype with clickable buttons and interactive  components.</a:t>
            </a:r>
            <a:endParaRPr sz="850">
              <a:solidFill>
                <a:srgbClr val="414141"/>
              </a:solidFill>
              <a:latin typeface="Lato"/>
              <a:ea typeface="Lato"/>
              <a:cs typeface="Lato"/>
              <a:sym typeface="Lato"/>
            </a:endParaRPr>
          </a:p>
          <a:p>
            <a:pPr indent="0" lvl="0" marL="0" rtl="0" algn="l">
              <a:lnSpc>
                <a:spcPct val="115000"/>
              </a:lnSpc>
              <a:spcBef>
                <a:spcPts val="0"/>
              </a:spcBef>
              <a:spcAft>
                <a:spcPts val="0"/>
              </a:spcAft>
              <a:buNone/>
            </a:pPr>
            <a:r>
              <a:t/>
            </a:r>
            <a:endParaRPr sz="850">
              <a:solidFill>
                <a:srgbClr val="414141"/>
              </a:solidFill>
              <a:latin typeface="Lato"/>
              <a:ea typeface="Lato"/>
              <a:cs typeface="Lato"/>
              <a:sym typeface="Lato"/>
            </a:endParaRPr>
          </a:p>
          <a:p>
            <a:pPr indent="0" lvl="0" marL="0" rtl="0" algn="l">
              <a:lnSpc>
                <a:spcPct val="115000"/>
              </a:lnSpc>
              <a:spcBef>
                <a:spcPts val="0"/>
              </a:spcBef>
              <a:spcAft>
                <a:spcPts val="0"/>
              </a:spcAft>
              <a:buNone/>
            </a:pPr>
            <a:r>
              <a:rPr lang="en" sz="850">
                <a:solidFill>
                  <a:srgbClr val="414141"/>
                </a:solidFill>
                <a:latin typeface="Lato"/>
                <a:ea typeface="Lato"/>
                <a:cs typeface="Lato"/>
                <a:sym typeface="Lato"/>
              </a:rPr>
              <a:t>It looks like a real retention dashboard, so what assumption is it testing?</a:t>
            </a:r>
            <a:endParaRPr sz="850">
              <a:solidFill>
                <a:srgbClr val="414141"/>
              </a:solidFill>
              <a:latin typeface="Lato"/>
              <a:ea typeface="Lato"/>
              <a:cs typeface="Lato"/>
              <a:sym typeface="Lato"/>
            </a:endParaRPr>
          </a:p>
          <a:p>
            <a:pPr indent="0" lvl="0" marL="0" rtl="0" algn="l">
              <a:lnSpc>
                <a:spcPct val="115000"/>
              </a:lnSpc>
              <a:spcBef>
                <a:spcPts val="0"/>
              </a:spcBef>
              <a:spcAft>
                <a:spcPts val="0"/>
              </a:spcAft>
              <a:buNone/>
            </a:pPr>
            <a:r>
              <a:t/>
            </a:r>
            <a:endParaRPr sz="850">
              <a:solidFill>
                <a:srgbClr val="414141"/>
              </a:solidFill>
              <a:latin typeface="Lato"/>
              <a:ea typeface="Lato"/>
              <a:cs typeface="Lato"/>
              <a:sym typeface="Lato"/>
            </a:endParaRPr>
          </a:p>
          <a:p>
            <a:pPr indent="0" lvl="0" marL="0" rtl="0" algn="l">
              <a:lnSpc>
                <a:spcPct val="115000"/>
              </a:lnSpc>
              <a:spcBef>
                <a:spcPts val="0"/>
              </a:spcBef>
              <a:spcAft>
                <a:spcPts val="0"/>
              </a:spcAft>
              <a:buNone/>
            </a:pPr>
            <a:r>
              <a:rPr lang="en" sz="850">
                <a:solidFill>
                  <a:srgbClr val="414141"/>
                </a:solidFill>
                <a:latin typeface="Lato"/>
                <a:ea typeface="Lato"/>
                <a:cs typeface="Lato"/>
                <a:sym typeface="Lato"/>
              </a:rPr>
              <a:t>Nothing. </a:t>
            </a:r>
            <a:endParaRPr sz="850">
              <a:solidFill>
                <a:srgbClr val="414141"/>
              </a:solidFill>
              <a:latin typeface="Lato"/>
              <a:ea typeface="Lato"/>
              <a:cs typeface="Lato"/>
              <a:sym typeface="Lato"/>
            </a:endParaRPr>
          </a:p>
        </p:txBody>
      </p:sp>
      <p:pic>
        <p:nvPicPr>
          <p:cNvPr id="2389" name="Google Shape;2389;p520" title="gifDejan-ezgif.com-video-to-gif-converter.gif"/>
          <p:cNvPicPr preferRelativeResize="0"/>
          <p:nvPr/>
        </p:nvPicPr>
        <p:blipFill>
          <a:blip r:embed="rId6">
            <a:alphaModFix/>
          </a:blip>
          <a:stretch>
            <a:fillRect/>
          </a:stretch>
        </p:blipFill>
        <p:spPr>
          <a:xfrm>
            <a:off x="2727525" y="1417850"/>
            <a:ext cx="6008300" cy="2733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3" name="Shape 2393"/>
        <p:cNvGrpSpPr/>
        <p:nvPr/>
      </p:nvGrpSpPr>
      <p:grpSpPr>
        <a:xfrm>
          <a:off x="0" y="0"/>
          <a:ext cx="0" cy="0"/>
          <a:chOff x="0" y="0"/>
          <a:chExt cx="0" cy="0"/>
        </a:xfrm>
      </p:grpSpPr>
      <p:sp>
        <p:nvSpPr>
          <p:cNvPr id="2394" name="Google Shape;2394;p521"/>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Discuss the following question</a:t>
            </a:r>
            <a:r>
              <a:rPr lang="en">
                <a:latin typeface="Poppins SemiBold"/>
                <a:ea typeface="Poppins SemiBold"/>
                <a:cs typeface="Poppins SemiBold"/>
                <a:sym typeface="Poppins SemiBold"/>
              </a:rPr>
              <a:t>s</a:t>
            </a:r>
            <a:endParaRPr/>
          </a:p>
          <a:p>
            <a:pPr indent="0" lvl="0" marL="0" rtl="0" algn="l">
              <a:spcBef>
                <a:spcPts val="1000"/>
              </a:spcBef>
              <a:spcAft>
                <a:spcPts val="0"/>
              </a:spcAft>
              <a:buNone/>
            </a:pPr>
            <a:r>
              <a:rPr lang="en"/>
              <a:t>Open up your prototype from Module 1 and </a:t>
            </a:r>
            <a:r>
              <a:rPr b="1" lang="en"/>
              <a:t>take a deeper look.</a:t>
            </a:r>
            <a:r>
              <a:rPr lang="en"/>
              <a:t> </a:t>
            </a:r>
            <a:endParaRPr/>
          </a:p>
          <a:p>
            <a:pPr indent="-304800" lvl="0" marL="469900" rtl="0" algn="l">
              <a:spcBef>
                <a:spcPts val="1000"/>
              </a:spcBef>
              <a:spcAft>
                <a:spcPts val="0"/>
              </a:spcAft>
              <a:buSzPts val="1200"/>
              <a:buFont typeface="Poppins SemiBold"/>
              <a:buAutoNum type="arabicPeriod"/>
            </a:pPr>
            <a:r>
              <a:rPr lang="en"/>
              <a:t>What assumption </a:t>
            </a:r>
            <a:r>
              <a:rPr lang="en"/>
              <a:t>were you </a:t>
            </a:r>
            <a:r>
              <a:rPr i="1" lang="en"/>
              <a:t>actually</a:t>
            </a:r>
            <a:r>
              <a:rPr lang="en"/>
              <a:t> testing? Be honest.</a:t>
            </a:r>
            <a:endParaRPr/>
          </a:p>
          <a:p>
            <a:pPr indent="-304800" lvl="0" marL="469900" rtl="0" algn="l">
              <a:spcBef>
                <a:spcPts val="1000"/>
              </a:spcBef>
              <a:spcAft>
                <a:spcPts val="0"/>
              </a:spcAft>
              <a:buSzPts val="1200"/>
              <a:buFont typeface="Poppins SemiBold"/>
              <a:buAutoNum type="arabicPeriod"/>
            </a:pPr>
            <a:r>
              <a:rPr lang="en"/>
              <a:t>If your VP asked, “What did you learn from this?” what would you say?</a:t>
            </a:r>
            <a:endParaRPr/>
          </a:p>
          <a:p>
            <a:pPr indent="-304800" lvl="0" marL="469900" rtl="0" algn="l">
              <a:spcBef>
                <a:spcPts val="1000"/>
              </a:spcBef>
              <a:spcAft>
                <a:spcPts val="1000"/>
              </a:spcAft>
              <a:buSzPts val="1200"/>
              <a:buFont typeface="Poppins SemiBold"/>
              <a:buAutoNum type="arabicPeriod"/>
            </a:pPr>
            <a:r>
              <a:rPr lang="en"/>
              <a:t>Where is your user data? Metrics? User language?</a:t>
            </a:r>
            <a:br>
              <a:rPr lang="en"/>
            </a:br>
            <a:br>
              <a:rPr lang="en"/>
            </a:br>
            <a:endParaRPr/>
          </a:p>
        </p:txBody>
      </p:sp>
      <p:sp>
        <p:nvSpPr>
          <p:cNvPr id="2395" name="Google Shape;2395;p521"/>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Instructor-Led Q&amp;A</a:t>
            </a:r>
            <a:endParaRPr sz="1600">
              <a:solidFill>
                <a:srgbClr val="60A5FA"/>
              </a:solidFill>
              <a:latin typeface="Poppins SemiBold"/>
              <a:ea typeface="Poppins SemiBold"/>
              <a:cs typeface="Poppins SemiBold"/>
              <a:sym typeface="Poppins SemiBold"/>
            </a:endParaRPr>
          </a:p>
        </p:txBody>
      </p:sp>
      <p:sp>
        <p:nvSpPr>
          <p:cNvPr id="2396" name="Google Shape;2396;p521"/>
          <p:cNvSpPr txBox="1"/>
          <p:nvPr/>
        </p:nvSpPr>
        <p:spPr>
          <a:xfrm>
            <a:off x="457200" y="926546"/>
            <a:ext cx="3661500" cy="461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000">
                <a:solidFill>
                  <a:srgbClr val="07182C"/>
                </a:solidFill>
                <a:latin typeface="Poppins Medium"/>
                <a:ea typeface="Poppins Medium"/>
                <a:cs typeface="Poppins Medium"/>
                <a:sym typeface="Poppins Medium"/>
              </a:rPr>
              <a:t>Reflection Moment</a:t>
            </a:r>
            <a:endParaRPr sz="3000">
              <a:solidFill>
                <a:srgbClr val="07182C"/>
              </a:solidFill>
              <a:latin typeface="Poppins Medium"/>
              <a:ea typeface="Poppins Medium"/>
              <a:cs typeface="Poppins Medium"/>
              <a:sym typeface="Poppins Medium"/>
            </a:endParaRPr>
          </a:p>
        </p:txBody>
      </p:sp>
      <p:grpSp>
        <p:nvGrpSpPr>
          <p:cNvPr id="2397" name="Google Shape;2397;p521"/>
          <p:cNvGrpSpPr/>
          <p:nvPr/>
        </p:nvGrpSpPr>
        <p:grpSpPr>
          <a:xfrm>
            <a:off x="7250711" y="758362"/>
            <a:ext cx="1157276" cy="307747"/>
            <a:chOff x="4859149" y="597592"/>
            <a:chExt cx="1157276" cy="276975"/>
          </a:xfrm>
        </p:grpSpPr>
        <p:sp>
          <p:nvSpPr>
            <p:cNvPr id="2398" name="Google Shape;2398;p521"/>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5</a:t>
              </a:r>
              <a:r>
                <a:rPr lang="en" sz="1200">
                  <a:solidFill>
                    <a:schemeClr val="accent1"/>
                  </a:solidFill>
                  <a:latin typeface="Lato"/>
                  <a:ea typeface="Lato"/>
                  <a:cs typeface="Lato"/>
                  <a:sym typeface="Lato"/>
                </a:rPr>
                <a:t> minutes </a:t>
              </a:r>
              <a:endParaRPr sz="1200">
                <a:solidFill>
                  <a:schemeClr val="accent1"/>
                </a:solidFill>
                <a:latin typeface="Lato"/>
                <a:ea typeface="Lato"/>
                <a:cs typeface="Lato"/>
                <a:sym typeface="Lato"/>
              </a:endParaRPr>
            </a:p>
          </p:txBody>
        </p:sp>
        <p:pic>
          <p:nvPicPr>
            <p:cNvPr id="2399" name="Google Shape;2399;p521"/>
            <p:cNvPicPr preferRelativeResize="0"/>
            <p:nvPr/>
          </p:nvPicPr>
          <p:blipFill rotWithShape="1">
            <a:blip r:embed="rId3">
              <a:alphaModFix/>
            </a:blip>
            <a:srcRect b="-9877" l="0" r="0" t="-1222"/>
            <a:stretch/>
          </p:blipFill>
          <p:spPr>
            <a:xfrm>
              <a:off x="4859149" y="597592"/>
              <a:ext cx="277007" cy="276975"/>
            </a:xfrm>
            <a:prstGeom prst="rect">
              <a:avLst/>
            </a:prstGeom>
            <a:noFill/>
            <a:ln>
              <a:noFill/>
            </a:ln>
          </p:spPr>
        </p:pic>
      </p:grpSp>
      <p:sp>
        <p:nvSpPr>
          <p:cNvPr id="2400" name="Google Shape;2400;p521"/>
          <p:cNvSpPr txBox="1"/>
          <p:nvPr/>
        </p:nvSpPr>
        <p:spPr>
          <a:xfrm>
            <a:off x="457200" y="1861825"/>
            <a:ext cx="3332700" cy="4632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Feel free to </a:t>
            </a:r>
            <a:r>
              <a:rPr lang="en">
                <a:solidFill>
                  <a:schemeClr val="accent1"/>
                </a:solidFill>
                <a:latin typeface="Poppins SemiBold"/>
                <a:ea typeface="Poppins SemiBold"/>
                <a:cs typeface="Poppins SemiBold"/>
                <a:sym typeface="Poppins SemiBold"/>
              </a:rPr>
              <a:t>unmute and share, </a:t>
            </a:r>
            <a:r>
              <a:rPr lang="en">
                <a:solidFill>
                  <a:schemeClr val="dk2"/>
                </a:solidFill>
                <a:latin typeface="Poppins SemiBold"/>
                <a:ea typeface="Poppins SemiBold"/>
                <a:cs typeface="Poppins SemiBold"/>
                <a:sym typeface="Poppins SemiBold"/>
              </a:rPr>
              <a:t>or post your thoughts in the chat!</a:t>
            </a:r>
            <a:endParaRPr>
              <a:solidFill>
                <a:schemeClr val="dk2"/>
              </a:solidFill>
              <a:latin typeface="Poppins SemiBold"/>
              <a:ea typeface="Poppins SemiBold"/>
              <a:cs typeface="Poppins SemiBold"/>
              <a:sym typeface="Poppins SemiBold"/>
            </a:endParaRPr>
          </a:p>
        </p:txBody>
      </p:sp>
      <p:sp>
        <p:nvSpPr>
          <p:cNvPr id="2401" name="Google Shape;2401;p521"/>
          <p:cNvSpPr txBox="1"/>
          <p:nvPr/>
        </p:nvSpPr>
        <p:spPr>
          <a:xfrm>
            <a:off x="371700" y="2552700"/>
            <a:ext cx="3503700" cy="554100"/>
          </a:xfrm>
          <a:prstGeom prst="rect">
            <a:avLst/>
          </a:prstGeom>
          <a:noFill/>
          <a:ln>
            <a:noFill/>
          </a:ln>
        </p:spPr>
        <p:txBody>
          <a:bodyPr anchorCtr="0" anchor="t" bIns="0" lIns="0" spcFirstLastPara="1" rIns="0" wrap="square" tIns="0">
            <a:spAutoFit/>
          </a:bodyPr>
          <a:lstStyle/>
          <a:p>
            <a:pPr indent="-304800" lvl="0" marL="457200" rtl="0" algn="l">
              <a:lnSpc>
                <a:spcPct val="100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To get you started thinking about what your Module 1 prototype currently proves, share your perspective on: </a:t>
            </a:r>
            <a:endParaRPr sz="1200">
              <a:solidFill>
                <a:srgbClr val="737373"/>
              </a:solidFill>
              <a:latin typeface="Lato"/>
              <a:ea typeface="Lato"/>
              <a:cs typeface="Lato"/>
              <a:sym typeface="Lato"/>
            </a:endParaRPr>
          </a:p>
        </p:txBody>
      </p:sp>
      <p:sp>
        <p:nvSpPr>
          <p:cNvPr id="2402" name="Google Shape;2402;p521"/>
          <p:cNvSpPr/>
          <p:nvPr/>
        </p:nvSpPr>
        <p:spPr>
          <a:xfrm>
            <a:off x="4850800" y="765575"/>
            <a:ext cx="13995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Q&amp;A DISCUSSION</a:t>
            </a:r>
            <a:endParaRPr sz="1100">
              <a:solidFill>
                <a:srgbClr val="FFFFFF"/>
              </a:solidFill>
              <a:latin typeface="Poppins SemiBold"/>
              <a:ea typeface="Poppins SemiBold"/>
              <a:cs typeface="Poppins SemiBold"/>
              <a:sym typeface="Poppins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406" name="Shape 2406"/>
        <p:cNvGrpSpPr/>
        <p:nvPr/>
      </p:nvGrpSpPr>
      <p:grpSpPr>
        <a:xfrm>
          <a:off x="0" y="0"/>
          <a:ext cx="0" cy="0"/>
          <a:chOff x="0" y="0"/>
          <a:chExt cx="0" cy="0"/>
        </a:xfrm>
      </p:grpSpPr>
      <p:sp>
        <p:nvSpPr>
          <p:cNvPr id="2407" name="Google Shape;2407;p522"/>
          <p:cNvSpPr/>
          <p:nvPr/>
        </p:nvSpPr>
        <p:spPr>
          <a:xfrm>
            <a:off x="6098700" y="1774925"/>
            <a:ext cx="2392200" cy="3940200"/>
          </a:xfrm>
          <a:prstGeom prst="round2SameRect">
            <a:avLst>
              <a:gd fmla="val 16667"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8" name="Google Shape;2408;p522"/>
          <p:cNvSpPr/>
          <p:nvPr/>
        </p:nvSpPr>
        <p:spPr>
          <a:xfrm>
            <a:off x="6098575" y="1774925"/>
            <a:ext cx="2392200" cy="614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9" name="Google Shape;2409;p522"/>
          <p:cNvSpPr/>
          <p:nvPr/>
        </p:nvSpPr>
        <p:spPr>
          <a:xfrm>
            <a:off x="3264175" y="1774925"/>
            <a:ext cx="2392200" cy="3940200"/>
          </a:xfrm>
          <a:prstGeom prst="round2SameRect">
            <a:avLst>
              <a:gd fmla="val 16667"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0" name="Google Shape;2410;p522"/>
          <p:cNvSpPr/>
          <p:nvPr/>
        </p:nvSpPr>
        <p:spPr>
          <a:xfrm>
            <a:off x="3264175" y="1774925"/>
            <a:ext cx="2392200" cy="614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1" name="Google Shape;2411;p522"/>
          <p:cNvSpPr/>
          <p:nvPr/>
        </p:nvSpPr>
        <p:spPr>
          <a:xfrm>
            <a:off x="429650" y="1774925"/>
            <a:ext cx="2392200" cy="3940200"/>
          </a:xfrm>
          <a:prstGeom prst="round2SameRect">
            <a:avLst>
              <a:gd fmla="val 16667"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2" name="Google Shape;2412;p522"/>
          <p:cNvSpPr/>
          <p:nvPr/>
        </p:nvSpPr>
        <p:spPr>
          <a:xfrm>
            <a:off x="429775" y="1774925"/>
            <a:ext cx="2392200" cy="6141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3" name="Google Shape;2413;p522"/>
          <p:cNvSpPr txBox="1"/>
          <p:nvPr>
            <p:ph idx="3" type="title"/>
          </p:nvPr>
        </p:nvSpPr>
        <p:spPr>
          <a:xfrm>
            <a:off x="6327309" y="1830375"/>
            <a:ext cx="2588100" cy="6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600"/>
              <a:t>User Voice</a:t>
            </a:r>
            <a:endParaRPr sz="1600"/>
          </a:p>
        </p:txBody>
      </p:sp>
      <p:sp>
        <p:nvSpPr>
          <p:cNvPr id="2414" name="Google Shape;2414;p522"/>
          <p:cNvSpPr txBox="1"/>
          <p:nvPr>
            <p:ph idx="4" type="body"/>
          </p:nvPr>
        </p:nvSpPr>
        <p:spPr>
          <a:xfrm>
            <a:off x="3582750" y="2520575"/>
            <a:ext cx="1775100" cy="263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Replaces generic placeholders with domain-specific information to test logic accuracy.</a:t>
            </a:r>
            <a:endParaRPr/>
          </a:p>
          <a:p>
            <a:pPr indent="0" lvl="0" marL="0" rtl="0" algn="l">
              <a:spcBef>
                <a:spcPts val="1200"/>
              </a:spcBef>
              <a:spcAft>
                <a:spcPts val="1200"/>
              </a:spcAft>
              <a:buNone/>
            </a:pPr>
            <a:r>
              <a:rPr i="1" lang="en" sz="1200">
                <a:solidFill>
                  <a:schemeClr val="accent1"/>
                </a:solidFill>
                <a:latin typeface="Roboto Mono"/>
                <a:ea typeface="Roboto Mono"/>
                <a:cs typeface="Roboto Mono"/>
                <a:sym typeface="Roboto Mono"/>
              </a:rPr>
              <a:t>“Use this…</a:t>
            </a:r>
            <a:br>
              <a:rPr i="1" lang="en" sz="1200">
                <a:solidFill>
                  <a:schemeClr val="accent1"/>
                </a:solidFill>
                <a:latin typeface="Roboto Mono"/>
                <a:ea typeface="Roboto Mono"/>
                <a:cs typeface="Roboto Mono"/>
                <a:sym typeface="Roboto Mono"/>
              </a:rPr>
            </a:br>
            <a:r>
              <a:rPr i="1" lang="en" sz="1200">
                <a:solidFill>
                  <a:schemeClr val="accent1"/>
                </a:solidFill>
                <a:latin typeface="Roboto Mono"/>
                <a:ea typeface="Roboto Mono"/>
                <a:cs typeface="Roboto Mono"/>
                <a:sym typeface="Roboto Mono"/>
              </a:rPr>
              <a:t>CSV of 50 anonymized user vlogs to populate the retention risk dashboard.”</a:t>
            </a:r>
            <a:endParaRPr i="1" sz="1200">
              <a:solidFill>
                <a:schemeClr val="accent1"/>
              </a:solidFill>
              <a:latin typeface="Roboto Mono"/>
              <a:ea typeface="Roboto Mono"/>
              <a:cs typeface="Roboto Mono"/>
              <a:sym typeface="Roboto Mono"/>
            </a:endParaRPr>
          </a:p>
        </p:txBody>
      </p:sp>
      <p:sp>
        <p:nvSpPr>
          <p:cNvPr id="2415" name="Google Shape;2415;p522"/>
          <p:cNvSpPr txBox="1"/>
          <p:nvPr>
            <p:ph type="title"/>
          </p:nvPr>
        </p:nvSpPr>
        <p:spPr>
          <a:xfrm>
            <a:off x="685800" y="1830375"/>
            <a:ext cx="2588100" cy="6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600"/>
              <a:t>Hypothesis</a:t>
            </a:r>
            <a:endParaRPr sz="1600"/>
          </a:p>
        </p:txBody>
      </p:sp>
      <p:sp>
        <p:nvSpPr>
          <p:cNvPr id="2416" name="Google Shape;2416;p522"/>
          <p:cNvSpPr txBox="1"/>
          <p:nvPr>
            <p:ph idx="2" type="title"/>
          </p:nvPr>
        </p:nvSpPr>
        <p:spPr>
          <a:xfrm>
            <a:off x="3582743" y="1830375"/>
            <a:ext cx="2588100" cy="6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600"/>
              <a:t>Real Data</a:t>
            </a:r>
            <a:endParaRPr sz="1600"/>
          </a:p>
        </p:txBody>
      </p:sp>
      <p:sp>
        <p:nvSpPr>
          <p:cNvPr id="2417" name="Google Shape;2417;p522"/>
          <p:cNvSpPr txBox="1"/>
          <p:nvPr>
            <p:ph idx="1" type="body"/>
          </p:nvPr>
        </p:nvSpPr>
        <p:spPr>
          <a:xfrm>
            <a:off x="685800" y="2520575"/>
            <a:ext cx="1870500" cy="2604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Defines the core strategic goal of your build in the opening prompt.</a:t>
            </a:r>
            <a:endParaRPr/>
          </a:p>
          <a:p>
            <a:pPr indent="0" lvl="0" marL="0" rtl="0" algn="l">
              <a:spcBef>
                <a:spcPts val="1200"/>
              </a:spcBef>
              <a:spcAft>
                <a:spcPts val="1200"/>
              </a:spcAft>
              <a:buNone/>
            </a:pPr>
            <a:br>
              <a:rPr lang="en" sz="1200">
                <a:latin typeface="IBM Plex Mono"/>
                <a:ea typeface="IBM Plex Mono"/>
                <a:cs typeface="IBM Plex Mono"/>
                <a:sym typeface="IBM Plex Mono"/>
              </a:rPr>
            </a:br>
            <a:r>
              <a:rPr i="1" lang="en" sz="1200">
                <a:solidFill>
                  <a:schemeClr val="accent1"/>
                </a:solidFill>
                <a:latin typeface="IBM Plex Mono"/>
                <a:ea typeface="IBM Plex Mono"/>
                <a:cs typeface="IBM Plex Mono"/>
                <a:sym typeface="IBM Plex Mono"/>
              </a:rPr>
              <a:t>“I am testing whether…</a:t>
            </a:r>
            <a:br>
              <a:rPr i="1" lang="en" sz="1200">
                <a:solidFill>
                  <a:schemeClr val="accent1"/>
                </a:solidFill>
                <a:latin typeface="IBM Plex Mono"/>
                <a:ea typeface="IBM Plex Mono"/>
                <a:cs typeface="IBM Plex Mono"/>
                <a:sym typeface="IBM Plex Mono"/>
              </a:rPr>
            </a:br>
            <a:r>
              <a:rPr i="1" lang="en" sz="1200">
                <a:solidFill>
                  <a:schemeClr val="accent1"/>
                </a:solidFill>
                <a:latin typeface="IBM Plex Mono"/>
                <a:ea typeface="IBM Plex Mono"/>
                <a:cs typeface="IBM Plex Mono"/>
                <a:sym typeface="IBM Plex Mono"/>
              </a:rPr>
              <a:t>a guided walkthrough reduces user friction during initial onboarding.”</a:t>
            </a:r>
            <a:endParaRPr i="1" sz="1200">
              <a:solidFill>
                <a:schemeClr val="accent1"/>
              </a:solidFill>
              <a:latin typeface="IBM Plex Mono"/>
              <a:ea typeface="IBM Plex Mono"/>
              <a:cs typeface="IBM Plex Mono"/>
              <a:sym typeface="IBM Plex Mono"/>
            </a:endParaRPr>
          </a:p>
        </p:txBody>
      </p:sp>
      <p:sp>
        <p:nvSpPr>
          <p:cNvPr id="2418" name="Google Shape;2418;p522"/>
          <p:cNvSpPr txBox="1"/>
          <p:nvPr>
            <p:ph idx="6" type="title"/>
          </p:nvPr>
        </p:nvSpPr>
        <p:spPr>
          <a:xfrm>
            <a:off x="457200" y="457197"/>
            <a:ext cx="8229600" cy="9234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rPr>
              <a:t>Three Main Ingredients for</a:t>
            </a:r>
            <a:br>
              <a:rPr lang="en">
                <a:solidFill>
                  <a:schemeClr val="lt1"/>
                </a:solidFill>
              </a:rPr>
            </a:br>
            <a:r>
              <a:rPr lang="en">
                <a:solidFill>
                  <a:schemeClr val="lt1"/>
                </a:solidFill>
              </a:rPr>
              <a:t>Context Injection</a:t>
            </a:r>
            <a:endParaRPr>
              <a:solidFill>
                <a:schemeClr val="lt1"/>
              </a:solidFill>
            </a:endParaRPr>
          </a:p>
        </p:txBody>
      </p:sp>
      <p:sp>
        <p:nvSpPr>
          <p:cNvPr id="2419" name="Google Shape;2419;p522"/>
          <p:cNvSpPr txBox="1"/>
          <p:nvPr>
            <p:ph idx="5" type="body"/>
          </p:nvPr>
        </p:nvSpPr>
        <p:spPr>
          <a:xfrm>
            <a:off x="6328650" y="2520575"/>
            <a:ext cx="1986900" cy="2604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Injects specific tone and terminology to ensure the prototype resonates with the target audience.</a:t>
            </a:r>
            <a:endParaRPr/>
          </a:p>
          <a:p>
            <a:pPr indent="0" lvl="0" marL="0" rtl="0" algn="l">
              <a:spcBef>
                <a:spcPts val="1200"/>
              </a:spcBef>
              <a:spcAft>
                <a:spcPts val="1200"/>
              </a:spcAft>
              <a:buNone/>
            </a:pPr>
            <a:r>
              <a:rPr i="1" lang="en" sz="1200">
                <a:solidFill>
                  <a:schemeClr val="accent1"/>
                </a:solidFill>
                <a:latin typeface="IBM Plex Mono"/>
                <a:ea typeface="IBM Plex Mono"/>
                <a:cs typeface="IBM Plex Mono"/>
                <a:sym typeface="IBM Plex Mono"/>
              </a:rPr>
              <a:t>“Use the…</a:t>
            </a:r>
            <a:br>
              <a:rPr i="1" lang="en" sz="1200">
                <a:solidFill>
                  <a:schemeClr val="accent1"/>
                </a:solidFill>
                <a:latin typeface="IBM Plex Mono"/>
                <a:ea typeface="IBM Plex Mono"/>
                <a:cs typeface="IBM Plex Mono"/>
                <a:sym typeface="IBM Plex Mono"/>
              </a:rPr>
            </a:br>
            <a:r>
              <a:rPr i="1" lang="en" sz="1200">
                <a:solidFill>
                  <a:schemeClr val="accent1"/>
                </a:solidFill>
                <a:latin typeface="IBM Plex Mono"/>
                <a:ea typeface="IBM Plex Mono"/>
                <a:cs typeface="IBM Plex Mono"/>
                <a:sym typeface="IBM Plex Mono"/>
              </a:rPr>
              <a:t>direct, analytical tone of a Customer Success VP—focus on ‘Net Revenue Retention’ and ‘Health Scores’.”</a:t>
            </a:r>
            <a:endParaRPr i="1" sz="1200">
              <a:solidFill>
                <a:schemeClr val="accent1"/>
              </a:solidFill>
              <a:latin typeface="IBM Plex Mono"/>
              <a:ea typeface="IBM Plex Mono"/>
              <a:cs typeface="IBM Plex Mono"/>
              <a:sym typeface="IBM Plex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62C"/>
        </a:solidFill>
      </p:bgPr>
    </p:bg>
    <p:spTree>
      <p:nvGrpSpPr>
        <p:cNvPr id="2423" name="Shape 2423"/>
        <p:cNvGrpSpPr/>
        <p:nvPr/>
      </p:nvGrpSpPr>
      <p:grpSpPr>
        <a:xfrm>
          <a:off x="0" y="0"/>
          <a:ext cx="0" cy="0"/>
          <a:chOff x="0" y="0"/>
          <a:chExt cx="0" cy="0"/>
        </a:xfrm>
      </p:grpSpPr>
      <p:sp>
        <p:nvSpPr>
          <p:cNvPr id="2424" name="Google Shape;2424;p523"/>
          <p:cNvSpPr txBox="1"/>
          <p:nvPr>
            <p:ph type="title"/>
          </p:nvPr>
        </p:nvSpPr>
        <p:spPr>
          <a:xfrm>
            <a:off x="457200" y="3565000"/>
            <a:ext cx="82209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3200"/>
              <a:buNone/>
            </a:pPr>
            <a:r>
              <a:rPr lang="en"/>
              <a:t>The Prototype </a:t>
            </a:r>
            <a:br>
              <a:rPr lang="en"/>
            </a:br>
            <a:r>
              <a:rPr lang="en"/>
              <a:t>Validation Lens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8" name="Shape 2428"/>
        <p:cNvGrpSpPr/>
        <p:nvPr/>
      </p:nvGrpSpPr>
      <p:grpSpPr>
        <a:xfrm>
          <a:off x="0" y="0"/>
          <a:ext cx="0" cy="0"/>
          <a:chOff x="0" y="0"/>
          <a:chExt cx="0" cy="0"/>
        </a:xfrm>
      </p:grpSpPr>
      <p:sp>
        <p:nvSpPr>
          <p:cNvPr id="2429" name="Google Shape;2429;p524"/>
          <p:cNvSpPr/>
          <p:nvPr/>
        </p:nvSpPr>
        <p:spPr>
          <a:xfrm>
            <a:off x="-16425" y="-78975"/>
            <a:ext cx="3129300" cy="582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30" name="Google Shape;2430;p524"/>
          <p:cNvSpPr/>
          <p:nvPr/>
        </p:nvSpPr>
        <p:spPr>
          <a:xfrm>
            <a:off x="4646094" y="1272230"/>
            <a:ext cx="2985300" cy="2985300"/>
          </a:xfrm>
          <a:prstGeom prst="donut">
            <a:avLst>
              <a:gd fmla="val 9079" name="adj"/>
            </a:avLst>
          </a:prstGeom>
          <a:gradFill>
            <a:gsLst>
              <a:gs pos="0">
                <a:srgbClr val="7AAAF9"/>
              </a:gs>
              <a:gs pos="100000">
                <a:srgbClr val="1360DD"/>
              </a:gs>
            </a:gsLst>
            <a:lin ang="5400012" scaled="0"/>
          </a:gradFill>
          <a:ln>
            <a:noFill/>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31" name="Google Shape;2431;p524"/>
          <p:cNvSpPr/>
          <p:nvPr/>
        </p:nvSpPr>
        <p:spPr>
          <a:xfrm>
            <a:off x="4800767" y="1404960"/>
            <a:ext cx="2672400" cy="2706600"/>
          </a:xfrm>
          <a:prstGeom prst="ellipse">
            <a:avLst/>
          </a:prstGeom>
          <a:noFill/>
          <a:ln cap="flat" cmpd="sng" w="107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32" name="Google Shape;2432;p524"/>
          <p:cNvSpPr/>
          <p:nvPr/>
        </p:nvSpPr>
        <p:spPr>
          <a:xfrm rot="-1590945">
            <a:off x="6059124" y="1317459"/>
            <a:ext cx="155899" cy="132507"/>
          </a:xfrm>
          <a:prstGeom prst="triangle">
            <a:avLst>
              <a:gd fmla="val 50000" name="adj"/>
            </a:avLst>
          </a:prstGeom>
          <a:solidFill>
            <a:schemeClr val="accent2"/>
          </a:solidFill>
          <a:ln cap="flat" cmpd="sng" w="107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33" name="Google Shape;2433;p524"/>
          <p:cNvSpPr/>
          <p:nvPr/>
        </p:nvSpPr>
        <p:spPr>
          <a:xfrm>
            <a:off x="4611845" y="1583273"/>
            <a:ext cx="904200" cy="904200"/>
          </a:xfrm>
          <a:prstGeom prst="ellipse">
            <a:avLst/>
          </a:prstGeom>
          <a:solidFill>
            <a:schemeClr val="lt1"/>
          </a:solidFill>
          <a:ln cap="flat" cmpd="sng" w="120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cxnSp>
        <p:nvCxnSpPr>
          <p:cNvPr id="2434" name="Google Shape;2434;p524"/>
          <p:cNvCxnSpPr/>
          <p:nvPr/>
        </p:nvCxnSpPr>
        <p:spPr>
          <a:xfrm rot="10800000">
            <a:off x="5053250" y="1018078"/>
            <a:ext cx="0" cy="565200"/>
          </a:xfrm>
          <a:prstGeom prst="straightConnector1">
            <a:avLst/>
          </a:prstGeom>
          <a:noFill/>
          <a:ln cap="flat" cmpd="sng" w="19050">
            <a:solidFill>
              <a:srgbClr val="999999"/>
            </a:solidFill>
            <a:prstDash val="dash"/>
            <a:round/>
            <a:headEnd len="med" w="med" type="none"/>
            <a:tailEnd len="med" w="med" type="oval"/>
          </a:ln>
        </p:spPr>
      </p:cxnSp>
      <p:sp>
        <p:nvSpPr>
          <p:cNvPr id="2435" name="Google Shape;2435;p524"/>
          <p:cNvSpPr/>
          <p:nvPr/>
        </p:nvSpPr>
        <p:spPr>
          <a:xfrm>
            <a:off x="6740570" y="3239423"/>
            <a:ext cx="904200" cy="904200"/>
          </a:xfrm>
          <a:prstGeom prst="ellipse">
            <a:avLst/>
          </a:prstGeom>
          <a:solidFill>
            <a:schemeClr val="lt1"/>
          </a:solidFill>
          <a:ln cap="flat" cmpd="sng" w="120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36" name="Google Shape;2436;p524"/>
          <p:cNvSpPr/>
          <p:nvPr/>
        </p:nvSpPr>
        <p:spPr>
          <a:xfrm>
            <a:off x="4611845" y="3239423"/>
            <a:ext cx="904200" cy="904200"/>
          </a:xfrm>
          <a:prstGeom prst="ellipse">
            <a:avLst/>
          </a:prstGeom>
          <a:solidFill>
            <a:schemeClr val="lt1"/>
          </a:solidFill>
          <a:ln cap="flat" cmpd="sng" w="120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37" name="Google Shape;2437;p524"/>
          <p:cNvSpPr/>
          <p:nvPr/>
        </p:nvSpPr>
        <p:spPr>
          <a:xfrm>
            <a:off x="6740570" y="1583273"/>
            <a:ext cx="904200" cy="904200"/>
          </a:xfrm>
          <a:prstGeom prst="ellipse">
            <a:avLst/>
          </a:prstGeom>
          <a:solidFill>
            <a:schemeClr val="lt1"/>
          </a:solidFill>
          <a:ln cap="flat" cmpd="sng" w="120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38" name="Google Shape;2438;p524"/>
          <p:cNvSpPr/>
          <p:nvPr/>
        </p:nvSpPr>
        <p:spPr>
          <a:xfrm flipH="1" rot="1590945">
            <a:off x="6059124" y="4020109"/>
            <a:ext cx="155899" cy="132507"/>
          </a:xfrm>
          <a:prstGeom prst="triangle">
            <a:avLst>
              <a:gd fmla="val 50000" name="adj"/>
            </a:avLst>
          </a:prstGeom>
          <a:solidFill>
            <a:schemeClr val="accent2"/>
          </a:solidFill>
          <a:ln cap="flat" cmpd="sng" w="107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39" name="Google Shape;2439;p524"/>
          <p:cNvSpPr/>
          <p:nvPr/>
        </p:nvSpPr>
        <p:spPr>
          <a:xfrm flipH="1" rot="-3800175">
            <a:off x="7369810" y="2797084"/>
            <a:ext cx="155765" cy="132656"/>
          </a:xfrm>
          <a:prstGeom prst="triangle">
            <a:avLst>
              <a:gd fmla="val 50000" name="adj"/>
            </a:avLst>
          </a:prstGeom>
          <a:solidFill>
            <a:schemeClr val="accent2"/>
          </a:solidFill>
          <a:ln cap="flat" cmpd="sng" w="107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40" name="Google Shape;2440;p524"/>
          <p:cNvSpPr/>
          <p:nvPr/>
        </p:nvSpPr>
        <p:spPr>
          <a:xfrm rot="-6999825">
            <a:off x="4702396" y="2797084"/>
            <a:ext cx="155765" cy="132656"/>
          </a:xfrm>
          <a:prstGeom prst="triangle">
            <a:avLst>
              <a:gd fmla="val 50000" name="adj"/>
            </a:avLst>
          </a:prstGeom>
          <a:solidFill>
            <a:schemeClr val="accent2"/>
          </a:solidFill>
          <a:ln cap="flat" cmpd="sng" w="10750">
            <a:solidFill>
              <a:schemeClr val="accent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latin typeface="Lato"/>
              <a:ea typeface="Lato"/>
              <a:cs typeface="Lato"/>
              <a:sym typeface="Lato"/>
            </a:endParaRPr>
          </a:p>
        </p:txBody>
      </p:sp>
      <p:sp>
        <p:nvSpPr>
          <p:cNvPr id="2441" name="Google Shape;2441;p524"/>
          <p:cNvSpPr txBox="1"/>
          <p:nvPr/>
        </p:nvSpPr>
        <p:spPr>
          <a:xfrm>
            <a:off x="6724610" y="1669928"/>
            <a:ext cx="988200" cy="713700"/>
          </a:xfrm>
          <a:prstGeom prst="rect">
            <a:avLst/>
          </a:prstGeom>
          <a:noFill/>
          <a:ln>
            <a:noFill/>
          </a:ln>
        </p:spPr>
        <p:txBody>
          <a:bodyPr anchorCtr="0" anchor="t" bIns="122050" lIns="122050" spcFirstLastPara="1" rIns="122050" wrap="square" tIns="122050">
            <a:noAutofit/>
          </a:bodyPr>
          <a:lstStyle/>
          <a:p>
            <a:pPr indent="0" lvl="0" marL="0" rtl="0" algn="ctr">
              <a:spcBef>
                <a:spcPts val="0"/>
              </a:spcBef>
              <a:spcAft>
                <a:spcPts val="0"/>
              </a:spcAft>
              <a:buNone/>
            </a:pPr>
            <a:r>
              <a:rPr lang="en" sz="846">
                <a:solidFill>
                  <a:schemeClr val="accent2"/>
                </a:solidFill>
                <a:latin typeface="Poppins SemiBold"/>
                <a:ea typeface="Poppins SemiBold"/>
                <a:cs typeface="Poppins SemiBold"/>
                <a:sym typeface="Poppins SemiBold"/>
              </a:rPr>
              <a:t>2. </a:t>
            </a:r>
            <a:br>
              <a:rPr lang="en" sz="846">
                <a:solidFill>
                  <a:schemeClr val="accent2"/>
                </a:solidFill>
                <a:latin typeface="Poppins SemiBold"/>
                <a:ea typeface="Poppins SemiBold"/>
                <a:cs typeface="Poppins SemiBold"/>
                <a:sym typeface="Poppins SemiBold"/>
              </a:rPr>
            </a:br>
            <a:r>
              <a:rPr lang="en" sz="846">
                <a:solidFill>
                  <a:schemeClr val="accent2"/>
                </a:solidFill>
                <a:latin typeface="Poppins SemiBold"/>
                <a:ea typeface="Poppins SemiBold"/>
                <a:cs typeface="Poppins SemiBold"/>
                <a:sym typeface="Poppins SemiBold"/>
              </a:rPr>
              <a:t>Define the Constraints</a:t>
            </a:r>
            <a:endParaRPr sz="846">
              <a:solidFill>
                <a:schemeClr val="accent2"/>
              </a:solidFill>
              <a:latin typeface="Poppins SemiBold"/>
              <a:ea typeface="Poppins SemiBold"/>
              <a:cs typeface="Poppins SemiBold"/>
              <a:sym typeface="Poppins SemiBold"/>
            </a:endParaRPr>
          </a:p>
        </p:txBody>
      </p:sp>
      <p:sp>
        <p:nvSpPr>
          <p:cNvPr id="2442" name="Google Shape;2442;p524"/>
          <p:cNvSpPr txBox="1"/>
          <p:nvPr/>
        </p:nvSpPr>
        <p:spPr>
          <a:xfrm>
            <a:off x="6709853" y="3378827"/>
            <a:ext cx="988200" cy="502500"/>
          </a:xfrm>
          <a:prstGeom prst="rect">
            <a:avLst/>
          </a:prstGeom>
          <a:noFill/>
          <a:ln>
            <a:noFill/>
          </a:ln>
        </p:spPr>
        <p:txBody>
          <a:bodyPr anchorCtr="0" anchor="t" bIns="115525" lIns="115525" spcFirstLastPara="1" rIns="115525" wrap="square" tIns="115525">
            <a:noAutofit/>
          </a:bodyPr>
          <a:lstStyle/>
          <a:p>
            <a:pPr indent="0" lvl="0" marL="0" rtl="0" algn="ctr">
              <a:spcBef>
                <a:spcPts val="0"/>
              </a:spcBef>
              <a:spcAft>
                <a:spcPts val="0"/>
              </a:spcAft>
              <a:buNone/>
            </a:pPr>
            <a:r>
              <a:rPr lang="en" sz="846">
                <a:solidFill>
                  <a:schemeClr val="accent2"/>
                </a:solidFill>
                <a:latin typeface="Poppins SemiBold"/>
                <a:ea typeface="Poppins SemiBold"/>
                <a:cs typeface="Poppins SemiBold"/>
                <a:sym typeface="Poppins SemiBold"/>
              </a:rPr>
              <a:t>3.</a:t>
            </a:r>
            <a:br>
              <a:rPr lang="en" sz="846">
                <a:solidFill>
                  <a:schemeClr val="accent2"/>
                </a:solidFill>
                <a:latin typeface="Poppins SemiBold"/>
                <a:ea typeface="Poppins SemiBold"/>
                <a:cs typeface="Poppins SemiBold"/>
                <a:sym typeface="Poppins SemiBold"/>
              </a:rPr>
            </a:br>
            <a:r>
              <a:rPr lang="en" sz="846">
                <a:solidFill>
                  <a:schemeClr val="accent2"/>
                </a:solidFill>
                <a:latin typeface="Poppins SemiBold"/>
                <a:ea typeface="Poppins SemiBold"/>
                <a:cs typeface="Poppins SemiBold"/>
                <a:sym typeface="Poppins SemiBold"/>
              </a:rPr>
              <a:t>Build and Stress-Test</a:t>
            </a:r>
            <a:endParaRPr sz="846">
              <a:solidFill>
                <a:schemeClr val="accent2"/>
              </a:solidFill>
              <a:latin typeface="Poppins SemiBold"/>
              <a:ea typeface="Poppins SemiBold"/>
              <a:cs typeface="Poppins SemiBold"/>
              <a:sym typeface="Poppins SemiBold"/>
            </a:endParaRPr>
          </a:p>
        </p:txBody>
      </p:sp>
      <p:sp>
        <p:nvSpPr>
          <p:cNvPr id="2443" name="Google Shape;2443;p524"/>
          <p:cNvSpPr txBox="1"/>
          <p:nvPr/>
        </p:nvSpPr>
        <p:spPr>
          <a:xfrm>
            <a:off x="4601556" y="3378825"/>
            <a:ext cx="904200" cy="502500"/>
          </a:xfrm>
          <a:prstGeom prst="rect">
            <a:avLst/>
          </a:prstGeom>
          <a:noFill/>
          <a:ln>
            <a:noFill/>
          </a:ln>
        </p:spPr>
        <p:txBody>
          <a:bodyPr anchorCtr="0" anchor="t" bIns="115525" lIns="115525" spcFirstLastPara="1" rIns="115525" wrap="square" tIns="115525">
            <a:noAutofit/>
          </a:bodyPr>
          <a:lstStyle/>
          <a:p>
            <a:pPr indent="0" lvl="0" marL="0" rtl="0" algn="ctr">
              <a:spcBef>
                <a:spcPts val="0"/>
              </a:spcBef>
              <a:spcAft>
                <a:spcPts val="0"/>
              </a:spcAft>
              <a:buNone/>
            </a:pPr>
            <a:r>
              <a:rPr lang="en" sz="846">
                <a:solidFill>
                  <a:schemeClr val="accent2"/>
                </a:solidFill>
                <a:latin typeface="Poppins SemiBold"/>
                <a:ea typeface="Poppins SemiBold"/>
                <a:cs typeface="Poppins SemiBold"/>
                <a:sym typeface="Poppins SemiBold"/>
              </a:rPr>
              <a:t>4.</a:t>
            </a:r>
            <a:br>
              <a:rPr lang="en" sz="846">
                <a:solidFill>
                  <a:schemeClr val="accent2"/>
                </a:solidFill>
                <a:latin typeface="Poppins SemiBold"/>
                <a:ea typeface="Poppins SemiBold"/>
                <a:cs typeface="Poppins SemiBold"/>
                <a:sym typeface="Poppins SemiBold"/>
              </a:rPr>
            </a:br>
            <a:r>
              <a:rPr lang="en" sz="846">
                <a:solidFill>
                  <a:schemeClr val="accent2"/>
                </a:solidFill>
                <a:latin typeface="Poppins SemiBold"/>
                <a:ea typeface="Poppins SemiBold"/>
                <a:cs typeface="Poppins SemiBold"/>
                <a:sym typeface="Poppins SemiBold"/>
              </a:rPr>
              <a:t>Synthesize and Pivot</a:t>
            </a:r>
            <a:endParaRPr sz="846">
              <a:solidFill>
                <a:schemeClr val="accent2"/>
              </a:solidFill>
              <a:latin typeface="Poppins SemiBold"/>
              <a:ea typeface="Poppins SemiBold"/>
              <a:cs typeface="Poppins SemiBold"/>
              <a:sym typeface="Poppins SemiBold"/>
            </a:endParaRPr>
          </a:p>
        </p:txBody>
      </p:sp>
      <p:sp>
        <p:nvSpPr>
          <p:cNvPr id="2444" name="Google Shape;2444;p524"/>
          <p:cNvSpPr txBox="1"/>
          <p:nvPr/>
        </p:nvSpPr>
        <p:spPr>
          <a:xfrm>
            <a:off x="4602016" y="1677350"/>
            <a:ext cx="904200" cy="713700"/>
          </a:xfrm>
          <a:prstGeom prst="rect">
            <a:avLst/>
          </a:prstGeom>
          <a:noFill/>
          <a:ln>
            <a:noFill/>
          </a:ln>
        </p:spPr>
        <p:txBody>
          <a:bodyPr anchorCtr="0" anchor="t" bIns="122050" lIns="122050" spcFirstLastPara="1" rIns="122050" wrap="square" tIns="122050">
            <a:noAutofit/>
          </a:bodyPr>
          <a:lstStyle/>
          <a:p>
            <a:pPr indent="0" lvl="0" marL="0" rtl="0" algn="ctr">
              <a:spcBef>
                <a:spcPts val="0"/>
              </a:spcBef>
              <a:spcAft>
                <a:spcPts val="0"/>
              </a:spcAft>
              <a:buNone/>
            </a:pPr>
            <a:r>
              <a:rPr lang="en" sz="846">
                <a:solidFill>
                  <a:schemeClr val="accent2"/>
                </a:solidFill>
                <a:latin typeface="Poppins SemiBold"/>
                <a:ea typeface="Poppins SemiBold"/>
                <a:cs typeface="Poppins SemiBold"/>
                <a:sym typeface="Poppins SemiBold"/>
              </a:rPr>
              <a:t>1. </a:t>
            </a:r>
            <a:br>
              <a:rPr lang="en" sz="846">
                <a:solidFill>
                  <a:schemeClr val="accent2"/>
                </a:solidFill>
                <a:latin typeface="Poppins SemiBold"/>
                <a:ea typeface="Poppins SemiBold"/>
                <a:cs typeface="Poppins SemiBold"/>
                <a:sym typeface="Poppins SemiBold"/>
              </a:rPr>
            </a:br>
            <a:r>
              <a:rPr lang="en" sz="846">
                <a:solidFill>
                  <a:schemeClr val="accent2"/>
                </a:solidFill>
                <a:latin typeface="Poppins SemiBold"/>
                <a:ea typeface="Poppins SemiBold"/>
                <a:cs typeface="Poppins SemiBold"/>
                <a:sym typeface="Poppins SemiBold"/>
              </a:rPr>
              <a:t>Identify the Hypothesis</a:t>
            </a:r>
            <a:endParaRPr sz="846">
              <a:solidFill>
                <a:schemeClr val="accent2"/>
              </a:solidFill>
              <a:latin typeface="Poppins SemiBold"/>
              <a:ea typeface="Poppins SemiBold"/>
              <a:cs typeface="Poppins SemiBold"/>
              <a:sym typeface="Poppins SemiBold"/>
            </a:endParaRPr>
          </a:p>
        </p:txBody>
      </p:sp>
      <p:sp>
        <p:nvSpPr>
          <p:cNvPr id="2445" name="Google Shape;2445;p524"/>
          <p:cNvSpPr txBox="1"/>
          <p:nvPr/>
        </p:nvSpPr>
        <p:spPr>
          <a:xfrm>
            <a:off x="4245150" y="543307"/>
            <a:ext cx="1617000" cy="46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2">
                <a:solidFill>
                  <a:srgbClr val="434343"/>
                </a:solidFill>
                <a:latin typeface="Lato"/>
                <a:ea typeface="Lato"/>
                <a:cs typeface="Lato"/>
                <a:sym typeface="Lato"/>
              </a:rPr>
              <a:t>This is the "why" that governs every prompt you write.</a:t>
            </a:r>
            <a:endParaRPr i="1" sz="902">
              <a:solidFill>
                <a:srgbClr val="434343"/>
              </a:solidFill>
              <a:latin typeface="Lato"/>
              <a:ea typeface="Lato"/>
              <a:cs typeface="Lato"/>
              <a:sym typeface="Lato"/>
            </a:endParaRPr>
          </a:p>
        </p:txBody>
      </p:sp>
      <p:sp>
        <p:nvSpPr>
          <p:cNvPr id="2446" name="Google Shape;2446;p524"/>
          <p:cNvSpPr txBox="1"/>
          <p:nvPr/>
        </p:nvSpPr>
        <p:spPr>
          <a:xfrm>
            <a:off x="6195863" y="536207"/>
            <a:ext cx="2065800" cy="46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2">
                <a:solidFill>
                  <a:srgbClr val="434343"/>
                </a:solidFill>
                <a:latin typeface="Lato"/>
                <a:ea typeface="Lato"/>
                <a:cs typeface="Lato"/>
                <a:sym typeface="Lato"/>
              </a:rPr>
              <a:t>These act as the guardrails</a:t>
            </a:r>
            <a:br>
              <a:rPr i="1" lang="en" sz="902">
                <a:solidFill>
                  <a:srgbClr val="434343"/>
                </a:solidFill>
                <a:latin typeface="Lato"/>
                <a:ea typeface="Lato"/>
                <a:cs typeface="Lato"/>
                <a:sym typeface="Lato"/>
              </a:rPr>
            </a:br>
            <a:r>
              <a:rPr i="1" lang="en" sz="902">
                <a:solidFill>
                  <a:srgbClr val="434343"/>
                </a:solidFill>
                <a:latin typeface="Lato"/>
                <a:ea typeface="Lato"/>
                <a:cs typeface="Lato"/>
                <a:sym typeface="Lato"/>
              </a:rPr>
              <a:t>for the build.</a:t>
            </a:r>
            <a:endParaRPr i="1" sz="902">
              <a:solidFill>
                <a:srgbClr val="434343"/>
              </a:solidFill>
              <a:latin typeface="Lato"/>
              <a:ea typeface="Lato"/>
              <a:cs typeface="Lato"/>
              <a:sym typeface="Lato"/>
            </a:endParaRPr>
          </a:p>
        </p:txBody>
      </p:sp>
      <p:sp>
        <p:nvSpPr>
          <p:cNvPr id="2447" name="Google Shape;2447;p524"/>
          <p:cNvSpPr txBox="1"/>
          <p:nvPr/>
        </p:nvSpPr>
        <p:spPr>
          <a:xfrm>
            <a:off x="4115100" y="4651778"/>
            <a:ext cx="1747200" cy="60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2">
                <a:solidFill>
                  <a:srgbClr val="434343"/>
                </a:solidFill>
                <a:latin typeface="Lato"/>
                <a:ea typeface="Lato"/>
                <a:cs typeface="Lato"/>
                <a:sym typeface="Lato"/>
              </a:rPr>
              <a:t>Update your hypothesis with what you learned and either continue or pivot.</a:t>
            </a:r>
            <a:r>
              <a:rPr i="1" lang="en" sz="902">
                <a:solidFill>
                  <a:srgbClr val="434343"/>
                </a:solidFill>
                <a:latin typeface="Lato"/>
                <a:ea typeface="Lato"/>
                <a:cs typeface="Lato"/>
                <a:sym typeface="Lato"/>
              </a:rPr>
              <a:t>.</a:t>
            </a:r>
            <a:endParaRPr>
              <a:solidFill>
                <a:srgbClr val="434343"/>
              </a:solidFill>
              <a:latin typeface="Lato"/>
              <a:ea typeface="Lato"/>
              <a:cs typeface="Lato"/>
              <a:sym typeface="Lato"/>
            </a:endParaRPr>
          </a:p>
        </p:txBody>
      </p:sp>
      <p:sp>
        <p:nvSpPr>
          <p:cNvPr id="2448" name="Google Shape;2448;p524"/>
          <p:cNvSpPr txBox="1"/>
          <p:nvPr/>
        </p:nvSpPr>
        <p:spPr>
          <a:xfrm>
            <a:off x="6355175" y="4651778"/>
            <a:ext cx="1747200" cy="60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2">
                <a:solidFill>
                  <a:srgbClr val="434343"/>
                </a:solidFill>
                <a:latin typeface="Lato"/>
                <a:ea typeface="Lato"/>
                <a:cs typeface="Lato"/>
                <a:sym typeface="Lato"/>
              </a:rPr>
              <a:t>Zero in on in</a:t>
            </a:r>
            <a:r>
              <a:rPr i="1" lang="en" sz="902">
                <a:solidFill>
                  <a:srgbClr val="434343"/>
                </a:solidFill>
                <a:latin typeface="Lato"/>
                <a:ea typeface="Lato"/>
                <a:cs typeface="Lato"/>
                <a:sym typeface="Lato"/>
              </a:rPr>
              <a:t>tentionally finding where the logic or experience breaks.</a:t>
            </a:r>
            <a:endParaRPr i="1" sz="902">
              <a:solidFill>
                <a:srgbClr val="434343"/>
              </a:solidFill>
              <a:latin typeface="Lato"/>
              <a:ea typeface="Lato"/>
              <a:cs typeface="Lato"/>
              <a:sym typeface="Lato"/>
            </a:endParaRPr>
          </a:p>
        </p:txBody>
      </p:sp>
      <p:cxnSp>
        <p:nvCxnSpPr>
          <p:cNvPr id="2449" name="Google Shape;2449;p524"/>
          <p:cNvCxnSpPr/>
          <p:nvPr/>
        </p:nvCxnSpPr>
        <p:spPr>
          <a:xfrm rot="10800000">
            <a:off x="7220900" y="1018078"/>
            <a:ext cx="0" cy="565200"/>
          </a:xfrm>
          <a:prstGeom prst="straightConnector1">
            <a:avLst/>
          </a:prstGeom>
          <a:noFill/>
          <a:ln cap="flat" cmpd="sng" w="19050">
            <a:solidFill>
              <a:srgbClr val="999999"/>
            </a:solidFill>
            <a:prstDash val="dash"/>
            <a:round/>
            <a:headEnd len="med" w="med" type="none"/>
            <a:tailEnd len="med" w="med" type="oval"/>
          </a:ln>
        </p:spPr>
      </p:cxnSp>
      <p:cxnSp>
        <p:nvCxnSpPr>
          <p:cNvPr id="2450" name="Google Shape;2450;p524"/>
          <p:cNvCxnSpPr/>
          <p:nvPr/>
        </p:nvCxnSpPr>
        <p:spPr>
          <a:xfrm>
            <a:off x="7223831" y="4142278"/>
            <a:ext cx="0" cy="565200"/>
          </a:xfrm>
          <a:prstGeom prst="straightConnector1">
            <a:avLst/>
          </a:prstGeom>
          <a:noFill/>
          <a:ln cap="flat" cmpd="sng" w="19050">
            <a:solidFill>
              <a:srgbClr val="999999"/>
            </a:solidFill>
            <a:prstDash val="dash"/>
            <a:round/>
            <a:headEnd len="med" w="med" type="none"/>
            <a:tailEnd len="med" w="med" type="oval"/>
          </a:ln>
        </p:spPr>
      </p:cxnSp>
      <p:cxnSp>
        <p:nvCxnSpPr>
          <p:cNvPr id="2451" name="Google Shape;2451;p524"/>
          <p:cNvCxnSpPr/>
          <p:nvPr/>
        </p:nvCxnSpPr>
        <p:spPr>
          <a:xfrm>
            <a:off x="5056181" y="4142278"/>
            <a:ext cx="0" cy="565200"/>
          </a:xfrm>
          <a:prstGeom prst="straightConnector1">
            <a:avLst/>
          </a:prstGeom>
          <a:noFill/>
          <a:ln cap="flat" cmpd="sng" w="19050">
            <a:solidFill>
              <a:srgbClr val="999999"/>
            </a:solidFill>
            <a:prstDash val="dash"/>
            <a:round/>
            <a:headEnd len="med" w="med" type="none"/>
            <a:tailEnd len="med" w="med" type="oval"/>
          </a:ln>
        </p:spPr>
      </p:cxnSp>
      <p:sp>
        <p:nvSpPr>
          <p:cNvPr id="2452" name="Google Shape;2452;p524"/>
          <p:cNvSpPr txBox="1"/>
          <p:nvPr/>
        </p:nvSpPr>
        <p:spPr>
          <a:xfrm>
            <a:off x="457200" y="5080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Framework</a:t>
            </a:r>
            <a:endParaRPr sz="1600">
              <a:solidFill>
                <a:srgbClr val="60A5FA"/>
              </a:solidFill>
              <a:latin typeface="Poppins SemiBold"/>
              <a:ea typeface="Poppins SemiBold"/>
              <a:cs typeface="Poppins SemiBold"/>
              <a:sym typeface="Poppins SemiBold"/>
            </a:endParaRPr>
          </a:p>
        </p:txBody>
      </p:sp>
      <p:sp>
        <p:nvSpPr>
          <p:cNvPr id="2453" name="Google Shape;2453;p524"/>
          <p:cNvSpPr txBox="1"/>
          <p:nvPr/>
        </p:nvSpPr>
        <p:spPr>
          <a:xfrm>
            <a:off x="457200" y="964525"/>
            <a:ext cx="2830800" cy="1569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400">
                <a:solidFill>
                  <a:srgbClr val="07182C"/>
                </a:solidFill>
                <a:latin typeface="Poppins Medium"/>
                <a:ea typeface="Poppins Medium"/>
                <a:cs typeface="Poppins Medium"/>
                <a:sym typeface="Poppins Medium"/>
              </a:rPr>
              <a:t>The Validation Lens Loop</a:t>
            </a:r>
            <a:endParaRPr sz="3400">
              <a:solidFill>
                <a:srgbClr val="07182C"/>
              </a:solidFill>
              <a:latin typeface="Poppins Medium"/>
              <a:ea typeface="Poppins Medium"/>
              <a:cs typeface="Poppins Medium"/>
              <a:sym typeface="Poppins Medium"/>
            </a:endParaRPr>
          </a:p>
        </p:txBody>
      </p:sp>
      <p:sp>
        <p:nvSpPr>
          <p:cNvPr id="2454" name="Google Shape;2454;p524"/>
          <p:cNvSpPr txBox="1"/>
          <p:nvPr/>
        </p:nvSpPr>
        <p:spPr>
          <a:xfrm>
            <a:off x="381000" y="2846525"/>
            <a:ext cx="24345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Lato"/>
                <a:ea typeface="Lato"/>
                <a:cs typeface="Lato"/>
                <a:sym typeface="Lato"/>
              </a:rPr>
              <a:t>This cycle turns raw ideas into validated strategy.</a:t>
            </a:r>
            <a:endParaRPr sz="1100">
              <a:solidFill>
                <a:schemeClr val="dk1"/>
              </a:solidFill>
              <a:latin typeface="Lato"/>
              <a:ea typeface="Lato"/>
              <a:cs typeface="Lato"/>
              <a:sym typeface="Lato"/>
            </a:endParaRPr>
          </a:p>
          <a:p>
            <a:pPr indent="0" lvl="0" marL="0" rtl="0" algn="l">
              <a:spcBef>
                <a:spcPts val="0"/>
              </a:spcBef>
              <a:spcAft>
                <a:spcPts val="0"/>
              </a:spcAft>
              <a:buNone/>
            </a:pPr>
            <a:r>
              <a:t/>
            </a:r>
            <a:endParaRPr sz="1100">
              <a:solidFill>
                <a:schemeClr val="dk1"/>
              </a:solidFill>
              <a:latin typeface="Lato"/>
              <a:ea typeface="Lato"/>
              <a:cs typeface="Lato"/>
              <a:sym typeface="Lato"/>
            </a:endParaRPr>
          </a:p>
          <a:p>
            <a:pPr indent="0" lvl="0" marL="0" rtl="0" algn="l">
              <a:spcBef>
                <a:spcPts val="0"/>
              </a:spcBef>
              <a:spcAft>
                <a:spcPts val="0"/>
              </a:spcAft>
              <a:buNone/>
            </a:pPr>
            <a:r>
              <a:rPr lang="en" sz="1100">
                <a:solidFill>
                  <a:schemeClr val="dk1"/>
                </a:solidFill>
                <a:latin typeface="Lato"/>
                <a:ea typeface="Lato"/>
                <a:cs typeface="Lato"/>
                <a:sym typeface="Lato"/>
              </a:rPr>
              <a:t>Before touching any tool, name the test: </a:t>
            </a:r>
            <a:r>
              <a:rPr b="1" lang="en" sz="1100">
                <a:solidFill>
                  <a:schemeClr val="dk1"/>
                </a:solidFill>
                <a:latin typeface="Lato"/>
                <a:ea typeface="Lato"/>
                <a:cs typeface="Lato"/>
                <a:sym typeface="Lato"/>
              </a:rPr>
              <a:t>if you can’t complete the sentence "I’m testing whether [X]," you aren't ready to build. </a:t>
            </a:r>
            <a:endParaRPr b="1" sz="1100">
              <a:solidFill>
                <a:schemeClr val="dk1"/>
              </a:solidFill>
              <a:latin typeface="Lato"/>
              <a:ea typeface="Lato"/>
              <a:cs typeface="Lato"/>
              <a:sym typeface="Lato"/>
            </a:endParaRPr>
          </a:p>
          <a:p>
            <a:pPr indent="0" lvl="0" marL="0" rtl="0" algn="l">
              <a:spcBef>
                <a:spcPts val="0"/>
              </a:spcBef>
              <a:spcAft>
                <a:spcPts val="0"/>
              </a:spcAft>
              <a:buNone/>
            </a:pPr>
            <a:r>
              <a:t/>
            </a:r>
            <a:endParaRPr sz="1100">
              <a:solidFill>
                <a:schemeClr val="dk1"/>
              </a:solidFill>
              <a:latin typeface="Lato"/>
              <a:ea typeface="Lato"/>
              <a:cs typeface="Lato"/>
              <a:sym typeface="Lato"/>
            </a:endParaRPr>
          </a:p>
          <a:p>
            <a:pPr indent="0" lvl="0" marL="0" rtl="0" algn="l">
              <a:spcBef>
                <a:spcPts val="0"/>
              </a:spcBef>
              <a:spcAft>
                <a:spcPts val="0"/>
              </a:spcAft>
              <a:buNone/>
            </a:pPr>
            <a:r>
              <a:rPr lang="en" sz="1100">
                <a:solidFill>
                  <a:schemeClr val="dk1"/>
                </a:solidFill>
                <a:latin typeface="Lato"/>
                <a:ea typeface="Lato"/>
                <a:cs typeface="Lato"/>
                <a:sym typeface="Lato"/>
              </a:rPr>
              <a:t>Each revolution sharpens your hypothesis and tightens constraints to move your product from uncertain to evidence-backed.</a:t>
            </a:r>
            <a:endParaRPr sz="1600">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8" name="Shape 2458"/>
        <p:cNvGrpSpPr/>
        <p:nvPr/>
      </p:nvGrpSpPr>
      <p:grpSpPr>
        <a:xfrm>
          <a:off x="0" y="0"/>
          <a:ext cx="0" cy="0"/>
          <a:chOff x="0" y="0"/>
          <a:chExt cx="0" cy="0"/>
        </a:xfrm>
      </p:grpSpPr>
      <p:pic>
        <p:nvPicPr>
          <p:cNvPr id="2459" name="Google Shape;2459;p525" title="BG Light Blue.png"/>
          <p:cNvPicPr preferRelativeResize="0"/>
          <p:nvPr/>
        </p:nvPicPr>
        <p:blipFill>
          <a:blip r:embed="rId3">
            <a:alphaModFix/>
          </a:blip>
          <a:stretch>
            <a:fillRect/>
          </a:stretch>
        </p:blipFill>
        <p:spPr>
          <a:xfrm flipH="1">
            <a:off x="375" y="0"/>
            <a:ext cx="9144000" cy="5715001"/>
          </a:xfrm>
          <a:prstGeom prst="rect">
            <a:avLst/>
          </a:prstGeom>
          <a:noFill/>
          <a:ln>
            <a:noFill/>
          </a:ln>
        </p:spPr>
      </p:pic>
      <p:sp>
        <p:nvSpPr>
          <p:cNvPr id="2460" name="Google Shape;2460;p525"/>
          <p:cNvSpPr txBox="1"/>
          <p:nvPr>
            <p:ph type="title"/>
          </p:nvPr>
        </p:nvSpPr>
        <p:spPr>
          <a:xfrm>
            <a:off x="457200" y="955050"/>
            <a:ext cx="8229600" cy="734700"/>
          </a:xfrm>
          <a:prstGeom prst="rect">
            <a:avLst/>
          </a:prstGeom>
        </p:spPr>
        <p:txBody>
          <a:bodyPr anchorCtr="0" anchor="ctr" bIns="0" lIns="0" spcFirstLastPara="1" rIns="182875" wrap="square" tIns="0">
            <a:noAutofit/>
          </a:bodyPr>
          <a:lstStyle/>
          <a:p>
            <a:pPr indent="0" lvl="0" marL="0" rtl="0" algn="l">
              <a:spcBef>
                <a:spcPts val="0"/>
              </a:spcBef>
              <a:spcAft>
                <a:spcPts val="0"/>
              </a:spcAft>
              <a:buNone/>
            </a:pPr>
            <a:r>
              <a:rPr lang="en"/>
              <a:t>Your hypothesis should identify the riskiest part of the product concept and assumption, while your kill switch forces clarity around what to build and test </a:t>
            </a:r>
            <a:r>
              <a:rPr i="1" lang="en"/>
              <a:t>first.</a:t>
            </a:r>
            <a:r>
              <a:rPr lang="en"/>
              <a:t>  </a:t>
            </a:r>
            <a:endParaRPr/>
          </a:p>
        </p:txBody>
      </p:sp>
      <p:sp>
        <p:nvSpPr>
          <p:cNvPr id="2461" name="Google Shape;2461;p525"/>
          <p:cNvSpPr txBox="1"/>
          <p:nvPr>
            <p:ph idx="8" type="title"/>
          </p:nvPr>
        </p:nvSpPr>
        <p:spPr>
          <a:xfrm>
            <a:off x="457200" y="457197"/>
            <a:ext cx="8229600" cy="418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sz="3400"/>
              <a:t>What’s Your Kill Switch?</a:t>
            </a:r>
            <a:endParaRPr sz="3400"/>
          </a:p>
        </p:txBody>
      </p:sp>
      <p:sp>
        <p:nvSpPr>
          <p:cNvPr id="2462" name="Google Shape;2462;p525"/>
          <p:cNvSpPr/>
          <p:nvPr/>
        </p:nvSpPr>
        <p:spPr>
          <a:xfrm>
            <a:off x="457575" y="1680875"/>
            <a:ext cx="8229600" cy="4434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sz="1200">
                <a:solidFill>
                  <a:srgbClr val="FFFFFF"/>
                </a:solidFill>
                <a:latin typeface="Poppins Medium"/>
                <a:ea typeface="Poppins Medium"/>
                <a:cs typeface="Poppins Medium"/>
                <a:sym typeface="Poppins Medium"/>
              </a:rPr>
              <a:t>A</a:t>
            </a:r>
            <a:r>
              <a:rPr lang="en" sz="1200">
                <a:solidFill>
                  <a:srgbClr val="FFFFFF"/>
                </a:solidFill>
                <a:latin typeface="Poppins Medium"/>
                <a:ea typeface="Poppins Medium"/>
                <a:cs typeface="Poppins Medium"/>
                <a:sym typeface="Poppins Medium"/>
              </a:rPr>
              <a:t>sk:</a:t>
            </a:r>
            <a:r>
              <a:rPr lang="en" sz="1200">
                <a:solidFill>
                  <a:srgbClr val="FFFFFF"/>
                </a:solidFill>
                <a:latin typeface="Poppins SemiBold"/>
                <a:ea typeface="Poppins SemiBold"/>
                <a:cs typeface="Poppins SemiBold"/>
                <a:sym typeface="Poppins SemiBold"/>
              </a:rPr>
              <a:t> "Which assumption, if wrong, kills the whole thing?”</a:t>
            </a:r>
            <a:endParaRPr sz="1200">
              <a:solidFill>
                <a:srgbClr val="FFFFFF"/>
              </a:solidFill>
              <a:latin typeface="Poppins SemiBold"/>
              <a:ea typeface="Poppins SemiBold"/>
              <a:cs typeface="Poppins SemiBold"/>
              <a:sym typeface="Poppins SemiBold"/>
            </a:endParaRPr>
          </a:p>
        </p:txBody>
      </p:sp>
      <p:pic>
        <p:nvPicPr>
          <p:cNvPr id="2463" name="Google Shape;2463;p525"/>
          <p:cNvPicPr preferRelativeResize="0"/>
          <p:nvPr/>
        </p:nvPicPr>
        <p:blipFill rotWithShape="1">
          <a:blip r:embed="rId4">
            <a:alphaModFix/>
          </a:blip>
          <a:srcRect b="0" l="0" r="0" t="0"/>
          <a:stretch/>
        </p:blipFill>
        <p:spPr>
          <a:xfrm>
            <a:off x="685795" y="1796471"/>
            <a:ext cx="211475" cy="212225"/>
          </a:xfrm>
          <a:prstGeom prst="rect">
            <a:avLst/>
          </a:prstGeom>
          <a:noFill/>
          <a:ln>
            <a:noFill/>
          </a:ln>
        </p:spPr>
      </p:pic>
      <p:sp>
        <p:nvSpPr>
          <p:cNvPr id="2464" name="Google Shape;2464;p525"/>
          <p:cNvSpPr/>
          <p:nvPr/>
        </p:nvSpPr>
        <p:spPr>
          <a:xfrm>
            <a:off x="4765875" y="4245900"/>
            <a:ext cx="3921300" cy="1011900"/>
          </a:xfrm>
          <a:prstGeom prst="roundRect">
            <a:avLst>
              <a:gd fmla="val 16667" name="adj"/>
            </a:avLst>
          </a:prstGeom>
          <a:noFill/>
          <a:ln cap="flat" cmpd="sng" w="16075">
            <a:solidFill>
              <a:srgbClr val="1241AF"/>
            </a:solidFill>
            <a:prstDash val="solid"/>
            <a:round/>
            <a:headEnd len="sm" w="sm" type="none"/>
            <a:tailEnd len="sm" w="sm" type="none"/>
          </a:ln>
        </p:spPr>
        <p:txBody>
          <a:bodyPr anchorCtr="0" anchor="ctr" bIns="102875" lIns="102875" spcFirstLastPara="1" rIns="102875" wrap="square" tIns="102875">
            <a:noAutofit/>
          </a:bodyPr>
          <a:lstStyle/>
          <a:p>
            <a:pPr indent="0" lvl="0" marL="0" marR="0" rtl="0" algn="ctr">
              <a:lnSpc>
                <a:spcPct val="100000"/>
              </a:lnSpc>
              <a:spcBef>
                <a:spcPts val="0"/>
              </a:spcBef>
              <a:spcAft>
                <a:spcPts val="0"/>
              </a:spcAft>
              <a:buClr>
                <a:srgbClr val="000000"/>
              </a:buClr>
              <a:buSzPts val="1400"/>
              <a:buFont typeface="Poppins SemiBold"/>
              <a:buNone/>
            </a:pPr>
            <a:r>
              <a:rPr lang="en" sz="1000">
                <a:solidFill>
                  <a:srgbClr val="1241AF"/>
                </a:solidFill>
                <a:latin typeface="Poppins SemiBold"/>
                <a:ea typeface="Poppins SemiBold"/>
                <a:cs typeface="Poppins SemiBold"/>
                <a:sym typeface="Poppins SemiBold"/>
              </a:rPr>
              <a:t>1-N Existing Products</a:t>
            </a:r>
            <a:br>
              <a:rPr lang="en" sz="1000">
                <a:solidFill>
                  <a:srgbClr val="1241AF"/>
                </a:solidFill>
                <a:latin typeface="Poppins SemiBold"/>
                <a:ea typeface="Poppins SemiBold"/>
                <a:cs typeface="Poppins SemiBold"/>
                <a:sym typeface="Poppins SemiBold"/>
              </a:rPr>
            </a:br>
            <a:r>
              <a:rPr b="1" lang="en" sz="1000">
                <a:solidFill>
                  <a:schemeClr val="dk2"/>
                </a:solidFill>
                <a:latin typeface="Lato"/>
                <a:ea typeface="Lato"/>
                <a:cs typeface="Lato"/>
                <a:sym typeface="Lato"/>
              </a:rPr>
              <a:t>Your </a:t>
            </a:r>
            <a:r>
              <a:rPr b="1" lang="en" sz="1000">
                <a:solidFill>
                  <a:schemeClr val="dk2"/>
                </a:solidFill>
                <a:latin typeface="Lato"/>
                <a:ea typeface="Lato"/>
                <a:cs typeface="Lato"/>
                <a:sym typeface="Lato"/>
              </a:rPr>
              <a:t>kill switch is adoption and flow. </a:t>
            </a:r>
            <a:br>
              <a:rPr b="1" lang="en" sz="1000">
                <a:solidFill>
                  <a:schemeClr val="dk2"/>
                </a:solidFill>
                <a:latin typeface="Lato"/>
                <a:ea typeface="Lato"/>
                <a:cs typeface="Lato"/>
                <a:sym typeface="Lato"/>
              </a:rPr>
            </a:br>
            <a:r>
              <a:rPr lang="en" sz="1000">
                <a:solidFill>
                  <a:schemeClr val="dk2"/>
                </a:solidFill>
                <a:latin typeface="Lato"/>
                <a:ea typeface="Lato"/>
                <a:cs typeface="Lato"/>
                <a:sym typeface="Lato"/>
              </a:rPr>
              <a:t>People have it, now prove they’ll use it. You already have users, data, and a product. Screenshot what exists and build on top.</a:t>
            </a:r>
            <a:endParaRPr i="0" sz="1000" u="none" cap="none" strike="noStrike">
              <a:solidFill>
                <a:srgbClr val="1241AF"/>
              </a:solidFill>
              <a:latin typeface="Lato"/>
              <a:ea typeface="Lato"/>
              <a:cs typeface="Lato"/>
              <a:sym typeface="Lato"/>
            </a:endParaRPr>
          </a:p>
        </p:txBody>
      </p:sp>
      <p:graphicFrame>
        <p:nvGraphicFramePr>
          <p:cNvPr id="2465" name="Google Shape;2465;p525"/>
          <p:cNvGraphicFramePr/>
          <p:nvPr/>
        </p:nvGraphicFramePr>
        <p:xfrm>
          <a:off x="457099" y="2346074"/>
          <a:ext cx="3000000" cy="3000000"/>
        </p:xfrm>
        <a:graphic>
          <a:graphicData uri="http://schemas.openxmlformats.org/drawingml/2006/table">
            <a:tbl>
              <a:tblPr>
                <a:noFill/>
                <a:tableStyleId>{22C047B0-745B-4378-AFD7-2E4259F69487}</a:tableStyleId>
              </a:tblPr>
              <a:tblGrid>
                <a:gridCol w="1279075"/>
                <a:gridCol w="2878150"/>
                <a:gridCol w="4072375"/>
              </a:tblGrid>
              <a:tr h="270575">
                <a:tc>
                  <a:txBody>
                    <a:bodyPr/>
                    <a:lstStyle/>
                    <a:p>
                      <a:pPr indent="0" lvl="0" marL="0" marR="0" rtl="0" algn="l">
                        <a:lnSpc>
                          <a:spcPct val="100000"/>
                        </a:lnSpc>
                        <a:spcBef>
                          <a:spcPts val="0"/>
                        </a:spcBef>
                        <a:spcAft>
                          <a:spcPts val="0"/>
                        </a:spcAft>
                        <a:buNone/>
                      </a:pPr>
                      <a:r>
                        <a:rPr lang="en" sz="1100">
                          <a:solidFill>
                            <a:schemeClr val="accent1"/>
                          </a:solidFill>
                          <a:latin typeface="Poppins SemiBold"/>
                          <a:ea typeface="Poppins SemiBold"/>
                          <a:cs typeface="Poppins SemiBold"/>
                          <a:sym typeface="Poppins SemiBold"/>
                        </a:rPr>
                        <a:t>RISK TYPE</a:t>
                      </a:r>
                      <a:endParaRPr sz="1100">
                        <a:solidFill>
                          <a:schemeClr val="accent1"/>
                        </a:solidFill>
                        <a:latin typeface="Poppins SemiBold"/>
                        <a:ea typeface="Poppins SemiBold"/>
                        <a:cs typeface="Poppins SemiBold"/>
                        <a:sym typeface="Poppins SemiBold"/>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alpha val="0"/>
                        </a:srgbClr>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accent1"/>
                          </a:solidFill>
                          <a:latin typeface="Poppins SemiBold"/>
                          <a:ea typeface="Poppins SemiBold"/>
                          <a:cs typeface="Poppins SemiBold"/>
                          <a:sym typeface="Poppins SemiBold"/>
                        </a:rPr>
                        <a:t>QUESTION</a:t>
                      </a:r>
                      <a:endParaRPr sz="1100">
                        <a:solidFill>
                          <a:schemeClr val="accent1"/>
                        </a:solidFill>
                        <a:latin typeface="Poppins SemiBold"/>
                        <a:ea typeface="Poppins SemiBold"/>
                        <a:cs typeface="Poppins SemiBold"/>
                        <a:sym typeface="Poppins SemiBold"/>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alpha val="0"/>
                        </a:srgbClr>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accent1"/>
                          </a:solidFill>
                          <a:latin typeface="Poppins SemiBold"/>
                          <a:ea typeface="Poppins SemiBold"/>
                          <a:cs typeface="Poppins SemiBold"/>
                          <a:sym typeface="Poppins SemiBold"/>
                        </a:rPr>
                        <a:t>BUILD THIS</a:t>
                      </a:r>
                      <a:endParaRPr sz="1100">
                        <a:solidFill>
                          <a:schemeClr val="accent1"/>
                        </a:solidFill>
                        <a:latin typeface="Poppins SemiBold"/>
                        <a:ea typeface="Poppins SemiBold"/>
                        <a:cs typeface="Poppins SemiBold"/>
                        <a:sym typeface="Poppins SemiBold"/>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alpha val="0"/>
                        </a:srgbClr>
                      </a:solidFill>
                      <a:prstDash val="solid"/>
                      <a:round/>
                      <a:headEnd len="sm" w="sm" type="none"/>
                      <a:tailEnd len="sm" w="sm" type="none"/>
                    </a:lnT>
                    <a:lnB cap="flat" cmpd="sng" w="7400">
                      <a:solidFill>
                        <a:srgbClr val="FFFFFF"/>
                      </a:solidFill>
                      <a:prstDash val="solid"/>
                      <a:round/>
                      <a:headEnd len="sm" w="sm" type="none"/>
                      <a:tailEnd len="sm" w="sm" type="none"/>
                    </a:lnB>
                  </a:tcPr>
                </a:tc>
              </a:tr>
              <a:tr h="497975">
                <a:tc>
                  <a:txBody>
                    <a:bodyPr/>
                    <a:lstStyle/>
                    <a:p>
                      <a:pPr indent="0" lvl="0" marL="0" marR="0" rtl="0" algn="l">
                        <a:lnSpc>
                          <a:spcPct val="90000"/>
                        </a:lnSpc>
                        <a:spcBef>
                          <a:spcPts val="0"/>
                        </a:spcBef>
                        <a:spcAft>
                          <a:spcPts val="0"/>
                        </a:spcAft>
                        <a:buNone/>
                      </a:pPr>
                      <a:r>
                        <a:rPr lang="en" sz="1000">
                          <a:solidFill>
                            <a:schemeClr val="dk1"/>
                          </a:solidFill>
                          <a:latin typeface="Poppins Medium"/>
                          <a:ea typeface="Poppins Medium"/>
                          <a:cs typeface="Poppins Medium"/>
                          <a:sym typeface="Poppins Medium"/>
                        </a:rPr>
                        <a:t>Value</a:t>
                      </a:r>
                      <a:endParaRPr sz="1000">
                        <a:solidFill>
                          <a:schemeClr val="dk1"/>
                        </a:solidFill>
                        <a:latin typeface="Poppins Medium"/>
                        <a:ea typeface="Poppins Medium"/>
                        <a:cs typeface="Poppins Medium"/>
                        <a:sym typeface="Poppins Medium"/>
                      </a:endParaRPr>
                    </a:p>
                  </a:txBody>
                  <a:tcPr marT="8175" marB="8175" marR="14675" marL="182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000">
                          <a:solidFill>
                            <a:schemeClr val="dk1"/>
                          </a:solidFill>
                          <a:latin typeface="Lato"/>
                          <a:ea typeface="Lato"/>
                          <a:cs typeface="Lato"/>
                          <a:sym typeface="Lato"/>
                        </a:rPr>
                        <a:t>"Will anyone actually want this?"</a:t>
                      </a:r>
                      <a:endParaRPr sz="1000">
                        <a:solidFill>
                          <a:schemeClr val="dk1"/>
                        </a:solidFill>
                        <a:latin typeface="Lato"/>
                        <a:ea typeface="Lato"/>
                        <a:cs typeface="Lato"/>
                        <a:sym typeface="Lato"/>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solidFill>
                            <a:schemeClr val="dk1"/>
                          </a:solidFill>
                          <a:latin typeface="Lato"/>
                          <a:ea typeface="Lato"/>
                          <a:cs typeface="Lato"/>
                          <a:sym typeface="Lato"/>
                        </a:rPr>
                        <a:t>Focus on user intent and build a landing page.</a:t>
                      </a:r>
                      <a:endParaRPr b="1" sz="1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en" sz="1000">
                          <a:solidFill>
                            <a:schemeClr val="dk1"/>
                          </a:solidFill>
                          <a:latin typeface="Lato"/>
                          <a:ea typeface="Lato"/>
                          <a:cs typeface="Lato"/>
                          <a:sym typeface="Lato"/>
                        </a:rPr>
                        <a:t>Test whether the core premise solves a real problem or is just a novelty.</a:t>
                      </a:r>
                      <a:endParaRPr sz="1000">
                        <a:solidFill>
                          <a:schemeClr val="dk1"/>
                        </a:solidFill>
                        <a:latin typeface="Lato"/>
                        <a:ea typeface="Lato"/>
                        <a:cs typeface="Lato"/>
                        <a:sym typeface="Lato"/>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r>
              <a:tr h="497975">
                <a:tc>
                  <a:txBody>
                    <a:bodyPr/>
                    <a:lstStyle/>
                    <a:p>
                      <a:pPr indent="0" lvl="0" marL="0" marR="0" rtl="0" algn="l">
                        <a:lnSpc>
                          <a:spcPct val="90000"/>
                        </a:lnSpc>
                        <a:spcBef>
                          <a:spcPts val="0"/>
                        </a:spcBef>
                        <a:spcAft>
                          <a:spcPts val="0"/>
                        </a:spcAft>
                        <a:buNone/>
                      </a:pPr>
                      <a:r>
                        <a:rPr lang="en" sz="1000">
                          <a:solidFill>
                            <a:schemeClr val="dk1"/>
                          </a:solidFill>
                          <a:latin typeface="Poppins Medium"/>
                          <a:ea typeface="Poppins Medium"/>
                          <a:cs typeface="Poppins Medium"/>
                          <a:sym typeface="Poppins Medium"/>
                        </a:rPr>
                        <a:t>Usability</a:t>
                      </a:r>
                      <a:endParaRPr sz="1000">
                        <a:solidFill>
                          <a:schemeClr val="dk1"/>
                        </a:solidFill>
                        <a:latin typeface="Poppins Medium"/>
                        <a:ea typeface="Poppins Medium"/>
                        <a:cs typeface="Poppins Medium"/>
                        <a:sym typeface="Poppins Medium"/>
                      </a:endParaRPr>
                    </a:p>
                  </a:txBody>
                  <a:tcPr marT="8175" marB="8175" marR="14675" marL="182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000">
                          <a:solidFill>
                            <a:schemeClr val="dk1"/>
                          </a:solidFill>
                          <a:latin typeface="Lato"/>
                          <a:ea typeface="Lato"/>
                          <a:cs typeface="Lato"/>
                          <a:sym typeface="Lato"/>
                        </a:rPr>
                        <a:t>"Will the experience make sense?"</a:t>
                      </a:r>
                      <a:endParaRPr sz="1000">
                        <a:solidFill>
                          <a:schemeClr val="dk1"/>
                        </a:solidFill>
                        <a:latin typeface="Lato"/>
                        <a:ea typeface="Lato"/>
                        <a:cs typeface="Lato"/>
                        <a:sym typeface="Lato"/>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solidFill>
                            <a:schemeClr val="dk1"/>
                          </a:solidFill>
                          <a:latin typeface="Lato"/>
                          <a:ea typeface="Lato"/>
                          <a:cs typeface="Lato"/>
                          <a:sym typeface="Lato"/>
                        </a:rPr>
                        <a:t>Focus on interaction and build a clickable mockup. </a:t>
                      </a:r>
                      <a:br>
                        <a:rPr lang="en" sz="1000">
                          <a:solidFill>
                            <a:schemeClr val="dk1"/>
                          </a:solidFill>
                          <a:latin typeface="Lato"/>
                          <a:ea typeface="Lato"/>
                          <a:cs typeface="Lato"/>
                          <a:sym typeface="Lato"/>
                        </a:rPr>
                      </a:br>
                      <a:r>
                        <a:rPr lang="en" sz="1000">
                          <a:solidFill>
                            <a:schemeClr val="dk1"/>
                          </a:solidFill>
                          <a:latin typeface="Lato"/>
                          <a:ea typeface="Lato"/>
                          <a:cs typeface="Lato"/>
                          <a:sym typeface="Lato"/>
                        </a:rPr>
                        <a:t>Simplify complex steps and find where the flow breaks down.</a:t>
                      </a:r>
                      <a:endParaRPr sz="1000">
                        <a:solidFill>
                          <a:schemeClr val="dk1"/>
                        </a:solidFill>
                        <a:latin typeface="Lato"/>
                        <a:ea typeface="Lato"/>
                        <a:cs typeface="Lato"/>
                        <a:sym typeface="Lato"/>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r>
              <a:tr h="497975">
                <a:tc>
                  <a:txBody>
                    <a:bodyPr/>
                    <a:lstStyle/>
                    <a:p>
                      <a:pPr indent="0" lvl="0" marL="0" marR="0" rtl="0" algn="l">
                        <a:lnSpc>
                          <a:spcPct val="90000"/>
                        </a:lnSpc>
                        <a:spcBef>
                          <a:spcPts val="0"/>
                        </a:spcBef>
                        <a:spcAft>
                          <a:spcPts val="0"/>
                        </a:spcAft>
                        <a:buNone/>
                      </a:pPr>
                      <a:r>
                        <a:rPr lang="en" sz="1000">
                          <a:solidFill>
                            <a:schemeClr val="dk1"/>
                          </a:solidFill>
                          <a:latin typeface="Poppins Medium"/>
                          <a:ea typeface="Poppins Medium"/>
                          <a:cs typeface="Poppins Medium"/>
                          <a:sym typeface="Poppins Medium"/>
                        </a:rPr>
                        <a:t>Feasibility</a:t>
                      </a:r>
                      <a:endParaRPr sz="1000">
                        <a:solidFill>
                          <a:schemeClr val="dk1"/>
                        </a:solidFill>
                        <a:latin typeface="Poppins Medium"/>
                        <a:ea typeface="Poppins Medium"/>
                        <a:cs typeface="Poppins Medium"/>
                        <a:sym typeface="Poppins Medium"/>
                      </a:endParaRPr>
                    </a:p>
                  </a:txBody>
                  <a:tcPr marT="8175" marB="8175" marR="14675" marL="182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000">
                          <a:solidFill>
                            <a:schemeClr val="dk1"/>
                          </a:solidFill>
                          <a:latin typeface="Lato"/>
                          <a:ea typeface="Lato"/>
                          <a:cs typeface="Lato"/>
                          <a:sym typeface="Lato"/>
                        </a:rPr>
                        <a:t>"Will the logic actually work?"</a:t>
                      </a:r>
                      <a:endParaRPr sz="1000">
                        <a:solidFill>
                          <a:schemeClr val="dk1"/>
                        </a:solidFill>
                        <a:latin typeface="Lato"/>
                        <a:ea typeface="Lato"/>
                        <a:cs typeface="Lato"/>
                        <a:sym typeface="Lato"/>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solidFill>
                            <a:schemeClr val="dk1"/>
                          </a:solidFill>
                          <a:latin typeface="Lato"/>
                          <a:ea typeface="Lato"/>
                          <a:cs typeface="Lato"/>
                          <a:sym typeface="Lato"/>
                        </a:rPr>
                        <a:t>Focus on constraints and build a functional app.</a:t>
                      </a:r>
                      <a:br>
                        <a:rPr lang="en" sz="1000">
                          <a:solidFill>
                            <a:schemeClr val="dk1"/>
                          </a:solidFill>
                          <a:latin typeface="Lato"/>
                          <a:ea typeface="Lato"/>
                          <a:cs typeface="Lato"/>
                          <a:sym typeface="Lato"/>
                        </a:rPr>
                      </a:br>
                      <a:r>
                        <a:rPr lang="en" sz="1000">
                          <a:solidFill>
                            <a:schemeClr val="dk1"/>
                          </a:solidFill>
                          <a:latin typeface="Lato"/>
                          <a:ea typeface="Lato"/>
                          <a:cs typeface="Lato"/>
                          <a:sym typeface="Lato"/>
                        </a:rPr>
                        <a:t>Find edge cases where your logic or data might fail.</a:t>
                      </a:r>
                      <a:endParaRPr sz="1000">
                        <a:solidFill>
                          <a:schemeClr val="dk1"/>
                        </a:solidFill>
                        <a:latin typeface="Lato"/>
                        <a:ea typeface="Lato"/>
                        <a:cs typeface="Lato"/>
                        <a:sym typeface="Lato"/>
                      </a:endParaRPr>
                    </a:p>
                  </a:txBody>
                  <a:tcPr marT="8175" marB="8175" marR="14675" marL="14675" anchor="ctr">
                    <a:lnL cap="flat" cmpd="sng" w="7400">
                      <a:solidFill>
                        <a:srgbClr val="FFFFFF">
                          <a:alpha val="0"/>
                        </a:srgbClr>
                      </a:solidFill>
                      <a:prstDash val="solid"/>
                      <a:round/>
                      <a:headEnd len="sm" w="sm" type="none"/>
                      <a:tailEnd len="sm" w="sm" type="none"/>
                    </a:lnL>
                    <a:lnR cap="flat" cmpd="sng" w="7400">
                      <a:solidFill>
                        <a:srgbClr val="FFFFFF">
                          <a:alpha val="0"/>
                        </a:srgbClr>
                      </a:solidFill>
                      <a:prstDash val="solid"/>
                      <a:round/>
                      <a:headEnd len="sm" w="sm" type="none"/>
                      <a:tailEnd len="sm" w="sm" type="none"/>
                    </a:lnR>
                    <a:lnT cap="flat" cmpd="sng" w="7400">
                      <a:solidFill>
                        <a:srgbClr val="FFFFFF"/>
                      </a:solidFill>
                      <a:prstDash val="solid"/>
                      <a:round/>
                      <a:headEnd len="sm" w="sm" type="none"/>
                      <a:tailEnd len="sm" w="sm" type="none"/>
                    </a:lnT>
                    <a:lnB cap="flat" cmpd="sng" w="7400">
                      <a:solidFill>
                        <a:srgbClr val="FFFFFF"/>
                      </a:solidFill>
                      <a:prstDash val="solid"/>
                      <a:round/>
                      <a:headEnd len="sm" w="sm" type="none"/>
                      <a:tailEnd len="sm" w="sm" type="none"/>
                    </a:lnB>
                  </a:tcPr>
                </a:tc>
              </a:tr>
            </a:tbl>
          </a:graphicData>
        </a:graphic>
      </p:graphicFrame>
      <p:sp>
        <p:nvSpPr>
          <p:cNvPr id="2466" name="Google Shape;2466;p525"/>
          <p:cNvSpPr/>
          <p:nvPr/>
        </p:nvSpPr>
        <p:spPr>
          <a:xfrm>
            <a:off x="412000" y="4245775"/>
            <a:ext cx="3921300" cy="1011900"/>
          </a:xfrm>
          <a:prstGeom prst="roundRect">
            <a:avLst>
              <a:gd fmla="val 16667" name="adj"/>
            </a:avLst>
          </a:prstGeom>
          <a:noFill/>
          <a:ln cap="flat" cmpd="sng" w="16075">
            <a:solidFill>
              <a:srgbClr val="1241AF"/>
            </a:solidFill>
            <a:prstDash val="solid"/>
            <a:round/>
            <a:headEnd len="sm" w="sm" type="none"/>
            <a:tailEnd len="sm" w="sm" type="none"/>
          </a:ln>
        </p:spPr>
        <p:txBody>
          <a:bodyPr anchorCtr="0" anchor="ctr" bIns="102875" lIns="102875" spcFirstLastPara="1" rIns="102875" wrap="square" tIns="102875">
            <a:noAutofit/>
          </a:bodyPr>
          <a:lstStyle/>
          <a:p>
            <a:pPr indent="0" lvl="0" marL="0" marR="0" rtl="0" algn="ctr">
              <a:lnSpc>
                <a:spcPct val="100000"/>
              </a:lnSpc>
              <a:spcBef>
                <a:spcPts val="0"/>
              </a:spcBef>
              <a:spcAft>
                <a:spcPts val="0"/>
              </a:spcAft>
              <a:buClr>
                <a:srgbClr val="000000"/>
              </a:buClr>
              <a:buSzPts val="1400"/>
              <a:buFont typeface="Poppins SemiBold"/>
              <a:buNone/>
            </a:pPr>
            <a:r>
              <a:rPr lang="en" sz="1000">
                <a:solidFill>
                  <a:srgbClr val="1241AF"/>
                </a:solidFill>
                <a:latin typeface="Poppins SemiBold"/>
                <a:ea typeface="Poppins SemiBold"/>
                <a:cs typeface="Poppins SemiBold"/>
                <a:sym typeface="Poppins SemiBold"/>
              </a:rPr>
              <a:t>0-1 New Products</a:t>
            </a:r>
            <a:br>
              <a:rPr lang="en" sz="1000">
                <a:solidFill>
                  <a:srgbClr val="1241AF"/>
                </a:solidFill>
                <a:latin typeface="Poppins SemiBold"/>
                <a:ea typeface="Poppins SemiBold"/>
                <a:cs typeface="Poppins SemiBold"/>
                <a:sym typeface="Poppins SemiBold"/>
              </a:rPr>
            </a:br>
            <a:r>
              <a:rPr b="1" lang="en" sz="1000">
                <a:solidFill>
                  <a:schemeClr val="dk2"/>
                </a:solidFill>
                <a:latin typeface="Lato"/>
                <a:ea typeface="Lato"/>
                <a:cs typeface="Lato"/>
                <a:sym typeface="Lato"/>
              </a:rPr>
              <a:t>Y</a:t>
            </a:r>
            <a:r>
              <a:rPr b="1" lang="en" sz="1000">
                <a:solidFill>
                  <a:schemeClr val="dk2"/>
                </a:solidFill>
                <a:latin typeface="Lato"/>
                <a:ea typeface="Lato"/>
                <a:cs typeface="Lato"/>
                <a:sym typeface="Lato"/>
              </a:rPr>
              <a:t>our kill switch is usually desirability. </a:t>
            </a:r>
            <a:br>
              <a:rPr b="1" lang="en" sz="1000">
                <a:solidFill>
                  <a:schemeClr val="dk2"/>
                </a:solidFill>
                <a:latin typeface="Lato"/>
                <a:ea typeface="Lato"/>
                <a:cs typeface="Lato"/>
                <a:sym typeface="Lato"/>
              </a:rPr>
            </a:br>
            <a:r>
              <a:rPr lang="en" sz="1000">
                <a:solidFill>
                  <a:schemeClr val="dk2"/>
                </a:solidFill>
                <a:latin typeface="Lato"/>
                <a:ea typeface="Lato"/>
                <a:cs typeface="Lato"/>
                <a:sym typeface="Lato"/>
              </a:rPr>
              <a:t>Nobody wants it yet, so prove they will. You’re testing whether the problem is real before you invest in building.</a:t>
            </a:r>
            <a:endParaRPr i="0" sz="1000" u="none" cap="none" strike="noStrike">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1" name="Shape 2471"/>
        <p:cNvGrpSpPr/>
        <p:nvPr/>
      </p:nvGrpSpPr>
      <p:grpSpPr>
        <a:xfrm>
          <a:off x="0" y="0"/>
          <a:ext cx="0" cy="0"/>
          <a:chOff x="0" y="0"/>
          <a:chExt cx="0" cy="0"/>
        </a:xfrm>
      </p:grpSpPr>
      <p:sp>
        <p:nvSpPr>
          <p:cNvPr id="2472" name="Google Shape;2472;p526"/>
          <p:cNvSpPr/>
          <p:nvPr/>
        </p:nvSpPr>
        <p:spPr>
          <a:xfrm>
            <a:off x="496119" y="1427828"/>
            <a:ext cx="81519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1" i="0" lang="en" sz="1200" u="none" cap="none" strike="noStrike">
                <a:solidFill>
                  <a:schemeClr val="accent1"/>
                </a:solidFill>
                <a:latin typeface="Lato"/>
                <a:ea typeface="Lato"/>
                <a:cs typeface="Lato"/>
                <a:sym typeface="Lato"/>
              </a:rPr>
              <a:t>This is your commitment moment.</a:t>
            </a:r>
            <a:r>
              <a:rPr i="0" lang="en" sz="1200" u="none" cap="none" strike="noStrike">
                <a:solidFill>
                  <a:schemeClr val="accent1"/>
                </a:solidFill>
                <a:latin typeface="Lato"/>
                <a:ea typeface="Lato"/>
                <a:cs typeface="Lato"/>
                <a:sym typeface="Lato"/>
              </a:rPr>
              <a:t> </a:t>
            </a:r>
            <a:r>
              <a:rPr i="0" lang="en" sz="1200" u="none" cap="none" strike="noStrike">
                <a:solidFill>
                  <a:srgbClr val="52586B"/>
                </a:solidFill>
                <a:latin typeface="Lato"/>
                <a:ea typeface="Lato"/>
                <a:cs typeface="Lato"/>
                <a:sym typeface="Lato"/>
              </a:rPr>
              <a:t>Pick the scenario you'll carry through Modules 2–6. </a:t>
            </a:r>
            <a:r>
              <a:rPr lang="en" sz="1200">
                <a:solidFill>
                  <a:srgbClr val="52586B"/>
                </a:solidFill>
                <a:latin typeface="Lato"/>
                <a:ea typeface="Lato"/>
                <a:cs typeface="Lato"/>
                <a:sym typeface="Lato"/>
              </a:rPr>
              <a:t>This will be your final project. </a:t>
            </a:r>
            <a:endParaRPr i="0" sz="1200" u="none" cap="none" strike="noStrike">
              <a:latin typeface="Lato"/>
              <a:ea typeface="Lato"/>
              <a:cs typeface="Lato"/>
              <a:sym typeface="Lato"/>
            </a:endParaRPr>
          </a:p>
        </p:txBody>
      </p:sp>
      <p:sp>
        <p:nvSpPr>
          <p:cNvPr id="2473" name="Google Shape;2473;p526"/>
          <p:cNvSpPr txBox="1"/>
          <p:nvPr/>
        </p:nvSpPr>
        <p:spPr>
          <a:xfrm>
            <a:off x="457200" y="5080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Final Project Scenario</a:t>
            </a:r>
            <a:endParaRPr sz="1600">
              <a:solidFill>
                <a:srgbClr val="60A5FA"/>
              </a:solidFill>
              <a:latin typeface="Poppins SemiBold"/>
              <a:ea typeface="Poppins SemiBold"/>
              <a:cs typeface="Poppins SemiBold"/>
              <a:sym typeface="Poppins SemiBold"/>
            </a:endParaRPr>
          </a:p>
        </p:txBody>
      </p:sp>
      <p:sp>
        <p:nvSpPr>
          <p:cNvPr id="2474" name="Google Shape;2474;p526"/>
          <p:cNvSpPr txBox="1"/>
          <p:nvPr/>
        </p:nvSpPr>
        <p:spPr>
          <a:xfrm>
            <a:off x="457200" y="964521"/>
            <a:ext cx="8229600" cy="3816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100">
                <a:solidFill>
                  <a:srgbClr val="07182C"/>
                </a:solidFill>
                <a:latin typeface="Poppins Medium"/>
                <a:ea typeface="Poppins Medium"/>
                <a:cs typeface="Poppins Medium"/>
                <a:sym typeface="Poppins Medium"/>
              </a:rPr>
              <a:t>Choose Your Scenario</a:t>
            </a:r>
            <a:endParaRPr sz="3100">
              <a:solidFill>
                <a:srgbClr val="07182C"/>
              </a:solidFill>
              <a:latin typeface="Poppins Medium"/>
              <a:ea typeface="Poppins Medium"/>
              <a:cs typeface="Poppins Medium"/>
              <a:sym typeface="Poppins Medium"/>
            </a:endParaRPr>
          </a:p>
        </p:txBody>
      </p:sp>
      <p:sp>
        <p:nvSpPr>
          <p:cNvPr id="2475" name="Google Shape;2475;p526"/>
          <p:cNvSpPr/>
          <p:nvPr/>
        </p:nvSpPr>
        <p:spPr>
          <a:xfrm>
            <a:off x="7383335" y="508000"/>
            <a:ext cx="1283400" cy="310500"/>
          </a:xfrm>
          <a:prstGeom prst="roundRect">
            <a:avLst>
              <a:gd fmla="val 23345" name="adj"/>
            </a:avLst>
          </a:prstGeom>
          <a:solidFill>
            <a:srgbClr val="1241B0"/>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FFFFFF"/>
                </a:solidFill>
                <a:latin typeface="Poppins SemiBold"/>
                <a:ea typeface="Poppins SemiBold"/>
                <a:cs typeface="Poppins SemiBold"/>
                <a:sym typeface="Poppins SemiBold"/>
              </a:rPr>
              <a:t>IMPORTANT</a:t>
            </a:r>
            <a:endParaRPr sz="1000">
              <a:solidFill>
                <a:srgbClr val="FFFFFF"/>
              </a:solidFill>
              <a:latin typeface="Poppins SemiBold"/>
              <a:ea typeface="Poppins SemiBold"/>
              <a:cs typeface="Poppins SemiBold"/>
              <a:sym typeface="Poppins SemiBold"/>
            </a:endParaRPr>
          </a:p>
        </p:txBody>
      </p:sp>
      <p:sp>
        <p:nvSpPr>
          <p:cNvPr id="2476" name="Google Shape;2476;p526"/>
          <p:cNvSpPr/>
          <p:nvPr/>
        </p:nvSpPr>
        <p:spPr>
          <a:xfrm>
            <a:off x="496125" y="1730025"/>
            <a:ext cx="3908700" cy="1601100"/>
          </a:xfrm>
          <a:prstGeom prst="roundRect">
            <a:avLst>
              <a:gd fmla="val 8861" name="adj"/>
            </a:avLst>
          </a:prstGeom>
          <a:solidFill>
            <a:srgbClr val="F7F8FA"/>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77" name="Google Shape;2477;p526"/>
          <p:cNvSpPr/>
          <p:nvPr/>
        </p:nvSpPr>
        <p:spPr>
          <a:xfrm>
            <a:off x="496125" y="3459228"/>
            <a:ext cx="3908700" cy="1601100"/>
          </a:xfrm>
          <a:prstGeom prst="roundRect">
            <a:avLst>
              <a:gd fmla="val 8861" name="adj"/>
            </a:avLst>
          </a:prstGeom>
          <a:solidFill>
            <a:srgbClr val="F7F8FA"/>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78" name="Google Shape;2478;p526"/>
          <p:cNvSpPr/>
          <p:nvPr/>
        </p:nvSpPr>
        <p:spPr>
          <a:xfrm>
            <a:off x="4609800" y="1730025"/>
            <a:ext cx="3908700" cy="1601100"/>
          </a:xfrm>
          <a:prstGeom prst="roundRect">
            <a:avLst>
              <a:gd fmla="val 8861" name="adj"/>
            </a:avLst>
          </a:prstGeom>
          <a:solidFill>
            <a:srgbClr val="F7F8FA"/>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79" name="Google Shape;2479;p526"/>
          <p:cNvSpPr/>
          <p:nvPr/>
        </p:nvSpPr>
        <p:spPr>
          <a:xfrm>
            <a:off x="4609800" y="3459228"/>
            <a:ext cx="3908700" cy="1601100"/>
          </a:xfrm>
          <a:prstGeom prst="roundRect">
            <a:avLst>
              <a:gd fmla="val 8861" name="adj"/>
            </a:avLst>
          </a:prstGeom>
          <a:solidFill>
            <a:srgbClr val="F7F8FA"/>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80" name="Google Shape;2480;p526"/>
          <p:cNvSpPr/>
          <p:nvPr/>
        </p:nvSpPr>
        <p:spPr>
          <a:xfrm>
            <a:off x="636925" y="1866394"/>
            <a:ext cx="496200" cy="4962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Poppins Medium"/>
                <a:ea typeface="Poppins Medium"/>
                <a:cs typeface="Poppins Medium"/>
                <a:sym typeface="Poppins Medium"/>
              </a:rPr>
              <a:t>1</a:t>
            </a:r>
            <a:endParaRPr sz="1700">
              <a:solidFill>
                <a:schemeClr val="lt1"/>
              </a:solidFill>
              <a:latin typeface="Poppins Medium"/>
              <a:ea typeface="Poppins Medium"/>
              <a:cs typeface="Poppins Medium"/>
              <a:sym typeface="Poppins Medium"/>
            </a:endParaRPr>
          </a:p>
        </p:txBody>
      </p:sp>
      <p:sp>
        <p:nvSpPr>
          <p:cNvPr id="2481" name="Google Shape;2481;p526"/>
          <p:cNvSpPr/>
          <p:nvPr/>
        </p:nvSpPr>
        <p:spPr>
          <a:xfrm>
            <a:off x="4731025" y="1866394"/>
            <a:ext cx="496200" cy="4962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Poppins Medium"/>
                <a:ea typeface="Poppins Medium"/>
                <a:cs typeface="Poppins Medium"/>
                <a:sym typeface="Poppins Medium"/>
              </a:rPr>
              <a:t>2</a:t>
            </a:r>
            <a:endParaRPr sz="1700">
              <a:solidFill>
                <a:schemeClr val="lt1"/>
              </a:solidFill>
              <a:latin typeface="Poppins Medium"/>
              <a:ea typeface="Poppins Medium"/>
              <a:cs typeface="Poppins Medium"/>
              <a:sym typeface="Poppins Medium"/>
            </a:endParaRPr>
          </a:p>
        </p:txBody>
      </p:sp>
      <p:sp>
        <p:nvSpPr>
          <p:cNvPr id="2482" name="Google Shape;2482;p526"/>
          <p:cNvSpPr/>
          <p:nvPr/>
        </p:nvSpPr>
        <p:spPr>
          <a:xfrm>
            <a:off x="636925" y="3632556"/>
            <a:ext cx="496200" cy="4962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Poppins Medium"/>
                <a:ea typeface="Poppins Medium"/>
                <a:cs typeface="Poppins Medium"/>
                <a:sym typeface="Poppins Medium"/>
              </a:rPr>
              <a:t>3</a:t>
            </a:r>
            <a:endParaRPr sz="1700">
              <a:solidFill>
                <a:schemeClr val="lt1"/>
              </a:solidFill>
              <a:latin typeface="Poppins Medium"/>
              <a:ea typeface="Poppins Medium"/>
              <a:cs typeface="Poppins Medium"/>
              <a:sym typeface="Poppins Medium"/>
            </a:endParaRPr>
          </a:p>
        </p:txBody>
      </p:sp>
      <p:sp>
        <p:nvSpPr>
          <p:cNvPr id="2483" name="Google Shape;2483;p526"/>
          <p:cNvSpPr/>
          <p:nvPr/>
        </p:nvSpPr>
        <p:spPr>
          <a:xfrm>
            <a:off x="4731025" y="3632556"/>
            <a:ext cx="496200" cy="4962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Poppins Medium"/>
                <a:ea typeface="Poppins Medium"/>
                <a:cs typeface="Poppins Medium"/>
                <a:sym typeface="Poppins Medium"/>
              </a:rPr>
              <a:t>4</a:t>
            </a:r>
            <a:endParaRPr sz="1700">
              <a:solidFill>
                <a:schemeClr val="lt1"/>
              </a:solidFill>
              <a:latin typeface="Poppins Medium"/>
              <a:ea typeface="Poppins Medium"/>
              <a:cs typeface="Poppins Medium"/>
              <a:sym typeface="Poppins Medium"/>
            </a:endParaRPr>
          </a:p>
        </p:txBody>
      </p:sp>
      <p:sp>
        <p:nvSpPr>
          <p:cNvPr id="2484" name="Google Shape;2484;p526"/>
          <p:cNvSpPr/>
          <p:nvPr/>
        </p:nvSpPr>
        <p:spPr>
          <a:xfrm>
            <a:off x="1268487" y="1919368"/>
            <a:ext cx="2979300" cy="4308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i="0" lang="en" sz="1300" u="none" cap="none" strike="noStrike">
                <a:solidFill>
                  <a:schemeClr val="accent1"/>
                </a:solidFill>
                <a:latin typeface="Poppins SemiBold"/>
                <a:ea typeface="Poppins SemiBold"/>
                <a:cs typeface="Poppins SemiBold"/>
                <a:sym typeface="Poppins SemiBold"/>
              </a:rPr>
              <a:t>The Retention </a:t>
            </a:r>
            <a:r>
              <a:rPr lang="en" sz="1300">
                <a:solidFill>
                  <a:schemeClr val="accent1"/>
                </a:solidFill>
                <a:latin typeface="Poppins SemiBold"/>
                <a:ea typeface="Poppins SemiBold"/>
                <a:cs typeface="Poppins SemiBold"/>
                <a:sym typeface="Poppins SemiBold"/>
              </a:rPr>
              <a:t>E</a:t>
            </a:r>
            <a:r>
              <a:rPr i="0" lang="en" sz="1300" u="none" cap="none" strike="noStrike">
                <a:solidFill>
                  <a:schemeClr val="accent1"/>
                </a:solidFill>
                <a:latin typeface="Poppins SemiBold"/>
                <a:ea typeface="Poppins SemiBold"/>
                <a:cs typeface="Poppins SemiBold"/>
                <a:sym typeface="Poppins SemiBold"/>
              </a:rPr>
              <a:t>ngine</a:t>
            </a:r>
            <a:br>
              <a:rPr i="0" lang="en" sz="1300" u="none" cap="none" strike="noStrike">
                <a:solidFill>
                  <a:schemeClr val="accent1"/>
                </a:solidFill>
                <a:latin typeface="Poppins Medium"/>
                <a:ea typeface="Poppins Medium"/>
                <a:cs typeface="Poppins Medium"/>
                <a:sym typeface="Poppins Medium"/>
              </a:rPr>
            </a:br>
            <a:r>
              <a:rPr i="0" lang="en" sz="1000" u="none" cap="none" strike="noStrike">
                <a:solidFill>
                  <a:schemeClr val="accent2"/>
                </a:solidFill>
                <a:latin typeface="Poppins Medium"/>
                <a:ea typeface="Poppins Medium"/>
                <a:cs typeface="Poppins Medium"/>
                <a:sym typeface="Poppins Medium"/>
              </a:rPr>
              <a:t>B2B SaaS losing 30% of users in 90 days.</a:t>
            </a:r>
            <a:endParaRPr i="0" sz="1000" u="none" cap="none" strike="noStrike">
              <a:solidFill>
                <a:schemeClr val="accent2"/>
              </a:solidFill>
              <a:latin typeface="Poppins Medium"/>
              <a:ea typeface="Poppins Medium"/>
              <a:cs typeface="Poppins Medium"/>
              <a:sym typeface="Poppins Medium"/>
            </a:endParaRPr>
          </a:p>
        </p:txBody>
      </p:sp>
      <p:sp>
        <p:nvSpPr>
          <p:cNvPr id="2485" name="Google Shape;2485;p526"/>
          <p:cNvSpPr/>
          <p:nvPr/>
        </p:nvSpPr>
        <p:spPr>
          <a:xfrm>
            <a:off x="721849" y="2476311"/>
            <a:ext cx="3525900" cy="66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2586B"/>
              </a:buClr>
              <a:buSzPts val="1000"/>
              <a:buFont typeface="Funnel Sans"/>
              <a:buNone/>
            </a:pPr>
            <a:r>
              <a:rPr i="0" lang="en" sz="1000" u="none" cap="none" strike="noStrike">
                <a:solidFill>
                  <a:schemeClr val="dk1"/>
                </a:solidFill>
                <a:latin typeface="Lato"/>
                <a:ea typeface="Lato"/>
                <a:cs typeface="Lato"/>
                <a:sym typeface="Lato"/>
              </a:rPr>
              <a:t>Why are they leaving? Build a prototype that helps you </a:t>
            </a:r>
            <a:r>
              <a:rPr lang="en" sz="1000">
                <a:solidFill>
                  <a:schemeClr val="dk1"/>
                </a:solidFill>
                <a:latin typeface="Lato"/>
                <a:ea typeface="Lato"/>
                <a:cs typeface="Lato"/>
                <a:sym typeface="Lato"/>
              </a:rPr>
              <a:t>understand</a:t>
            </a:r>
            <a:r>
              <a:rPr i="0" lang="en" sz="1000" u="none" cap="none" strike="noStrike">
                <a:solidFill>
                  <a:schemeClr val="dk1"/>
                </a:solidFill>
                <a:latin typeface="Lato"/>
                <a:ea typeface="Lato"/>
                <a:cs typeface="Lato"/>
                <a:sym typeface="Lato"/>
              </a:rPr>
              <a:t> churn drivers and test whether an intervention can change the curve</a:t>
            </a:r>
            <a:endParaRPr i="0" sz="1000" u="none" cap="none" strike="noStrike">
              <a:solidFill>
                <a:schemeClr val="dk1"/>
              </a:solidFill>
              <a:latin typeface="Lato"/>
              <a:ea typeface="Lato"/>
              <a:cs typeface="Lato"/>
              <a:sym typeface="Lato"/>
            </a:endParaRPr>
          </a:p>
        </p:txBody>
      </p:sp>
      <p:sp>
        <p:nvSpPr>
          <p:cNvPr id="2486" name="Google Shape;2486;p526"/>
          <p:cNvSpPr/>
          <p:nvPr/>
        </p:nvSpPr>
        <p:spPr>
          <a:xfrm>
            <a:off x="5353850" y="1924716"/>
            <a:ext cx="3065100" cy="430800"/>
          </a:xfrm>
          <a:prstGeom prst="rect">
            <a:avLst/>
          </a:prstGeom>
          <a:noFill/>
          <a:ln>
            <a:noFill/>
          </a:ln>
        </p:spPr>
        <p:txBody>
          <a:bodyPr anchorCtr="0" anchor="t" bIns="0" lIns="0" spcFirstLastPara="1" rIns="0" wrap="square" tIns="0">
            <a:noAutofit/>
          </a:bodyPr>
          <a:lstStyle/>
          <a:p>
            <a:pPr indent="0" lvl="0" marL="0" rtl="0" algn="l">
              <a:lnSpc>
                <a:spcPct val="123076"/>
              </a:lnSpc>
              <a:spcBef>
                <a:spcPts val="0"/>
              </a:spcBef>
              <a:spcAft>
                <a:spcPts val="0"/>
              </a:spcAft>
              <a:buClr>
                <a:srgbClr val="52586B"/>
              </a:buClr>
              <a:buSzPts val="1300"/>
              <a:buFont typeface="Mona Sans"/>
              <a:buNone/>
            </a:pPr>
            <a:r>
              <a:rPr lang="en" sz="1300">
                <a:solidFill>
                  <a:schemeClr val="accent1"/>
                </a:solidFill>
                <a:latin typeface="Poppins SemiBold"/>
                <a:ea typeface="Poppins SemiBold"/>
                <a:cs typeface="Poppins SemiBold"/>
                <a:sym typeface="Poppins SemiBold"/>
              </a:rPr>
              <a:t>T</a:t>
            </a:r>
            <a:r>
              <a:rPr lang="en" sz="1300">
                <a:solidFill>
                  <a:schemeClr val="accent1"/>
                </a:solidFill>
                <a:latin typeface="Poppins SemiBold"/>
                <a:ea typeface="Poppins SemiBold"/>
                <a:cs typeface="Poppins SemiBold"/>
                <a:sym typeface="Poppins SemiBold"/>
              </a:rPr>
              <a:t>he Internal Tool Nobody Uses</a:t>
            </a:r>
            <a:br>
              <a:rPr lang="en" sz="1300">
                <a:solidFill>
                  <a:schemeClr val="accent1"/>
                </a:solidFill>
                <a:latin typeface="Poppins SemiBold"/>
                <a:ea typeface="Poppins SemiBold"/>
                <a:cs typeface="Poppins SemiBold"/>
                <a:sym typeface="Poppins SemiBold"/>
              </a:rPr>
            </a:br>
            <a:r>
              <a:rPr lang="en" sz="1000">
                <a:solidFill>
                  <a:schemeClr val="accent2"/>
                </a:solidFill>
                <a:latin typeface="Poppins Medium"/>
                <a:ea typeface="Poppins Medium"/>
                <a:cs typeface="Poppins Medium"/>
                <a:sym typeface="Poppins Medium"/>
              </a:rPr>
              <a:t>CRM with 18% adoption. Built it, no one came.</a:t>
            </a:r>
            <a:endParaRPr sz="1300">
              <a:solidFill>
                <a:schemeClr val="accent1"/>
              </a:solidFill>
              <a:latin typeface="Poppins SemiBold"/>
              <a:ea typeface="Poppins SemiBold"/>
              <a:cs typeface="Poppins SemiBold"/>
              <a:sym typeface="Poppins SemiBold"/>
            </a:endParaRPr>
          </a:p>
        </p:txBody>
      </p:sp>
      <p:sp>
        <p:nvSpPr>
          <p:cNvPr id="2487" name="Google Shape;2487;p526"/>
          <p:cNvSpPr/>
          <p:nvPr/>
        </p:nvSpPr>
        <p:spPr>
          <a:xfrm>
            <a:off x="4807224" y="2515189"/>
            <a:ext cx="3525900" cy="66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2586B"/>
              </a:buClr>
              <a:buSzPts val="1000"/>
              <a:buFont typeface="Funnel Sans"/>
              <a:buNone/>
            </a:pPr>
            <a:r>
              <a:rPr lang="en" sz="1000">
                <a:solidFill>
                  <a:schemeClr val="dk1"/>
                </a:solidFill>
                <a:latin typeface="Lato"/>
                <a:ea typeface="Lato"/>
                <a:cs typeface="Lato"/>
                <a:sym typeface="Lato"/>
              </a:rPr>
              <a:t>Figure out why adoption is so low and prototype a version that actually fits into how people work. Classic 1-to-N problem.</a:t>
            </a:r>
            <a:endParaRPr sz="1000">
              <a:solidFill>
                <a:schemeClr val="dk1"/>
              </a:solidFill>
              <a:latin typeface="Lato"/>
              <a:ea typeface="Lato"/>
              <a:cs typeface="Lato"/>
              <a:sym typeface="Lato"/>
            </a:endParaRPr>
          </a:p>
          <a:p>
            <a:pPr indent="0" lvl="0" marL="0" marR="0" rtl="0" algn="l">
              <a:lnSpc>
                <a:spcPct val="115000"/>
              </a:lnSpc>
              <a:spcBef>
                <a:spcPts val="0"/>
              </a:spcBef>
              <a:spcAft>
                <a:spcPts val="0"/>
              </a:spcAft>
              <a:buClr>
                <a:srgbClr val="52586B"/>
              </a:buClr>
              <a:buSzPts val="1000"/>
              <a:buFont typeface="Funnel Sans"/>
              <a:buNone/>
            </a:pPr>
            <a:r>
              <a:t/>
            </a:r>
            <a:endParaRPr sz="1200">
              <a:solidFill>
                <a:schemeClr val="dk1"/>
              </a:solidFill>
              <a:latin typeface="Lato"/>
              <a:ea typeface="Lato"/>
              <a:cs typeface="Lato"/>
              <a:sym typeface="Lato"/>
            </a:endParaRPr>
          </a:p>
        </p:txBody>
      </p:sp>
      <p:sp>
        <p:nvSpPr>
          <p:cNvPr id="2488" name="Google Shape;2488;p526"/>
          <p:cNvSpPr/>
          <p:nvPr/>
        </p:nvSpPr>
        <p:spPr>
          <a:xfrm>
            <a:off x="1268487" y="3674034"/>
            <a:ext cx="2979300" cy="430800"/>
          </a:xfrm>
          <a:prstGeom prst="rect">
            <a:avLst/>
          </a:prstGeom>
          <a:noFill/>
          <a:ln>
            <a:noFill/>
          </a:ln>
        </p:spPr>
        <p:txBody>
          <a:bodyPr anchorCtr="0" anchor="t" bIns="0" lIns="0" spcFirstLastPara="1" rIns="0" wrap="square" tIns="0">
            <a:noAutofit/>
          </a:bodyPr>
          <a:lstStyle/>
          <a:p>
            <a:pPr indent="0" lvl="0" marL="0" rtl="0" algn="l">
              <a:lnSpc>
                <a:spcPct val="123076"/>
              </a:lnSpc>
              <a:spcBef>
                <a:spcPts val="0"/>
              </a:spcBef>
              <a:spcAft>
                <a:spcPts val="0"/>
              </a:spcAft>
              <a:buClr>
                <a:srgbClr val="52586B"/>
              </a:buClr>
              <a:buSzPts val="1300"/>
              <a:buFont typeface="Mona Sans"/>
              <a:buNone/>
            </a:pPr>
            <a:r>
              <a:rPr lang="en" sz="1300">
                <a:solidFill>
                  <a:schemeClr val="accent1"/>
                </a:solidFill>
                <a:latin typeface="Poppins Medium"/>
                <a:ea typeface="Poppins Medium"/>
                <a:cs typeface="Poppins Medium"/>
                <a:sym typeface="Poppins Medium"/>
              </a:rPr>
              <a:t>The Marketplace Trust Problem</a:t>
            </a:r>
            <a:br>
              <a:rPr lang="en" sz="1300">
                <a:solidFill>
                  <a:schemeClr val="accent1"/>
                </a:solidFill>
                <a:latin typeface="Poppins Medium"/>
                <a:ea typeface="Poppins Medium"/>
                <a:cs typeface="Poppins Medium"/>
                <a:sym typeface="Poppins Medium"/>
              </a:rPr>
            </a:br>
            <a:r>
              <a:rPr lang="en" sz="1000">
                <a:solidFill>
                  <a:schemeClr val="accent2"/>
                </a:solidFill>
                <a:latin typeface="Poppins Medium"/>
                <a:ea typeface="Poppins Medium"/>
                <a:cs typeface="Poppins Medium"/>
                <a:sym typeface="Poppins Medium"/>
              </a:rPr>
              <a:t>Bookings flat, zero-review providers.</a:t>
            </a:r>
            <a:endParaRPr sz="1300">
              <a:solidFill>
                <a:schemeClr val="accent1"/>
              </a:solidFill>
              <a:latin typeface="Poppins Medium"/>
              <a:ea typeface="Poppins Medium"/>
              <a:cs typeface="Poppins Medium"/>
              <a:sym typeface="Poppins Medium"/>
            </a:endParaRPr>
          </a:p>
          <a:p>
            <a:pPr indent="0" lvl="0" marL="0" marR="0" rtl="0" algn="l">
              <a:lnSpc>
                <a:spcPct val="123076"/>
              </a:lnSpc>
              <a:spcBef>
                <a:spcPts val="0"/>
              </a:spcBef>
              <a:spcAft>
                <a:spcPts val="0"/>
              </a:spcAft>
              <a:buClr>
                <a:srgbClr val="52586B"/>
              </a:buClr>
              <a:buSzPts val="1300"/>
              <a:buFont typeface="Mona Sans"/>
              <a:buNone/>
            </a:pPr>
            <a:r>
              <a:t/>
            </a:r>
            <a:endParaRPr sz="1300">
              <a:solidFill>
                <a:schemeClr val="accent1"/>
              </a:solidFill>
              <a:latin typeface="Poppins Medium"/>
              <a:ea typeface="Poppins Medium"/>
              <a:cs typeface="Poppins Medium"/>
              <a:sym typeface="Poppins Medium"/>
            </a:endParaRPr>
          </a:p>
        </p:txBody>
      </p:sp>
      <p:sp>
        <p:nvSpPr>
          <p:cNvPr id="2489" name="Google Shape;2489;p526"/>
          <p:cNvSpPr/>
          <p:nvPr/>
        </p:nvSpPr>
        <p:spPr>
          <a:xfrm>
            <a:off x="721849" y="4246622"/>
            <a:ext cx="3525900" cy="66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2586B"/>
              </a:buClr>
              <a:buSzPts val="1000"/>
              <a:buFont typeface="Funnel Sans"/>
              <a:buNone/>
            </a:pPr>
            <a:r>
              <a:rPr lang="en" sz="1000">
                <a:solidFill>
                  <a:schemeClr val="dk1"/>
                </a:solidFill>
                <a:latin typeface="Lato"/>
                <a:ea typeface="Lato"/>
                <a:cs typeface="Lato"/>
                <a:sym typeface="Lato"/>
              </a:rPr>
              <a:t>Buyers don’t trust new providers. Prototype a </a:t>
            </a:r>
            <a:r>
              <a:rPr lang="en" sz="1000">
                <a:solidFill>
                  <a:schemeClr val="dk1"/>
                </a:solidFill>
                <a:latin typeface="Lato"/>
                <a:ea typeface="Lato"/>
                <a:cs typeface="Lato"/>
                <a:sym typeface="Lato"/>
              </a:rPr>
              <a:t>trust mechanism that gets first-time providers their first booking.</a:t>
            </a:r>
            <a:endParaRPr sz="1000">
              <a:solidFill>
                <a:schemeClr val="dk1"/>
              </a:solidFill>
              <a:latin typeface="Lato"/>
              <a:ea typeface="Lato"/>
              <a:cs typeface="Lato"/>
              <a:sym typeface="Lato"/>
            </a:endParaRPr>
          </a:p>
          <a:p>
            <a:pPr indent="0" lvl="0" marL="0" marR="0" rtl="0" algn="l">
              <a:lnSpc>
                <a:spcPct val="115000"/>
              </a:lnSpc>
              <a:spcBef>
                <a:spcPts val="0"/>
              </a:spcBef>
              <a:spcAft>
                <a:spcPts val="0"/>
              </a:spcAft>
              <a:buClr>
                <a:srgbClr val="52586B"/>
              </a:buClr>
              <a:buSzPts val="1000"/>
              <a:buFont typeface="Funnel Sans"/>
              <a:buNone/>
            </a:pPr>
            <a:r>
              <a:t/>
            </a:r>
            <a:endParaRPr sz="1200">
              <a:solidFill>
                <a:schemeClr val="dk1"/>
              </a:solidFill>
              <a:latin typeface="Lato"/>
              <a:ea typeface="Lato"/>
              <a:cs typeface="Lato"/>
              <a:sym typeface="Lato"/>
            </a:endParaRPr>
          </a:p>
        </p:txBody>
      </p:sp>
      <p:sp>
        <p:nvSpPr>
          <p:cNvPr id="2490" name="Google Shape;2490;p526"/>
          <p:cNvSpPr/>
          <p:nvPr/>
        </p:nvSpPr>
        <p:spPr>
          <a:xfrm>
            <a:off x="5353862" y="3674034"/>
            <a:ext cx="2979300" cy="430800"/>
          </a:xfrm>
          <a:prstGeom prst="rect">
            <a:avLst/>
          </a:prstGeom>
          <a:noFill/>
          <a:ln>
            <a:noFill/>
          </a:ln>
        </p:spPr>
        <p:txBody>
          <a:bodyPr anchorCtr="0" anchor="t" bIns="0" lIns="0" spcFirstLastPara="1" rIns="0" wrap="square" tIns="0">
            <a:noAutofit/>
          </a:bodyPr>
          <a:lstStyle/>
          <a:p>
            <a:pPr indent="0" lvl="0" marL="0" rtl="0" algn="l">
              <a:lnSpc>
                <a:spcPct val="123076"/>
              </a:lnSpc>
              <a:spcBef>
                <a:spcPts val="0"/>
              </a:spcBef>
              <a:spcAft>
                <a:spcPts val="0"/>
              </a:spcAft>
              <a:buClr>
                <a:srgbClr val="52586B"/>
              </a:buClr>
              <a:buSzPts val="1300"/>
              <a:buFont typeface="Mona Sans"/>
              <a:buNone/>
            </a:pPr>
            <a:r>
              <a:rPr lang="en" sz="1300">
                <a:solidFill>
                  <a:schemeClr val="accent1"/>
                </a:solidFill>
                <a:latin typeface="Poppins Medium"/>
                <a:ea typeface="Poppins Medium"/>
                <a:cs typeface="Poppins Medium"/>
                <a:sym typeface="Poppins Medium"/>
              </a:rPr>
              <a:t>The Dashboard Nobody Reads</a:t>
            </a:r>
            <a:endParaRPr sz="1300">
              <a:solidFill>
                <a:schemeClr val="accent1"/>
              </a:solidFill>
              <a:latin typeface="Poppins Medium"/>
              <a:ea typeface="Poppins Medium"/>
              <a:cs typeface="Poppins Medium"/>
              <a:sym typeface="Poppins Medium"/>
            </a:endParaRPr>
          </a:p>
          <a:p>
            <a:pPr indent="0" lvl="0" marL="0" rtl="0" algn="l">
              <a:lnSpc>
                <a:spcPct val="123076"/>
              </a:lnSpc>
              <a:spcBef>
                <a:spcPts val="0"/>
              </a:spcBef>
              <a:spcAft>
                <a:spcPts val="0"/>
              </a:spcAft>
              <a:buClr>
                <a:srgbClr val="52586B"/>
              </a:buClr>
              <a:buSzPts val="1300"/>
              <a:buFont typeface="Mona Sans"/>
              <a:buNone/>
            </a:pPr>
            <a:r>
              <a:rPr lang="en" sz="1000">
                <a:solidFill>
                  <a:schemeClr val="accent2"/>
                </a:solidFill>
                <a:latin typeface="Poppins Medium"/>
                <a:ea typeface="Poppins Medium"/>
                <a:cs typeface="Poppins Medium"/>
                <a:sym typeface="Poppins Medium"/>
              </a:rPr>
              <a:t>Analytics with 60% bounce rate.</a:t>
            </a:r>
            <a:endParaRPr sz="1300">
              <a:solidFill>
                <a:schemeClr val="accent1"/>
              </a:solidFill>
              <a:latin typeface="Poppins Medium"/>
              <a:ea typeface="Poppins Medium"/>
              <a:cs typeface="Poppins Medium"/>
              <a:sym typeface="Poppins Medium"/>
            </a:endParaRPr>
          </a:p>
        </p:txBody>
      </p:sp>
      <p:sp>
        <p:nvSpPr>
          <p:cNvPr id="2491" name="Google Shape;2491;p526"/>
          <p:cNvSpPr/>
          <p:nvPr/>
        </p:nvSpPr>
        <p:spPr>
          <a:xfrm>
            <a:off x="4807224" y="4246622"/>
            <a:ext cx="3525900" cy="66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2586B"/>
              </a:buClr>
              <a:buSzPts val="1000"/>
              <a:buFont typeface="Funnel Sans"/>
              <a:buNone/>
            </a:pPr>
            <a:r>
              <a:rPr lang="en" sz="1000">
                <a:solidFill>
                  <a:schemeClr val="dk1"/>
                </a:solidFill>
                <a:latin typeface="Lato"/>
                <a:ea typeface="Lato"/>
                <a:cs typeface="Lato"/>
                <a:sym typeface="Lato"/>
              </a:rPr>
              <a:t>Data exists but </a:t>
            </a:r>
            <a:r>
              <a:rPr lang="en" sz="1000">
                <a:solidFill>
                  <a:schemeClr val="dk1"/>
                </a:solidFill>
                <a:latin typeface="Lato"/>
                <a:ea typeface="Lato"/>
                <a:cs typeface="Lato"/>
                <a:sym typeface="Lato"/>
              </a:rPr>
              <a:t>nobody</a:t>
            </a:r>
            <a:r>
              <a:rPr lang="en" sz="1000">
                <a:solidFill>
                  <a:schemeClr val="dk1"/>
                </a:solidFill>
                <a:latin typeface="Lato"/>
                <a:ea typeface="Lato"/>
                <a:cs typeface="Lato"/>
                <a:sym typeface="Lato"/>
              </a:rPr>
              <a:t> finds insights. Prototype a version that surfaces the right information so people use it to </a:t>
            </a:r>
            <a:r>
              <a:rPr lang="en" sz="1000">
                <a:solidFill>
                  <a:schemeClr val="dk1"/>
                </a:solidFill>
                <a:latin typeface="Lato"/>
                <a:ea typeface="Lato"/>
                <a:cs typeface="Lato"/>
                <a:sym typeface="Lato"/>
              </a:rPr>
              <a:t>make decisions. </a:t>
            </a:r>
            <a:endParaRPr sz="1000">
              <a:solidFill>
                <a:schemeClr val="dk1"/>
              </a:solidFill>
              <a:latin typeface="Lato"/>
              <a:ea typeface="Lato"/>
              <a:cs typeface="Lato"/>
              <a:sym typeface="Lato"/>
            </a:endParaRPr>
          </a:p>
          <a:p>
            <a:pPr indent="0" lvl="0" marL="0" marR="0" rtl="0" algn="l">
              <a:lnSpc>
                <a:spcPct val="115000"/>
              </a:lnSpc>
              <a:spcBef>
                <a:spcPts val="0"/>
              </a:spcBef>
              <a:spcAft>
                <a:spcPts val="0"/>
              </a:spcAft>
              <a:buClr>
                <a:srgbClr val="52586B"/>
              </a:buClr>
              <a:buSzPts val="1000"/>
              <a:buFont typeface="Funnel Sans"/>
              <a:buNone/>
            </a:pPr>
            <a:r>
              <a:t/>
            </a:r>
            <a:endParaRPr sz="1200">
              <a:solidFill>
                <a:schemeClr val="dk1"/>
              </a:solidFill>
              <a:latin typeface="Lato"/>
              <a:ea typeface="Lato"/>
              <a:cs typeface="Lato"/>
              <a:sym typeface="Lato"/>
            </a:endParaRPr>
          </a:p>
        </p:txBody>
      </p:sp>
      <p:sp>
        <p:nvSpPr>
          <p:cNvPr id="2492" name="Google Shape;2492;p526"/>
          <p:cNvSpPr/>
          <p:nvPr/>
        </p:nvSpPr>
        <p:spPr>
          <a:xfrm>
            <a:off x="2898599" y="2931700"/>
            <a:ext cx="1349100" cy="310500"/>
          </a:xfrm>
          <a:prstGeom prst="roundRect">
            <a:avLst>
              <a:gd fmla="val 23345" name="adj"/>
            </a:avLst>
          </a:prstGeom>
          <a:solidFill>
            <a:schemeClr val="lt2"/>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900">
                <a:solidFill>
                  <a:schemeClr val="accent2"/>
                </a:solidFill>
                <a:latin typeface="Poppins SemiBold"/>
                <a:ea typeface="Poppins SemiBold"/>
                <a:cs typeface="Poppins SemiBold"/>
                <a:sym typeface="Poppins SemiBold"/>
              </a:rPr>
              <a:t>LIKELY RISK: VALUE</a:t>
            </a:r>
            <a:endParaRPr sz="900">
              <a:solidFill>
                <a:schemeClr val="accent2"/>
              </a:solidFill>
              <a:latin typeface="Poppins SemiBold"/>
              <a:ea typeface="Poppins SemiBold"/>
              <a:cs typeface="Poppins SemiBold"/>
              <a:sym typeface="Poppins SemiBold"/>
            </a:endParaRPr>
          </a:p>
        </p:txBody>
      </p:sp>
      <p:sp>
        <p:nvSpPr>
          <p:cNvPr id="2493" name="Google Shape;2493;p526"/>
          <p:cNvSpPr/>
          <p:nvPr/>
        </p:nvSpPr>
        <p:spPr>
          <a:xfrm>
            <a:off x="6787025" y="2934375"/>
            <a:ext cx="1632000" cy="310500"/>
          </a:xfrm>
          <a:prstGeom prst="roundRect">
            <a:avLst>
              <a:gd fmla="val 23345" name="adj"/>
            </a:avLst>
          </a:prstGeom>
          <a:solidFill>
            <a:schemeClr val="lt2"/>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900">
                <a:solidFill>
                  <a:schemeClr val="accent2"/>
                </a:solidFill>
                <a:latin typeface="Poppins SemiBold"/>
                <a:ea typeface="Poppins SemiBold"/>
                <a:cs typeface="Poppins SemiBold"/>
                <a:sym typeface="Poppins SemiBold"/>
              </a:rPr>
              <a:t>LIKELY RISK: USABILITY</a:t>
            </a:r>
            <a:endParaRPr sz="900">
              <a:solidFill>
                <a:schemeClr val="accent2"/>
              </a:solidFill>
              <a:latin typeface="Poppins SemiBold"/>
              <a:ea typeface="Poppins SemiBold"/>
              <a:cs typeface="Poppins SemiBold"/>
              <a:sym typeface="Poppins SemiBold"/>
            </a:endParaRPr>
          </a:p>
        </p:txBody>
      </p:sp>
      <p:sp>
        <p:nvSpPr>
          <p:cNvPr id="2494" name="Google Shape;2494;p526"/>
          <p:cNvSpPr/>
          <p:nvPr/>
        </p:nvSpPr>
        <p:spPr>
          <a:xfrm>
            <a:off x="2271050" y="4641050"/>
            <a:ext cx="1977000" cy="310500"/>
          </a:xfrm>
          <a:prstGeom prst="roundRect">
            <a:avLst>
              <a:gd fmla="val 23345" name="adj"/>
            </a:avLst>
          </a:prstGeom>
          <a:solidFill>
            <a:schemeClr val="lt2"/>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900">
                <a:solidFill>
                  <a:schemeClr val="accent2"/>
                </a:solidFill>
                <a:latin typeface="Poppins SemiBold"/>
                <a:ea typeface="Poppins SemiBold"/>
                <a:cs typeface="Poppins SemiBold"/>
                <a:sym typeface="Poppins SemiBold"/>
              </a:rPr>
              <a:t>LIKELY RISK: VALUE / FEASIBILITY</a:t>
            </a:r>
            <a:endParaRPr sz="900">
              <a:solidFill>
                <a:schemeClr val="accent2"/>
              </a:solidFill>
              <a:latin typeface="Poppins SemiBold"/>
              <a:ea typeface="Poppins SemiBold"/>
              <a:cs typeface="Poppins SemiBold"/>
              <a:sym typeface="Poppins SemiBold"/>
            </a:endParaRPr>
          </a:p>
        </p:txBody>
      </p:sp>
      <p:sp>
        <p:nvSpPr>
          <p:cNvPr id="2495" name="Google Shape;2495;p526"/>
          <p:cNvSpPr/>
          <p:nvPr/>
        </p:nvSpPr>
        <p:spPr>
          <a:xfrm>
            <a:off x="6787025" y="4641050"/>
            <a:ext cx="1632000" cy="310500"/>
          </a:xfrm>
          <a:prstGeom prst="roundRect">
            <a:avLst>
              <a:gd fmla="val 23345" name="adj"/>
            </a:avLst>
          </a:prstGeom>
          <a:solidFill>
            <a:schemeClr val="lt2"/>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900">
                <a:solidFill>
                  <a:schemeClr val="accent2"/>
                </a:solidFill>
                <a:latin typeface="Poppins SemiBold"/>
                <a:ea typeface="Poppins SemiBold"/>
                <a:cs typeface="Poppins SemiBold"/>
                <a:sym typeface="Poppins SemiBold"/>
              </a:rPr>
              <a:t>LIKELY RISK: USABILITY</a:t>
            </a:r>
            <a:endParaRPr sz="900">
              <a:solidFill>
                <a:schemeClr val="accent2"/>
              </a:solidFill>
              <a:latin typeface="Poppins SemiBold"/>
              <a:ea typeface="Poppins SemiBold"/>
              <a:cs typeface="Poppins SemiBold"/>
              <a:sym typeface="Poppins SemiBold"/>
            </a:endParaRPr>
          </a:p>
        </p:txBody>
      </p:sp>
      <p:sp>
        <p:nvSpPr>
          <p:cNvPr id="2496" name="Google Shape;2496;p526"/>
          <p:cNvSpPr/>
          <p:nvPr/>
        </p:nvSpPr>
        <p:spPr>
          <a:xfrm>
            <a:off x="0" y="5257799"/>
            <a:ext cx="9144000" cy="457200"/>
          </a:xfrm>
          <a:prstGeom prst="roundRect">
            <a:avLst>
              <a:gd fmla="val 4227" name="adj"/>
            </a:avLst>
          </a:prstGeom>
          <a:solidFill>
            <a:srgbClr val="EFF6FF"/>
          </a:solidFill>
          <a:ln>
            <a:noFill/>
          </a:ln>
        </p:spPr>
        <p:txBody>
          <a:bodyPr anchorCtr="0" anchor="ctr" bIns="94800" lIns="94800" spcFirstLastPara="1" rIns="94800" wrap="square" tIns="94800">
            <a:noAutofit/>
          </a:bodyPr>
          <a:lstStyle/>
          <a:p>
            <a:pPr indent="0" lvl="0" marL="0" rtl="0" algn="ctr">
              <a:lnSpc>
                <a:spcPct val="115000"/>
              </a:lnSpc>
              <a:spcBef>
                <a:spcPts val="0"/>
              </a:spcBef>
              <a:spcAft>
                <a:spcPts val="0"/>
              </a:spcAft>
              <a:buNone/>
            </a:pPr>
            <a:r>
              <a:rPr b="1" lang="en" sz="1000">
                <a:solidFill>
                  <a:schemeClr val="accent1"/>
                </a:solidFill>
                <a:latin typeface="Poppins"/>
                <a:ea typeface="Poppins"/>
                <a:cs typeface="Poppins"/>
                <a:sym typeface="Poppins"/>
              </a:rPr>
              <a:t>BRING YOUR OWN</a:t>
            </a:r>
            <a:r>
              <a:rPr b="1" lang="en" sz="1000">
                <a:solidFill>
                  <a:schemeClr val="accent1"/>
                </a:solidFill>
                <a:latin typeface="Poppins"/>
                <a:ea typeface="Poppins"/>
                <a:cs typeface="Poppins"/>
                <a:sym typeface="Poppins"/>
              </a:rPr>
              <a:t>: </a:t>
            </a:r>
            <a:r>
              <a:rPr lang="en" sz="1000">
                <a:solidFill>
                  <a:schemeClr val="accent1"/>
                </a:solidFill>
                <a:latin typeface="Poppins Medium"/>
                <a:ea typeface="Poppins Medium"/>
                <a:cs typeface="Poppins Medium"/>
                <a:sym typeface="Poppins Medium"/>
              </a:rPr>
              <a:t>Use a real problem from your own company. Check with your instructor for approval.</a:t>
            </a:r>
            <a:endParaRPr sz="1000">
              <a:solidFill>
                <a:schemeClr val="accent1"/>
              </a:solidFill>
              <a:latin typeface="Poppins Medium"/>
              <a:ea typeface="Poppins Medium"/>
              <a:cs typeface="Poppins Medium"/>
              <a:sym typeface="Poppins Medium"/>
            </a:endParaRPr>
          </a:p>
        </p:txBody>
      </p:sp>
      <p:sp>
        <p:nvSpPr>
          <p:cNvPr id="2497" name="Google Shape;2497;p526"/>
          <p:cNvSpPr txBox="1"/>
          <p:nvPr/>
        </p:nvSpPr>
        <p:spPr>
          <a:xfrm>
            <a:off x="884165" y="5227147"/>
            <a:ext cx="8283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accent1"/>
                </a:solidFill>
              </a:rPr>
              <a:t>★</a:t>
            </a:r>
            <a:endParaRPr b="1">
              <a:solidFill>
                <a:schemeClr val="accent1"/>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1" name="Shape 2501"/>
        <p:cNvGrpSpPr/>
        <p:nvPr/>
      </p:nvGrpSpPr>
      <p:grpSpPr>
        <a:xfrm>
          <a:off x="0" y="0"/>
          <a:ext cx="0" cy="0"/>
          <a:chOff x="0" y="0"/>
          <a:chExt cx="0" cy="0"/>
        </a:xfrm>
      </p:grpSpPr>
      <p:sp>
        <p:nvSpPr>
          <p:cNvPr id="2502" name="Google Shape;2502;p527"/>
          <p:cNvSpPr/>
          <p:nvPr/>
        </p:nvSpPr>
        <p:spPr>
          <a:xfrm>
            <a:off x="4034125" y="75025"/>
            <a:ext cx="5032500" cy="5552400"/>
          </a:xfrm>
          <a:prstGeom prst="roundRect">
            <a:avLst>
              <a:gd fmla="val 13816" name="adj"/>
            </a:avLst>
          </a:prstGeom>
          <a:solidFill>
            <a:srgbClr val="DBE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03" name="Google Shape;2503;p527"/>
          <p:cNvSpPr/>
          <p:nvPr/>
        </p:nvSpPr>
        <p:spPr>
          <a:xfrm rot="5400000">
            <a:off x="-797950" y="885250"/>
            <a:ext cx="5539800" cy="3944400"/>
          </a:xfrm>
          <a:prstGeom prst="round2SameRect">
            <a:avLst>
              <a:gd fmla="val 16667" name="adj1"/>
              <a:gd fmla="val 0" name="adj2"/>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04" name="Google Shape;2504;p527"/>
          <p:cNvSpPr txBox="1"/>
          <p:nvPr>
            <p:ph idx="1" type="subTitle"/>
          </p:nvPr>
        </p:nvSpPr>
        <p:spPr>
          <a:xfrm>
            <a:off x="457200" y="508000"/>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Quick Debrief</a:t>
            </a:r>
            <a:endParaRPr/>
          </a:p>
        </p:txBody>
      </p:sp>
      <p:sp>
        <p:nvSpPr>
          <p:cNvPr id="2505" name="Google Shape;2505;p527"/>
          <p:cNvSpPr txBox="1"/>
          <p:nvPr>
            <p:ph idx="2" type="title"/>
          </p:nvPr>
        </p:nvSpPr>
        <p:spPr>
          <a:xfrm>
            <a:off x="457200" y="1955128"/>
            <a:ext cx="3661500" cy="1924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rPr>
              <a:t>Final Project Commitment </a:t>
            </a:r>
            <a:r>
              <a:rPr lang="en">
                <a:solidFill>
                  <a:schemeClr val="lt1"/>
                </a:solidFill>
              </a:rPr>
              <a:t>Statement</a:t>
            </a:r>
            <a:endParaRPr>
              <a:solidFill>
                <a:schemeClr val="lt1"/>
              </a:solidFill>
            </a:endParaRPr>
          </a:p>
          <a:p>
            <a:pPr indent="0" lvl="0" marL="0" rtl="0" algn="l">
              <a:lnSpc>
                <a:spcPct val="100000"/>
              </a:lnSpc>
              <a:spcBef>
                <a:spcPts val="0"/>
              </a:spcBef>
              <a:spcAft>
                <a:spcPts val="0"/>
              </a:spcAft>
              <a:buNone/>
            </a:pPr>
            <a:r>
              <a:t/>
            </a:r>
            <a:endParaRPr sz="3200">
              <a:solidFill>
                <a:schemeClr val="lt1"/>
              </a:solidFill>
            </a:endParaRPr>
          </a:p>
        </p:txBody>
      </p:sp>
      <p:sp>
        <p:nvSpPr>
          <p:cNvPr id="2506" name="Google Shape;2506;p527"/>
          <p:cNvSpPr/>
          <p:nvPr/>
        </p:nvSpPr>
        <p:spPr>
          <a:xfrm>
            <a:off x="457200" y="3592125"/>
            <a:ext cx="1548000" cy="310500"/>
          </a:xfrm>
          <a:prstGeom prst="roundRect">
            <a:avLst>
              <a:gd fmla="val 23345" name="adj"/>
            </a:avLst>
          </a:prstGeom>
          <a:solidFill>
            <a:schemeClr val="lt1"/>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1241AF"/>
                </a:solidFill>
                <a:latin typeface="Poppins SemiBold"/>
                <a:ea typeface="Poppins SemiBold"/>
                <a:cs typeface="Poppins SemiBold"/>
                <a:sym typeface="Poppins SemiBold"/>
              </a:rPr>
              <a:t>POST ON SLACK</a:t>
            </a:r>
            <a:endParaRPr sz="1000">
              <a:solidFill>
                <a:srgbClr val="1241AF"/>
              </a:solidFill>
              <a:latin typeface="Poppins SemiBold"/>
              <a:ea typeface="Poppins SemiBold"/>
              <a:cs typeface="Poppins SemiBold"/>
              <a:sym typeface="Poppins SemiBold"/>
            </a:endParaRPr>
          </a:p>
        </p:txBody>
      </p:sp>
      <p:sp>
        <p:nvSpPr>
          <p:cNvPr id="2507" name="Google Shape;2507;p527"/>
          <p:cNvSpPr/>
          <p:nvPr/>
        </p:nvSpPr>
        <p:spPr>
          <a:xfrm>
            <a:off x="2087875" y="3553074"/>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pic>
        <p:nvPicPr>
          <p:cNvPr id="2508" name="Google Shape;2508;p527" title="slack-icon-icon-sm.png"/>
          <p:cNvPicPr preferRelativeResize="0"/>
          <p:nvPr/>
        </p:nvPicPr>
        <p:blipFill>
          <a:blip r:embed="rId3">
            <a:alphaModFix/>
          </a:blip>
          <a:stretch>
            <a:fillRect/>
          </a:stretch>
        </p:blipFill>
        <p:spPr>
          <a:xfrm>
            <a:off x="2172288" y="3638088"/>
            <a:ext cx="255975" cy="255975"/>
          </a:xfrm>
          <a:prstGeom prst="rect">
            <a:avLst/>
          </a:prstGeom>
          <a:noFill/>
          <a:ln>
            <a:noFill/>
          </a:ln>
        </p:spPr>
      </p:pic>
      <p:sp>
        <p:nvSpPr>
          <p:cNvPr id="2509" name="Google Shape;2509;p527"/>
          <p:cNvSpPr txBox="1"/>
          <p:nvPr/>
        </p:nvSpPr>
        <p:spPr>
          <a:xfrm>
            <a:off x="5093708" y="2378275"/>
            <a:ext cx="3033900" cy="135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Font typeface="Arial"/>
              <a:buNone/>
            </a:pPr>
            <a:r>
              <a:rPr lang="en" sz="1200">
                <a:solidFill>
                  <a:schemeClr val="accent4"/>
                </a:solidFill>
                <a:latin typeface="Poppins SemiBold"/>
                <a:ea typeface="Poppins SemiBold"/>
                <a:cs typeface="Poppins SemiBold"/>
                <a:sym typeface="Poppins SemiBold"/>
              </a:rPr>
              <a:t>IN ONE SENTENCE:</a:t>
            </a:r>
            <a:endParaRPr sz="1200">
              <a:solidFill>
                <a:schemeClr val="accent4"/>
              </a:solidFill>
              <a:latin typeface="Poppins SemiBold"/>
              <a:ea typeface="Poppins SemiBold"/>
              <a:cs typeface="Poppins SemiBold"/>
              <a:sym typeface="Poppins SemiBold"/>
            </a:endParaRPr>
          </a:p>
          <a:p>
            <a:pPr indent="0" lvl="0" marL="0" rtl="0" algn="ctr">
              <a:spcBef>
                <a:spcPts val="1000"/>
              </a:spcBef>
              <a:spcAft>
                <a:spcPts val="0"/>
              </a:spcAft>
              <a:buClr>
                <a:srgbClr val="000000"/>
              </a:buClr>
              <a:buFont typeface="Arial"/>
              <a:buNone/>
            </a:pPr>
            <a:r>
              <a:rPr lang="en">
                <a:solidFill>
                  <a:schemeClr val="accent2"/>
                </a:solidFill>
                <a:latin typeface="Lato"/>
                <a:ea typeface="Lato"/>
                <a:cs typeface="Lato"/>
                <a:sym typeface="Lato"/>
              </a:rPr>
              <a:t>State your </a:t>
            </a:r>
            <a:r>
              <a:rPr b="1" lang="en">
                <a:solidFill>
                  <a:schemeClr val="accent2"/>
                </a:solidFill>
                <a:latin typeface="Lato"/>
                <a:ea typeface="Lato"/>
                <a:cs typeface="Lato"/>
                <a:sym typeface="Lato"/>
              </a:rPr>
              <a:t>chosen project scenario</a:t>
            </a:r>
            <a:r>
              <a:rPr lang="en">
                <a:solidFill>
                  <a:schemeClr val="accent2"/>
                </a:solidFill>
                <a:latin typeface="Lato"/>
                <a:ea typeface="Lato"/>
                <a:cs typeface="Lato"/>
                <a:sym typeface="Lato"/>
              </a:rPr>
              <a:t>, and your main reason or justification for </a:t>
            </a:r>
            <a:r>
              <a:rPr lang="en">
                <a:solidFill>
                  <a:schemeClr val="accent2"/>
                </a:solidFill>
                <a:latin typeface="Lato"/>
                <a:ea typeface="Lato"/>
                <a:cs typeface="Lato"/>
                <a:sym typeface="Lato"/>
              </a:rPr>
              <a:t>selection</a:t>
            </a:r>
            <a:r>
              <a:rPr lang="en">
                <a:solidFill>
                  <a:schemeClr val="accent2"/>
                </a:solidFill>
                <a:latin typeface="Lato"/>
                <a:ea typeface="Lato"/>
                <a:cs typeface="Lato"/>
                <a:sym typeface="Lato"/>
              </a:rPr>
              <a:t>.</a:t>
            </a:r>
            <a:endParaRPr i="1">
              <a:solidFill>
                <a:schemeClr val="accent2"/>
              </a:solidFill>
              <a:latin typeface="Lato"/>
              <a:ea typeface="Lato"/>
              <a:cs typeface="Lato"/>
              <a:sym typeface="Lato"/>
            </a:endParaRPr>
          </a:p>
          <a:p>
            <a:pPr indent="0" lvl="0" marL="0" rtl="0" algn="ctr">
              <a:spcBef>
                <a:spcPts val="0"/>
              </a:spcBef>
              <a:spcAft>
                <a:spcPts val="0"/>
              </a:spcAft>
              <a:buNone/>
            </a:pPr>
            <a:r>
              <a:t/>
            </a:r>
            <a:endParaRPr>
              <a:solidFill>
                <a:schemeClr val="accent4"/>
              </a:solidFill>
              <a:latin typeface="Poppins SemiBold"/>
              <a:ea typeface="Poppins SemiBold"/>
              <a:cs typeface="Poppins SemiBold"/>
              <a:sym typeface="Poppins SemiBold"/>
            </a:endParaRPr>
          </a:p>
        </p:txBody>
      </p:sp>
      <p:sp>
        <p:nvSpPr>
          <p:cNvPr id="2510" name="Google Shape;2510;p527"/>
          <p:cNvSpPr/>
          <p:nvPr/>
        </p:nvSpPr>
        <p:spPr>
          <a:xfrm>
            <a:off x="-1192780" y="4539347"/>
            <a:ext cx="2414400" cy="2414400"/>
          </a:xfrm>
          <a:prstGeom prst="arc">
            <a:avLst>
              <a:gd fmla="val 16200000" name="adj1"/>
              <a:gd fmla="val 0" name="adj2"/>
            </a:avLst>
          </a:prstGeom>
          <a:no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511" name="Google Shape;2511;p527" title="alert.png"/>
          <p:cNvPicPr preferRelativeResize="0"/>
          <p:nvPr/>
        </p:nvPicPr>
        <p:blipFill>
          <a:blip r:embed="rId4">
            <a:alphaModFix/>
          </a:blip>
          <a:stretch>
            <a:fillRect/>
          </a:stretch>
        </p:blipFill>
        <p:spPr>
          <a:xfrm>
            <a:off x="6363375" y="1843525"/>
            <a:ext cx="492600" cy="492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6" name="Shape 2516"/>
        <p:cNvGrpSpPr/>
        <p:nvPr/>
      </p:nvGrpSpPr>
      <p:grpSpPr>
        <a:xfrm>
          <a:off x="0" y="0"/>
          <a:ext cx="0" cy="0"/>
          <a:chOff x="0" y="0"/>
          <a:chExt cx="0" cy="0"/>
        </a:xfrm>
      </p:grpSpPr>
      <p:sp>
        <p:nvSpPr>
          <p:cNvPr id="2517" name="Google Shape;2517;p528"/>
          <p:cNvSpPr/>
          <p:nvPr/>
        </p:nvSpPr>
        <p:spPr>
          <a:xfrm>
            <a:off x="456550" y="204317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18" name="Google Shape;2518;p528"/>
          <p:cNvSpPr txBox="1"/>
          <p:nvPr/>
        </p:nvSpPr>
        <p:spPr>
          <a:xfrm>
            <a:off x="457200" y="964521"/>
            <a:ext cx="8229600" cy="3939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200">
                <a:solidFill>
                  <a:srgbClr val="07182C"/>
                </a:solidFill>
                <a:latin typeface="Poppins Medium"/>
                <a:ea typeface="Poppins Medium"/>
                <a:cs typeface="Poppins Medium"/>
                <a:sym typeface="Poppins Medium"/>
              </a:rPr>
              <a:t>The Problem Framework</a:t>
            </a:r>
            <a:endParaRPr sz="3200">
              <a:solidFill>
                <a:srgbClr val="07182C"/>
              </a:solidFill>
              <a:latin typeface="Poppins Medium"/>
              <a:ea typeface="Poppins Medium"/>
              <a:cs typeface="Poppins Medium"/>
              <a:sym typeface="Poppins Medium"/>
            </a:endParaRPr>
          </a:p>
        </p:txBody>
      </p:sp>
      <p:sp>
        <p:nvSpPr>
          <p:cNvPr id="2519" name="Google Shape;2519;p528"/>
          <p:cNvSpPr/>
          <p:nvPr/>
        </p:nvSpPr>
        <p:spPr>
          <a:xfrm>
            <a:off x="472058" y="1467188"/>
            <a:ext cx="8199900" cy="40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lang="en" sz="1100">
                <a:solidFill>
                  <a:srgbClr val="52586B"/>
                </a:solidFill>
                <a:latin typeface="Lato"/>
                <a:ea typeface="Lato"/>
                <a:cs typeface="Lato"/>
                <a:sym typeface="Lato"/>
              </a:rPr>
              <a:t>Th</a:t>
            </a:r>
            <a:r>
              <a:rPr i="0" lang="en" sz="1100" u="none" cap="none" strike="noStrike">
                <a:solidFill>
                  <a:srgbClr val="52586B"/>
                </a:solidFill>
                <a:latin typeface="Lato"/>
                <a:ea typeface="Lato"/>
                <a:cs typeface="Lato"/>
                <a:sym typeface="Lato"/>
              </a:rPr>
              <a:t>is six-element framework forces you to articulate </a:t>
            </a:r>
            <a:r>
              <a:rPr i="1" lang="en" sz="1100" u="none" cap="none" strike="noStrike">
                <a:solidFill>
                  <a:srgbClr val="52586B"/>
                </a:solidFill>
                <a:latin typeface="Lato"/>
                <a:ea typeface="Lato"/>
                <a:cs typeface="Lato"/>
                <a:sym typeface="Lato"/>
              </a:rPr>
              <a:t>what you're testing</a:t>
            </a:r>
            <a:r>
              <a:rPr lang="en" sz="1100">
                <a:solidFill>
                  <a:srgbClr val="52586B"/>
                </a:solidFill>
                <a:latin typeface="Lato"/>
                <a:ea typeface="Lato"/>
                <a:cs typeface="Lato"/>
                <a:sym typeface="Lato"/>
              </a:rPr>
              <a:t>, </a:t>
            </a:r>
            <a:r>
              <a:rPr i="0" lang="en" sz="1100" u="none" cap="none" strike="noStrike">
                <a:solidFill>
                  <a:srgbClr val="52586B"/>
                </a:solidFill>
                <a:latin typeface="Lato"/>
                <a:ea typeface="Lato"/>
                <a:cs typeface="Lato"/>
                <a:sym typeface="Lato"/>
              </a:rPr>
              <a:t>not just what you're shipping. Fill this out before you open</a:t>
            </a:r>
            <a:br>
              <a:rPr lang="en" sz="1100">
                <a:solidFill>
                  <a:srgbClr val="52586B"/>
                </a:solidFill>
                <a:latin typeface="Lato"/>
                <a:ea typeface="Lato"/>
                <a:cs typeface="Lato"/>
                <a:sym typeface="Lato"/>
              </a:rPr>
            </a:br>
            <a:r>
              <a:rPr i="0" lang="en" sz="1100" u="none" cap="none" strike="noStrike">
                <a:solidFill>
                  <a:srgbClr val="52586B"/>
                </a:solidFill>
                <a:latin typeface="Lato"/>
                <a:ea typeface="Lato"/>
                <a:cs typeface="Lato"/>
                <a:sym typeface="Lato"/>
              </a:rPr>
              <a:t>any tool</a:t>
            </a:r>
            <a:r>
              <a:rPr lang="en" sz="1100">
                <a:solidFill>
                  <a:srgbClr val="52586B"/>
                </a:solidFill>
                <a:latin typeface="Lato"/>
                <a:ea typeface="Lato"/>
                <a:cs typeface="Lato"/>
                <a:sym typeface="Lato"/>
              </a:rPr>
              <a:t> because e</a:t>
            </a:r>
            <a:r>
              <a:rPr i="0" lang="en" sz="1100" u="none" cap="none" strike="noStrike">
                <a:solidFill>
                  <a:srgbClr val="52586B"/>
                </a:solidFill>
                <a:latin typeface="Lato"/>
                <a:ea typeface="Lato"/>
                <a:cs typeface="Lato"/>
                <a:sym typeface="Lato"/>
              </a:rPr>
              <a:t>very element sharpens your intent.</a:t>
            </a:r>
            <a:endParaRPr i="0" sz="1100" u="none" cap="none" strike="noStrike">
              <a:latin typeface="Lato"/>
              <a:ea typeface="Lato"/>
              <a:cs typeface="Lato"/>
              <a:sym typeface="Lato"/>
            </a:endParaRPr>
          </a:p>
        </p:txBody>
      </p:sp>
      <p:sp>
        <p:nvSpPr>
          <p:cNvPr id="2520" name="Google Shape;2520;p528"/>
          <p:cNvSpPr/>
          <p:nvPr/>
        </p:nvSpPr>
        <p:spPr>
          <a:xfrm>
            <a:off x="596852" y="219311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2521" name="Google Shape;2521;p528"/>
          <p:cNvSpPr/>
          <p:nvPr/>
        </p:nvSpPr>
        <p:spPr>
          <a:xfrm>
            <a:off x="671656" y="222930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i="0" lang="en" sz="740" u="none" cap="none" strike="noStrike">
                <a:solidFill>
                  <a:srgbClr val="FFFFFF"/>
                </a:solidFill>
                <a:latin typeface="Poppins"/>
                <a:ea typeface="Poppins"/>
                <a:cs typeface="Poppins"/>
                <a:sym typeface="Poppins"/>
              </a:rPr>
              <a:t>1</a:t>
            </a:r>
            <a:endParaRPr i="0" sz="740" u="none" cap="none" strike="noStrike">
              <a:latin typeface="Poppins"/>
              <a:ea typeface="Poppins"/>
              <a:cs typeface="Poppins"/>
              <a:sym typeface="Poppins"/>
            </a:endParaRPr>
          </a:p>
        </p:txBody>
      </p:sp>
      <p:sp>
        <p:nvSpPr>
          <p:cNvPr id="2522" name="Google Shape;2522;p528"/>
          <p:cNvSpPr/>
          <p:nvPr/>
        </p:nvSpPr>
        <p:spPr>
          <a:xfrm>
            <a:off x="847139" y="2180609"/>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i="0" lang="en" sz="1200" u="none" cap="none" strike="noStrike">
                <a:solidFill>
                  <a:schemeClr val="accent1"/>
                </a:solidFill>
                <a:latin typeface="Poppins Medium"/>
                <a:ea typeface="Poppins Medium"/>
                <a:cs typeface="Poppins Medium"/>
                <a:sym typeface="Poppins Medium"/>
              </a:rPr>
              <a:t>Goal</a:t>
            </a:r>
            <a:endParaRPr i="0" sz="1200" u="none" cap="none" strike="noStrike">
              <a:solidFill>
                <a:schemeClr val="accent1"/>
              </a:solidFill>
              <a:latin typeface="Poppins Medium"/>
              <a:ea typeface="Poppins Medium"/>
              <a:cs typeface="Poppins Medium"/>
              <a:sym typeface="Poppins Medium"/>
            </a:endParaRPr>
          </a:p>
        </p:txBody>
      </p:sp>
      <p:sp>
        <p:nvSpPr>
          <p:cNvPr id="2523" name="Google Shape;2523;p528"/>
          <p:cNvSpPr/>
          <p:nvPr/>
        </p:nvSpPr>
        <p:spPr>
          <a:xfrm>
            <a:off x="600475" y="243645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u="none" cap="none" strike="noStrike">
                <a:solidFill>
                  <a:schemeClr val="accent1"/>
                </a:solidFill>
                <a:latin typeface="Poppins"/>
                <a:ea typeface="Poppins"/>
                <a:cs typeface="Poppins"/>
                <a:sym typeface="Poppins"/>
              </a:rPr>
              <a:t>What are we trying to achieve? </a:t>
            </a:r>
            <a:endParaRPr i="0" sz="900" u="none" cap="none" strike="noStrike">
              <a:latin typeface="Lato"/>
              <a:ea typeface="Lato"/>
              <a:cs typeface="Lato"/>
              <a:sym typeface="Lato"/>
            </a:endParaRPr>
          </a:p>
        </p:txBody>
      </p:sp>
      <p:sp>
        <p:nvSpPr>
          <p:cNvPr id="2524" name="Google Shape;2524;p528"/>
          <p:cNvSpPr txBox="1"/>
          <p:nvPr/>
        </p:nvSpPr>
        <p:spPr>
          <a:xfrm>
            <a:off x="457200" y="5080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Six Part Checklist</a:t>
            </a:r>
            <a:endParaRPr sz="1600">
              <a:solidFill>
                <a:srgbClr val="60A5FA"/>
              </a:solidFill>
              <a:latin typeface="Poppins SemiBold"/>
              <a:ea typeface="Poppins SemiBold"/>
              <a:cs typeface="Poppins SemiBold"/>
              <a:sym typeface="Poppins SemiBold"/>
            </a:endParaRPr>
          </a:p>
        </p:txBody>
      </p:sp>
      <p:sp>
        <p:nvSpPr>
          <p:cNvPr id="2525" name="Google Shape;2525;p528"/>
          <p:cNvSpPr txBox="1"/>
          <p:nvPr/>
        </p:nvSpPr>
        <p:spPr>
          <a:xfrm>
            <a:off x="400037" y="254572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The outcome, not the output.</a:t>
            </a:r>
            <a:endParaRPr/>
          </a:p>
        </p:txBody>
      </p:sp>
      <p:sp>
        <p:nvSpPr>
          <p:cNvPr id="2526" name="Google Shape;2526;p528"/>
          <p:cNvSpPr/>
          <p:nvPr/>
        </p:nvSpPr>
        <p:spPr>
          <a:xfrm>
            <a:off x="3731225" y="2134175"/>
            <a:ext cx="409500" cy="40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27" name="Google Shape;2527;p528"/>
          <p:cNvSpPr/>
          <p:nvPr/>
        </p:nvSpPr>
        <p:spPr>
          <a:xfrm>
            <a:off x="4436100" y="204317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28" name="Google Shape;2528;p528"/>
          <p:cNvSpPr/>
          <p:nvPr/>
        </p:nvSpPr>
        <p:spPr>
          <a:xfrm>
            <a:off x="4576402" y="219311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2529" name="Google Shape;2529;p528"/>
          <p:cNvSpPr/>
          <p:nvPr/>
        </p:nvSpPr>
        <p:spPr>
          <a:xfrm>
            <a:off x="4636552" y="222637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2</a:t>
            </a:r>
            <a:r>
              <a:rPr i="0" lang="en" sz="740" u="none" cap="none" strike="noStrike">
                <a:solidFill>
                  <a:srgbClr val="FFFFFF"/>
                </a:solidFill>
                <a:latin typeface="Poppins"/>
                <a:ea typeface="Poppins"/>
                <a:cs typeface="Poppins"/>
                <a:sym typeface="Poppins"/>
              </a:rPr>
              <a:t>2</a:t>
            </a:r>
            <a:endParaRPr i="0" sz="740" u="none" cap="none" strike="noStrike">
              <a:latin typeface="Poppins"/>
              <a:ea typeface="Poppins"/>
              <a:cs typeface="Poppins"/>
              <a:sym typeface="Poppins"/>
            </a:endParaRPr>
          </a:p>
        </p:txBody>
      </p:sp>
      <p:sp>
        <p:nvSpPr>
          <p:cNvPr id="2530" name="Google Shape;2530;p528"/>
          <p:cNvSpPr/>
          <p:nvPr/>
        </p:nvSpPr>
        <p:spPr>
          <a:xfrm>
            <a:off x="4826689" y="2180609"/>
            <a:ext cx="1475400" cy="204900"/>
          </a:xfrm>
          <a:prstGeom prst="rect">
            <a:avLst/>
          </a:prstGeom>
          <a:noFill/>
          <a:ln>
            <a:noFill/>
          </a:ln>
        </p:spPr>
        <p:txBody>
          <a:bodyPr anchorCtr="0" anchor="t" bIns="0" lIns="0" spcFirstLastPara="1" rIns="0" wrap="square" tIns="0">
            <a:noAutofit/>
          </a:bodyPr>
          <a:lstStyle/>
          <a:p>
            <a:pPr indent="0" lvl="0" marL="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a:ea typeface="Poppins"/>
                <a:cs typeface="Poppins"/>
                <a:sym typeface="Poppins"/>
              </a:rPr>
              <a:t>Problem</a:t>
            </a:r>
            <a:endParaRPr sz="1200">
              <a:solidFill>
                <a:schemeClr val="accent1"/>
              </a:solidFill>
              <a:latin typeface="Poppins"/>
              <a:ea typeface="Poppins"/>
              <a:cs typeface="Poppins"/>
              <a:sym typeface="Poppins"/>
            </a:endParaRPr>
          </a:p>
          <a:p>
            <a:pPr indent="0" lvl="0" marL="0" marR="0" rtl="0" algn="l">
              <a:lnSpc>
                <a:spcPct val="124324"/>
              </a:lnSpc>
              <a:spcBef>
                <a:spcPts val="0"/>
              </a:spcBef>
              <a:spcAft>
                <a:spcPts val="0"/>
              </a:spcAft>
              <a:buClr>
                <a:srgbClr val="52586B"/>
              </a:buClr>
              <a:buSzPts val="1200"/>
              <a:buFont typeface="Mona Sans"/>
              <a:buNone/>
            </a:pPr>
            <a:r>
              <a:t/>
            </a:r>
            <a:endParaRPr sz="1200">
              <a:solidFill>
                <a:schemeClr val="accent1"/>
              </a:solidFill>
              <a:latin typeface="Poppins Medium"/>
              <a:ea typeface="Poppins Medium"/>
              <a:cs typeface="Poppins Medium"/>
              <a:sym typeface="Poppins Medium"/>
            </a:endParaRPr>
          </a:p>
        </p:txBody>
      </p:sp>
      <p:sp>
        <p:nvSpPr>
          <p:cNvPr id="2531" name="Google Shape;2531;p528"/>
          <p:cNvSpPr/>
          <p:nvPr/>
        </p:nvSpPr>
        <p:spPr>
          <a:xfrm>
            <a:off x="4580025" y="243645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What’s blocking us right now?</a:t>
            </a:r>
            <a:endParaRPr i="0" sz="900" u="none" cap="none" strike="noStrike">
              <a:latin typeface="Lato"/>
              <a:ea typeface="Lato"/>
              <a:cs typeface="Lato"/>
              <a:sym typeface="Lato"/>
            </a:endParaRPr>
          </a:p>
        </p:txBody>
      </p:sp>
      <p:sp>
        <p:nvSpPr>
          <p:cNvPr id="2532" name="Google Shape;2532;p528"/>
          <p:cNvSpPr txBox="1"/>
          <p:nvPr/>
        </p:nvSpPr>
        <p:spPr>
          <a:xfrm>
            <a:off x="4379587" y="254572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Name the obstacle precisely</a:t>
            </a:r>
            <a:r>
              <a:rPr lang="en" sz="900">
                <a:solidFill>
                  <a:srgbClr val="52586B"/>
                </a:solidFill>
                <a:latin typeface="Lato"/>
                <a:ea typeface="Lato"/>
                <a:cs typeface="Lato"/>
                <a:sym typeface="Lato"/>
              </a:rPr>
              <a:t>.</a:t>
            </a:r>
            <a:endParaRPr/>
          </a:p>
        </p:txBody>
      </p:sp>
      <p:sp>
        <p:nvSpPr>
          <p:cNvPr id="2533" name="Google Shape;2533;p528"/>
          <p:cNvSpPr/>
          <p:nvPr/>
        </p:nvSpPr>
        <p:spPr>
          <a:xfrm>
            <a:off x="456550" y="3153452"/>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34" name="Google Shape;2534;p528"/>
          <p:cNvSpPr/>
          <p:nvPr/>
        </p:nvSpPr>
        <p:spPr>
          <a:xfrm>
            <a:off x="596852" y="3303390"/>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2535" name="Google Shape;2535;p528"/>
          <p:cNvSpPr/>
          <p:nvPr/>
        </p:nvSpPr>
        <p:spPr>
          <a:xfrm>
            <a:off x="654071" y="3327861"/>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3</a:t>
            </a:r>
            <a:endParaRPr sz="740">
              <a:solidFill>
                <a:srgbClr val="FFFFFF"/>
              </a:solidFill>
              <a:latin typeface="Poppins"/>
              <a:ea typeface="Poppins"/>
              <a:cs typeface="Poppins"/>
              <a:sym typeface="Poppins"/>
            </a:endParaRPr>
          </a:p>
          <a:p>
            <a:pPr indent="0" lvl="0" marL="0" marR="0" rtl="0" algn="l">
              <a:lnSpc>
                <a:spcPct val="157142"/>
              </a:lnSpc>
              <a:spcBef>
                <a:spcPts val="0"/>
              </a:spcBef>
              <a:spcAft>
                <a:spcPts val="0"/>
              </a:spcAft>
              <a:buClr>
                <a:srgbClr val="FFFFFF"/>
              </a:buClr>
              <a:buSzPts val="440"/>
              <a:buFont typeface="Mona Sans"/>
              <a:buNone/>
            </a:pPr>
            <a:r>
              <a:t/>
            </a:r>
            <a:endParaRPr sz="740">
              <a:solidFill>
                <a:srgbClr val="FFFFFF"/>
              </a:solidFill>
              <a:latin typeface="Poppins"/>
              <a:ea typeface="Poppins"/>
              <a:cs typeface="Poppins"/>
              <a:sym typeface="Poppins"/>
            </a:endParaRPr>
          </a:p>
        </p:txBody>
      </p:sp>
      <p:sp>
        <p:nvSpPr>
          <p:cNvPr id="2536" name="Google Shape;2536;p528"/>
          <p:cNvSpPr/>
          <p:nvPr/>
        </p:nvSpPr>
        <p:spPr>
          <a:xfrm>
            <a:off x="847139" y="3290884"/>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Context</a:t>
            </a:r>
            <a:endParaRPr i="0" sz="1200" u="none" cap="none" strike="noStrike">
              <a:solidFill>
                <a:schemeClr val="accent1"/>
              </a:solidFill>
              <a:latin typeface="Poppins Medium"/>
              <a:ea typeface="Poppins Medium"/>
              <a:cs typeface="Poppins Medium"/>
              <a:sym typeface="Poppins Medium"/>
            </a:endParaRPr>
          </a:p>
        </p:txBody>
      </p:sp>
      <p:sp>
        <p:nvSpPr>
          <p:cNvPr id="2537" name="Google Shape;2537;p528"/>
          <p:cNvSpPr/>
          <p:nvPr/>
        </p:nvSpPr>
        <p:spPr>
          <a:xfrm>
            <a:off x="600475" y="3546729"/>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Who, where, when?</a:t>
            </a:r>
            <a:endParaRPr i="0" sz="900" u="none" cap="none" strike="noStrike">
              <a:latin typeface="Lato"/>
              <a:ea typeface="Lato"/>
              <a:cs typeface="Lato"/>
              <a:sym typeface="Lato"/>
            </a:endParaRPr>
          </a:p>
        </p:txBody>
      </p:sp>
      <p:sp>
        <p:nvSpPr>
          <p:cNvPr id="2538" name="Google Shape;2538;p528"/>
          <p:cNvSpPr txBox="1"/>
          <p:nvPr/>
        </p:nvSpPr>
        <p:spPr>
          <a:xfrm>
            <a:off x="400037" y="3655999"/>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The specifics that shape the solution space.</a:t>
            </a:r>
            <a:endParaRPr/>
          </a:p>
        </p:txBody>
      </p:sp>
      <p:sp>
        <p:nvSpPr>
          <p:cNvPr id="2539" name="Google Shape;2539;p528"/>
          <p:cNvSpPr/>
          <p:nvPr/>
        </p:nvSpPr>
        <p:spPr>
          <a:xfrm>
            <a:off x="4436100" y="3153452"/>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40" name="Google Shape;2540;p528"/>
          <p:cNvSpPr/>
          <p:nvPr/>
        </p:nvSpPr>
        <p:spPr>
          <a:xfrm>
            <a:off x="4576402" y="3303390"/>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2541" name="Google Shape;2541;p528"/>
          <p:cNvSpPr/>
          <p:nvPr/>
        </p:nvSpPr>
        <p:spPr>
          <a:xfrm>
            <a:off x="4633621" y="3333723"/>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4</a:t>
            </a:r>
            <a:endParaRPr i="0" sz="740" u="none" cap="none" strike="noStrike">
              <a:latin typeface="Poppins"/>
              <a:ea typeface="Poppins"/>
              <a:cs typeface="Poppins"/>
              <a:sym typeface="Poppins"/>
            </a:endParaRPr>
          </a:p>
        </p:txBody>
      </p:sp>
      <p:sp>
        <p:nvSpPr>
          <p:cNvPr id="2542" name="Google Shape;2542;p528"/>
          <p:cNvSpPr/>
          <p:nvPr/>
        </p:nvSpPr>
        <p:spPr>
          <a:xfrm>
            <a:off x="4826689" y="3290884"/>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Constraints</a:t>
            </a:r>
            <a:endParaRPr i="0" sz="1200" u="none" cap="none" strike="noStrike">
              <a:solidFill>
                <a:schemeClr val="accent1"/>
              </a:solidFill>
              <a:latin typeface="Poppins Medium"/>
              <a:ea typeface="Poppins Medium"/>
              <a:cs typeface="Poppins Medium"/>
              <a:sym typeface="Poppins Medium"/>
            </a:endParaRPr>
          </a:p>
        </p:txBody>
      </p:sp>
      <p:sp>
        <p:nvSpPr>
          <p:cNvPr id="2543" name="Google Shape;2543;p528"/>
          <p:cNvSpPr/>
          <p:nvPr/>
        </p:nvSpPr>
        <p:spPr>
          <a:xfrm>
            <a:off x="4580025" y="3546729"/>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a:t>
            </a:r>
            <a:r>
              <a:rPr i="1" lang="en" sz="900">
                <a:solidFill>
                  <a:schemeClr val="accent1"/>
                </a:solidFill>
                <a:latin typeface="Poppins"/>
                <a:ea typeface="Poppins"/>
                <a:cs typeface="Poppins"/>
                <a:sym typeface="Poppins"/>
              </a:rPr>
              <a:t>hat can’t we change?</a:t>
            </a:r>
            <a:endParaRPr i="0" sz="900" u="none" cap="none" strike="noStrike">
              <a:latin typeface="Lato"/>
              <a:ea typeface="Lato"/>
              <a:cs typeface="Lato"/>
              <a:sym typeface="Lato"/>
            </a:endParaRPr>
          </a:p>
        </p:txBody>
      </p:sp>
      <p:sp>
        <p:nvSpPr>
          <p:cNvPr id="2544" name="Google Shape;2544;p528"/>
          <p:cNvSpPr txBox="1"/>
          <p:nvPr/>
        </p:nvSpPr>
        <p:spPr>
          <a:xfrm>
            <a:off x="4379587" y="3655999"/>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Technical limits, timelines, budgets.</a:t>
            </a:r>
            <a:endParaRPr/>
          </a:p>
        </p:txBody>
      </p:sp>
      <p:sp>
        <p:nvSpPr>
          <p:cNvPr id="2545" name="Google Shape;2545;p528"/>
          <p:cNvSpPr/>
          <p:nvPr/>
        </p:nvSpPr>
        <p:spPr>
          <a:xfrm>
            <a:off x="456550" y="426372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46" name="Google Shape;2546;p528"/>
          <p:cNvSpPr/>
          <p:nvPr/>
        </p:nvSpPr>
        <p:spPr>
          <a:xfrm>
            <a:off x="596852" y="441366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2547" name="Google Shape;2547;p528"/>
          <p:cNvSpPr/>
          <p:nvPr/>
        </p:nvSpPr>
        <p:spPr>
          <a:xfrm>
            <a:off x="654071" y="444692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5</a:t>
            </a:r>
            <a:endParaRPr i="0" sz="740" u="none" cap="none" strike="noStrike">
              <a:latin typeface="Poppins"/>
              <a:ea typeface="Poppins"/>
              <a:cs typeface="Poppins"/>
              <a:sym typeface="Poppins"/>
            </a:endParaRPr>
          </a:p>
        </p:txBody>
      </p:sp>
      <p:sp>
        <p:nvSpPr>
          <p:cNvPr id="2548" name="Google Shape;2548;p528"/>
          <p:cNvSpPr/>
          <p:nvPr/>
        </p:nvSpPr>
        <p:spPr>
          <a:xfrm>
            <a:off x="847139" y="4401159"/>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Success Criteria</a:t>
            </a:r>
            <a:endParaRPr i="0" sz="1200" u="none" cap="none" strike="noStrike">
              <a:solidFill>
                <a:schemeClr val="accent1"/>
              </a:solidFill>
              <a:latin typeface="Poppins Medium"/>
              <a:ea typeface="Poppins Medium"/>
              <a:cs typeface="Poppins Medium"/>
              <a:sym typeface="Poppins Medium"/>
            </a:endParaRPr>
          </a:p>
        </p:txBody>
      </p:sp>
      <p:sp>
        <p:nvSpPr>
          <p:cNvPr id="2549" name="Google Shape;2549;p528"/>
          <p:cNvSpPr/>
          <p:nvPr/>
        </p:nvSpPr>
        <p:spPr>
          <a:xfrm>
            <a:off x="600475" y="465700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What does validation look like?</a:t>
            </a:r>
            <a:endParaRPr i="0" sz="900" u="none" cap="none" strike="noStrike">
              <a:latin typeface="Lato"/>
              <a:ea typeface="Lato"/>
              <a:cs typeface="Lato"/>
              <a:sym typeface="Lato"/>
            </a:endParaRPr>
          </a:p>
        </p:txBody>
      </p:sp>
      <p:sp>
        <p:nvSpPr>
          <p:cNvPr id="2550" name="Google Shape;2550;p528"/>
          <p:cNvSpPr txBox="1"/>
          <p:nvPr/>
        </p:nvSpPr>
        <p:spPr>
          <a:xfrm>
            <a:off x="400037" y="476627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Define the threshold upfront.</a:t>
            </a:r>
            <a:endParaRPr/>
          </a:p>
        </p:txBody>
      </p:sp>
      <p:sp>
        <p:nvSpPr>
          <p:cNvPr id="2551" name="Google Shape;2551;p528"/>
          <p:cNvSpPr/>
          <p:nvPr/>
        </p:nvSpPr>
        <p:spPr>
          <a:xfrm>
            <a:off x="4436100" y="426372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52" name="Google Shape;2552;p528"/>
          <p:cNvSpPr/>
          <p:nvPr/>
        </p:nvSpPr>
        <p:spPr>
          <a:xfrm>
            <a:off x="4576402" y="441366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2553" name="Google Shape;2553;p528"/>
          <p:cNvSpPr/>
          <p:nvPr/>
        </p:nvSpPr>
        <p:spPr>
          <a:xfrm>
            <a:off x="4636552" y="444692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6</a:t>
            </a:r>
            <a:endParaRPr i="0" sz="740" u="none" cap="none" strike="noStrike">
              <a:latin typeface="Poppins"/>
              <a:ea typeface="Poppins"/>
              <a:cs typeface="Poppins"/>
              <a:sym typeface="Poppins"/>
            </a:endParaRPr>
          </a:p>
        </p:txBody>
      </p:sp>
      <p:sp>
        <p:nvSpPr>
          <p:cNvPr id="2554" name="Google Shape;2554;p528"/>
          <p:cNvSpPr/>
          <p:nvPr/>
        </p:nvSpPr>
        <p:spPr>
          <a:xfrm>
            <a:off x="4826689" y="4401159"/>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Explore</a:t>
            </a:r>
            <a:endParaRPr i="0" sz="1200" u="none" cap="none" strike="noStrike">
              <a:solidFill>
                <a:schemeClr val="accent1"/>
              </a:solidFill>
              <a:latin typeface="Poppins Medium"/>
              <a:ea typeface="Poppins Medium"/>
              <a:cs typeface="Poppins Medium"/>
              <a:sym typeface="Poppins Medium"/>
            </a:endParaRPr>
          </a:p>
        </p:txBody>
      </p:sp>
      <p:sp>
        <p:nvSpPr>
          <p:cNvPr id="2555" name="Google Shape;2555;p528"/>
          <p:cNvSpPr/>
          <p:nvPr/>
        </p:nvSpPr>
        <p:spPr>
          <a:xfrm>
            <a:off x="4580025" y="465700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u="none" cap="none" strike="noStrike">
                <a:solidFill>
                  <a:schemeClr val="accent1"/>
                </a:solidFill>
                <a:latin typeface="Poppins"/>
                <a:ea typeface="Poppins"/>
                <a:cs typeface="Poppins"/>
                <a:sym typeface="Poppins"/>
              </a:rPr>
              <a:t>What are we trying to </a:t>
            </a:r>
            <a:r>
              <a:rPr i="1" lang="en" sz="900">
                <a:solidFill>
                  <a:schemeClr val="accent1"/>
                </a:solidFill>
                <a:latin typeface="Poppins"/>
                <a:ea typeface="Poppins"/>
                <a:cs typeface="Poppins"/>
                <a:sym typeface="Poppins"/>
              </a:rPr>
              <a:t>learn by building this</a:t>
            </a:r>
            <a:r>
              <a:rPr i="1" lang="en" sz="900" u="none" cap="none" strike="noStrike">
                <a:solidFill>
                  <a:schemeClr val="accent1"/>
                </a:solidFill>
                <a:latin typeface="Poppins"/>
                <a:ea typeface="Poppins"/>
                <a:cs typeface="Poppins"/>
                <a:sym typeface="Poppins"/>
              </a:rPr>
              <a:t>? </a:t>
            </a:r>
            <a:endParaRPr i="0" sz="900" u="none" cap="none" strike="noStrike">
              <a:latin typeface="Lato"/>
              <a:ea typeface="Lato"/>
              <a:cs typeface="Lato"/>
              <a:sym typeface="Lato"/>
            </a:endParaRPr>
          </a:p>
        </p:txBody>
      </p:sp>
      <p:sp>
        <p:nvSpPr>
          <p:cNvPr id="2556" name="Google Shape;2556;p528"/>
          <p:cNvSpPr txBox="1"/>
          <p:nvPr/>
        </p:nvSpPr>
        <p:spPr>
          <a:xfrm>
            <a:off x="4379587" y="476627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b="1" lang="en" sz="900">
                <a:solidFill>
                  <a:schemeClr val="accent1"/>
                </a:solidFill>
                <a:latin typeface="Lato"/>
                <a:ea typeface="Lato"/>
                <a:cs typeface="Lato"/>
                <a:sym typeface="Lato"/>
              </a:rPr>
              <a:t>This is the key.</a:t>
            </a:r>
            <a:endParaRPr b="1">
              <a:solidFill>
                <a:schemeClr val="accent1"/>
              </a:solidFill>
            </a:endParaRPr>
          </a:p>
        </p:txBody>
      </p:sp>
      <p:pic>
        <p:nvPicPr>
          <p:cNvPr descr="Tick png Images - Free Download on Freepik" id="2557" name="Google Shape;2557;p528"/>
          <p:cNvPicPr preferRelativeResize="0"/>
          <p:nvPr/>
        </p:nvPicPr>
        <p:blipFill>
          <a:blip r:embed="rId3">
            <a:alphaModFix/>
          </a:blip>
          <a:stretch>
            <a:fillRect/>
          </a:stretch>
        </p:blipFill>
        <p:spPr>
          <a:xfrm>
            <a:off x="3787460" y="2201358"/>
            <a:ext cx="281525" cy="281524"/>
          </a:xfrm>
          <a:prstGeom prst="rect">
            <a:avLst/>
          </a:prstGeom>
          <a:noFill/>
          <a:ln>
            <a:noFill/>
          </a:ln>
        </p:spPr>
      </p:pic>
      <p:sp>
        <p:nvSpPr>
          <p:cNvPr id="2558" name="Google Shape;2558;p528"/>
          <p:cNvSpPr/>
          <p:nvPr/>
        </p:nvSpPr>
        <p:spPr>
          <a:xfrm>
            <a:off x="3731225" y="3243738"/>
            <a:ext cx="409500" cy="40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Tick png Images - Free Download on Freepik" id="2559" name="Google Shape;2559;p528"/>
          <p:cNvPicPr preferRelativeResize="0"/>
          <p:nvPr/>
        </p:nvPicPr>
        <p:blipFill>
          <a:blip r:embed="rId3">
            <a:alphaModFix/>
          </a:blip>
          <a:stretch>
            <a:fillRect/>
          </a:stretch>
        </p:blipFill>
        <p:spPr>
          <a:xfrm>
            <a:off x="3787460" y="3310921"/>
            <a:ext cx="281525" cy="281525"/>
          </a:xfrm>
          <a:prstGeom prst="rect">
            <a:avLst/>
          </a:prstGeom>
          <a:noFill/>
          <a:ln>
            <a:noFill/>
          </a:ln>
        </p:spPr>
      </p:pic>
      <p:sp>
        <p:nvSpPr>
          <p:cNvPr id="2560" name="Google Shape;2560;p528"/>
          <p:cNvSpPr/>
          <p:nvPr/>
        </p:nvSpPr>
        <p:spPr>
          <a:xfrm>
            <a:off x="3731225" y="4353313"/>
            <a:ext cx="409500" cy="40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Tick png Images - Free Download on Freepik" id="2561" name="Google Shape;2561;p528"/>
          <p:cNvPicPr preferRelativeResize="0"/>
          <p:nvPr/>
        </p:nvPicPr>
        <p:blipFill>
          <a:blip r:embed="rId3">
            <a:alphaModFix/>
          </a:blip>
          <a:stretch>
            <a:fillRect/>
          </a:stretch>
        </p:blipFill>
        <p:spPr>
          <a:xfrm>
            <a:off x="3787460" y="4420496"/>
            <a:ext cx="281525" cy="281525"/>
          </a:xfrm>
          <a:prstGeom prst="rect">
            <a:avLst/>
          </a:prstGeom>
          <a:noFill/>
          <a:ln>
            <a:noFill/>
          </a:ln>
        </p:spPr>
      </p:pic>
      <p:sp>
        <p:nvSpPr>
          <p:cNvPr id="2562" name="Google Shape;2562;p528"/>
          <p:cNvSpPr/>
          <p:nvPr/>
        </p:nvSpPr>
        <p:spPr>
          <a:xfrm>
            <a:off x="7710375" y="2134175"/>
            <a:ext cx="409500" cy="40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Tick png Images - Free Download on Freepik" id="2563" name="Google Shape;2563;p528"/>
          <p:cNvPicPr preferRelativeResize="0"/>
          <p:nvPr/>
        </p:nvPicPr>
        <p:blipFill>
          <a:blip r:embed="rId3">
            <a:alphaModFix/>
          </a:blip>
          <a:stretch>
            <a:fillRect/>
          </a:stretch>
        </p:blipFill>
        <p:spPr>
          <a:xfrm>
            <a:off x="7766610" y="2201358"/>
            <a:ext cx="281524" cy="281524"/>
          </a:xfrm>
          <a:prstGeom prst="rect">
            <a:avLst/>
          </a:prstGeom>
          <a:noFill/>
          <a:ln>
            <a:noFill/>
          </a:ln>
        </p:spPr>
      </p:pic>
      <p:sp>
        <p:nvSpPr>
          <p:cNvPr id="2564" name="Google Shape;2564;p528"/>
          <p:cNvSpPr/>
          <p:nvPr/>
        </p:nvSpPr>
        <p:spPr>
          <a:xfrm>
            <a:off x="7710375" y="3243738"/>
            <a:ext cx="409500" cy="40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Tick png Images - Free Download on Freepik" id="2565" name="Google Shape;2565;p528"/>
          <p:cNvPicPr preferRelativeResize="0"/>
          <p:nvPr/>
        </p:nvPicPr>
        <p:blipFill>
          <a:blip r:embed="rId3">
            <a:alphaModFix/>
          </a:blip>
          <a:stretch>
            <a:fillRect/>
          </a:stretch>
        </p:blipFill>
        <p:spPr>
          <a:xfrm>
            <a:off x="7766610" y="3310921"/>
            <a:ext cx="281524" cy="281525"/>
          </a:xfrm>
          <a:prstGeom prst="rect">
            <a:avLst/>
          </a:prstGeom>
          <a:noFill/>
          <a:ln>
            <a:noFill/>
          </a:ln>
        </p:spPr>
      </p:pic>
      <p:sp>
        <p:nvSpPr>
          <p:cNvPr id="2566" name="Google Shape;2566;p528"/>
          <p:cNvSpPr/>
          <p:nvPr/>
        </p:nvSpPr>
        <p:spPr>
          <a:xfrm>
            <a:off x="7710375" y="4353313"/>
            <a:ext cx="409500" cy="40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Tick png Images - Free Download on Freepik" id="2567" name="Google Shape;2567;p528"/>
          <p:cNvPicPr preferRelativeResize="0"/>
          <p:nvPr/>
        </p:nvPicPr>
        <p:blipFill>
          <a:blip r:embed="rId3">
            <a:alphaModFix/>
          </a:blip>
          <a:stretch>
            <a:fillRect/>
          </a:stretch>
        </p:blipFill>
        <p:spPr>
          <a:xfrm>
            <a:off x="7766610" y="4420496"/>
            <a:ext cx="281524" cy="281525"/>
          </a:xfrm>
          <a:prstGeom prst="rect">
            <a:avLst/>
          </a:prstGeom>
          <a:noFill/>
          <a:ln>
            <a:noFill/>
          </a:ln>
        </p:spPr>
      </p:pic>
      <p:sp>
        <p:nvSpPr>
          <p:cNvPr id="2568" name="Google Shape;2568;p528"/>
          <p:cNvSpPr txBox="1"/>
          <p:nvPr/>
        </p:nvSpPr>
        <p:spPr>
          <a:xfrm>
            <a:off x="5841500" y="335725"/>
            <a:ext cx="3000000" cy="3078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444746"/>
                </a:solidFill>
                <a:highlight>
                  <a:schemeClr val="lt2"/>
                </a:highlight>
                <a:latin typeface="Lato"/>
                <a:ea typeface="Lato"/>
                <a:cs typeface="Lato"/>
                <a:sym typeface="Lato"/>
              </a:rPr>
              <a:t>📝 </a:t>
            </a:r>
            <a:r>
              <a:rPr lang="en" sz="800">
                <a:solidFill>
                  <a:srgbClr val="444746"/>
                </a:solidFill>
                <a:highlight>
                  <a:schemeClr val="lt2"/>
                </a:highlight>
                <a:latin typeface="Lato"/>
                <a:ea typeface="Lato"/>
                <a:cs typeface="Lato"/>
                <a:sym typeface="Lato"/>
              </a:rPr>
              <a:t>Use this template for your future vibe coding problems </a:t>
            </a:r>
            <a:r>
              <a:rPr lang="en" sz="800" u="sng">
                <a:solidFill>
                  <a:schemeClr val="hlink"/>
                </a:solidFill>
                <a:highlight>
                  <a:schemeClr val="lt2"/>
                </a:highlight>
                <a:latin typeface="Lato"/>
                <a:ea typeface="Lato"/>
                <a:cs typeface="Lato"/>
                <a:sym typeface="Lato"/>
                <a:hlinkClick r:id="rId4"/>
              </a:rPr>
              <a:t>here</a:t>
            </a:r>
            <a:endParaRPr sz="800">
              <a:highlight>
                <a:schemeClr val="lt2"/>
              </a:highlight>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2" name="Shape 2572"/>
        <p:cNvGrpSpPr/>
        <p:nvPr/>
      </p:nvGrpSpPr>
      <p:grpSpPr>
        <a:xfrm>
          <a:off x="0" y="0"/>
          <a:ext cx="0" cy="0"/>
          <a:chOff x="0" y="0"/>
          <a:chExt cx="0" cy="0"/>
        </a:xfrm>
      </p:grpSpPr>
      <p:sp>
        <p:nvSpPr>
          <p:cNvPr id="2573" name="Google Shape;2573;p529"/>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Steps to Follow:</a:t>
            </a:r>
            <a:endParaRPr sz="1200"/>
          </a:p>
          <a:p>
            <a:pPr indent="-279400" lvl="0" marL="457200" rtl="0" algn="l">
              <a:spcBef>
                <a:spcPts val="1000"/>
              </a:spcBef>
              <a:spcAft>
                <a:spcPts val="0"/>
              </a:spcAft>
              <a:buSzPts val="800"/>
              <a:buFont typeface="Poppins"/>
              <a:buAutoNum type="arabicPeriod"/>
            </a:pPr>
            <a:r>
              <a:rPr lang="en" sz="1000"/>
              <a:t>Complete your Validation Brief to define your hypothesis, risk type, kill switch,  and success criteria to ensure your build is designed to test a specific assumption.</a:t>
            </a:r>
            <a:endParaRPr sz="1000"/>
          </a:p>
          <a:p>
            <a:pPr indent="-292100" lvl="0" marL="457200" rtl="0" algn="l">
              <a:spcBef>
                <a:spcPts val="1000"/>
              </a:spcBef>
              <a:spcAft>
                <a:spcPts val="0"/>
              </a:spcAft>
              <a:buSzPts val="1000"/>
              <a:buFont typeface="Poppins"/>
              <a:buAutoNum type="arabicPeriod"/>
            </a:pPr>
            <a:r>
              <a:rPr lang="en" sz="1000"/>
              <a:t>Execute context injection using the </a:t>
            </a:r>
            <a:r>
              <a:rPr b="1" lang="en" sz="1000">
                <a:solidFill>
                  <a:schemeClr val="accent4"/>
                </a:solidFill>
              </a:rPr>
              <a:t>🔗 </a:t>
            </a:r>
            <a:r>
              <a:rPr b="1" lang="en" sz="1000" u="sng">
                <a:solidFill>
                  <a:schemeClr val="accent4"/>
                </a:solidFill>
                <a:hlinkClick r:id="rId3">
                  <a:extLst>
                    <a:ext uri="{A12FA001-AC4F-418D-AE19-62706E023703}">
                      <ahyp:hlinkClr val="tx"/>
                    </a:ext>
                  </a:extLst>
                </a:hlinkClick>
              </a:rPr>
              <a:t>Context Data Pack</a:t>
            </a:r>
            <a:r>
              <a:rPr lang="en" sz="1000"/>
              <a:t>. Copy and paste your scenario brief, user &amp; stakeholder feedback, and quantitative metrics directly into your exercise document.</a:t>
            </a:r>
            <a:endParaRPr sz="1000"/>
          </a:p>
          <a:p>
            <a:pPr indent="-298450" lvl="0" marL="457200" rtl="0" algn="l">
              <a:spcBef>
                <a:spcPts val="1000"/>
              </a:spcBef>
              <a:spcAft>
                <a:spcPts val="1000"/>
              </a:spcAft>
              <a:buSzPts val="1100"/>
              <a:buFont typeface="Poppins"/>
              <a:buAutoNum type="arabicPeriod"/>
            </a:pPr>
            <a:r>
              <a:rPr lang="en" sz="1000"/>
              <a:t>Secure a visual reference and grab a screenshot from Mobbin or your M1 Prototype. Focus on the functional pattern, like a ‘team invite’ or ‘dashboard’ rather than the product name.</a:t>
            </a:r>
            <a:br>
              <a:rPr lang="en" sz="1000"/>
            </a:br>
            <a:br>
              <a:rPr lang="en" sz="1100"/>
            </a:br>
            <a:endParaRPr sz="1100"/>
          </a:p>
        </p:txBody>
      </p:sp>
      <p:sp>
        <p:nvSpPr>
          <p:cNvPr id="2574" name="Google Shape;2574;p529"/>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Individual Exercise</a:t>
            </a:r>
            <a:endParaRPr sz="1600">
              <a:solidFill>
                <a:srgbClr val="60A5FA"/>
              </a:solidFill>
              <a:latin typeface="Poppins SemiBold"/>
              <a:ea typeface="Poppins SemiBold"/>
              <a:cs typeface="Poppins SemiBold"/>
              <a:sym typeface="Poppins SemiBold"/>
            </a:endParaRPr>
          </a:p>
        </p:txBody>
      </p:sp>
      <p:sp>
        <p:nvSpPr>
          <p:cNvPr id="2575" name="Google Shape;2575;p529"/>
          <p:cNvSpPr txBox="1"/>
          <p:nvPr/>
        </p:nvSpPr>
        <p:spPr>
          <a:xfrm>
            <a:off x="457200" y="926546"/>
            <a:ext cx="3661500" cy="985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Frame Before </a:t>
            </a:r>
            <a:br>
              <a:rPr lang="en" sz="3200">
                <a:solidFill>
                  <a:srgbClr val="07182C"/>
                </a:solidFill>
                <a:latin typeface="Poppins Medium"/>
                <a:ea typeface="Poppins Medium"/>
                <a:cs typeface="Poppins Medium"/>
                <a:sym typeface="Poppins Medium"/>
              </a:rPr>
            </a:br>
            <a:r>
              <a:rPr lang="en" sz="3200">
                <a:solidFill>
                  <a:srgbClr val="07182C"/>
                </a:solidFill>
                <a:latin typeface="Poppins Medium"/>
                <a:ea typeface="Poppins Medium"/>
                <a:cs typeface="Poppins Medium"/>
                <a:sym typeface="Poppins Medium"/>
              </a:rPr>
              <a:t>You Build</a:t>
            </a:r>
            <a:endParaRPr sz="3200">
              <a:solidFill>
                <a:srgbClr val="07182C"/>
              </a:solidFill>
              <a:latin typeface="Poppins Medium"/>
              <a:ea typeface="Poppins Medium"/>
              <a:cs typeface="Poppins Medium"/>
              <a:sym typeface="Poppins Medium"/>
            </a:endParaRPr>
          </a:p>
        </p:txBody>
      </p:sp>
      <p:grpSp>
        <p:nvGrpSpPr>
          <p:cNvPr id="2576" name="Google Shape;2576;p529"/>
          <p:cNvGrpSpPr/>
          <p:nvPr/>
        </p:nvGrpSpPr>
        <p:grpSpPr>
          <a:xfrm>
            <a:off x="7250711" y="758362"/>
            <a:ext cx="1157276" cy="307747"/>
            <a:chOff x="4859149" y="597592"/>
            <a:chExt cx="1157276" cy="276975"/>
          </a:xfrm>
        </p:grpSpPr>
        <p:sp>
          <p:nvSpPr>
            <p:cNvPr id="2577" name="Google Shape;2577;p529"/>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20</a:t>
              </a:r>
              <a:r>
                <a:rPr lang="en" sz="1200">
                  <a:solidFill>
                    <a:schemeClr val="accent1"/>
                  </a:solidFill>
                  <a:latin typeface="Lato"/>
                  <a:ea typeface="Lato"/>
                  <a:cs typeface="Lato"/>
                  <a:sym typeface="Lato"/>
                </a:rPr>
                <a:t> minutes </a:t>
              </a:r>
              <a:endParaRPr sz="1200">
                <a:solidFill>
                  <a:schemeClr val="accent1"/>
                </a:solidFill>
                <a:latin typeface="Lato"/>
                <a:ea typeface="Lato"/>
                <a:cs typeface="Lato"/>
                <a:sym typeface="Lato"/>
              </a:endParaRPr>
            </a:p>
          </p:txBody>
        </p:sp>
        <p:pic>
          <p:nvPicPr>
            <p:cNvPr id="2578" name="Google Shape;2578;p529"/>
            <p:cNvPicPr preferRelativeResize="0"/>
            <p:nvPr/>
          </p:nvPicPr>
          <p:blipFill rotWithShape="1">
            <a:blip r:embed="rId4">
              <a:alphaModFix/>
            </a:blip>
            <a:srcRect b="-9877" l="0" r="0" t="-1222"/>
            <a:stretch/>
          </p:blipFill>
          <p:spPr>
            <a:xfrm>
              <a:off x="4859149" y="597592"/>
              <a:ext cx="277007" cy="276975"/>
            </a:xfrm>
            <a:prstGeom prst="rect">
              <a:avLst/>
            </a:prstGeom>
            <a:noFill/>
            <a:ln>
              <a:noFill/>
            </a:ln>
          </p:spPr>
        </p:pic>
      </p:grpSp>
      <p:sp>
        <p:nvSpPr>
          <p:cNvPr id="2579" name="Google Shape;2579;p529"/>
          <p:cNvSpPr/>
          <p:nvPr/>
        </p:nvSpPr>
        <p:spPr>
          <a:xfrm>
            <a:off x="4850800" y="765575"/>
            <a:ext cx="20181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INSTRUCTIONS</a:t>
            </a:r>
            <a:endParaRPr sz="1100">
              <a:solidFill>
                <a:srgbClr val="FFFFFF"/>
              </a:solidFill>
              <a:latin typeface="Poppins SemiBold"/>
              <a:ea typeface="Poppins SemiBold"/>
              <a:cs typeface="Poppins SemiBold"/>
              <a:sym typeface="Poppins SemiBold"/>
            </a:endParaRPr>
          </a:p>
        </p:txBody>
      </p:sp>
      <p:sp>
        <p:nvSpPr>
          <p:cNvPr id="2580" name="Google Shape;2580;p529"/>
          <p:cNvSpPr txBox="1"/>
          <p:nvPr/>
        </p:nvSpPr>
        <p:spPr>
          <a:xfrm>
            <a:off x="457200" y="3316754"/>
            <a:ext cx="3661500" cy="13752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Your goal is to </a:t>
            </a:r>
            <a:r>
              <a:rPr lang="en" sz="1200">
                <a:solidFill>
                  <a:srgbClr val="737373"/>
                </a:solidFill>
                <a:latin typeface="Lato"/>
                <a:ea typeface="Lato"/>
                <a:cs typeface="Lato"/>
                <a:sym typeface="Lato"/>
              </a:rPr>
              <a:t>perform context injection—gathering the real-world data, user voice, and visual anchors required to lock in your strategy before you build.</a:t>
            </a:r>
            <a:endParaRPr sz="1200">
              <a:solidFill>
                <a:srgbClr val="737373"/>
              </a:solidFill>
              <a:latin typeface="Lato"/>
              <a:ea typeface="Lato"/>
              <a:cs typeface="Lato"/>
              <a:sym typeface="Lato"/>
            </a:endParaRPr>
          </a:p>
          <a:p>
            <a:pPr indent="-304800" lvl="0" marL="457200" rtl="0" algn="l">
              <a:lnSpc>
                <a:spcPct val="115000"/>
              </a:lnSpc>
              <a:spcBef>
                <a:spcPts val="1000"/>
              </a:spcBef>
              <a:spcAft>
                <a:spcPts val="0"/>
              </a:spcAft>
              <a:buClr>
                <a:srgbClr val="1241B0"/>
              </a:buClr>
              <a:buSzPts val="1200"/>
              <a:buFont typeface="Lato"/>
              <a:buChar char="→"/>
            </a:pPr>
            <a:r>
              <a:rPr b="1" lang="en" sz="1200">
                <a:solidFill>
                  <a:srgbClr val="737373"/>
                </a:solidFill>
                <a:latin typeface="Lato"/>
                <a:ea typeface="Lato"/>
                <a:cs typeface="Lato"/>
                <a:sym typeface="Lato"/>
              </a:rPr>
              <a:t>Note:</a:t>
            </a:r>
            <a:r>
              <a:rPr lang="en" sz="1200">
                <a:solidFill>
                  <a:srgbClr val="737373"/>
                </a:solidFill>
                <a:latin typeface="Lato"/>
                <a:ea typeface="Lato"/>
                <a:cs typeface="Lato"/>
                <a:sym typeface="Lato"/>
              </a:rPr>
              <a:t> This is pre-work to lock in your strategy. </a:t>
            </a:r>
            <a:r>
              <a:rPr b="1" lang="en" sz="1200">
                <a:solidFill>
                  <a:srgbClr val="737373"/>
                </a:solidFill>
                <a:latin typeface="Lato"/>
                <a:ea typeface="Lato"/>
                <a:cs typeface="Lato"/>
                <a:sym typeface="Lato"/>
              </a:rPr>
              <a:t>Do not open Lovable or begin building yet.</a:t>
            </a:r>
            <a:endParaRPr b="1" sz="1200">
              <a:solidFill>
                <a:srgbClr val="737373"/>
              </a:solidFill>
              <a:latin typeface="Lato"/>
              <a:ea typeface="Lato"/>
              <a:cs typeface="Lato"/>
              <a:sym typeface="Lato"/>
            </a:endParaRPr>
          </a:p>
        </p:txBody>
      </p:sp>
      <p:sp>
        <p:nvSpPr>
          <p:cNvPr id="2581" name="Google Shape;2581;p529"/>
          <p:cNvSpPr txBox="1"/>
          <p:nvPr/>
        </p:nvSpPr>
        <p:spPr>
          <a:xfrm>
            <a:off x="457200" y="2134850"/>
            <a:ext cx="3661500" cy="9588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In this individual exercise, </a:t>
            </a:r>
            <a:r>
              <a:rPr lang="en">
                <a:solidFill>
                  <a:srgbClr val="737373"/>
                </a:solidFill>
                <a:latin typeface="Poppins SemiBold"/>
                <a:ea typeface="Poppins SemiBold"/>
                <a:cs typeface="Poppins SemiBold"/>
                <a:sym typeface="Poppins SemiBold"/>
              </a:rPr>
              <a:t>you will apply the Validation Lens to your project to define your hypothesis, kill switch, and specific success criteria.</a:t>
            </a:r>
            <a:endParaRPr>
              <a:solidFill>
                <a:srgbClr val="737373"/>
              </a:solidFill>
              <a:latin typeface="Poppins SemiBold"/>
              <a:ea typeface="Poppins SemiBold"/>
              <a:cs typeface="Poppins SemiBold"/>
              <a:sym typeface="Poppins SemiBold"/>
            </a:endParaRPr>
          </a:p>
        </p:txBody>
      </p:sp>
      <p:sp>
        <p:nvSpPr>
          <p:cNvPr id="2582" name="Google Shape;2582;p529"/>
          <p:cNvSpPr/>
          <p:nvPr/>
        </p:nvSpPr>
        <p:spPr>
          <a:xfrm>
            <a:off x="4572000" y="4797375"/>
            <a:ext cx="4114800" cy="460200"/>
          </a:xfrm>
          <a:prstGeom prst="roundRect">
            <a:avLst>
              <a:gd fmla="val 4227" name="adj"/>
            </a:avLst>
          </a:prstGeom>
          <a:solidFill>
            <a:srgbClr val="1241AF"/>
          </a:solidFill>
          <a:ln cap="flat" cmpd="sng" w="9525">
            <a:solidFill>
              <a:srgbClr val="1A2B6B"/>
            </a:solidFill>
            <a:prstDash val="solid"/>
            <a:round/>
            <a:headEnd len="sm" w="sm" type="none"/>
            <a:tailEnd len="sm" w="sm" type="none"/>
          </a:ln>
        </p:spPr>
        <p:txBody>
          <a:bodyPr anchorCtr="0" anchor="ctr" bIns="94800" lIns="182875" spcFirstLastPara="1" rIns="94800" wrap="square" tIns="94800">
            <a:noAutofit/>
          </a:bodyPr>
          <a:lstStyle/>
          <a:p>
            <a:pPr indent="0" lvl="0" marL="0" rtl="0" algn="l">
              <a:spcBef>
                <a:spcPts val="0"/>
              </a:spcBef>
              <a:spcAft>
                <a:spcPts val="0"/>
              </a:spcAft>
              <a:buNone/>
            </a:pPr>
            <a:r>
              <a:rPr lang="en" sz="950">
                <a:solidFill>
                  <a:srgbClr val="DBEAFE"/>
                </a:solidFill>
                <a:latin typeface="Poppins Medium"/>
                <a:ea typeface="Poppins Medium"/>
                <a:cs typeface="Poppins Medium"/>
                <a:sym typeface="Poppins Medium"/>
              </a:rPr>
              <a:t>✍️  Find the </a:t>
            </a:r>
            <a:r>
              <a:rPr lang="en" sz="950">
                <a:solidFill>
                  <a:srgbClr val="DBEAFE"/>
                </a:solidFill>
                <a:latin typeface="Poppins Medium"/>
                <a:ea typeface="Poppins Medium"/>
                <a:cs typeface="Poppins Medium"/>
                <a:sym typeface="Poppins Medium"/>
              </a:rPr>
              <a:t>Validation Brief</a:t>
            </a:r>
            <a:r>
              <a:rPr lang="en" sz="950">
                <a:solidFill>
                  <a:srgbClr val="DBEAFE"/>
                </a:solidFill>
                <a:latin typeface="Poppins Medium"/>
                <a:ea typeface="Poppins Medium"/>
                <a:cs typeface="Poppins Medium"/>
                <a:sym typeface="Poppins Medium"/>
              </a:rPr>
              <a:t> to complete this activity </a:t>
            </a:r>
            <a:r>
              <a:rPr b="1" lang="en" sz="950" u="sng">
                <a:solidFill>
                  <a:schemeClr val="lt1"/>
                </a:solidFill>
                <a:latin typeface="Poppins"/>
                <a:ea typeface="Poppins"/>
                <a:cs typeface="Poppins"/>
                <a:sym typeface="Poppins"/>
                <a:hlinkClick r:id="rId5">
                  <a:extLst>
                    <a:ext uri="{A12FA001-AC4F-418D-AE19-62706E023703}">
                      <ahyp:hlinkClr val="tx"/>
                    </a:ext>
                  </a:extLst>
                </a:hlinkClick>
              </a:rPr>
              <a:t>here</a:t>
            </a:r>
            <a:endParaRPr b="1" sz="950" u="sng">
              <a:solidFill>
                <a:schemeClr val="lt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6" name="Shape 2586"/>
        <p:cNvGrpSpPr/>
        <p:nvPr/>
      </p:nvGrpSpPr>
      <p:grpSpPr>
        <a:xfrm>
          <a:off x="0" y="0"/>
          <a:ext cx="0" cy="0"/>
          <a:chOff x="0" y="0"/>
          <a:chExt cx="0" cy="0"/>
        </a:xfrm>
      </p:grpSpPr>
      <p:sp>
        <p:nvSpPr>
          <p:cNvPr id="2587" name="Google Shape;2587;p530"/>
          <p:cNvSpPr txBox="1"/>
          <p:nvPr>
            <p:ph idx="1" type="body"/>
          </p:nvPr>
        </p:nvSpPr>
        <p:spPr>
          <a:xfrm>
            <a:off x="1724925" y="3052678"/>
            <a:ext cx="5043000" cy="215400"/>
          </a:xfrm>
          <a:prstGeom prst="rect">
            <a:avLst/>
          </a:prstGeom>
        </p:spPr>
        <p:txBody>
          <a:bodyPr anchorCtr="0" anchor="ctr" bIns="0" lIns="0" spcFirstLastPara="1" rIns="0" wrap="square" tIns="0">
            <a:spAutoFit/>
          </a:bodyPr>
          <a:lstStyle/>
          <a:p>
            <a:pPr indent="0" lvl="0" marL="0" rtl="0" algn="l">
              <a:spcBef>
                <a:spcPts val="0"/>
              </a:spcBef>
              <a:spcAft>
                <a:spcPts val="1200"/>
              </a:spcAft>
              <a:buNone/>
            </a:pPr>
            <a:r>
              <a:rPr lang="en"/>
              <a:t>Estimated time: 5 minutes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1" name="Shape 2591"/>
        <p:cNvGrpSpPr/>
        <p:nvPr/>
      </p:nvGrpSpPr>
      <p:grpSpPr>
        <a:xfrm>
          <a:off x="0" y="0"/>
          <a:ext cx="0" cy="0"/>
          <a:chOff x="0" y="0"/>
          <a:chExt cx="0" cy="0"/>
        </a:xfrm>
      </p:grpSpPr>
      <p:sp>
        <p:nvSpPr>
          <p:cNvPr id="2592" name="Google Shape;2592;p531"/>
          <p:cNvSpPr/>
          <p:nvPr/>
        </p:nvSpPr>
        <p:spPr>
          <a:xfrm>
            <a:off x="478150" y="1605200"/>
            <a:ext cx="8208600" cy="2800500"/>
          </a:xfrm>
          <a:prstGeom prst="roundRect">
            <a:avLst>
              <a:gd fmla="val 8943"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93" name="Google Shape;2593;p531"/>
          <p:cNvSpPr txBox="1"/>
          <p:nvPr/>
        </p:nvSpPr>
        <p:spPr>
          <a:xfrm>
            <a:off x="1252300" y="2257200"/>
            <a:ext cx="3000000" cy="15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FFFF"/>
                </a:solidFill>
                <a:latin typeface="Poppins SemiBold"/>
                <a:ea typeface="Poppins SemiBold"/>
                <a:cs typeface="Poppins SemiBold"/>
                <a:sym typeface="Poppins SemiBold"/>
              </a:rPr>
              <a:t>Reminder! 🚨</a:t>
            </a:r>
            <a:endParaRPr sz="2000">
              <a:solidFill>
                <a:srgbClr val="FFFFFF"/>
              </a:solidFill>
              <a:latin typeface="Poppins SemiBold"/>
              <a:ea typeface="Poppins SemiBold"/>
              <a:cs typeface="Poppins SemiBold"/>
              <a:sym typeface="Poppins SemiBold"/>
            </a:endParaRPr>
          </a:p>
          <a:p>
            <a:pPr indent="0" lvl="0" marL="0" rtl="0" algn="l">
              <a:spcBef>
                <a:spcPts val="0"/>
              </a:spcBef>
              <a:spcAft>
                <a:spcPts val="0"/>
              </a:spcAft>
              <a:buNone/>
            </a:pPr>
            <a:br>
              <a:rPr lang="en" sz="1150">
                <a:solidFill>
                  <a:srgbClr val="D1D2D3"/>
                </a:solidFill>
              </a:rPr>
            </a:br>
            <a:br>
              <a:rPr lang="en" sz="1150">
                <a:solidFill>
                  <a:srgbClr val="D1D2D3"/>
                </a:solidFill>
              </a:rPr>
            </a:br>
            <a:endParaRPr sz="1150">
              <a:solidFill>
                <a:srgbClr val="D1D2D3"/>
              </a:solidFill>
            </a:endParaRPr>
          </a:p>
          <a:p>
            <a:pPr indent="0" lvl="0" marL="0" rtl="0" algn="l">
              <a:spcBef>
                <a:spcPts val="0"/>
              </a:spcBef>
              <a:spcAft>
                <a:spcPts val="0"/>
              </a:spcAft>
              <a:buNone/>
            </a:pPr>
            <a:r>
              <a:rPr lang="en" sz="1200">
                <a:solidFill>
                  <a:srgbClr val="FFFFFF"/>
                </a:solidFill>
                <a:latin typeface="Lato"/>
                <a:ea typeface="Lato"/>
                <a:cs typeface="Lato"/>
                <a:sym typeface="Lato"/>
              </a:rPr>
              <a:t>It's always better to see your smiling face! Be present and visible to stay engaged and keep interactions valuable.</a:t>
            </a:r>
            <a:endParaRPr sz="1200">
              <a:solidFill>
                <a:srgbClr val="FFFFFF"/>
              </a:solidFill>
              <a:latin typeface="Lato"/>
              <a:ea typeface="Lato"/>
              <a:cs typeface="Lato"/>
              <a:sym typeface="Lato"/>
            </a:endParaRPr>
          </a:p>
        </p:txBody>
      </p:sp>
      <p:sp>
        <p:nvSpPr>
          <p:cNvPr id="2594" name="Google Shape;2594;p531"/>
          <p:cNvSpPr txBox="1"/>
          <p:nvPr/>
        </p:nvSpPr>
        <p:spPr>
          <a:xfrm>
            <a:off x="1174431" y="2699025"/>
            <a:ext cx="30000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3"/>
              </a:buClr>
              <a:buSzPts val="1400"/>
              <a:buFont typeface="Poppins SemiBold"/>
              <a:buChar char="➔"/>
            </a:pPr>
            <a:r>
              <a:rPr lang="en">
                <a:solidFill>
                  <a:srgbClr val="FFFFFF"/>
                </a:solidFill>
                <a:latin typeface="Poppins SemiBold"/>
                <a:ea typeface="Poppins SemiBold"/>
                <a:cs typeface="Poppins SemiBold"/>
                <a:sym typeface="Poppins SemiBold"/>
              </a:rPr>
              <a:t>Cameras On</a:t>
            </a:r>
            <a:endParaRPr/>
          </a:p>
        </p:txBody>
      </p:sp>
      <p:pic>
        <p:nvPicPr>
          <p:cNvPr id="2595" name="Google Shape;2595;p531" title="360_F_361342769_X26dTcofZpukhMGYWFcn1wJNABEFtNLH.jpg"/>
          <p:cNvPicPr preferRelativeResize="0"/>
          <p:nvPr/>
        </p:nvPicPr>
        <p:blipFill>
          <a:blip r:embed="rId3">
            <a:alphaModFix/>
          </a:blip>
          <a:stretch>
            <a:fillRect/>
          </a:stretch>
        </p:blipFill>
        <p:spPr>
          <a:xfrm>
            <a:off x="5690998" y="1153547"/>
            <a:ext cx="1655803" cy="1103881"/>
          </a:xfrm>
          <a:prstGeom prst="rect">
            <a:avLst/>
          </a:prstGeom>
          <a:noFill/>
          <a:ln>
            <a:noFill/>
          </a:ln>
        </p:spPr>
      </p:pic>
      <p:pic>
        <p:nvPicPr>
          <p:cNvPr id="2596" name="Google Shape;2596;p531" title="360_F_376317314_VGtnskyAMWhXn8BaT86WkODxMTVlvl1G.jpg"/>
          <p:cNvPicPr preferRelativeResize="0"/>
          <p:nvPr/>
        </p:nvPicPr>
        <p:blipFill>
          <a:blip r:embed="rId4">
            <a:alphaModFix/>
          </a:blip>
          <a:stretch>
            <a:fillRect/>
          </a:stretch>
        </p:blipFill>
        <p:spPr>
          <a:xfrm>
            <a:off x="5690998" y="4613156"/>
            <a:ext cx="1652740" cy="1101839"/>
          </a:xfrm>
          <a:prstGeom prst="rect">
            <a:avLst/>
          </a:prstGeom>
          <a:noFill/>
          <a:ln>
            <a:noFill/>
          </a:ln>
        </p:spPr>
      </p:pic>
      <p:pic>
        <p:nvPicPr>
          <p:cNvPr id="2597" name="Google Shape;2597;p531" title="istockphoto-1319103417-612x612.jpg"/>
          <p:cNvPicPr preferRelativeResize="0"/>
          <p:nvPr/>
        </p:nvPicPr>
        <p:blipFill>
          <a:blip r:embed="rId5">
            <a:alphaModFix/>
          </a:blip>
          <a:stretch>
            <a:fillRect/>
          </a:stretch>
        </p:blipFill>
        <p:spPr>
          <a:xfrm>
            <a:off x="5690998" y="0"/>
            <a:ext cx="1655804" cy="1103870"/>
          </a:xfrm>
          <a:prstGeom prst="rect">
            <a:avLst/>
          </a:prstGeom>
          <a:noFill/>
          <a:ln>
            <a:noFill/>
          </a:ln>
        </p:spPr>
      </p:pic>
      <p:pic>
        <p:nvPicPr>
          <p:cNvPr id="2598" name="Google Shape;2598;p531" title="360_F_359417856_CiAy787xGWJ3mAntkWgwwdslyY12xk30.jpg"/>
          <p:cNvPicPr preferRelativeResize="0"/>
          <p:nvPr/>
        </p:nvPicPr>
        <p:blipFill>
          <a:blip r:embed="rId6">
            <a:alphaModFix/>
          </a:blip>
          <a:stretch>
            <a:fillRect/>
          </a:stretch>
        </p:blipFill>
        <p:spPr>
          <a:xfrm>
            <a:off x="5690998" y="3461150"/>
            <a:ext cx="1655804" cy="1101840"/>
          </a:xfrm>
          <a:prstGeom prst="rect">
            <a:avLst/>
          </a:prstGeom>
          <a:noFill/>
          <a:ln>
            <a:noFill/>
          </a:ln>
        </p:spPr>
      </p:pic>
      <p:pic>
        <p:nvPicPr>
          <p:cNvPr id="2599" name="Google Shape;2599;p531" title="istockphoto-1129638608-612x612.jpg"/>
          <p:cNvPicPr preferRelativeResize="0"/>
          <p:nvPr/>
        </p:nvPicPr>
        <p:blipFill>
          <a:blip r:embed="rId7">
            <a:alphaModFix/>
          </a:blip>
          <a:stretch>
            <a:fillRect/>
          </a:stretch>
        </p:blipFill>
        <p:spPr>
          <a:xfrm>
            <a:off x="5690998" y="2307110"/>
            <a:ext cx="1655804" cy="110387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03" name="Shape 2603"/>
        <p:cNvGrpSpPr/>
        <p:nvPr/>
      </p:nvGrpSpPr>
      <p:grpSpPr>
        <a:xfrm>
          <a:off x="0" y="0"/>
          <a:ext cx="0" cy="0"/>
          <a:chOff x="0" y="0"/>
          <a:chExt cx="0" cy="0"/>
        </a:xfrm>
      </p:grpSpPr>
      <p:sp>
        <p:nvSpPr>
          <p:cNvPr id="2604" name="Google Shape;2604;p532"/>
          <p:cNvSpPr/>
          <p:nvPr/>
        </p:nvSpPr>
        <p:spPr>
          <a:xfrm>
            <a:off x="544150" y="1585125"/>
            <a:ext cx="3885000" cy="1581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05" name="Google Shape;2605;p532"/>
          <p:cNvSpPr/>
          <p:nvPr/>
        </p:nvSpPr>
        <p:spPr>
          <a:xfrm>
            <a:off x="4714848" y="1585125"/>
            <a:ext cx="3885000" cy="1581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06" name="Google Shape;2606;p532"/>
          <p:cNvSpPr/>
          <p:nvPr/>
        </p:nvSpPr>
        <p:spPr>
          <a:xfrm>
            <a:off x="544150" y="3354425"/>
            <a:ext cx="3885000" cy="1581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07" name="Google Shape;2607;p532"/>
          <p:cNvSpPr/>
          <p:nvPr/>
        </p:nvSpPr>
        <p:spPr>
          <a:xfrm>
            <a:off x="4714848" y="3354425"/>
            <a:ext cx="3885000" cy="1581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08" name="Google Shape;2608;p532"/>
          <p:cNvSpPr/>
          <p:nvPr/>
        </p:nvSpPr>
        <p:spPr>
          <a:xfrm>
            <a:off x="501750" y="3337954"/>
            <a:ext cx="3908400" cy="6519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09" name="Google Shape;2609;p532"/>
          <p:cNvSpPr/>
          <p:nvPr/>
        </p:nvSpPr>
        <p:spPr>
          <a:xfrm>
            <a:off x="4684250" y="3337954"/>
            <a:ext cx="3908400" cy="6519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0" name="Google Shape;2610;p532"/>
          <p:cNvSpPr/>
          <p:nvPr/>
        </p:nvSpPr>
        <p:spPr>
          <a:xfrm>
            <a:off x="501750" y="1585125"/>
            <a:ext cx="3908400" cy="6519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1" name="Google Shape;2611;p532"/>
          <p:cNvSpPr/>
          <p:nvPr/>
        </p:nvSpPr>
        <p:spPr>
          <a:xfrm>
            <a:off x="4684250" y="1585125"/>
            <a:ext cx="3908400" cy="6519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2" name="Google Shape;2612;p532"/>
          <p:cNvSpPr/>
          <p:nvPr/>
        </p:nvSpPr>
        <p:spPr>
          <a:xfrm>
            <a:off x="525250" y="1585125"/>
            <a:ext cx="3885000" cy="1581300"/>
          </a:xfrm>
          <a:prstGeom prst="roundRect">
            <a:avLst>
              <a:gd fmla="val 16667"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3" name="Google Shape;2613;p532"/>
          <p:cNvSpPr/>
          <p:nvPr/>
        </p:nvSpPr>
        <p:spPr>
          <a:xfrm>
            <a:off x="4695948" y="1585125"/>
            <a:ext cx="3885000" cy="1581300"/>
          </a:xfrm>
          <a:prstGeom prst="roundRect">
            <a:avLst>
              <a:gd fmla="val 16667"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4" name="Google Shape;2614;p532"/>
          <p:cNvSpPr/>
          <p:nvPr/>
        </p:nvSpPr>
        <p:spPr>
          <a:xfrm>
            <a:off x="525250" y="3354425"/>
            <a:ext cx="3885000" cy="1581300"/>
          </a:xfrm>
          <a:prstGeom prst="roundRect">
            <a:avLst>
              <a:gd fmla="val 16667"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5" name="Google Shape;2615;p532"/>
          <p:cNvSpPr/>
          <p:nvPr/>
        </p:nvSpPr>
        <p:spPr>
          <a:xfrm>
            <a:off x="4695948" y="3354425"/>
            <a:ext cx="3885000" cy="1581300"/>
          </a:xfrm>
          <a:prstGeom prst="roundRect">
            <a:avLst>
              <a:gd fmla="val 16667"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16" name="Google Shape;2616;p532"/>
          <p:cNvSpPr txBox="1"/>
          <p:nvPr>
            <p:ph type="title"/>
          </p:nvPr>
        </p:nvSpPr>
        <p:spPr>
          <a:xfrm>
            <a:off x="457200" y="891275"/>
            <a:ext cx="8224500" cy="443400"/>
          </a:xfrm>
          <a:prstGeom prst="rect">
            <a:avLst/>
          </a:prstGeom>
        </p:spPr>
        <p:txBody>
          <a:bodyPr anchorCtr="0" anchor="t" bIns="0" lIns="0" spcFirstLastPara="1" rIns="0" wrap="square" tIns="0">
            <a:spAutoFit/>
          </a:bodyPr>
          <a:lstStyle/>
          <a:p>
            <a:pPr indent="0" lvl="0" marL="0" marR="0" rtl="0" algn="l">
              <a:lnSpc>
                <a:spcPct val="80000"/>
              </a:lnSpc>
              <a:spcBef>
                <a:spcPts val="0"/>
              </a:spcBef>
              <a:spcAft>
                <a:spcPts val="0"/>
              </a:spcAft>
              <a:buNone/>
            </a:pPr>
            <a:r>
              <a:rPr lang="en" sz="3600"/>
              <a:t>How to Sharpen Prototyping Intent</a:t>
            </a:r>
            <a:endParaRPr sz="3600"/>
          </a:p>
        </p:txBody>
      </p:sp>
      <p:sp>
        <p:nvSpPr>
          <p:cNvPr id="2617" name="Google Shape;2617;p532"/>
          <p:cNvSpPr txBox="1"/>
          <p:nvPr>
            <p:ph idx="1" type="subTitle"/>
          </p:nvPr>
        </p:nvSpPr>
        <p:spPr>
          <a:xfrm>
            <a:off x="457200" y="464705"/>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Strategic Shift</a:t>
            </a:r>
            <a:endParaRPr/>
          </a:p>
        </p:txBody>
      </p:sp>
      <p:sp>
        <p:nvSpPr>
          <p:cNvPr id="2618" name="Google Shape;2618;p532"/>
          <p:cNvSpPr txBox="1"/>
          <p:nvPr/>
        </p:nvSpPr>
        <p:spPr>
          <a:xfrm>
            <a:off x="754050" y="2318200"/>
            <a:ext cx="3403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2"/>
                </a:solidFill>
                <a:latin typeface="Lato"/>
                <a:ea typeface="Lato"/>
                <a:cs typeface="Lato"/>
                <a:sym typeface="Lato"/>
              </a:rPr>
              <a:t>Defining your hypothesis and kill switch before you prompt ensures your prototype is a precision tool designed to answer a specific product question.</a:t>
            </a:r>
            <a:endParaRPr sz="1100">
              <a:solidFill>
                <a:schemeClr val="accent2"/>
              </a:solidFill>
              <a:latin typeface="Lato"/>
              <a:ea typeface="Lato"/>
              <a:cs typeface="Lato"/>
              <a:sym typeface="Lato"/>
            </a:endParaRPr>
          </a:p>
        </p:txBody>
      </p:sp>
      <p:sp>
        <p:nvSpPr>
          <p:cNvPr id="2619" name="Google Shape;2619;p532"/>
          <p:cNvSpPr txBox="1"/>
          <p:nvPr/>
        </p:nvSpPr>
        <p:spPr>
          <a:xfrm>
            <a:off x="4936550" y="2318200"/>
            <a:ext cx="3403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2"/>
                </a:solidFill>
                <a:latin typeface="Lato"/>
                <a:ea typeface="Lato"/>
                <a:cs typeface="Lato"/>
                <a:sym typeface="Lato"/>
              </a:rPr>
              <a:t>Providing screenshots gives the AI rigid design guardrails that professionalize the output and remove the guesswork from the interface.</a:t>
            </a:r>
            <a:endParaRPr sz="1000">
              <a:solidFill>
                <a:schemeClr val="accent2"/>
              </a:solidFill>
              <a:latin typeface="Lato"/>
              <a:ea typeface="Lato"/>
              <a:cs typeface="Lato"/>
              <a:sym typeface="Lato"/>
            </a:endParaRPr>
          </a:p>
        </p:txBody>
      </p:sp>
      <p:sp>
        <p:nvSpPr>
          <p:cNvPr id="2620" name="Google Shape;2620;p532"/>
          <p:cNvSpPr txBox="1"/>
          <p:nvPr/>
        </p:nvSpPr>
        <p:spPr>
          <a:xfrm>
            <a:off x="720032" y="4090136"/>
            <a:ext cx="3525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2"/>
                </a:solidFill>
                <a:latin typeface="Lato"/>
                <a:ea typeface="Lato"/>
                <a:cs typeface="Lato"/>
                <a:sym typeface="Lato"/>
              </a:rPr>
              <a:t>Injecting real user quotes and metrics kills the placeholder trap, forcing stakeholders to react to the actual value of your solution rather than the aesthetics.</a:t>
            </a:r>
            <a:endParaRPr sz="1100">
              <a:solidFill>
                <a:schemeClr val="accent2"/>
              </a:solidFill>
              <a:latin typeface="Lato"/>
              <a:ea typeface="Lato"/>
              <a:cs typeface="Lato"/>
              <a:sym typeface="Lato"/>
            </a:endParaRPr>
          </a:p>
        </p:txBody>
      </p:sp>
      <p:sp>
        <p:nvSpPr>
          <p:cNvPr id="2621" name="Google Shape;2621;p532"/>
          <p:cNvSpPr txBox="1"/>
          <p:nvPr/>
        </p:nvSpPr>
        <p:spPr>
          <a:xfrm>
            <a:off x="4936550" y="4112807"/>
            <a:ext cx="3403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2"/>
                </a:solidFill>
                <a:latin typeface="Lato"/>
                <a:ea typeface="Lato"/>
                <a:cs typeface="Lato"/>
                <a:sym typeface="Lato"/>
              </a:rPr>
              <a:t>Using a framework gives you granular control over the build, preventing AI hallucinations and ensuring the logic follows your business rules.</a:t>
            </a:r>
            <a:endParaRPr sz="1000">
              <a:solidFill>
                <a:schemeClr val="accent2"/>
              </a:solidFill>
              <a:latin typeface="Lato"/>
              <a:ea typeface="Lato"/>
              <a:cs typeface="Lato"/>
              <a:sym typeface="Lato"/>
            </a:endParaRPr>
          </a:p>
        </p:txBody>
      </p:sp>
      <p:sp>
        <p:nvSpPr>
          <p:cNvPr id="2622" name="Google Shape;2622;p532"/>
          <p:cNvSpPr txBox="1"/>
          <p:nvPr/>
        </p:nvSpPr>
        <p:spPr>
          <a:xfrm>
            <a:off x="700411" y="1631411"/>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Validation Brief</a:t>
            </a:r>
            <a:endParaRPr>
              <a:solidFill>
                <a:schemeClr val="lt1"/>
              </a:solidFill>
              <a:latin typeface="Poppins Medium"/>
              <a:ea typeface="Poppins Medium"/>
              <a:cs typeface="Poppins Medium"/>
              <a:sym typeface="Poppins Medium"/>
            </a:endParaRPr>
          </a:p>
        </p:txBody>
      </p:sp>
      <p:sp>
        <p:nvSpPr>
          <p:cNvPr id="2623" name="Google Shape;2623;p532"/>
          <p:cNvSpPr txBox="1"/>
          <p:nvPr/>
        </p:nvSpPr>
        <p:spPr>
          <a:xfrm>
            <a:off x="643704" y="1853139"/>
            <a:ext cx="30000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Font typeface="Poppins Medium"/>
              <a:buChar char="➔"/>
            </a:pPr>
            <a:r>
              <a:rPr lang="en" sz="1200" u="sng">
                <a:solidFill>
                  <a:schemeClr val="lt1"/>
                </a:solidFill>
                <a:latin typeface="Poppins Medium"/>
                <a:ea typeface="Poppins Medium"/>
                <a:cs typeface="Poppins Medium"/>
                <a:sym typeface="Poppins Medium"/>
                <a:hlinkClick r:id="rId3">
                  <a:extLst>
                    <a:ext uri="{A12FA001-AC4F-418D-AE19-62706E023703}">
                      <ahyp:hlinkClr val="tx"/>
                    </a:ext>
                  </a:extLst>
                </a:hlinkClick>
              </a:rPr>
              <a:t>Link</a:t>
            </a:r>
            <a:endParaRPr sz="1200">
              <a:solidFill>
                <a:schemeClr val="lt1"/>
              </a:solidFill>
              <a:latin typeface="Poppins Medium"/>
              <a:ea typeface="Poppins Medium"/>
              <a:cs typeface="Poppins Medium"/>
              <a:sym typeface="Poppins Medium"/>
            </a:endParaRPr>
          </a:p>
        </p:txBody>
      </p:sp>
      <p:sp>
        <p:nvSpPr>
          <p:cNvPr id="2624" name="Google Shape;2624;p532"/>
          <p:cNvSpPr txBox="1"/>
          <p:nvPr/>
        </p:nvSpPr>
        <p:spPr>
          <a:xfrm>
            <a:off x="5066036" y="1631411"/>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Visual Reference</a:t>
            </a:r>
            <a:endParaRPr>
              <a:solidFill>
                <a:schemeClr val="lt1"/>
              </a:solidFill>
              <a:latin typeface="Poppins Medium"/>
              <a:ea typeface="Poppins Medium"/>
              <a:cs typeface="Poppins Medium"/>
              <a:sym typeface="Poppins Medium"/>
            </a:endParaRPr>
          </a:p>
        </p:txBody>
      </p:sp>
      <p:sp>
        <p:nvSpPr>
          <p:cNvPr id="2625" name="Google Shape;2625;p532"/>
          <p:cNvSpPr txBox="1"/>
          <p:nvPr/>
        </p:nvSpPr>
        <p:spPr>
          <a:xfrm>
            <a:off x="5009329" y="1853139"/>
            <a:ext cx="30000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Font typeface="Poppins Medium"/>
              <a:buChar char="➔"/>
            </a:pPr>
            <a:r>
              <a:rPr lang="en" sz="1200" u="sng">
                <a:solidFill>
                  <a:schemeClr val="lt1"/>
                </a:solidFill>
                <a:latin typeface="Poppins Medium"/>
                <a:ea typeface="Poppins Medium"/>
                <a:cs typeface="Poppins Medium"/>
                <a:sym typeface="Poppins Medium"/>
                <a:hlinkClick r:id="rId4">
                  <a:extLst>
                    <a:ext uri="{A12FA001-AC4F-418D-AE19-62706E023703}">
                      <ahyp:hlinkClr val="tx"/>
                    </a:ext>
                  </a:extLst>
                </a:hlinkClick>
              </a:rPr>
              <a:t>Link</a:t>
            </a:r>
            <a:endParaRPr sz="1200">
              <a:solidFill>
                <a:schemeClr val="lt1"/>
              </a:solidFill>
              <a:latin typeface="Poppins Medium"/>
              <a:ea typeface="Poppins Medium"/>
              <a:cs typeface="Poppins Medium"/>
              <a:sym typeface="Poppins Medium"/>
            </a:endParaRPr>
          </a:p>
        </p:txBody>
      </p:sp>
      <p:sp>
        <p:nvSpPr>
          <p:cNvPr id="2626" name="Google Shape;2626;p532"/>
          <p:cNvSpPr txBox="1"/>
          <p:nvPr/>
        </p:nvSpPr>
        <p:spPr>
          <a:xfrm>
            <a:off x="700411" y="3402404"/>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Context Data Pack</a:t>
            </a:r>
            <a:endParaRPr>
              <a:solidFill>
                <a:schemeClr val="lt1"/>
              </a:solidFill>
              <a:latin typeface="Poppins Medium"/>
              <a:ea typeface="Poppins Medium"/>
              <a:cs typeface="Poppins Medium"/>
              <a:sym typeface="Poppins Medium"/>
            </a:endParaRPr>
          </a:p>
        </p:txBody>
      </p:sp>
      <p:sp>
        <p:nvSpPr>
          <p:cNvPr id="2627" name="Google Shape;2627;p532"/>
          <p:cNvSpPr txBox="1"/>
          <p:nvPr/>
        </p:nvSpPr>
        <p:spPr>
          <a:xfrm>
            <a:off x="643704" y="3624132"/>
            <a:ext cx="30000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Font typeface="Poppins Medium"/>
              <a:buChar char="➔"/>
            </a:pPr>
            <a:r>
              <a:rPr lang="en" sz="1200" u="sng">
                <a:solidFill>
                  <a:schemeClr val="lt1"/>
                </a:solidFill>
                <a:latin typeface="Poppins Medium"/>
                <a:ea typeface="Poppins Medium"/>
                <a:cs typeface="Poppins Medium"/>
                <a:sym typeface="Poppins Medium"/>
                <a:hlinkClick r:id="rId5">
                  <a:extLst>
                    <a:ext uri="{A12FA001-AC4F-418D-AE19-62706E023703}">
                      <ahyp:hlinkClr val="tx"/>
                    </a:ext>
                  </a:extLst>
                </a:hlinkClick>
              </a:rPr>
              <a:t>Link</a:t>
            </a:r>
            <a:endParaRPr sz="1200">
              <a:solidFill>
                <a:schemeClr val="lt1"/>
              </a:solidFill>
              <a:latin typeface="Poppins Medium"/>
              <a:ea typeface="Poppins Medium"/>
              <a:cs typeface="Poppins Medium"/>
              <a:sym typeface="Poppins Medium"/>
            </a:endParaRPr>
          </a:p>
        </p:txBody>
      </p:sp>
      <p:sp>
        <p:nvSpPr>
          <p:cNvPr id="2628" name="Google Shape;2628;p532"/>
          <p:cNvSpPr txBox="1"/>
          <p:nvPr/>
        </p:nvSpPr>
        <p:spPr>
          <a:xfrm>
            <a:off x="5066036" y="3402404"/>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Structured Prompt</a:t>
            </a:r>
            <a:endParaRPr>
              <a:solidFill>
                <a:schemeClr val="lt1"/>
              </a:solidFill>
              <a:latin typeface="Poppins Medium"/>
              <a:ea typeface="Poppins Medium"/>
              <a:cs typeface="Poppins Medium"/>
              <a:sym typeface="Poppins Medium"/>
            </a:endParaRPr>
          </a:p>
        </p:txBody>
      </p:sp>
      <p:sp>
        <p:nvSpPr>
          <p:cNvPr id="2629" name="Google Shape;2629;p532"/>
          <p:cNvSpPr txBox="1"/>
          <p:nvPr/>
        </p:nvSpPr>
        <p:spPr>
          <a:xfrm>
            <a:off x="5009329" y="3624132"/>
            <a:ext cx="30000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Font typeface="Poppins Medium"/>
              <a:buChar char="➔"/>
            </a:pPr>
            <a:r>
              <a:rPr lang="en" sz="1200" u="sng">
                <a:solidFill>
                  <a:schemeClr val="lt1"/>
                </a:solidFill>
                <a:latin typeface="Poppins Medium"/>
                <a:ea typeface="Poppins Medium"/>
                <a:cs typeface="Poppins Medium"/>
                <a:sym typeface="Poppins Medium"/>
                <a:hlinkClick r:id="rId6">
                  <a:extLst>
                    <a:ext uri="{A12FA001-AC4F-418D-AE19-62706E023703}">
                      <ahyp:hlinkClr val="tx"/>
                    </a:ext>
                  </a:extLst>
                </a:hlinkClick>
              </a:rPr>
              <a:t>Link</a:t>
            </a:r>
            <a:endParaRPr sz="1200">
              <a:solidFill>
                <a:schemeClr val="lt1"/>
              </a:solidFill>
              <a:latin typeface="Poppins Medium"/>
              <a:ea typeface="Poppins Medium"/>
              <a:cs typeface="Poppins Medium"/>
              <a:sym typeface="Poppins Medium"/>
            </a:endParaRPr>
          </a:p>
        </p:txBody>
      </p:sp>
      <p:sp>
        <p:nvSpPr>
          <p:cNvPr id="2630" name="Google Shape;2630;p532"/>
          <p:cNvSpPr/>
          <p:nvPr/>
        </p:nvSpPr>
        <p:spPr>
          <a:xfrm>
            <a:off x="0" y="5279250"/>
            <a:ext cx="9144000" cy="4434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sz="1200">
              <a:solidFill>
                <a:schemeClr val="lt1"/>
              </a:solidFill>
              <a:latin typeface="Poppins SemiBold"/>
              <a:ea typeface="Poppins SemiBold"/>
              <a:cs typeface="Poppins SemiBold"/>
              <a:sym typeface="Poppins SemiBold"/>
            </a:endParaRPr>
          </a:p>
        </p:txBody>
      </p:sp>
      <p:pic>
        <p:nvPicPr>
          <p:cNvPr id="2631" name="Google Shape;2631;p532"/>
          <p:cNvPicPr preferRelativeResize="0"/>
          <p:nvPr/>
        </p:nvPicPr>
        <p:blipFill rotWithShape="1">
          <a:blip r:embed="rId7">
            <a:alphaModFix/>
          </a:blip>
          <a:srcRect b="0" l="0" r="0" t="0"/>
          <a:stretch/>
        </p:blipFill>
        <p:spPr>
          <a:xfrm>
            <a:off x="2503256" y="5380521"/>
            <a:ext cx="211475" cy="212225"/>
          </a:xfrm>
          <a:prstGeom prst="rect">
            <a:avLst/>
          </a:prstGeom>
          <a:noFill/>
          <a:ln>
            <a:noFill/>
          </a:ln>
        </p:spPr>
      </p:pic>
      <p:sp>
        <p:nvSpPr>
          <p:cNvPr id="2632" name="Google Shape;2632;p532"/>
          <p:cNvSpPr txBox="1"/>
          <p:nvPr/>
        </p:nvSpPr>
        <p:spPr>
          <a:xfrm>
            <a:off x="2340432" y="5330229"/>
            <a:ext cx="4452600" cy="346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1050">
                <a:solidFill>
                  <a:schemeClr val="lt1"/>
                </a:solidFill>
                <a:latin typeface="Poppins SemiBold"/>
                <a:ea typeface="Poppins SemiBold"/>
                <a:cs typeface="Poppins SemiBold"/>
                <a:sym typeface="Poppins SemiBold"/>
              </a:rPr>
              <a:t>W</a:t>
            </a:r>
            <a:r>
              <a:rPr lang="en" sz="1050">
                <a:solidFill>
                  <a:schemeClr val="lt1"/>
                </a:solidFill>
                <a:latin typeface="Poppins SemiBold"/>
                <a:ea typeface="Poppins SemiBold"/>
                <a:cs typeface="Poppins SemiBold"/>
                <a:sym typeface="Poppins SemiBold"/>
              </a:rPr>
              <a:t>e will explore Prompting in detail in the next module</a:t>
            </a:r>
            <a:endParaRPr sz="1200">
              <a:solidFill>
                <a:schemeClr val="lt1"/>
              </a:solidFill>
              <a:latin typeface="Poppins SemiBold"/>
              <a:ea typeface="Poppins SemiBold"/>
              <a:cs typeface="Poppins SemiBold"/>
              <a:sym typeface="Poppins Semi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6" name="Shape 2636"/>
        <p:cNvGrpSpPr/>
        <p:nvPr/>
      </p:nvGrpSpPr>
      <p:grpSpPr>
        <a:xfrm>
          <a:off x="0" y="0"/>
          <a:ext cx="0" cy="0"/>
          <a:chOff x="0" y="0"/>
          <a:chExt cx="0" cy="0"/>
        </a:xfrm>
      </p:grpSpPr>
      <p:sp>
        <p:nvSpPr>
          <p:cNvPr id="2637" name="Google Shape;2637;p533"/>
          <p:cNvSpPr txBox="1"/>
          <p:nvPr>
            <p:ph type="title"/>
          </p:nvPr>
        </p:nvSpPr>
        <p:spPr>
          <a:xfrm>
            <a:off x="457200" y="4026308"/>
            <a:ext cx="8229600" cy="1231500"/>
          </a:xfrm>
          <a:prstGeom prst="rect">
            <a:avLst/>
          </a:prstGeom>
        </p:spPr>
        <p:txBody>
          <a:bodyPr anchorCtr="0" anchor="b" bIns="0" lIns="0" spcFirstLastPara="1" rIns="0" wrap="square" tIns="0">
            <a:spAutoFit/>
          </a:bodyPr>
          <a:lstStyle/>
          <a:p>
            <a:pPr indent="0" lvl="0" marL="0" marR="0" rtl="0" algn="l">
              <a:lnSpc>
                <a:spcPct val="100000"/>
              </a:lnSpc>
              <a:spcBef>
                <a:spcPts val="0"/>
              </a:spcBef>
              <a:spcAft>
                <a:spcPts val="0"/>
              </a:spcAft>
              <a:buNone/>
            </a:pPr>
            <a:r>
              <a:rPr lang="en" sz="4000"/>
              <a:t>Start Your Final Project and Build With Confidence </a:t>
            </a:r>
            <a:endParaRPr sz="4000"/>
          </a:p>
        </p:txBody>
      </p:sp>
      <p:sp>
        <p:nvSpPr>
          <p:cNvPr id="2638" name="Google Shape;2638;p533"/>
          <p:cNvSpPr txBox="1"/>
          <p:nvPr>
            <p:ph idx="1" type="subTitle"/>
          </p:nvPr>
        </p:nvSpPr>
        <p:spPr>
          <a:xfrm>
            <a:off x="457200" y="3592308"/>
            <a:ext cx="5010300" cy="43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Hands-On Lab</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42" name="Shape 2642"/>
        <p:cNvGrpSpPr/>
        <p:nvPr/>
      </p:nvGrpSpPr>
      <p:grpSpPr>
        <a:xfrm>
          <a:off x="0" y="0"/>
          <a:ext cx="0" cy="0"/>
          <a:chOff x="0" y="0"/>
          <a:chExt cx="0" cy="0"/>
        </a:xfrm>
      </p:grpSpPr>
      <p:sp>
        <p:nvSpPr>
          <p:cNvPr id="2643" name="Google Shape;2643;p534"/>
          <p:cNvSpPr txBox="1"/>
          <p:nvPr>
            <p:ph idx="4294967295" type="body"/>
          </p:nvPr>
        </p:nvSpPr>
        <p:spPr>
          <a:xfrm>
            <a:off x="4572000" y="457200"/>
            <a:ext cx="4114800" cy="4800600"/>
          </a:xfrm>
          <a:prstGeom prst="rect">
            <a:avLst/>
          </a:prstGeom>
          <a:solidFill>
            <a:srgbClr val="FFFFFF">
              <a:alpha val="16000"/>
            </a:srgbClr>
          </a:solidFill>
        </p:spPr>
        <p:txBody>
          <a:bodyPr anchorCtr="0" anchor="b" bIns="457200" lIns="274300" spcFirstLastPara="1" rIns="274300" wrap="square" tIns="91425">
            <a:noAutofit/>
          </a:bodyPr>
          <a:lstStyle/>
          <a:p>
            <a:pPr indent="0" lvl="0" marL="0" rtl="0" algn="l">
              <a:lnSpc>
                <a:spcPct val="115000"/>
              </a:lnSpc>
              <a:spcBef>
                <a:spcPts val="0"/>
              </a:spcBef>
              <a:spcAft>
                <a:spcPts val="0"/>
              </a:spcAft>
              <a:buNone/>
            </a:pPr>
            <a:r>
              <a:rPr lang="en">
                <a:solidFill>
                  <a:schemeClr val="lt1"/>
                </a:solidFill>
                <a:latin typeface="Poppins SemiBold"/>
                <a:ea typeface="Poppins SemiBold"/>
                <a:cs typeface="Poppins SemiBold"/>
                <a:sym typeface="Poppins SemiBold"/>
              </a:rPr>
              <a:t>Steps to follow:</a:t>
            </a:r>
            <a:endParaRPr b="1"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Open the Structured 🔗</a:t>
            </a:r>
            <a:r>
              <a:rPr b="1" lang="en" sz="1000" u="sng">
                <a:solidFill>
                  <a:schemeClr val="accent4"/>
                </a:solidFill>
              </a:rPr>
              <a:t> </a:t>
            </a:r>
            <a:r>
              <a:rPr b="1" lang="en" sz="1000" u="sng">
                <a:solidFill>
                  <a:schemeClr val="accent4"/>
                </a:solidFill>
                <a:hlinkClick r:id="rId3">
                  <a:extLst>
                    <a:ext uri="{A12FA001-AC4F-418D-AE19-62706E023703}">
                      <ahyp:hlinkClr val="tx"/>
                    </a:ext>
                  </a:extLst>
                </a:hlinkClick>
              </a:rPr>
              <a:t>Prompt Builder</a:t>
            </a:r>
            <a:r>
              <a:rPr lang="en" sz="1000">
                <a:solidFill>
                  <a:schemeClr val="lt1"/>
                </a:solidFill>
              </a:rPr>
              <a:t> and paste your scenario brief, user quotes, and metrics into Block 1 to provide the AI with its core "Context."</a:t>
            </a:r>
            <a:endParaRPr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Drop your screenshot into Block 2 and specify whether the AI should match the layout, density, or visual style of your Visual Reference.</a:t>
            </a:r>
            <a:endParaRPr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Translate your Validation Brief into Block 3 by pasting your hypothesis and kill switch to set the functional guardrails for the build.</a:t>
            </a:r>
            <a:endParaRPr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Define your output screens in Block 4, then click "Copy Prompt." Use an LLM to refine your mega-prompt and find any logic holes. </a:t>
            </a:r>
            <a:endParaRPr sz="1000">
              <a:solidFill>
                <a:schemeClr val="lt1"/>
              </a:solidFill>
            </a:endParaRPr>
          </a:p>
          <a:p>
            <a:pPr indent="-292100" lvl="0" marL="457200" rtl="0" algn="l">
              <a:spcBef>
                <a:spcPts val="1000"/>
              </a:spcBef>
              <a:spcAft>
                <a:spcPts val="1000"/>
              </a:spcAft>
              <a:buClr>
                <a:schemeClr val="lt1"/>
              </a:buClr>
              <a:buSzPts val="1000"/>
              <a:buFont typeface="Poppins SemiBold"/>
              <a:buAutoNum type="arabicPeriod"/>
            </a:pPr>
            <a:r>
              <a:rPr lang="en" sz="1000">
                <a:solidFill>
                  <a:schemeClr val="lt1"/>
                </a:solidFill>
              </a:rPr>
              <a:t>When ready, take your finalized  mega-prompt into Lovable and trigger the build.</a:t>
            </a:r>
            <a:br>
              <a:rPr lang="en" sz="1000">
                <a:solidFill>
                  <a:schemeClr val="lt1"/>
                </a:solidFill>
              </a:rPr>
            </a:br>
            <a:endParaRPr sz="900">
              <a:solidFill>
                <a:schemeClr val="lt1"/>
              </a:solidFill>
            </a:endParaRPr>
          </a:p>
        </p:txBody>
      </p:sp>
      <p:sp>
        <p:nvSpPr>
          <p:cNvPr id="2644" name="Google Shape;2644;p534"/>
          <p:cNvSpPr txBox="1"/>
          <p:nvPr/>
        </p:nvSpPr>
        <p:spPr>
          <a:xfrm>
            <a:off x="457200" y="5080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Individual Exercise</a:t>
            </a:r>
            <a:endParaRPr sz="1600">
              <a:solidFill>
                <a:srgbClr val="60A5FA"/>
              </a:solidFill>
              <a:latin typeface="Poppins SemiBold"/>
              <a:ea typeface="Poppins SemiBold"/>
              <a:cs typeface="Poppins SemiBold"/>
              <a:sym typeface="Poppins SemiBold"/>
            </a:endParaRPr>
          </a:p>
        </p:txBody>
      </p:sp>
      <p:sp>
        <p:nvSpPr>
          <p:cNvPr id="2645" name="Google Shape;2645;p534"/>
          <p:cNvSpPr txBox="1"/>
          <p:nvPr/>
        </p:nvSpPr>
        <p:spPr>
          <a:xfrm>
            <a:off x="457200" y="964528"/>
            <a:ext cx="36615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400">
                <a:solidFill>
                  <a:schemeClr val="lt1"/>
                </a:solidFill>
                <a:latin typeface="Poppins Medium"/>
                <a:ea typeface="Poppins Medium"/>
                <a:cs typeface="Poppins Medium"/>
                <a:sym typeface="Poppins Medium"/>
              </a:rPr>
              <a:t>Start Your Final Project and Build With Confidence</a:t>
            </a:r>
            <a:endParaRPr sz="2400">
              <a:solidFill>
                <a:schemeClr val="lt1"/>
              </a:solidFill>
              <a:latin typeface="Poppins Medium"/>
              <a:ea typeface="Poppins Medium"/>
              <a:cs typeface="Poppins Medium"/>
              <a:sym typeface="Poppins Medium"/>
            </a:endParaRPr>
          </a:p>
          <a:p>
            <a:pPr indent="0" lvl="0" marL="0" rtl="0" algn="l">
              <a:lnSpc>
                <a:spcPct val="100000"/>
              </a:lnSpc>
              <a:spcBef>
                <a:spcPts val="0"/>
              </a:spcBef>
              <a:spcAft>
                <a:spcPts val="0"/>
              </a:spcAft>
              <a:buNone/>
            </a:pPr>
            <a:r>
              <a:t/>
            </a:r>
            <a:endParaRPr sz="2400">
              <a:solidFill>
                <a:schemeClr val="lt1"/>
              </a:solidFill>
              <a:latin typeface="Poppins Medium"/>
              <a:ea typeface="Poppins Medium"/>
              <a:cs typeface="Poppins Medium"/>
              <a:sym typeface="Poppins Medium"/>
            </a:endParaRPr>
          </a:p>
        </p:txBody>
      </p:sp>
      <p:sp>
        <p:nvSpPr>
          <p:cNvPr id="2646" name="Google Shape;2646;p534"/>
          <p:cNvSpPr txBox="1"/>
          <p:nvPr/>
        </p:nvSpPr>
        <p:spPr>
          <a:xfrm>
            <a:off x="457200" y="2364725"/>
            <a:ext cx="3661500" cy="9588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chemeClr val="lt2"/>
                </a:solidFill>
                <a:latin typeface="Poppins SemiBold"/>
                <a:ea typeface="Poppins SemiBold"/>
                <a:cs typeface="Poppins SemiBold"/>
                <a:sym typeface="Poppins SemiBold"/>
              </a:rPr>
              <a:t>In this hands-on lab, </a:t>
            </a:r>
            <a:r>
              <a:rPr lang="en">
                <a:solidFill>
                  <a:schemeClr val="lt2"/>
                </a:solidFill>
                <a:latin typeface="Poppins SemiBold"/>
                <a:ea typeface="Poppins SemiBold"/>
                <a:cs typeface="Poppins SemiBold"/>
                <a:sym typeface="Poppins SemiBold"/>
              </a:rPr>
              <a:t>you’ll apply structured orchestration to your project scenario and return to the build to inject the context you’ve gathered.</a:t>
            </a:r>
            <a:endParaRPr>
              <a:solidFill>
                <a:schemeClr val="lt2"/>
              </a:solidFill>
              <a:latin typeface="Poppins SemiBold"/>
              <a:ea typeface="Poppins SemiBold"/>
              <a:cs typeface="Poppins SemiBold"/>
              <a:sym typeface="Poppins SemiBold"/>
            </a:endParaRPr>
          </a:p>
        </p:txBody>
      </p:sp>
      <p:sp>
        <p:nvSpPr>
          <p:cNvPr id="2647" name="Google Shape;2647;p534"/>
          <p:cNvSpPr txBox="1"/>
          <p:nvPr/>
        </p:nvSpPr>
        <p:spPr>
          <a:xfrm>
            <a:off x="457200" y="3505749"/>
            <a:ext cx="3661500" cy="9501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chemeClr val="accent4"/>
              </a:buClr>
              <a:buSzPts val="1200"/>
              <a:buFont typeface="Lato"/>
              <a:buChar char="→"/>
            </a:pPr>
            <a:r>
              <a:rPr lang="en" sz="1200">
                <a:solidFill>
                  <a:schemeClr val="lt2"/>
                </a:solidFill>
                <a:latin typeface="Lato"/>
                <a:ea typeface="Lato"/>
                <a:cs typeface="Lato"/>
                <a:sym typeface="Lato"/>
              </a:rPr>
              <a:t>Your goal is to use your validation brief and real user data to prove that intent drives a more strategic prototype output.</a:t>
            </a:r>
            <a:endParaRPr sz="1200">
              <a:solidFill>
                <a:schemeClr val="lt2"/>
              </a:solidFill>
              <a:latin typeface="Lato"/>
              <a:ea typeface="Lato"/>
              <a:cs typeface="Lato"/>
              <a:sym typeface="Lato"/>
            </a:endParaRPr>
          </a:p>
          <a:p>
            <a:pPr indent="-304800" lvl="0" marL="457200" rtl="0" algn="l">
              <a:lnSpc>
                <a:spcPct val="115000"/>
              </a:lnSpc>
              <a:spcBef>
                <a:spcPts val="1000"/>
              </a:spcBef>
              <a:spcAft>
                <a:spcPts val="0"/>
              </a:spcAft>
              <a:buClr>
                <a:schemeClr val="accent4"/>
              </a:buClr>
              <a:buSzPts val="1200"/>
              <a:buFont typeface="Lato"/>
              <a:buChar char="→"/>
            </a:pPr>
            <a:r>
              <a:rPr lang="en" sz="1200">
                <a:solidFill>
                  <a:schemeClr val="lt2"/>
                </a:solidFill>
                <a:latin typeface="Lato"/>
                <a:ea typeface="Lato"/>
                <a:cs typeface="Lato"/>
                <a:sym typeface="Lato"/>
              </a:rPr>
              <a:t>Keep in mind: This is a </a:t>
            </a:r>
            <a:r>
              <a:rPr b="1" lang="en" sz="1200">
                <a:solidFill>
                  <a:schemeClr val="lt2"/>
                </a:solidFill>
                <a:latin typeface="Lato"/>
                <a:ea typeface="Lato"/>
                <a:cs typeface="Lato"/>
                <a:sym typeface="Lato"/>
              </a:rPr>
              <a:t>solo build.</a:t>
            </a:r>
            <a:endParaRPr b="1" sz="1200">
              <a:solidFill>
                <a:schemeClr val="lt2"/>
              </a:solidFill>
              <a:latin typeface="Lato"/>
              <a:ea typeface="Lato"/>
              <a:cs typeface="Lato"/>
              <a:sym typeface="Lato"/>
            </a:endParaRPr>
          </a:p>
        </p:txBody>
      </p:sp>
      <p:sp>
        <p:nvSpPr>
          <p:cNvPr id="2648" name="Google Shape;2648;p534"/>
          <p:cNvSpPr/>
          <p:nvPr/>
        </p:nvSpPr>
        <p:spPr>
          <a:xfrm>
            <a:off x="4850800" y="765575"/>
            <a:ext cx="12180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LAB</a:t>
            </a:r>
            <a:r>
              <a:rPr lang="en" sz="1100">
                <a:solidFill>
                  <a:srgbClr val="FFFFFF"/>
                </a:solidFill>
                <a:latin typeface="Poppins SemiBold"/>
                <a:ea typeface="Poppins SemiBold"/>
                <a:cs typeface="Poppins SemiBold"/>
                <a:sym typeface="Poppins SemiBold"/>
              </a:rPr>
              <a:t> EXERCISE</a:t>
            </a:r>
            <a:endParaRPr sz="1100">
              <a:solidFill>
                <a:srgbClr val="FFFFFF"/>
              </a:solidFill>
              <a:latin typeface="Poppins SemiBold"/>
              <a:ea typeface="Poppins SemiBold"/>
              <a:cs typeface="Poppins SemiBold"/>
              <a:sym typeface="Poppins SemiBold"/>
            </a:endParaRPr>
          </a:p>
        </p:txBody>
      </p:sp>
      <p:grpSp>
        <p:nvGrpSpPr>
          <p:cNvPr id="2649" name="Google Shape;2649;p534"/>
          <p:cNvGrpSpPr/>
          <p:nvPr/>
        </p:nvGrpSpPr>
        <p:grpSpPr>
          <a:xfrm>
            <a:off x="7250711" y="758362"/>
            <a:ext cx="1157276" cy="307747"/>
            <a:chOff x="4859149" y="597592"/>
            <a:chExt cx="1157276" cy="276975"/>
          </a:xfrm>
        </p:grpSpPr>
        <p:sp>
          <p:nvSpPr>
            <p:cNvPr id="2650" name="Google Shape;2650;p534"/>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lt1"/>
                  </a:solidFill>
                  <a:latin typeface="Lato"/>
                  <a:ea typeface="Lato"/>
                  <a:cs typeface="Lato"/>
                  <a:sym typeface="Lato"/>
                </a:rPr>
                <a:t>3</a:t>
              </a:r>
              <a:r>
                <a:rPr lang="en" sz="1200">
                  <a:solidFill>
                    <a:schemeClr val="lt1"/>
                  </a:solidFill>
                  <a:latin typeface="Lato"/>
                  <a:ea typeface="Lato"/>
                  <a:cs typeface="Lato"/>
                  <a:sym typeface="Lato"/>
                </a:rPr>
                <a:t>0 minutes </a:t>
              </a:r>
              <a:endParaRPr sz="1200">
                <a:solidFill>
                  <a:schemeClr val="lt1"/>
                </a:solidFill>
                <a:latin typeface="Lato"/>
                <a:ea typeface="Lato"/>
                <a:cs typeface="Lato"/>
                <a:sym typeface="Lato"/>
              </a:endParaRPr>
            </a:p>
          </p:txBody>
        </p:sp>
        <p:pic>
          <p:nvPicPr>
            <p:cNvPr id="2651" name="Google Shape;2651;p534"/>
            <p:cNvPicPr preferRelativeResize="0"/>
            <p:nvPr/>
          </p:nvPicPr>
          <p:blipFill rotWithShape="1">
            <a:blip r:embed="rId4">
              <a:alphaModFix/>
            </a:blip>
            <a:srcRect b="-9877" l="0" r="0" t="-1222"/>
            <a:stretch/>
          </p:blipFill>
          <p:spPr>
            <a:xfrm>
              <a:off x="4859149" y="597592"/>
              <a:ext cx="277007" cy="276975"/>
            </a:xfrm>
            <a:prstGeom prst="rect">
              <a:avLst/>
            </a:prstGeom>
            <a:noFill/>
            <a:ln>
              <a:noFill/>
            </a:ln>
          </p:spPr>
        </p:pic>
      </p:grpSp>
      <p:sp>
        <p:nvSpPr>
          <p:cNvPr id="2652" name="Google Shape;2652;p534"/>
          <p:cNvSpPr/>
          <p:nvPr/>
        </p:nvSpPr>
        <p:spPr>
          <a:xfrm>
            <a:off x="4572000" y="4797375"/>
            <a:ext cx="4114800" cy="460200"/>
          </a:xfrm>
          <a:prstGeom prst="roundRect">
            <a:avLst>
              <a:gd fmla="val 4227" name="adj"/>
            </a:avLst>
          </a:prstGeom>
          <a:solidFill>
            <a:srgbClr val="1241AF"/>
          </a:solidFill>
          <a:ln cap="flat" cmpd="sng" w="9525">
            <a:solidFill>
              <a:schemeClr val="accent2"/>
            </a:solidFill>
            <a:prstDash val="solid"/>
            <a:round/>
            <a:headEnd len="sm" w="sm" type="none"/>
            <a:tailEnd len="sm" w="sm" type="none"/>
          </a:ln>
        </p:spPr>
        <p:txBody>
          <a:bodyPr anchorCtr="0" anchor="ctr" bIns="94800" lIns="182875" spcFirstLastPara="1" rIns="94800" wrap="square" tIns="94800">
            <a:noAutofit/>
          </a:bodyPr>
          <a:lstStyle/>
          <a:p>
            <a:pPr indent="0" lvl="0" marL="0" marR="0" rtl="0" algn="l">
              <a:lnSpc>
                <a:spcPct val="100000"/>
              </a:lnSpc>
              <a:spcBef>
                <a:spcPts val="0"/>
              </a:spcBef>
              <a:spcAft>
                <a:spcPts val="0"/>
              </a:spcAft>
              <a:buNone/>
            </a:pPr>
            <a:r>
              <a:rPr lang="en" sz="850">
                <a:solidFill>
                  <a:schemeClr val="lt2"/>
                </a:solidFill>
                <a:latin typeface="Poppins Medium"/>
                <a:ea typeface="Poppins Medium"/>
                <a:cs typeface="Poppins Medium"/>
                <a:sym typeface="Poppins Medium"/>
              </a:rPr>
              <a:t>✍️  Return to your exercise guide from </a:t>
            </a:r>
            <a:r>
              <a:rPr lang="en" sz="850">
                <a:solidFill>
                  <a:schemeClr val="lt2"/>
                </a:solidFill>
                <a:latin typeface="Poppins Medium"/>
                <a:ea typeface="Poppins Medium"/>
                <a:cs typeface="Poppins Medium"/>
                <a:sym typeface="Poppins Medium"/>
              </a:rPr>
              <a:t>earlier</a:t>
            </a:r>
            <a:r>
              <a:rPr lang="en" sz="850">
                <a:solidFill>
                  <a:schemeClr val="lt2"/>
                </a:solidFill>
                <a:latin typeface="Poppins Medium"/>
                <a:ea typeface="Poppins Medium"/>
                <a:cs typeface="Poppins Medium"/>
                <a:sym typeface="Poppins Medium"/>
              </a:rPr>
              <a:t> to </a:t>
            </a:r>
            <a:r>
              <a:rPr lang="en" sz="850">
                <a:solidFill>
                  <a:schemeClr val="lt2"/>
                </a:solidFill>
                <a:latin typeface="Poppins Medium"/>
                <a:ea typeface="Poppins Medium"/>
                <a:cs typeface="Poppins Medium"/>
                <a:sym typeface="Poppins Medium"/>
              </a:rPr>
              <a:t>complete</a:t>
            </a:r>
            <a:r>
              <a:rPr lang="en" sz="850">
                <a:solidFill>
                  <a:schemeClr val="lt2"/>
                </a:solidFill>
                <a:latin typeface="Poppins Medium"/>
                <a:ea typeface="Poppins Medium"/>
                <a:cs typeface="Poppins Medium"/>
                <a:sym typeface="Poppins Medium"/>
              </a:rPr>
              <a:t> this lab</a:t>
            </a:r>
            <a:endParaRPr b="1" sz="850">
              <a:solidFill>
                <a:schemeClr val="lt1"/>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6" name="Shape 2656"/>
        <p:cNvGrpSpPr/>
        <p:nvPr/>
      </p:nvGrpSpPr>
      <p:grpSpPr>
        <a:xfrm>
          <a:off x="0" y="0"/>
          <a:ext cx="0" cy="0"/>
          <a:chOff x="0" y="0"/>
          <a:chExt cx="0" cy="0"/>
        </a:xfrm>
      </p:grpSpPr>
      <p:sp>
        <p:nvSpPr>
          <p:cNvPr id="2657" name="Google Shape;2657;p535"/>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After 3 minutes of silent exploration, discuss the following. Then swap roles and repeat:</a:t>
            </a:r>
            <a:endParaRPr sz="1200"/>
          </a:p>
          <a:p>
            <a:pPr indent="-292100" lvl="0" marL="457200" rtl="0" algn="l">
              <a:spcBef>
                <a:spcPts val="1000"/>
              </a:spcBef>
              <a:spcAft>
                <a:spcPts val="0"/>
              </a:spcAft>
              <a:buSzPts val="1000"/>
              <a:buFont typeface="Poppins"/>
              <a:buAutoNum type="arabicPeriod"/>
            </a:pPr>
            <a:r>
              <a:rPr lang="en" sz="1200"/>
              <a:t>What do you think the core hypothesis or kill switch was?</a:t>
            </a:r>
            <a:endParaRPr sz="1200"/>
          </a:p>
          <a:p>
            <a:pPr indent="-292100" lvl="0" marL="457200" rtl="0" algn="l">
              <a:spcBef>
                <a:spcPts val="1000"/>
              </a:spcBef>
              <a:spcAft>
                <a:spcPts val="0"/>
              </a:spcAft>
              <a:buSzPts val="1000"/>
              <a:buFont typeface="Poppins"/>
              <a:buAutoNum type="arabicPeriod"/>
            </a:pPr>
            <a:r>
              <a:rPr lang="en" sz="1200"/>
              <a:t>Where did the experience lose credibility?</a:t>
            </a:r>
            <a:endParaRPr sz="1200"/>
          </a:p>
          <a:p>
            <a:pPr indent="-292100" lvl="0" marL="457200" rtl="0" algn="l">
              <a:spcBef>
                <a:spcPts val="1000"/>
              </a:spcBef>
              <a:spcAft>
                <a:spcPts val="1000"/>
              </a:spcAft>
              <a:buSzPts val="1000"/>
              <a:buFont typeface="Poppins"/>
              <a:buAutoNum type="arabicPeriod"/>
            </a:pPr>
            <a:r>
              <a:rPr lang="en" sz="1200"/>
              <a:t>Did the data make you feel like you were using a real product?</a:t>
            </a:r>
            <a:endParaRPr sz="1000"/>
          </a:p>
        </p:txBody>
      </p:sp>
      <p:sp>
        <p:nvSpPr>
          <p:cNvPr id="2658" name="Google Shape;2658;p535"/>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Breakout Group Exercise</a:t>
            </a:r>
            <a:endParaRPr sz="1600">
              <a:solidFill>
                <a:srgbClr val="60A5FA"/>
              </a:solidFill>
              <a:latin typeface="Poppins SemiBold"/>
              <a:ea typeface="Poppins SemiBold"/>
              <a:cs typeface="Poppins SemiBold"/>
              <a:sym typeface="Poppins SemiBold"/>
            </a:endParaRPr>
          </a:p>
        </p:txBody>
      </p:sp>
      <p:sp>
        <p:nvSpPr>
          <p:cNvPr id="2659" name="Google Shape;2659;p535"/>
          <p:cNvSpPr txBox="1"/>
          <p:nvPr/>
        </p:nvSpPr>
        <p:spPr>
          <a:xfrm>
            <a:off x="457200" y="926546"/>
            <a:ext cx="3661500" cy="985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Show and Swap Your Prototype</a:t>
            </a:r>
            <a:endParaRPr sz="3200">
              <a:solidFill>
                <a:srgbClr val="07182C"/>
              </a:solidFill>
              <a:latin typeface="Poppins Medium"/>
              <a:ea typeface="Poppins Medium"/>
              <a:cs typeface="Poppins Medium"/>
              <a:sym typeface="Poppins Medium"/>
            </a:endParaRPr>
          </a:p>
        </p:txBody>
      </p:sp>
      <p:grpSp>
        <p:nvGrpSpPr>
          <p:cNvPr id="2660" name="Google Shape;2660;p535"/>
          <p:cNvGrpSpPr/>
          <p:nvPr/>
        </p:nvGrpSpPr>
        <p:grpSpPr>
          <a:xfrm>
            <a:off x="7250711" y="758362"/>
            <a:ext cx="1157276" cy="307747"/>
            <a:chOff x="4859149" y="597592"/>
            <a:chExt cx="1157276" cy="276975"/>
          </a:xfrm>
        </p:grpSpPr>
        <p:sp>
          <p:nvSpPr>
            <p:cNvPr id="2661" name="Google Shape;2661;p535"/>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10 minutes </a:t>
              </a:r>
              <a:endParaRPr sz="1200">
                <a:solidFill>
                  <a:schemeClr val="accent1"/>
                </a:solidFill>
                <a:latin typeface="Lato"/>
                <a:ea typeface="Lato"/>
                <a:cs typeface="Lato"/>
                <a:sym typeface="Lato"/>
              </a:endParaRPr>
            </a:p>
          </p:txBody>
        </p:sp>
        <p:pic>
          <p:nvPicPr>
            <p:cNvPr id="2662" name="Google Shape;2662;p535"/>
            <p:cNvPicPr preferRelativeResize="0"/>
            <p:nvPr/>
          </p:nvPicPr>
          <p:blipFill rotWithShape="1">
            <a:blip r:embed="rId3">
              <a:alphaModFix/>
            </a:blip>
            <a:srcRect b="-9877" l="0" r="0" t="-1222"/>
            <a:stretch/>
          </p:blipFill>
          <p:spPr>
            <a:xfrm>
              <a:off x="4859149" y="597592"/>
              <a:ext cx="277007" cy="276975"/>
            </a:xfrm>
            <a:prstGeom prst="rect">
              <a:avLst/>
            </a:prstGeom>
            <a:noFill/>
            <a:ln>
              <a:noFill/>
            </a:ln>
          </p:spPr>
        </p:pic>
      </p:grpSp>
      <p:sp>
        <p:nvSpPr>
          <p:cNvPr id="2663" name="Google Shape;2663;p535"/>
          <p:cNvSpPr/>
          <p:nvPr/>
        </p:nvSpPr>
        <p:spPr>
          <a:xfrm>
            <a:off x="4850800" y="765575"/>
            <a:ext cx="20181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FEEDBACK DISCUSSION</a:t>
            </a:r>
            <a:endParaRPr sz="1100">
              <a:solidFill>
                <a:srgbClr val="FFFFFF"/>
              </a:solidFill>
              <a:latin typeface="Poppins SemiBold"/>
              <a:ea typeface="Poppins SemiBold"/>
              <a:cs typeface="Poppins SemiBold"/>
              <a:sym typeface="Poppins SemiBold"/>
            </a:endParaRPr>
          </a:p>
        </p:txBody>
      </p:sp>
      <p:sp>
        <p:nvSpPr>
          <p:cNvPr id="2664" name="Google Shape;2664;p535"/>
          <p:cNvSpPr txBox="1"/>
          <p:nvPr/>
        </p:nvSpPr>
        <p:spPr>
          <a:xfrm>
            <a:off x="457200" y="3860954"/>
            <a:ext cx="3661500" cy="11625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Swap prototype links in the chat.</a:t>
            </a:r>
            <a:endParaRPr sz="1200">
              <a:solidFill>
                <a:srgbClr val="737373"/>
              </a:solidFill>
              <a:latin typeface="Lato"/>
              <a:ea typeface="Lato"/>
              <a:cs typeface="Lato"/>
              <a:sym typeface="Lato"/>
            </a:endParaRPr>
          </a:p>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Explore your partner’s build silently for 3 minutes without providing or receiving any verbal context. Ask your discussion questions, take notes on their answer, then swap roles.</a:t>
            </a:r>
            <a:endParaRPr sz="1200">
              <a:solidFill>
                <a:srgbClr val="737373"/>
              </a:solidFill>
              <a:latin typeface="Lato"/>
              <a:ea typeface="Lato"/>
              <a:cs typeface="Lato"/>
              <a:sym typeface="Lato"/>
            </a:endParaRPr>
          </a:p>
        </p:txBody>
      </p:sp>
      <p:sp>
        <p:nvSpPr>
          <p:cNvPr id="2665" name="Google Shape;2665;p535"/>
          <p:cNvSpPr txBox="1"/>
          <p:nvPr/>
        </p:nvSpPr>
        <p:spPr>
          <a:xfrm>
            <a:off x="457200" y="2134850"/>
            <a:ext cx="3661500" cy="14547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To reflect upon what you’ve built, pair up with a peer and experience their prototype as a real user. This mirrors actual user behavior and allows you to gather raw feedback on whether your your intent translated into a valid test.</a:t>
            </a:r>
            <a:endParaRPr>
              <a:solidFill>
                <a:srgbClr val="737373"/>
              </a:solidFill>
              <a:latin typeface="Poppins SemiBold"/>
              <a:ea typeface="Poppins SemiBold"/>
              <a:cs typeface="Poppins SemiBold"/>
              <a:sym typeface="Poppins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9" name="Shape 2669"/>
        <p:cNvGrpSpPr/>
        <p:nvPr/>
      </p:nvGrpSpPr>
      <p:grpSpPr>
        <a:xfrm>
          <a:off x="0" y="0"/>
          <a:ext cx="0" cy="0"/>
          <a:chOff x="0" y="0"/>
          <a:chExt cx="0" cy="0"/>
        </a:xfrm>
      </p:grpSpPr>
      <p:sp>
        <p:nvSpPr>
          <p:cNvPr id="2670" name="Google Shape;2670;p536"/>
          <p:cNvSpPr/>
          <p:nvPr/>
        </p:nvSpPr>
        <p:spPr>
          <a:xfrm>
            <a:off x="4034125" y="75025"/>
            <a:ext cx="5032500" cy="5552400"/>
          </a:xfrm>
          <a:prstGeom prst="roundRect">
            <a:avLst>
              <a:gd fmla="val 1381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71" name="Google Shape;2671;p536"/>
          <p:cNvSpPr/>
          <p:nvPr/>
        </p:nvSpPr>
        <p:spPr>
          <a:xfrm rot="5400000">
            <a:off x="-797950" y="885250"/>
            <a:ext cx="5539800" cy="3944400"/>
          </a:xfrm>
          <a:prstGeom prst="round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72" name="Google Shape;2672;p536"/>
          <p:cNvSpPr txBox="1"/>
          <p:nvPr>
            <p:ph idx="1" type="subTitle"/>
          </p:nvPr>
        </p:nvSpPr>
        <p:spPr>
          <a:xfrm>
            <a:off x="457200" y="508000"/>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Quick Debrief</a:t>
            </a:r>
            <a:endParaRPr/>
          </a:p>
        </p:txBody>
      </p:sp>
      <p:sp>
        <p:nvSpPr>
          <p:cNvPr id="2673" name="Google Shape;2673;p536"/>
          <p:cNvSpPr txBox="1"/>
          <p:nvPr>
            <p:ph idx="2" type="title"/>
          </p:nvPr>
        </p:nvSpPr>
        <p:spPr>
          <a:xfrm>
            <a:off x="457200" y="1955128"/>
            <a:ext cx="3661500" cy="1924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rPr>
              <a:t>Prototype-</a:t>
            </a:r>
            <a:br>
              <a:rPr lang="en">
                <a:solidFill>
                  <a:schemeClr val="lt1"/>
                </a:solidFill>
              </a:rPr>
            </a:br>
            <a:r>
              <a:rPr lang="en">
                <a:solidFill>
                  <a:schemeClr val="lt1"/>
                </a:solidFill>
              </a:rPr>
              <a:t>Readiness </a:t>
            </a:r>
            <a:br>
              <a:rPr lang="en">
                <a:solidFill>
                  <a:schemeClr val="lt1"/>
                </a:solidFill>
              </a:rPr>
            </a:br>
            <a:r>
              <a:rPr lang="en">
                <a:solidFill>
                  <a:schemeClr val="lt1"/>
                </a:solidFill>
              </a:rPr>
              <a:t>Score Statement</a:t>
            </a:r>
            <a:endParaRPr>
              <a:solidFill>
                <a:schemeClr val="lt1"/>
              </a:solidFill>
            </a:endParaRPr>
          </a:p>
          <a:p>
            <a:pPr indent="0" lvl="0" marL="0" rtl="0" algn="l">
              <a:lnSpc>
                <a:spcPct val="100000"/>
              </a:lnSpc>
              <a:spcBef>
                <a:spcPts val="0"/>
              </a:spcBef>
              <a:spcAft>
                <a:spcPts val="0"/>
              </a:spcAft>
              <a:buNone/>
            </a:pPr>
            <a:r>
              <a:t/>
            </a:r>
            <a:endParaRPr sz="3200">
              <a:solidFill>
                <a:schemeClr val="lt1"/>
              </a:solidFill>
            </a:endParaRPr>
          </a:p>
        </p:txBody>
      </p:sp>
      <p:sp>
        <p:nvSpPr>
          <p:cNvPr id="2674" name="Google Shape;2674;p536"/>
          <p:cNvSpPr/>
          <p:nvPr/>
        </p:nvSpPr>
        <p:spPr>
          <a:xfrm>
            <a:off x="457200" y="3592125"/>
            <a:ext cx="1548000" cy="310500"/>
          </a:xfrm>
          <a:prstGeom prst="roundRect">
            <a:avLst>
              <a:gd fmla="val 23345" name="adj"/>
            </a:avLst>
          </a:prstGeom>
          <a:solidFill>
            <a:schemeClr val="lt1"/>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1241AF"/>
                </a:solidFill>
                <a:latin typeface="Poppins SemiBold"/>
                <a:ea typeface="Poppins SemiBold"/>
                <a:cs typeface="Poppins SemiBold"/>
                <a:sym typeface="Poppins SemiBold"/>
              </a:rPr>
              <a:t>POST ON SLACK</a:t>
            </a:r>
            <a:endParaRPr sz="1000">
              <a:solidFill>
                <a:srgbClr val="1241AF"/>
              </a:solidFill>
              <a:latin typeface="Poppins SemiBold"/>
              <a:ea typeface="Poppins SemiBold"/>
              <a:cs typeface="Poppins SemiBold"/>
              <a:sym typeface="Poppins SemiBold"/>
            </a:endParaRPr>
          </a:p>
        </p:txBody>
      </p:sp>
      <p:sp>
        <p:nvSpPr>
          <p:cNvPr id="2675" name="Google Shape;2675;p536"/>
          <p:cNvSpPr/>
          <p:nvPr/>
        </p:nvSpPr>
        <p:spPr>
          <a:xfrm>
            <a:off x="2087875" y="3553074"/>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pic>
        <p:nvPicPr>
          <p:cNvPr id="2676" name="Google Shape;2676;p536" title="slack-icon-icon-sm.png"/>
          <p:cNvPicPr preferRelativeResize="0"/>
          <p:nvPr/>
        </p:nvPicPr>
        <p:blipFill>
          <a:blip r:embed="rId3">
            <a:alphaModFix/>
          </a:blip>
          <a:stretch>
            <a:fillRect/>
          </a:stretch>
        </p:blipFill>
        <p:spPr>
          <a:xfrm>
            <a:off x="2172288" y="3638088"/>
            <a:ext cx="255975" cy="255975"/>
          </a:xfrm>
          <a:prstGeom prst="rect">
            <a:avLst/>
          </a:prstGeom>
          <a:noFill/>
          <a:ln>
            <a:noFill/>
          </a:ln>
        </p:spPr>
      </p:pic>
      <p:sp>
        <p:nvSpPr>
          <p:cNvPr id="2677" name="Google Shape;2677;p536"/>
          <p:cNvSpPr txBox="1"/>
          <p:nvPr/>
        </p:nvSpPr>
        <p:spPr>
          <a:xfrm>
            <a:off x="5142975" y="1319500"/>
            <a:ext cx="3000000" cy="373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Font typeface="Arial"/>
              <a:buNone/>
            </a:pPr>
            <a:r>
              <a:rPr lang="en" sz="1200">
                <a:solidFill>
                  <a:schemeClr val="accent4"/>
                </a:solidFill>
                <a:latin typeface="Poppins SemiBold"/>
                <a:ea typeface="Poppins SemiBold"/>
                <a:cs typeface="Poppins SemiBold"/>
                <a:sym typeface="Poppins SemiBold"/>
              </a:rPr>
              <a:t>IN ONE SENTENCE:</a:t>
            </a:r>
            <a:endParaRPr sz="1200">
              <a:solidFill>
                <a:schemeClr val="accent4"/>
              </a:solidFill>
              <a:latin typeface="Poppins SemiBold"/>
              <a:ea typeface="Poppins SemiBold"/>
              <a:cs typeface="Poppins SemiBold"/>
              <a:sym typeface="Poppins SemiBold"/>
            </a:endParaRPr>
          </a:p>
          <a:p>
            <a:pPr indent="0" lvl="0" marL="0" rtl="0" algn="ctr">
              <a:spcBef>
                <a:spcPts val="1000"/>
              </a:spcBef>
              <a:spcAft>
                <a:spcPts val="0"/>
              </a:spcAft>
              <a:buClr>
                <a:srgbClr val="000000"/>
              </a:buClr>
              <a:buFont typeface="Arial"/>
              <a:buNone/>
            </a:pPr>
            <a:r>
              <a:rPr lang="en">
                <a:solidFill>
                  <a:schemeClr val="accent2"/>
                </a:solidFill>
                <a:latin typeface="Lato"/>
                <a:ea typeface="Lato"/>
                <a:cs typeface="Lato"/>
                <a:sym typeface="Lato"/>
              </a:rPr>
              <a:t>Score your </a:t>
            </a:r>
            <a:r>
              <a:rPr b="1" lang="en">
                <a:solidFill>
                  <a:schemeClr val="accent2"/>
                </a:solidFill>
                <a:latin typeface="Lato"/>
                <a:ea typeface="Lato"/>
                <a:cs typeface="Lato"/>
                <a:sym typeface="Lato"/>
              </a:rPr>
              <a:t>M2 prototype from 1-5 </a:t>
            </a:r>
            <a:r>
              <a:rPr lang="en">
                <a:solidFill>
                  <a:schemeClr val="accent2"/>
                </a:solidFill>
                <a:latin typeface="Lato"/>
                <a:ea typeface="Lato"/>
                <a:cs typeface="Lato"/>
                <a:sym typeface="Lato"/>
              </a:rPr>
              <a:t>and</a:t>
            </a:r>
            <a:r>
              <a:rPr b="1" lang="en">
                <a:solidFill>
                  <a:schemeClr val="accent2"/>
                </a:solidFill>
                <a:latin typeface="Lato"/>
                <a:ea typeface="Lato"/>
                <a:cs typeface="Lato"/>
                <a:sym typeface="Lato"/>
              </a:rPr>
              <a:t> explain wh</a:t>
            </a:r>
            <a:r>
              <a:rPr b="1" lang="en">
                <a:solidFill>
                  <a:schemeClr val="accent2"/>
                </a:solidFill>
                <a:latin typeface="Lato"/>
                <a:ea typeface="Lato"/>
                <a:cs typeface="Lato"/>
                <a:sym typeface="Lato"/>
              </a:rPr>
              <a:t>y</a:t>
            </a:r>
            <a:r>
              <a:rPr lang="en">
                <a:solidFill>
                  <a:schemeClr val="accent2"/>
                </a:solidFill>
                <a:latin typeface="Lato"/>
                <a:ea typeface="Lato"/>
                <a:cs typeface="Lato"/>
                <a:sym typeface="Lato"/>
              </a:rPr>
              <a:t>:</a:t>
            </a:r>
            <a:br>
              <a:rPr lang="en">
                <a:solidFill>
                  <a:schemeClr val="accent2"/>
                </a:solidFill>
                <a:latin typeface="Lato"/>
                <a:ea typeface="Lato"/>
                <a:cs typeface="Lato"/>
                <a:sym typeface="Lato"/>
              </a:rPr>
            </a:br>
            <a:r>
              <a:rPr lang="en">
                <a:solidFill>
                  <a:schemeClr val="accent2"/>
                </a:solidFill>
                <a:latin typeface="Lato"/>
                <a:ea typeface="Lato"/>
                <a:cs typeface="Lato"/>
                <a:sym typeface="Lato"/>
              </a:rPr>
              <a:t> </a:t>
            </a:r>
            <a:br>
              <a:rPr lang="en">
                <a:solidFill>
                  <a:schemeClr val="accent2"/>
                </a:solidFill>
                <a:latin typeface="Lato"/>
                <a:ea typeface="Lato"/>
                <a:cs typeface="Lato"/>
                <a:sym typeface="Lato"/>
              </a:rPr>
            </a:br>
            <a:r>
              <a:rPr lang="en" sz="900">
                <a:solidFill>
                  <a:schemeClr val="accent2"/>
                </a:solidFill>
                <a:latin typeface="Lato"/>
                <a:ea typeface="Lato"/>
                <a:cs typeface="Lato"/>
                <a:sym typeface="Lato"/>
              </a:rPr>
              <a:t>1 = Just a Sketch </a:t>
            </a:r>
            <a:br>
              <a:rPr i="1" lang="en" sz="900">
                <a:solidFill>
                  <a:schemeClr val="accent2"/>
                </a:solidFill>
                <a:latin typeface="Lato"/>
                <a:ea typeface="Lato"/>
                <a:cs typeface="Lato"/>
                <a:sym typeface="Lato"/>
              </a:rPr>
            </a:br>
            <a:r>
              <a:rPr i="1" lang="en" sz="900">
                <a:solidFill>
                  <a:schemeClr val="accent2"/>
                </a:solidFill>
                <a:latin typeface="Lato"/>
                <a:ea typeface="Lato"/>
                <a:cs typeface="Lato"/>
                <a:sym typeface="Lato"/>
              </a:rPr>
              <a:t>It exists, but it's not ready for eyes</a:t>
            </a:r>
            <a:br>
              <a:rPr i="1" lang="en" sz="900">
                <a:solidFill>
                  <a:schemeClr val="accent2"/>
                </a:solidFill>
                <a:latin typeface="Lato"/>
                <a:ea typeface="Lato"/>
                <a:cs typeface="Lato"/>
                <a:sym typeface="Lato"/>
              </a:rPr>
            </a:br>
            <a:br>
              <a:rPr i="1" lang="en" sz="900">
                <a:solidFill>
                  <a:schemeClr val="accent2"/>
                </a:solidFill>
                <a:latin typeface="Lato"/>
                <a:ea typeface="Lato"/>
                <a:cs typeface="Lato"/>
                <a:sym typeface="Lato"/>
              </a:rPr>
            </a:br>
            <a:r>
              <a:rPr lang="en" sz="900">
                <a:solidFill>
                  <a:schemeClr val="accent2"/>
                </a:solidFill>
                <a:latin typeface="Lato"/>
                <a:ea typeface="Lato"/>
                <a:cs typeface="Lato"/>
                <a:sym typeface="Lato"/>
              </a:rPr>
              <a:t>2 = Rough Direction</a:t>
            </a:r>
            <a:br>
              <a:rPr lang="en" sz="900">
                <a:solidFill>
                  <a:schemeClr val="accent2"/>
                </a:solidFill>
                <a:latin typeface="Lato"/>
                <a:ea typeface="Lato"/>
                <a:cs typeface="Lato"/>
                <a:sym typeface="Lato"/>
              </a:rPr>
            </a:br>
            <a:r>
              <a:rPr lang="en" sz="900">
                <a:solidFill>
                  <a:schemeClr val="accent2"/>
                </a:solidFill>
                <a:latin typeface="Lato"/>
                <a:ea typeface="Lato"/>
                <a:cs typeface="Lato"/>
                <a:sym typeface="Lato"/>
              </a:rPr>
              <a:t>Good </a:t>
            </a:r>
            <a:r>
              <a:rPr i="1" lang="en" sz="900">
                <a:solidFill>
                  <a:schemeClr val="accent2"/>
                </a:solidFill>
                <a:latin typeface="Lato"/>
                <a:ea typeface="Lato"/>
                <a:cs typeface="Lato"/>
                <a:sym typeface="Lato"/>
              </a:rPr>
              <a:t>idea, but no execution</a:t>
            </a:r>
            <a:br>
              <a:rPr i="1" lang="en" sz="900">
                <a:solidFill>
                  <a:schemeClr val="accent2"/>
                </a:solidFill>
                <a:latin typeface="Lato"/>
                <a:ea typeface="Lato"/>
                <a:cs typeface="Lato"/>
                <a:sym typeface="Lato"/>
              </a:rPr>
            </a:br>
            <a:endParaRPr i="1" sz="900">
              <a:solidFill>
                <a:schemeClr val="accent2"/>
              </a:solidFill>
              <a:latin typeface="Lato"/>
              <a:ea typeface="Lato"/>
              <a:cs typeface="Lato"/>
              <a:sym typeface="Lato"/>
            </a:endParaRPr>
          </a:p>
          <a:p>
            <a:pPr indent="0" lvl="0" marL="0" rtl="0" algn="ctr">
              <a:spcBef>
                <a:spcPts val="0"/>
              </a:spcBef>
              <a:spcAft>
                <a:spcPts val="0"/>
              </a:spcAft>
              <a:buClr>
                <a:srgbClr val="000000"/>
              </a:buClr>
              <a:buFont typeface="Arial"/>
              <a:buNone/>
            </a:pPr>
            <a:r>
              <a:rPr lang="en" sz="900">
                <a:solidFill>
                  <a:schemeClr val="accent2"/>
                </a:solidFill>
                <a:latin typeface="Lato"/>
                <a:ea typeface="Lato"/>
                <a:cs typeface="Lato"/>
                <a:sym typeface="Lato"/>
              </a:rPr>
              <a:t>3 = Getting There</a:t>
            </a:r>
            <a:br>
              <a:rPr lang="en" sz="900">
                <a:solidFill>
                  <a:schemeClr val="accent2"/>
                </a:solidFill>
                <a:latin typeface="Lato"/>
                <a:ea typeface="Lato"/>
                <a:cs typeface="Lato"/>
                <a:sym typeface="Lato"/>
              </a:rPr>
            </a:br>
            <a:r>
              <a:rPr i="1" lang="en" sz="900">
                <a:solidFill>
                  <a:schemeClr val="accent2"/>
                </a:solidFill>
                <a:latin typeface="Lato"/>
                <a:ea typeface="Lato"/>
                <a:cs typeface="Lato"/>
                <a:sym typeface="Lato"/>
              </a:rPr>
              <a:t>Recognizable but not functional</a:t>
            </a:r>
            <a:br>
              <a:rPr i="1" lang="en" sz="900">
                <a:solidFill>
                  <a:schemeClr val="accent2"/>
                </a:solidFill>
                <a:latin typeface="Lato"/>
                <a:ea typeface="Lato"/>
                <a:cs typeface="Lato"/>
                <a:sym typeface="Lato"/>
              </a:rPr>
            </a:br>
            <a:br>
              <a:rPr i="1" lang="en" sz="900">
                <a:solidFill>
                  <a:schemeClr val="accent2"/>
                </a:solidFill>
                <a:latin typeface="Lato"/>
                <a:ea typeface="Lato"/>
                <a:cs typeface="Lato"/>
                <a:sym typeface="Lato"/>
              </a:rPr>
            </a:br>
            <a:r>
              <a:rPr lang="en" sz="900">
                <a:solidFill>
                  <a:schemeClr val="accent2"/>
                </a:solidFill>
                <a:latin typeface="Lato"/>
                <a:ea typeface="Lato"/>
                <a:cs typeface="Lato"/>
                <a:sym typeface="Lato"/>
              </a:rPr>
              <a:t>4 = Team Ready</a:t>
            </a:r>
            <a:br>
              <a:rPr lang="en" sz="900">
                <a:solidFill>
                  <a:schemeClr val="accent2"/>
                </a:solidFill>
                <a:latin typeface="Lato"/>
                <a:ea typeface="Lato"/>
                <a:cs typeface="Lato"/>
                <a:sym typeface="Lato"/>
              </a:rPr>
            </a:br>
            <a:r>
              <a:rPr i="1" lang="en" sz="900">
                <a:solidFill>
                  <a:schemeClr val="accent2"/>
                </a:solidFill>
                <a:latin typeface="Lato"/>
                <a:ea typeface="Lato"/>
                <a:cs typeface="Lato"/>
                <a:sym typeface="Lato"/>
              </a:rPr>
              <a:t>I’d show this to my immediate team</a:t>
            </a:r>
            <a:endParaRPr i="1" sz="900">
              <a:solidFill>
                <a:schemeClr val="accent2"/>
              </a:solidFill>
              <a:latin typeface="Lato"/>
              <a:ea typeface="Lato"/>
              <a:cs typeface="Lato"/>
              <a:sym typeface="Lato"/>
            </a:endParaRPr>
          </a:p>
          <a:p>
            <a:pPr indent="0" lvl="0" marL="0" rtl="0" algn="ctr">
              <a:spcBef>
                <a:spcPts val="0"/>
              </a:spcBef>
              <a:spcAft>
                <a:spcPts val="0"/>
              </a:spcAft>
              <a:buClr>
                <a:srgbClr val="000000"/>
              </a:buClr>
              <a:buFont typeface="Arial"/>
              <a:buNone/>
            </a:pPr>
            <a:r>
              <a:t/>
            </a:r>
            <a:endParaRPr sz="900">
              <a:solidFill>
                <a:schemeClr val="accent2"/>
              </a:solidFill>
              <a:latin typeface="Lato"/>
              <a:ea typeface="Lato"/>
              <a:cs typeface="Lato"/>
              <a:sym typeface="Lato"/>
            </a:endParaRPr>
          </a:p>
          <a:p>
            <a:pPr indent="0" lvl="0" marL="0" rtl="0" algn="ctr">
              <a:spcBef>
                <a:spcPts val="0"/>
              </a:spcBef>
              <a:spcAft>
                <a:spcPts val="0"/>
              </a:spcAft>
              <a:buClr>
                <a:srgbClr val="000000"/>
              </a:buClr>
              <a:buFont typeface="Arial"/>
              <a:buNone/>
            </a:pPr>
            <a:r>
              <a:rPr lang="en" sz="900">
                <a:solidFill>
                  <a:schemeClr val="accent2"/>
                </a:solidFill>
                <a:latin typeface="Lato"/>
                <a:ea typeface="Lato"/>
                <a:cs typeface="Lato"/>
                <a:sym typeface="Lato"/>
              </a:rPr>
              <a:t>5 = VP Ready</a:t>
            </a:r>
            <a:br>
              <a:rPr lang="en" sz="900">
                <a:solidFill>
                  <a:schemeClr val="accent2"/>
                </a:solidFill>
                <a:latin typeface="Lato"/>
                <a:ea typeface="Lato"/>
                <a:cs typeface="Lato"/>
                <a:sym typeface="Lato"/>
              </a:rPr>
            </a:br>
            <a:r>
              <a:rPr i="1" lang="en" sz="900">
                <a:solidFill>
                  <a:schemeClr val="accent2"/>
                </a:solidFill>
                <a:latin typeface="Lato"/>
                <a:ea typeface="Lato"/>
                <a:cs typeface="Lato"/>
                <a:sym typeface="Lato"/>
              </a:rPr>
              <a:t>I’d show this to leadership tomorrow</a:t>
            </a:r>
            <a:endParaRPr i="1" sz="900">
              <a:solidFill>
                <a:schemeClr val="accent2"/>
              </a:solidFill>
              <a:latin typeface="Lato"/>
              <a:ea typeface="Lato"/>
              <a:cs typeface="Lato"/>
              <a:sym typeface="Lato"/>
            </a:endParaRPr>
          </a:p>
          <a:p>
            <a:pPr indent="0" lvl="0" marL="0" rtl="0" algn="ctr">
              <a:spcBef>
                <a:spcPts val="0"/>
              </a:spcBef>
              <a:spcAft>
                <a:spcPts val="0"/>
              </a:spcAft>
              <a:buNone/>
            </a:pPr>
            <a:r>
              <a:t/>
            </a:r>
            <a:endParaRPr>
              <a:solidFill>
                <a:schemeClr val="accent4"/>
              </a:solidFill>
              <a:latin typeface="Poppins SemiBold"/>
              <a:ea typeface="Poppins SemiBold"/>
              <a:cs typeface="Poppins SemiBold"/>
              <a:sym typeface="Poppins SemiBold"/>
            </a:endParaRPr>
          </a:p>
          <a:p>
            <a:pPr indent="0" lvl="0" marL="0" rtl="0" algn="ctr">
              <a:spcBef>
                <a:spcPts val="0"/>
              </a:spcBef>
              <a:spcAft>
                <a:spcPts val="0"/>
              </a:spcAft>
              <a:buClr>
                <a:srgbClr val="000000"/>
              </a:buClr>
              <a:buFont typeface="Arial"/>
              <a:buNone/>
            </a:pPr>
            <a:r>
              <a:rPr lang="en">
                <a:solidFill>
                  <a:schemeClr val="accent2"/>
                </a:solidFill>
                <a:latin typeface="Lato"/>
                <a:ea typeface="Lato"/>
                <a:cs typeface="Lato"/>
                <a:sym typeface="Lato"/>
              </a:rPr>
              <a:t>Add </a:t>
            </a:r>
            <a:r>
              <a:rPr b="1" lang="en">
                <a:solidFill>
                  <a:schemeClr val="accent2"/>
                </a:solidFill>
                <a:latin typeface="Lato"/>
                <a:ea typeface="Lato"/>
                <a:cs typeface="Lato"/>
                <a:sym typeface="Lato"/>
              </a:rPr>
              <a:t>screenshots of your M1 vs. M2</a:t>
            </a:r>
            <a:r>
              <a:rPr lang="en">
                <a:solidFill>
                  <a:schemeClr val="accent2"/>
                </a:solidFill>
                <a:latin typeface="Lato"/>
                <a:ea typeface="Lato"/>
                <a:cs typeface="Lato"/>
                <a:sym typeface="Lato"/>
              </a:rPr>
              <a:t> finished products.</a:t>
            </a:r>
            <a:endParaRPr>
              <a:solidFill>
                <a:schemeClr val="accent4"/>
              </a:solidFill>
              <a:latin typeface="Poppins SemiBold"/>
              <a:ea typeface="Poppins SemiBold"/>
              <a:cs typeface="Poppins SemiBold"/>
              <a:sym typeface="Poppins SemiBold"/>
            </a:endParaRPr>
          </a:p>
        </p:txBody>
      </p:sp>
      <p:sp>
        <p:nvSpPr>
          <p:cNvPr id="2678" name="Google Shape;2678;p536"/>
          <p:cNvSpPr/>
          <p:nvPr/>
        </p:nvSpPr>
        <p:spPr>
          <a:xfrm>
            <a:off x="-1192780" y="4539347"/>
            <a:ext cx="2414400" cy="2414400"/>
          </a:xfrm>
          <a:prstGeom prst="arc">
            <a:avLst>
              <a:gd fmla="val 16200000" name="adj1"/>
              <a:gd fmla="val 0" name="adj2"/>
            </a:avLst>
          </a:prstGeom>
          <a:no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679" name="Google Shape;2679;p536" title="alert.png"/>
          <p:cNvPicPr preferRelativeResize="0"/>
          <p:nvPr/>
        </p:nvPicPr>
        <p:blipFill>
          <a:blip r:embed="rId4">
            <a:alphaModFix/>
          </a:blip>
          <a:stretch>
            <a:fillRect/>
          </a:stretch>
        </p:blipFill>
        <p:spPr>
          <a:xfrm>
            <a:off x="6363375" y="784750"/>
            <a:ext cx="492600" cy="492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3" name="Shape 2683"/>
        <p:cNvGrpSpPr/>
        <p:nvPr/>
      </p:nvGrpSpPr>
      <p:grpSpPr>
        <a:xfrm>
          <a:off x="0" y="0"/>
          <a:ext cx="0" cy="0"/>
          <a:chOff x="0" y="0"/>
          <a:chExt cx="0" cy="0"/>
        </a:xfrm>
      </p:grpSpPr>
      <p:sp>
        <p:nvSpPr>
          <p:cNvPr id="2684" name="Google Shape;2684;p537"/>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Discuss the following question</a:t>
            </a:r>
            <a:r>
              <a:rPr lang="en">
                <a:latin typeface="Poppins SemiBold"/>
                <a:ea typeface="Poppins SemiBold"/>
                <a:cs typeface="Poppins SemiBold"/>
                <a:sym typeface="Poppins SemiBold"/>
              </a:rPr>
              <a:t>s</a:t>
            </a:r>
            <a:endParaRPr/>
          </a:p>
          <a:p>
            <a:pPr indent="0" lvl="0" marL="0" rtl="0" algn="l">
              <a:spcBef>
                <a:spcPts val="1000"/>
              </a:spcBef>
              <a:spcAft>
                <a:spcPts val="0"/>
              </a:spcAft>
              <a:buNone/>
            </a:pPr>
            <a:r>
              <a:rPr lang="en"/>
              <a:t>Reflect on the questions we asked at the start of class. </a:t>
            </a:r>
            <a:r>
              <a:rPr b="1" lang="en"/>
              <a:t>Looking at your Module 2 prototype, how has your ability to answer these shifted?</a:t>
            </a:r>
            <a:endParaRPr/>
          </a:p>
          <a:p>
            <a:pPr indent="-304800" lvl="0" marL="469900" rtl="0" algn="l">
              <a:spcBef>
                <a:spcPts val="1000"/>
              </a:spcBef>
              <a:spcAft>
                <a:spcPts val="0"/>
              </a:spcAft>
              <a:buSzPts val="1200"/>
              <a:buFont typeface="Poppins SemiBold"/>
              <a:buAutoNum type="arabicPeriod"/>
            </a:pPr>
            <a:r>
              <a:rPr lang="en" sz="1300"/>
              <a:t>What specific assumption were you actually testing today, and how does this build prove it?</a:t>
            </a:r>
            <a:endParaRPr sz="1300"/>
          </a:p>
          <a:p>
            <a:pPr indent="-304800" lvl="0" marL="469900" rtl="0" algn="l">
              <a:spcBef>
                <a:spcPts val="1000"/>
              </a:spcBef>
              <a:spcAft>
                <a:spcPts val="0"/>
              </a:spcAft>
              <a:buSzPts val="1200"/>
              <a:buFont typeface="Poppins SemiBold"/>
              <a:buAutoNum type="arabicPeriod"/>
            </a:pPr>
            <a:r>
              <a:rPr lang="en" sz="1300"/>
              <a:t>If your VP asked, “What did you learn from this?” what would you say?</a:t>
            </a:r>
            <a:endParaRPr sz="1300"/>
          </a:p>
          <a:p>
            <a:pPr indent="-304800" lvl="0" marL="469900" rtl="0" algn="l">
              <a:spcBef>
                <a:spcPts val="1000"/>
              </a:spcBef>
              <a:spcAft>
                <a:spcPts val="1000"/>
              </a:spcAft>
              <a:buSzPts val="1200"/>
              <a:buFont typeface="Poppins SemiBold"/>
              <a:buAutoNum type="arabicPeriod"/>
            </a:pPr>
            <a:r>
              <a:rPr lang="en" sz="1300"/>
              <a:t>Where is your user data? Metrics? User language?</a:t>
            </a:r>
            <a:endParaRPr sz="1300"/>
          </a:p>
        </p:txBody>
      </p:sp>
      <p:sp>
        <p:nvSpPr>
          <p:cNvPr id="2685" name="Google Shape;2685;p537"/>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Instructor-Led Q&amp;A</a:t>
            </a:r>
            <a:endParaRPr sz="1600">
              <a:solidFill>
                <a:srgbClr val="60A5FA"/>
              </a:solidFill>
              <a:latin typeface="Poppins SemiBold"/>
              <a:ea typeface="Poppins SemiBold"/>
              <a:cs typeface="Poppins SemiBold"/>
              <a:sym typeface="Poppins SemiBold"/>
            </a:endParaRPr>
          </a:p>
        </p:txBody>
      </p:sp>
      <p:sp>
        <p:nvSpPr>
          <p:cNvPr id="2686" name="Google Shape;2686;p537"/>
          <p:cNvSpPr txBox="1"/>
          <p:nvPr/>
        </p:nvSpPr>
        <p:spPr>
          <a:xfrm>
            <a:off x="457200" y="926546"/>
            <a:ext cx="3661500" cy="461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000">
                <a:solidFill>
                  <a:srgbClr val="07182C"/>
                </a:solidFill>
                <a:latin typeface="Poppins Medium"/>
                <a:ea typeface="Poppins Medium"/>
                <a:cs typeface="Poppins Medium"/>
                <a:sym typeface="Poppins Medium"/>
              </a:rPr>
              <a:t>Reflection Moment</a:t>
            </a:r>
            <a:endParaRPr sz="3000">
              <a:solidFill>
                <a:srgbClr val="07182C"/>
              </a:solidFill>
              <a:latin typeface="Poppins Medium"/>
              <a:ea typeface="Poppins Medium"/>
              <a:cs typeface="Poppins Medium"/>
              <a:sym typeface="Poppins Medium"/>
            </a:endParaRPr>
          </a:p>
        </p:txBody>
      </p:sp>
      <p:grpSp>
        <p:nvGrpSpPr>
          <p:cNvPr id="2687" name="Google Shape;2687;p537"/>
          <p:cNvGrpSpPr/>
          <p:nvPr/>
        </p:nvGrpSpPr>
        <p:grpSpPr>
          <a:xfrm>
            <a:off x="7250711" y="758362"/>
            <a:ext cx="1157276" cy="307747"/>
            <a:chOff x="4859149" y="597592"/>
            <a:chExt cx="1157276" cy="276975"/>
          </a:xfrm>
        </p:grpSpPr>
        <p:sp>
          <p:nvSpPr>
            <p:cNvPr id="2688" name="Google Shape;2688;p537"/>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5 minutes </a:t>
              </a:r>
              <a:endParaRPr sz="1200">
                <a:solidFill>
                  <a:schemeClr val="accent1"/>
                </a:solidFill>
                <a:latin typeface="Lato"/>
                <a:ea typeface="Lato"/>
                <a:cs typeface="Lato"/>
                <a:sym typeface="Lato"/>
              </a:endParaRPr>
            </a:p>
          </p:txBody>
        </p:sp>
        <p:pic>
          <p:nvPicPr>
            <p:cNvPr id="2689" name="Google Shape;2689;p537"/>
            <p:cNvPicPr preferRelativeResize="0"/>
            <p:nvPr/>
          </p:nvPicPr>
          <p:blipFill rotWithShape="1">
            <a:blip r:embed="rId3">
              <a:alphaModFix/>
            </a:blip>
            <a:srcRect b="-9877" l="0" r="0" t="-1222"/>
            <a:stretch/>
          </p:blipFill>
          <p:spPr>
            <a:xfrm>
              <a:off x="4859149" y="597592"/>
              <a:ext cx="277007" cy="276975"/>
            </a:xfrm>
            <a:prstGeom prst="rect">
              <a:avLst/>
            </a:prstGeom>
            <a:noFill/>
            <a:ln>
              <a:noFill/>
            </a:ln>
          </p:spPr>
        </p:pic>
      </p:grpSp>
      <p:sp>
        <p:nvSpPr>
          <p:cNvPr id="2690" name="Google Shape;2690;p537"/>
          <p:cNvSpPr txBox="1"/>
          <p:nvPr/>
        </p:nvSpPr>
        <p:spPr>
          <a:xfrm>
            <a:off x="457200" y="1861825"/>
            <a:ext cx="3332700" cy="4632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Feel free to </a:t>
            </a:r>
            <a:r>
              <a:rPr lang="en">
                <a:solidFill>
                  <a:schemeClr val="accent1"/>
                </a:solidFill>
                <a:latin typeface="Poppins SemiBold"/>
                <a:ea typeface="Poppins SemiBold"/>
                <a:cs typeface="Poppins SemiBold"/>
                <a:sym typeface="Poppins SemiBold"/>
              </a:rPr>
              <a:t>unmute and share, </a:t>
            </a:r>
            <a:r>
              <a:rPr lang="en">
                <a:solidFill>
                  <a:schemeClr val="dk2"/>
                </a:solidFill>
                <a:latin typeface="Poppins SemiBold"/>
                <a:ea typeface="Poppins SemiBold"/>
                <a:cs typeface="Poppins SemiBold"/>
                <a:sym typeface="Poppins SemiBold"/>
              </a:rPr>
              <a:t>or post your thoughts in the chat!</a:t>
            </a:r>
            <a:endParaRPr>
              <a:solidFill>
                <a:schemeClr val="dk2"/>
              </a:solidFill>
              <a:latin typeface="Poppins SemiBold"/>
              <a:ea typeface="Poppins SemiBold"/>
              <a:cs typeface="Poppins SemiBold"/>
              <a:sym typeface="Poppins SemiBold"/>
            </a:endParaRPr>
          </a:p>
        </p:txBody>
      </p:sp>
      <p:sp>
        <p:nvSpPr>
          <p:cNvPr id="2691" name="Google Shape;2691;p537"/>
          <p:cNvSpPr txBox="1"/>
          <p:nvPr/>
        </p:nvSpPr>
        <p:spPr>
          <a:xfrm>
            <a:off x="371700" y="2552700"/>
            <a:ext cx="3503700" cy="554100"/>
          </a:xfrm>
          <a:prstGeom prst="rect">
            <a:avLst/>
          </a:prstGeom>
          <a:noFill/>
          <a:ln>
            <a:noFill/>
          </a:ln>
        </p:spPr>
        <p:txBody>
          <a:bodyPr anchorCtr="0" anchor="t" bIns="0" lIns="0" spcFirstLastPara="1" rIns="0" wrap="square" tIns="0">
            <a:spAutoFit/>
          </a:bodyPr>
          <a:lstStyle/>
          <a:p>
            <a:pPr indent="-304800" lvl="0" marL="457200" rtl="0" algn="l">
              <a:lnSpc>
                <a:spcPct val="100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To compare how far your prototype has come within the span of this class</a:t>
            </a:r>
            <a:r>
              <a:rPr lang="en" sz="1200">
                <a:solidFill>
                  <a:srgbClr val="737373"/>
                </a:solidFill>
                <a:latin typeface="Lato"/>
                <a:ea typeface="Lato"/>
                <a:cs typeface="Lato"/>
                <a:sym typeface="Lato"/>
              </a:rPr>
              <a:t>, share your perspective on: </a:t>
            </a:r>
            <a:endParaRPr sz="1200">
              <a:solidFill>
                <a:srgbClr val="737373"/>
              </a:solidFill>
              <a:latin typeface="Lato"/>
              <a:ea typeface="Lato"/>
              <a:cs typeface="Lato"/>
              <a:sym typeface="Lato"/>
            </a:endParaRPr>
          </a:p>
        </p:txBody>
      </p:sp>
      <p:sp>
        <p:nvSpPr>
          <p:cNvPr id="2692" name="Google Shape;2692;p537"/>
          <p:cNvSpPr/>
          <p:nvPr/>
        </p:nvSpPr>
        <p:spPr>
          <a:xfrm>
            <a:off x="4850800" y="765575"/>
            <a:ext cx="13995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Q&amp;A DISCUSSION</a:t>
            </a:r>
            <a:endParaRPr sz="1100">
              <a:solidFill>
                <a:srgbClr val="FFFFFF"/>
              </a:solidFill>
              <a:latin typeface="Poppins SemiBold"/>
              <a:ea typeface="Poppins SemiBold"/>
              <a:cs typeface="Poppins SemiBold"/>
              <a:sym typeface="Poppins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6" name="Shape 2696"/>
        <p:cNvGrpSpPr/>
        <p:nvPr/>
      </p:nvGrpSpPr>
      <p:grpSpPr>
        <a:xfrm>
          <a:off x="0" y="0"/>
          <a:ext cx="0" cy="0"/>
          <a:chOff x="0" y="0"/>
          <a:chExt cx="0" cy="0"/>
        </a:xfrm>
      </p:grpSpPr>
      <p:sp>
        <p:nvSpPr>
          <p:cNvPr id="2697" name="Google Shape;2697;p538"/>
          <p:cNvSpPr/>
          <p:nvPr/>
        </p:nvSpPr>
        <p:spPr>
          <a:xfrm>
            <a:off x="4034125" y="75025"/>
            <a:ext cx="5032500" cy="5552400"/>
          </a:xfrm>
          <a:prstGeom prst="roundRect">
            <a:avLst>
              <a:gd fmla="val 1381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8" name="Google Shape;2698;p538"/>
          <p:cNvSpPr/>
          <p:nvPr/>
        </p:nvSpPr>
        <p:spPr>
          <a:xfrm rot="5400000">
            <a:off x="-797950" y="885250"/>
            <a:ext cx="5539800" cy="3944400"/>
          </a:xfrm>
          <a:prstGeom prst="round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9" name="Google Shape;2699;p538"/>
          <p:cNvSpPr txBox="1"/>
          <p:nvPr>
            <p:ph idx="1" type="subTitle"/>
          </p:nvPr>
        </p:nvSpPr>
        <p:spPr>
          <a:xfrm>
            <a:off x="457200" y="508000"/>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Quick Debrief</a:t>
            </a:r>
            <a:endParaRPr/>
          </a:p>
        </p:txBody>
      </p:sp>
      <p:sp>
        <p:nvSpPr>
          <p:cNvPr id="2700" name="Google Shape;2700;p538"/>
          <p:cNvSpPr txBox="1"/>
          <p:nvPr>
            <p:ph idx="2" type="title"/>
          </p:nvPr>
        </p:nvSpPr>
        <p:spPr>
          <a:xfrm>
            <a:off x="457200" y="2336128"/>
            <a:ext cx="3661500" cy="985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chemeClr val="lt1"/>
                </a:solidFill>
              </a:rPr>
              <a:t>Key Learning Statement</a:t>
            </a:r>
            <a:endParaRPr sz="3200">
              <a:solidFill>
                <a:schemeClr val="lt1"/>
              </a:solidFill>
            </a:endParaRPr>
          </a:p>
        </p:txBody>
      </p:sp>
      <p:sp>
        <p:nvSpPr>
          <p:cNvPr id="2701" name="Google Shape;2701;p538"/>
          <p:cNvSpPr/>
          <p:nvPr/>
        </p:nvSpPr>
        <p:spPr>
          <a:xfrm>
            <a:off x="457200" y="3592125"/>
            <a:ext cx="1548000" cy="310500"/>
          </a:xfrm>
          <a:prstGeom prst="roundRect">
            <a:avLst>
              <a:gd fmla="val 23345" name="adj"/>
            </a:avLst>
          </a:prstGeom>
          <a:solidFill>
            <a:schemeClr val="lt1"/>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1241AF"/>
                </a:solidFill>
                <a:latin typeface="Poppins SemiBold"/>
                <a:ea typeface="Poppins SemiBold"/>
                <a:cs typeface="Poppins SemiBold"/>
                <a:sym typeface="Poppins SemiBold"/>
              </a:rPr>
              <a:t>POST ON SLACK</a:t>
            </a:r>
            <a:endParaRPr sz="1000">
              <a:solidFill>
                <a:srgbClr val="1241AF"/>
              </a:solidFill>
              <a:latin typeface="Poppins SemiBold"/>
              <a:ea typeface="Poppins SemiBold"/>
              <a:cs typeface="Poppins SemiBold"/>
              <a:sym typeface="Poppins SemiBold"/>
            </a:endParaRPr>
          </a:p>
        </p:txBody>
      </p:sp>
      <p:sp>
        <p:nvSpPr>
          <p:cNvPr id="2702" name="Google Shape;2702;p538"/>
          <p:cNvSpPr/>
          <p:nvPr/>
        </p:nvSpPr>
        <p:spPr>
          <a:xfrm>
            <a:off x="2087875" y="3553074"/>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pic>
        <p:nvPicPr>
          <p:cNvPr id="2703" name="Google Shape;2703;p538" title="slack-icon-icon-sm.png"/>
          <p:cNvPicPr preferRelativeResize="0"/>
          <p:nvPr/>
        </p:nvPicPr>
        <p:blipFill>
          <a:blip r:embed="rId3">
            <a:alphaModFix/>
          </a:blip>
          <a:stretch>
            <a:fillRect/>
          </a:stretch>
        </p:blipFill>
        <p:spPr>
          <a:xfrm>
            <a:off x="2172288" y="3638088"/>
            <a:ext cx="255975" cy="255975"/>
          </a:xfrm>
          <a:prstGeom prst="rect">
            <a:avLst/>
          </a:prstGeom>
          <a:noFill/>
          <a:ln>
            <a:noFill/>
          </a:ln>
        </p:spPr>
      </p:pic>
      <p:sp>
        <p:nvSpPr>
          <p:cNvPr id="2704" name="Google Shape;2704;p538"/>
          <p:cNvSpPr txBox="1"/>
          <p:nvPr/>
        </p:nvSpPr>
        <p:spPr>
          <a:xfrm>
            <a:off x="5142975" y="2378275"/>
            <a:ext cx="3000000" cy="1605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Poppins SemiBold"/>
                <a:ea typeface="Poppins SemiBold"/>
                <a:cs typeface="Poppins SemiBold"/>
                <a:sym typeface="Poppins SemiBold"/>
              </a:rPr>
              <a:t>IN ONE SENTENCE:</a:t>
            </a:r>
            <a:endParaRPr>
              <a:solidFill>
                <a:schemeClr val="accent4"/>
              </a:solidFill>
              <a:latin typeface="Poppins SemiBold"/>
              <a:ea typeface="Poppins SemiBold"/>
              <a:cs typeface="Poppins SemiBold"/>
              <a:sym typeface="Poppins SemiBold"/>
            </a:endParaRPr>
          </a:p>
          <a:p>
            <a:pPr indent="0" lvl="0" marL="0" rtl="0" algn="ctr">
              <a:spcBef>
                <a:spcPts val="1000"/>
              </a:spcBef>
              <a:spcAft>
                <a:spcPts val="0"/>
              </a:spcAft>
              <a:buNone/>
            </a:pPr>
            <a:r>
              <a:rPr lang="en">
                <a:solidFill>
                  <a:schemeClr val="accent2"/>
                </a:solidFill>
                <a:latin typeface="Lato"/>
                <a:ea typeface="Lato"/>
                <a:cs typeface="Lato"/>
                <a:sym typeface="Lato"/>
              </a:rPr>
              <a:t>What </a:t>
            </a:r>
            <a:r>
              <a:rPr b="1" lang="en">
                <a:solidFill>
                  <a:schemeClr val="accent2"/>
                </a:solidFill>
                <a:latin typeface="Lato"/>
                <a:ea typeface="Lato"/>
                <a:cs typeface="Lato"/>
                <a:sym typeface="Lato"/>
              </a:rPr>
              <a:t>assumption did you test and what did you learn</a:t>
            </a:r>
            <a:r>
              <a:rPr lang="en">
                <a:solidFill>
                  <a:schemeClr val="accent2"/>
                </a:solidFill>
                <a:latin typeface="Lato"/>
                <a:ea typeface="Lato"/>
                <a:cs typeface="Lato"/>
                <a:sym typeface="Lato"/>
              </a:rPr>
              <a:t> from it?</a:t>
            </a:r>
            <a:endParaRPr>
              <a:solidFill>
                <a:schemeClr val="accent2"/>
              </a:solidFill>
              <a:latin typeface="Lato"/>
              <a:ea typeface="Lato"/>
              <a:cs typeface="Lato"/>
              <a:sym typeface="Lato"/>
            </a:endParaRPr>
          </a:p>
          <a:p>
            <a:pPr indent="0" lvl="0" marL="0" rtl="0" algn="ctr">
              <a:spcBef>
                <a:spcPts val="0"/>
              </a:spcBef>
              <a:spcAft>
                <a:spcPts val="0"/>
              </a:spcAft>
              <a:buNone/>
            </a:pPr>
            <a:r>
              <a:t/>
            </a:r>
            <a:endParaRPr>
              <a:solidFill>
                <a:schemeClr val="accent2"/>
              </a:solidFill>
              <a:latin typeface="Lato"/>
              <a:ea typeface="Lato"/>
              <a:cs typeface="Lato"/>
              <a:sym typeface="Lato"/>
            </a:endParaRPr>
          </a:p>
          <a:p>
            <a:pPr indent="0" lvl="0" marL="0" rtl="0" algn="ctr">
              <a:spcBef>
                <a:spcPts val="0"/>
              </a:spcBef>
              <a:spcAft>
                <a:spcPts val="0"/>
              </a:spcAft>
              <a:buNone/>
            </a:pPr>
            <a:r>
              <a:rPr lang="en">
                <a:solidFill>
                  <a:schemeClr val="accent2"/>
                </a:solidFill>
                <a:latin typeface="Lato"/>
                <a:ea typeface="Lato"/>
                <a:cs typeface="Lato"/>
                <a:sym typeface="Lato"/>
              </a:rPr>
              <a:t>Then, reply to 2 other learning sentences from your peers.</a:t>
            </a:r>
            <a:endParaRPr>
              <a:solidFill>
                <a:schemeClr val="accent2"/>
              </a:solidFill>
              <a:latin typeface="Lato"/>
              <a:ea typeface="Lato"/>
              <a:cs typeface="Lato"/>
              <a:sym typeface="Lato"/>
            </a:endParaRPr>
          </a:p>
        </p:txBody>
      </p:sp>
      <p:sp>
        <p:nvSpPr>
          <p:cNvPr id="2705" name="Google Shape;2705;p538"/>
          <p:cNvSpPr/>
          <p:nvPr/>
        </p:nvSpPr>
        <p:spPr>
          <a:xfrm>
            <a:off x="-1192780" y="4539347"/>
            <a:ext cx="2414400" cy="2414400"/>
          </a:xfrm>
          <a:prstGeom prst="arc">
            <a:avLst>
              <a:gd fmla="val 16200000" name="adj1"/>
              <a:gd fmla="val 0" name="adj2"/>
            </a:avLst>
          </a:prstGeom>
          <a:no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706" name="Google Shape;2706;p538" title="alert.png"/>
          <p:cNvPicPr preferRelativeResize="0"/>
          <p:nvPr/>
        </p:nvPicPr>
        <p:blipFill>
          <a:blip r:embed="rId4">
            <a:alphaModFix/>
          </a:blip>
          <a:stretch>
            <a:fillRect/>
          </a:stretch>
        </p:blipFill>
        <p:spPr>
          <a:xfrm>
            <a:off x="6363375" y="1843525"/>
            <a:ext cx="492600" cy="492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0" name="Shape 2710"/>
        <p:cNvGrpSpPr/>
        <p:nvPr/>
      </p:nvGrpSpPr>
      <p:grpSpPr>
        <a:xfrm>
          <a:off x="0" y="0"/>
          <a:ext cx="0" cy="0"/>
          <a:chOff x="0" y="0"/>
          <a:chExt cx="0" cy="0"/>
        </a:xfrm>
      </p:grpSpPr>
      <p:pic>
        <p:nvPicPr>
          <p:cNvPr id="2711" name="Google Shape;2711;p539" title="BG.png"/>
          <p:cNvPicPr preferRelativeResize="0"/>
          <p:nvPr/>
        </p:nvPicPr>
        <p:blipFill>
          <a:blip r:embed="rId3">
            <a:alphaModFix amt="55000"/>
          </a:blip>
          <a:stretch>
            <a:fillRect/>
          </a:stretch>
        </p:blipFill>
        <p:spPr>
          <a:xfrm>
            <a:off x="0" y="0"/>
            <a:ext cx="9144000" cy="5715001"/>
          </a:xfrm>
          <a:prstGeom prst="rect">
            <a:avLst/>
          </a:prstGeom>
          <a:noFill/>
          <a:ln>
            <a:noFill/>
          </a:ln>
        </p:spPr>
      </p:pic>
      <p:sp>
        <p:nvSpPr>
          <p:cNvPr id="2712" name="Google Shape;2712;p539"/>
          <p:cNvSpPr/>
          <p:nvPr/>
        </p:nvSpPr>
        <p:spPr>
          <a:xfrm>
            <a:off x="317500" y="3540597"/>
            <a:ext cx="1474500" cy="5460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3" name="Google Shape;2713;p539"/>
          <p:cNvSpPr/>
          <p:nvPr/>
        </p:nvSpPr>
        <p:spPr>
          <a:xfrm>
            <a:off x="317500" y="2784647"/>
            <a:ext cx="1474500" cy="5460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4" name="Google Shape;2714;p539"/>
          <p:cNvSpPr/>
          <p:nvPr/>
        </p:nvSpPr>
        <p:spPr>
          <a:xfrm>
            <a:off x="282825" y="1025178"/>
            <a:ext cx="1017900" cy="179400"/>
          </a:xfrm>
          <a:prstGeom prst="roundRect">
            <a:avLst>
              <a:gd fmla="val 20366" name="adj"/>
            </a:avLst>
          </a:prstGeom>
          <a:solidFill>
            <a:schemeClr val="accent1"/>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715" name="Google Shape;2715;p539"/>
          <p:cNvSpPr/>
          <p:nvPr/>
        </p:nvSpPr>
        <p:spPr>
          <a:xfrm>
            <a:off x="347950" y="1057750"/>
            <a:ext cx="952800" cy="1143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52586B"/>
              </a:buClr>
              <a:buSzPts val="682"/>
              <a:buFont typeface="Funnel Sans"/>
              <a:buNone/>
            </a:pPr>
            <a:r>
              <a:rPr i="0" lang="en" sz="681" u="none" cap="none" strike="noStrike">
                <a:solidFill>
                  <a:schemeClr val="lt1"/>
                </a:solidFill>
                <a:latin typeface="Poppins SemiBold"/>
                <a:ea typeface="Poppins SemiBold"/>
                <a:cs typeface="Poppins SemiBold"/>
                <a:sym typeface="Poppins SemiBold"/>
              </a:rPr>
              <a:t>MODULE </a:t>
            </a:r>
            <a:r>
              <a:rPr lang="en" sz="681">
                <a:solidFill>
                  <a:schemeClr val="lt1"/>
                </a:solidFill>
                <a:latin typeface="Poppins SemiBold"/>
                <a:ea typeface="Poppins SemiBold"/>
                <a:cs typeface="Poppins SemiBold"/>
                <a:sym typeface="Poppins SemiBold"/>
              </a:rPr>
              <a:t>2 </a:t>
            </a:r>
            <a:r>
              <a:rPr i="0" lang="en" sz="681" u="none" cap="none" strike="noStrike">
                <a:solidFill>
                  <a:schemeClr val="lt1"/>
                </a:solidFill>
                <a:latin typeface="Poppins SemiBold"/>
                <a:ea typeface="Poppins SemiBold"/>
                <a:cs typeface="Poppins SemiBold"/>
                <a:sym typeface="Poppins SemiBold"/>
              </a:rPr>
              <a:t>COMPLETE</a:t>
            </a:r>
            <a:endParaRPr i="0" sz="681" u="none" cap="none" strike="noStrike">
              <a:solidFill>
                <a:schemeClr val="lt1"/>
              </a:solidFill>
              <a:latin typeface="Poppins SemiBold"/>
              <a:ea typeface="Poppins SemiBold"/>
              <a:cs typeface="Poppins SemiBold"/>
              <a:sym typeface="Poppins SemiBold"/>
            </a:endParaRPr>
          </a:p>
        </p:txBody>
      </p:sp>
      <p:sp>
        <p:nvSpPr>
          <p:cNvPr id="2716" name="Google Shape;2716;p539"/>
          <p:cNvSpPr/>
          <p:nvPr/>
        </p:nvSpPr>
        <p:spPr>
          <a:xfrm>
            <a:off x="282825" y="469551"/>
            <a:ext cx="7933200" cy="3396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373B48"/>
              </a:buClr>
              <a:buSzPts val="2130"/>
              <a:buFont typeface="Mona Sans"/>
              <a:buNone/>
            </a:pPr>
            <a:r>
              <a:rPr i="0" lang="en" sz="3230" u="none" cap="none" strike="noStrike">
                <a:latin typeface="Poppins Medium"/>
                <a:ea typeface="Poppins Medium"/>
                <a:cs typeface="Poppins Medium"/>
                <a:sym typeface="Poppins Medium"/>
              </a:rPr>
              <a:t>What You Accomplished Today</a:t>
            </a:r>
            <a:endParaRPr i="0" sz="3230" u="none" cap="none" strike="noStrike">
              <a:latin typeface="Poppins Medium"/>
              <a:ea typeface="Poppins Medium"/>
              <a:cs typeface="Poppins Medium"/>
              <a:sym typeface="Poppins Medium"/>
            </a:endParaRPr>
          </a:p>
        </p:txBody>
      </p:sp>
      <p:sp>
        <p:nvSpPr>
          <p:cNvPr id="2717" name="Google Shape;2717;p539"/>
          <p:cNvSpPr/>
          <p:nvPr/>
        </p:nvSpPr>
        <p:spPr>
          <a:xfrm>
            <a:off x="1464969" y="1032809"/>
            <a:ext cx="8572500" cy="1143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52586B"/>
              </a:buClr>
              <a:buSzPts val="682"/>
              <a:buFont typeface="Funnel Sans"/>
              <a:buNone/>
            </a:pPr>
            <a:r>
              <a:rPr b="1" lang="en" sz="1100">
                <a:solidFill>
                  <a:schemeClr val="accent1"/>
                </a:solidFill>
                <a:latin typeface="Lato"/>
                <a:ea typeface="Lato"/>
                <a:cs typeface="Lato"/>
                <a:sym typeface="Lato"/>
              </a:rPr>
              <a:t>The Precision Pivot</a:t>
            </a:r>
            <a:r>
              <a:rPr b="1" i="0" lang="en" sz="1100" u="none" cap="none" strike="noStrike">
                <a:solidFill>
                  <a:schemeClr val="accent1"/>
                </a:solidFill>
                <a:latin typeface="Lato"/>
                <a:ea typeface="Lato"/>
                <a:cs typeface="Lato"/>
                <a:sym typeface="Lato"/>
              </a:rPr>
              <a:t> — </a:t>
            </a:r>
            <a:r>
              <a:rPr b="1" lang="en" sz="1100">
                <a:solidFill>
                  <a:schemeClr val="accent1"/>
                </a:solidFill>
                <a:latin typeface="Lato"/>
                <a:ea typeface="Lato"/>
                <a:cs typeface="Lato"/>
                <a:sym typeface="Lato"/>
              </a:rPr>
              <a:t>From Vibe to Validation</a:t>
            </a:r>
            <a:r>
              <a:rPr b="1" i="0" lang="en" sz="1100" u="none" cap="none" strike="noStrike">
                <a:latin typeface="Lato"/>
                <a:ea typeface="Lato"/>
                <a:cs typeface="Lato"/>
                <a:sym typeface="Lato"/>
              </a:rPr>
              <a:t> |</a:t>
            </a:r>
            <a:r>
              <a:rPr i="0" lang="en" sz="1100" u="none" cap="none" strike="noStrike">
                <a:latin typeface="Lato"/>
                <a:ea typeface="Lato"/>
                <a:cs typeface="Lato"/>
                <a:sym typeface="Lato"/>
              </a:rPr>
              <a:t> Vibe Coding Certification</a:t>
            </a:r>
            <a:endParaRPr i="0" sz="1100" u="none" cap="none" strike="noStrike">
              <a:latin typeface="Lato"/>
              <a:ea typeface="Lato"/>
              <a:cs typeface="Lato"/>
              <a:sym typeface="Lato"/>
            </a:endParaRPr>
          </a:p>
        </p:txBody>
      </p:sp>
      <p:sp>
        <p:nvSpPr>
          <p:cNvPr id="2718" name="Google Shape;2718;p539"/>
          <p:cNvSpPr/>
          <p:nvPr/>
        </p:nvSpPr>
        <p:spPr>
          <a:xfrm>
            <a:off x="321969" y="1753011"/>
            <a:ext cx="1630500" cy="2037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373B48"/>
              </a:buClr>
              <a:buSzPts val="1278"/>
              <a:buFont typeface="Mona Sans"/>
              <a:buNone/>
            </a:pPr>
            <a:r>
              <a:rPr i="0" lang="en" sz="1278" u="none" cap="none" strike="noStrike">
                <a:solidFill>
                  <a:schemeClr val="accent1"/>
                </a:solidFill>
                <a:latin typeface="Poppins Medium"/>
                <a:ea typeface="Poppins Medium"/>
                <a:cs typeface="Poppins Medium"/>
                <a:sym typeface="Poppins Medium"/>
              </a:rPr>
              <a:t>The Numbers</a:t>
            </a:r>
            <a:endParaRPr i="0" sz="1278" u="none" cap="none" strike="noStrike">
              <a:solidFill>
                <a:schemeClr val="accent1"/>
              </a:solidFill>
              <a:latin typeface="Poppins Medium"/>
              <a:ea typeface="Poppins Medium"/>
              <a:cs typeface="Poppins Medium"/>
              <a:sym typeface="Poppins Medium"/>
            </a:endParaRPr>
          </a:p>
        </p:txBody>
      </p:sp>
      <p:sp>
        <p:nvSpPr>
          <p:cNvPr id="2719" name="Google Shape;2719;p539"/>
          <p:cNvSpPr/>
          <p:nvPr/>
        </p:nvSpPr>
        <p:spPr>
          <a:xfrm>
            <a:off x="1937300" y="2164002"/>
            <a:ext cx="2150100" cy="32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852"/>
              <a:buFont typeface="Funnel Sans"/>
              <a:buNone/>
            </a:pPr>
            <a:r>
              <a:rPr lang="en" sz="900">
                <a:solidFill>
                  <a:srgbClr val="52586B"/>
                </a:solidFill>
                <a:latin typeface="Lato"/>
                <a:ea typeface="Lato"/>
                <a:cs typeface="Lato"/>
                <a:sym typeface="Lato"/>
              </a:rPr>
              <a:t>You built a targeted prototype designed to surface evidence, not just look finished.</a:t>
            </a:r>
            <a:endParaRPr i="0" sz="900" u="none" cap="none" strike="noStrike">
              <a:latin typeface="Lato"/>
              <a:ea typeface="Lato"/>
              <a:cs typeface="Lato"/>
              <a:sym typeface="Lato"/>
            </a:endParaRPr>
          </a:p>
        </p:txBody>
      </p:sp>
      <p:sp>
        <p:nvSpPr>
          <p:cNvPr id="2720" name="Google Shape;2720;p539"/>
          <p:cNvSpPr/>
          <p:nvPr/>
        </p:nvSpPr>
        <p:spPr>
          <a:xfrm>
            <a:off x="4531282" y="1753011"/>
            <a:ext cx="1630500" cy="2037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373B48"/>
              </a:buClr>
              <a:buSzPts val="1278"/>
              <a:buFont typeface="Mona Sans"/>
              <a:buNone/>
            </a:pPr>
            <a:r>
              <a:rPr i="0" lang="en" sz="1278" u="none" cap="none" strike="noStrike">
                <a:solidFill>
                  <a:schemeClr val="accent1"/>
                </a:solidFill>
                <a:latin typeface="Poppins Medium"/>
                <a:ea typeface="Poppins Medium"/>
                <a:cs typeface="Poppins Medium"/>
                <a:sym typeface="Poppins Medium"/>
              </a:rPr>
              <a:t>The Shifts</a:t>
            </a:r>
            <a:endParaRPr i="0" sz="1278" u="none" cap="none" strike="noStrike">
              <a:solidFill>
                <a:schemeClr val="accent1"/>
              </a:solidFill>
              <a:latin typeface="Poppins Medium"/>
              <a:ea typeface="Poppins Medium"/>
              <a:cs typeface="Poppins Medium"/>
              <a:sym typeface="Poppins Medium"/>
            </a:endParaRPr>
          </a:p>
        </p:txBody>
      </p:sp>
      <p:sp>
        <p:nvSpPr>
          <p:cNvPr id="2721" name="Google Shape;2721;p539"/>
          <p:cNvSpPr/>
          <p:nvPr/>
        </p:nvSpPr>
        <p:spPr>
          <a:xfrm>
            <a:off x="4531275" y="2126650"/>
            <a:ext cx="4155600" cy="911400"/>
          </a:xfrm>
          <a:prstGeom prst="roundRect">
            <a:avLst>
              <a:gd fmla="val 6838" name="adj"/>
            </a:avLst>
          </a:prstGeom>
          <a:solidFill>
            <a:srgbClr val="FFFFFF">
              <a:alpha val="94900"/>
            </a:srgbClr>
          </a:solidFill>
          <a:ln cap="flat" cmpd="sng" w="12950">
            <a:solidFill>
              <a:schemeClr val="accent1"/>
            </a:solidFill>
            <a:prstDash val="solid"/>
            <a:round/>
            <a:headEnd len="sm" w="sm" type="none"/>
            <a:tailEnd len="sm" w="sm" type="none"/>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722" name="Google Shape;2722;p539"/>
          <p:cNvSpPr/>
          <p:nvPr/>
        </p:nvSpPr>
        <p:spPr>
          <a:xfrm>
            <a:off x="4518298" y="2126641"/>
            <a:ext cx="51600" cy="911400"/>
          </a:xfrm>
          <a:prstGeom prst="roundRect">
            <a:avLst>
              <a:gd fmla="val 87907" name="adj"/>
            </a:avLst>
          </a:prstGeom>
          <a:solidFill>
            <a:schemeClr val="accent1"/>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723" name="Google Shape;2723;p539"/>
          <p:cNvSpPr/>
          <p:nvPr/>
        </p:nvSpPr>
        <p:spPr>
          <a:xfrm>
            <a:off x="4691878" y="2248275"/>
            <a:ext cx="2415900" cy="170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2586B"/>
              </a:buClr>
              <a:buSzPts val="1065"/>
              <a:buFont typeface="Mona Sans"/>
              <a:buNone/>
            </a:pPr>
            <a:r>
              <a:rPr b="1" lang="en" sz="1065">
                <a:solidFill>
                  <a:schemeClr val="accent1"/>
                </a:solidFill>
                <a:latin typeface="Lato"/>
                <a:ea typeface="Lato"/>
                <a:cs typeface="Lato"/>
                <a:sym typeface="Lato"/>
              </a:rPr>
              <a:t>Context Injection: Decodeds</a:t>
            </a:r>
            <a:endParaRPr b="1" i="0" sz="1065" u="none" cap="none" strike="noStrike">
              <a:solidFill>
                <a:schemeClr val="accent1"/>
              </a:solidFill>
              <a:latin typeface="Lato"/>
              <a:ea typeface="Lato"/>
              <a:cs typeface="Lato"/>
              <a:sym typeface="Lato"/>
            </a:endParaRPr>
          </a:p>
        </p:txBody>
      </p:sp>
      <p:sp>
        <p:nvSpPr>
          <p:cNvPr id="2724" name="Google Shape;2724;p539"/>
          <p:cNvSpPr/>
          <p:nvPr/>
        </p:nvSpPr>
        <p:spPr>
          <a:xfrm>
            <a:off x="4691874" y="2487975"/>
            <a:ext cx="3834600" cy="428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86B"/>
              </a:buClr>
              <a:buSzPts val="852"/>
              <a:buFont typeface="Funnel Sans"/>
              <a:buNone/>
            </a:pPr>
            <a:r>
              <a:rPr lang="en" sz="852">
                <a:solidFill>
                  <a:srgbClr val="434343"/>
                </a:solidFill>
                <a:latin typeface="Lato"/>
                <a:ea typeface="Lato"/>
                <a:cs typeface="Lato"/>
                <a:sym typeface="Lato"/>
              </a:rPr>
              <a:t>You’ve moved past simply asking for screens by feeding the AI business logic through user quotes and metrics, turning a generic vibe into a specialized tool that acts as a strategic product partner</a:t>
            </a:r>
            <a:endParaRPr i="0" sz="852" u="none" cap="none" strike="noStrike">
              <a:solidFill>
                <a:srgbClr val="434343"/>
              </a:solidFill>
              <a:latin typeface="Lato"/>
              <a:ea typeface="Lato"/>
              <a:cs typeface="Lato"/>
              <a:sym typeface="Lato"/>
            </a:endParaRPr>
          </a:p>
        </p:txBody>
      </p:sp>
      <p:sp>
        <p:nvSpPr>
          <p:cNvPr id="2725" name="Google Shape;2725;p539"/>
          <p:cNvSpPr/>
          <p:nvPr/>
        </p:nvSpPr>
        <p:spPr>
          <a:xfrm>
            <a:off x="4531275" y="3195558"/>
            <a:ext cx="4155600" cy="911400"/>
          </a:xfrm>
          <a:prstGeom prst="roundRect">
            <a:avLst>
              <a:gd fmla="val 6838" name="adj"/>
            </a:avLst>
          </a:prstGeom>
          <a:solidFill>
            <a:srgbClr val="FFFFFF">
              <a:alpha val="94900"/>
            </a:srgbClr>
          </a:solidFill>
          <a:ln cap="flat" cmpd="sng" w="12950">
            <a:solidFill>
              <a:schemeClr val="accent1"/>
            </a:solidFill>
            <a:prstDash val="solid"/>
            <a:round/>
            <a:headEnd len="sm" w="sm" type="none"/>
            <a:tailEnd len="sm" w="sm" type="none"/>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726" name="Google Shape;2726;p539"/>
          <p:cNvSpPr/>
          <p:nvPr/>
        </p:nvSpPr>
        <p:spPr>
          <a:xfrm>
            <a:off x="4518298" y="3195558"/>
            <a:ext cx="51600" cy="911400"/>
          </a:xfrm>
          <a:prstGeom prst="roundRect">
            <a:avLst>
              <a:gd fmla="val 87907" name="adj"/>
            </a:avLst>
          </a:prstGeom>
          <a:solidFill>
            <a:schemeClr val="accent1"/>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727" name="Google Shape;2727;p539"/>
          <p:cNvSpPr/>
          <p:nvPr/>
        </p:nvSpPr>
        <p:spPr>
          <a:xfrm>
            <a:off x="4691873" y="3317175"/>
            <a:ext cx="2917500" cy="170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2586B"/>
              </a:buClr>
              <a:buSzPts val="1065"/>
              <a:buFont typeface="Mona Sans"/>
              <a:buNone/>
            </a:pPr>
            <a:r>
              <a:rPr b="1" lang="en" sz="1065">
                <a:solidFill>
                  <a:schemeClr val="accent1"/>
                </a:solidFill>
                <a:latin typeface="Lato"/>
                <a:ea typeface="Lato"/>
                <a:cs typeface="Lato"/>
                <a:sym typeface="Lato"/>
              </a:rPr>
              <a:t>Credibility</a:t>
            </a:r>
            <a:r>
              <a:rPr b="1" lang="en" sz="1065">
                <a:solidFill>
                  <a:schemeClr val="accent1"/>
                </a:solidFill>
                <a:latin typeface="Lato"/>
                <a:ea typeface="Lato"/>
                <a:cs typeface="Lato"/>
                <a:sym typeface="Lato"/>
              </a:rPr>
              <a:t> Gap: Closed</a:t>
            </a:r>
            <a:endParaRPr b="1" i="0" sz="1065" u="none" cap="none" strike="noStrike">
              <a:solidFill>
                <a:schemeClr val="accent1"/>
              </a:solidFill>
              <a:latin typeface="Lato"/>
              <a:ea typeface="Lato"/>
              <a:cs typeface="Lato"/>
              <a:sym typeface="Lato"/>
            </a:endParaRPr>
          </a:p>
        </p:txBody>
      </p:sp>
      <p:sp>
        <p:nvSpPr>
          <p:cNvPr id="2728" name="Google Shape;2728;p539"/>
          <p:cNvSpPr/>
          <p:nvPr/>
        </p:nvSpPr>
        <p:spPr>
          <a:xfrm>
            <a:off x="4691874" y="3556901"/>
            <a:ext cx="3834600" cy="428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86B"/>
              </a:buClr>
              <a:buSzPts val="852"/>
              <a:buFont typeface="Funnel Sans"/>
              <a:buNone/>
            </a:pPr>
            <a:r>
              <a:rPr lang="en" sz="852">
                <a:solidFill>
                  <a:srgbClr val="434343"/>
                </a:solidFill>
                <a:latin typeface="Lato"/>
                <a:ea typeface="Lato"/>
                <a:cs typeface="Lato"/>
                <a:sym typeface="Lato"/>
              </a:rPr>
              <a:t>You’ve eliminated placeholder traps by testing specific hypotheses with real-world data, transforming a hollow mockup into a professional business case capable of driving real go/no-go decisions with stakeholders.</a:t>
            </a:r>
            <a:endParaRPr i="0" sz="852" u="none" cap="none" strike="noStrike">
              <a:solidFill>
                <a:srgbClr val="434343"/>
              </a:solidFill>
              <a:latin typeface="Lato"/>
              <a:ea typeface="Lato"/>
              <a:cs typeface="Lato"/>
              <a:sym typeface="Lato"/>
            </a:endParaRPr>
          </a:p>
        </p:txBody>
      </p:sp>
      <p:sp>
        <p:nvSpPr>
          <p:cNvPr id="2729" name="Google Shape;2729;p539"/>
          <p:cNvSpPr/>
          <p:nvPr/>
        </p:nvSpPr>
        <p:spPr>
          <a:xfrm>
            <a:off x="282825" y="5205441"/>
            <a:ext cx="8572500" cy="357000"/>
          </a:xfrm>
          <a:prstGeom prst="roundRect">
            <a:avLst>
              <a:gd fmla="val 12794" name="adj"/>
            </a:avLst>
          </a:prstGeom>
          <a:solidFill>
            <a:schemeClr val="accent2"/>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730" name="Google Shape;2730;p539"/>
          <p:cNvSpPr/>
          <p:nvPr/>
        </p:nvSpPr>
        <p:spPr>
          <a:xfrm>
            <a:off x="635942" y="5317199"/>
            <a:ext cx="8110200" cy="143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52"/>
              <a:buFont typeface="Funnel Sans"/>
              <a:buNone/>
            </a:pPr>
            <a:r>
              <a:rPr b="1" i="0" lang="en" sz="1000" u="none" cap="none" strike="noStrike">
                <a:solidFill>
                  <a:schemeClr val="lt1"/>
                </a:solidFill>
                <a:latin typeface="Lato"/>
                <a:ea typeface="Lato"/>
                <a:cs typeface="Lato"/>
                <a:sym typeface="Lato"/>
              </a:rPr>
              <a:t>Next: Module </a:t>
            </a:r>
            <a:r>
              <a:rPr b="1" lang="en" sz="1000">
                <a:solidFill>
                  <a:schemeClr val="lt1"/>
                </a:solidFill>
                <a:latin typeface="Lato"/>
                <a:ea typeface="Lato"/>
                <a:cs typeface="Lato"/>
                <a:sym typeface="Lato"/>
              </a:rPr>
              <a:t>3</a:t>
            </a:r>
            <a:r>
              <a:rPr i="0" lang="en" sz="1000" u="none" cap="none" strike="noStrike">
                <a:solidFill>
                  <a:schemeClr val="lt1"/>
                </a:solidFill>
                <a:latin typeface="Lato"/>
                <a:ea typeface="Lato"/>
                <a:cs typeface="Lato"/>
                <a:sym typeface="Lato"/>
              </a:rPr>
              <a:t> — </a:t>
            </a:r>
            <a:r>
              <a:rPr lang="en" sz="1000">
                <a:solidFill>
                  <a:schemeClr val="lt1"/>
                </a:solidFill>
                <a:latin typeface="Lato"/>
                <a:ea typeface="Lato"/>
                <a:cs typeface="Lato"/>
                <a:sym typeface="Lato"/>
              </a:rPr>
              <a:t>Same product, better execution.  </a:t>
            </a:r>
            <a:endParaRPr i="0" sz="1000" u="none" cap="none" strike="noStrike">
              <a:solidFill>
                <a:schemeClr val="lt1"/>
              </a:solidFill>
              <a:latin typeface="Lato"/>
              <a:ea typeface="Lato"/>
              <a:cs typeface="Lato"/>
              <a:sym typeface="Lato"/>
            </a:endParaRPr>
          </a:p>
        </p:txBody>
      </p:sp>
      <p:cxnSp>
        <p:nvCxnSpPr>
          <p:cNvPr id="2731" name="Google Shape;2731;p539"/>
          <p:cNvCxnSpPr/>
          <p:nvPr/>
        </p:nvCxnSpPr>
        <p:spPr>
          <a:xfrm>
            <a:off x="326200" y="1354900"/>
            <a:ext cx="8089800" cy="0"/>
          </a:xfrm>
          <a:prstGeom prst="straightConnector1">
            <a:avLst/>
          </a:prstGeom>
          <a:noFill/>
          <a:ln cap="flat" cmpd="sng" w="9525">
            <a:solidFill>
              <a:schemeClr val="accent1"/>
            </a:solidFill>
            <a:prstDash val="solid"/>
            <a:round/>
            <a:headEnd len="med" w="med" type="none"/>
            <a:tailEnd len="med" w="med" type="none"/>
          </a:ln>
        </p:spPr>
      </p:cxnSp>
      <p:sp>
        <p:nvSpPr>
          <p:cNvPr id="2732" name="Google Shape;2732;p539"/>
          <p:cNvSpPr/>
          <p:nvPr/>
        </p:nvSpPr>
        <p:spPr>
          <a:xfrm>
            <a:off x="317500" y="2070410"/>
            <a:ext cx="1474500" cy="5460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33" name="Google Shape;2733;p539"/>
          <p:cNvSpPr/>
          <p:nvPr/>
        </p:nvSpPr>
        <p:spPr>
          <a:xfrm>
            <a:off x="-393249" y="2064748"/>
            <a:ext cx="1944900" cy="357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2812"/>
              <a:buFont typeface="Mona Sans"/>
              <a:buNone/>
            </a:pPr>
            <a:r>
              <a:rPr lang="en" sz="3611">
                <a:solidFill>
                  <a:schemeClr val="lt1"/>
                </a:solidFill>
                <a:latin typeface="Poppins Medium"/>
                <a:ea typeface="Poppins Medium"/>
                <a:cs typeface="Poppins Medium"/>
                <a:sym typeface="Poppins Medium"/>
              </a:rPr>
              <a:t>1</a:t>
            </a:r>
            <a:endParaRPr i="0" sz="3611" u="none" cap="none" strike="noStrike">
              <a:solidFill>
                <a:schemeClr val="lt1"/>
              </a:solidFill>
              <a:latin typeface="Poppins Medium"/>
              <a:ea typeface="Poppins Medium"/>
              <a:cs typeface="Poppins Medium"/>
              <a:sym typeface="Poppins Medium"/>
            </a:endParaRPr>
          </a:p>
        </p:txBody>
      </p:sp>
      <p:sp>
        <p:nvSpPr>
          <p:cNvPr id="2734" name="Google Shape;2734;p539"/>
          <p:cNvSpPr/>
          <p:nvPr/>
        </p:nvSpPr>
        <p:spPr>
          <a:xfrm>
            <a:off x="774942" y="2140890"/>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265">
                <a:solidFill>
                  <a:schemeClr val="lt1"/>
                </a:solidFill>
                <a:latin typeface="Poppins Medium"/>
                <a:ea typeface="Poppins Medium"/>
                <a:cs typeface="Poppins Medium"/>
                <a:sym typeface="Poppins Medium"/>
              </a:rPr>
              <a:t>Strategic</a:t>
            </a:r>
            <a:br>
              <a:rPr lang="en" sz="1265">
                <a:solidFill>
                  <a:schemeClr val="lt1"/>
                </a:solidFill>
                <a:latin typeface="Poppins Medium"/>
                <a:ea typeface="Poppins Medium"/>
                <a:cs typeface="Poppins Medium"/>
                <a:sym typeface="Poppins Medium"/>
              </a:rPr>
            </a:br>
            <a:r>
              <a:rPr lang="en" sz="1265">
                <a:solidFill>
                  <a:schemeClr val="lt1"/>
                </a:solidFill>
                <a:latin typeface="Poppins Medium"/>
                <a:ea typeface="Poppins Medium"/>
                <a:cs typeface="Poppins Medium"/>
                <a:sym typeface="Poppins Medium"/>
              </a:rPr>
              <a:t>Build</a:t>
            </a:r>
            <a:endParaRPr i="0" sz="1265" u="none" cap="none" strike="noStrike">
              <a:solidFill>
                <a:schemeClr val="lt1"/>
              </a:solidFill>
              <a:latin typeface="Poppins Medium"/>
              <a:ea typeface="Poppins Medium"/>
              <a:cs typeface="Poppins Medium"/>
              <a:sym typeface="Poppins Medium"/>
            </a:endParaRPr>
          </a:p>
        </p:txBody>
      </p:sp>
      <p:sp>
        <p:nvSpPr>
          <p:cNvPr id="2735" name="Google Shape;2735;p539"/>
          <p:cNvSpPr/>
          <p:nvPr/>
        </p:nvSpPr>
        <p:spPr>
          <a:xfrm>
            <a:off x="10567202" y="1776815"/>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665">
                <a:solidFill>
                  <a:schemeClr val="lt1"/>
                </a:solidFill>
                <a:latin typeface="Poppins Medium"/>
                <a:ea typeface="Poppins Medium"/>
                <a:cs typeface="Poppins Medium"/>
                <a:sym typeface="Poppins Medium"/>
              </a:rPr>
              <a:t>Stress-Test </a:t>
            </a:r>
            <a:br>
              <a:rPr lang="en" sz="1665">
                <a:solidFill>
                  <a:schemeClr val="lt1"/>
                </a:solidFill>
                <a:latin typeface="Poppins Medium"/>
                <a:ea typeface="Poppins Medium"/>
                <a:cs typeface="Poppins Medium"/>
                <a:sym typeface="Poppins Medium"/>
              </a:rPr>
            </a:br>
            <a:r>
              <a:rPr lang="en" sz="1665">
                <a:solidFill>
                  <a:schemeClr val="lt1"/>
                </a:solidFill>
                <a:latin typeface="Poppins Medium"/>
                <a:ea typeface="Poppins Medium"/>
                <a:cs typeface="Poppins Medium"/>
                <a:sym typeface="Poppins Medium"/>
              </a:rPr>
              <a:t>Review</a:t>
            </a:r>
            <a:endParaRPr sz="1665">
              <a:solidFill>
                <a:schemeClr val="lt1"/>
              </a:solidFill>
              <a:latin typeface="Poppins Medium"/>
              <a:ea typeface="Poppins Medium"/>
              <a:cs typeface="Poppins Medium"/>
              <a:sym typeface="Poppins Medium"/>
            </a:endParaRPr>
          </a:p>
        </p:txBody>
      </p:sp>
      <p:pic>
        <p:nvPicPr>
          <p:cNvPr id="2736" name="Google Shape;2736;p539"/>
          <p:cNvPicPr preferRelativeResize="0"/>
          <p:nvPr/>
        </p:nvPicPr>
        <p:blipFill rotWithShape="1">
          <a:blip r:embed="rId4">
            <a:alphaModFix/>
          </a:blip>
          <a:srcRect b="0" l="0" r="0" t="0"/>
          <a:stretch/>
        </p:blipFill>
        <p:spPr>
          <a:xfrm>
            <a:off x="351457" y="5282646"/>
            <a:ext cx="211475" cy="212225"/>
          </a:xfrm>
          <a:prstGeom prst="rect">
            <a:avLst/>
          </a:prstGeom>
          <a:noFill/>
          <a:ln>
            <a:noFill/>
          </a:ln>
        </p:spPr>
      </p:pic>
      <p:sp>
        <p:nvSpPr>
          <p:cNvPr id="2737" name="Google Shape;2737;p539"/>
          <p:cNvSpPr/>
          <p:nvPr/>
        </p:nvSpPr>
        <p:spPr>
          <a:xfrm>
            <a:off x="1937300" y="2847400"/>
            <a:ext cx="2376000" cy="3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2586B"/>
              </a:buClr>
              <a:buSzPts val="852"/>
              <a:buFont typeface="Funnel Sans"/>
              <a:buNone/>
            </a:pPr>
            <a:r>
              <a:rPr lang="en" sz="900">
                <a:solidFill>
                  <a:srgbClr val="52586B"/>
                </a:solidFill>
                <a:latin typeface="Lato"/>
                <a:ea typeface="Lato"/>
                <a:cs typeface="Lato"/>
                <a:sym typeface="Lato"/>
              </a:rPr>
              <a:t>Peer review strategically proved that if you have to explain the UI, the intent isn't sharp enough.</a:t>
            </a:r>
            <a:endParaRPr sz="900">
              <a:solidFill>
                <a:srgbClr val="52586B"/>
              </a:solidFill>
              <a:latin typeface="Lato"/>
              <a:ea typeface="Lato"/>
              <a:cs typeface="Lato"/>
              <a:sym typeface="Lato"/>
            </a:endParaRPr>
          </a:p>
        </p:txBody>
      </p:sp>
      <p:sp>
        <p:nvSpPr>
          <p:cNvPr id="2738" name="Google Shape;2738;p539"/>
          <p:cNvSpPr/>
          <p:nvPr/>
        </p:nvSpPr>
        <p:spPr>
          <a:xfrm>
            <a:off x="-393249" y="2787291"/>
            <a:ext cx="1944900" cy="357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2812"/>
              <a:buFont typeface="Mona Sans"/>
              <a:buNone/>
            </a:pPr>
            <a:r>
              <a:rPr lang="en" sz="3611">
                <a:solidFill>
                  <a:schemeClr val="lt1"/>
                </a:solidFill>
                <a:latin typeface="Poppins Medium"/>
                <a:ea typeface="Poppins Medium"/>
                <a:cs typeface="Poppins Medium"/>
                <a:sym typeface="Poppins Medium"/>
              </a:rPr>
              <a:t>1</a:t>
            </a:r>
            <a:endParaRPr i="0" sz="3611" u="none" cap="none" strike="noStrike">
              <a:solidFill>
                <a:schemeClr val="lt1"/>
              </a:solidFill>
              <a:latin typeface="Poppins Medium"/>
              <a:ea typeface="Poppins Medium"/>
              <a:cs typeface="Poppins Medium"/>
              <a:sym typeface="Poppins Medium"/>
            </a:endParaRPr>
          </a:p>
        </p:txBody>
      </p:sp>
      <p:sp>
        <p:nvSpPr>
          <p:cNvPr id="2739" name="Google Shape;2739;p539"/>
          <p:cNvSpPr/>
          <p:nvPr/>
        </p:nvSpPr>
        <p:spPr>
          <a:xfrm>
            <a:off x="774942" y="2863433"/>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265">
                <a:solidFill>
                  <a:schemeClr val="lt1"/>
                </a:solidFill>
                <a:latin typeface="Poppins Medium"/>
                <a:ea typeface="Poppins Medium"/>
                <a:cs typeface="Poppins Medium"/>
                <a:sym typeface="Poppins Medium"/>
              </a:rPr>
              <a:t>Stress-Test</a:t>
            </a:r>
            <a:br>
              <a:rPr lang="en" sz="1265">
                <a:solidFill>
                  <a:schemeClr val="lt1"/>
                </a:solidFill>
                <a:latin typeface="Poppins Medium"/>
                <a:ea typeface="Poppins Medium"/>
                <a:cs typeface="Poppins Medium"/>
                <a:sym typeface="Poppins Medium"/>
              </a:rPr>
            </a:br>
            <a:r>
              <a:rPr lang="en" sz="1265">
                <a:solidFill>
                  <a:schemeClr val="lt1"/>
                </a:solidFill>
                <a:latin typeface="Poppins Medium"/>
                <a:ea typeface="Poppins Medium"/>
                <a:cs typeface="Poppins Medium"/>
                <a:sym typeface="Poppins Medium"/>
              </a:rPr>
              <a:t>Review</a:t>
            </a:r>
            <a:endParaRPr i="0" sz="1265" u="none" cap="none" strike="noStrike">
              <a:solidFill>
                <a:schemeClr val="lt1"/>
              </a:solidFill>
              <a:latin typeface="Poppins Medium"/>
              <a:ea typeface="Poppins Medium"/>
              <a:cs typeface="Poppins Medium"/>
              <a:sym typeface="Poppins Medium"/>
            </a:endParaRPr>
          </a:p>
        </p:txBody>
      </p:sp>
      <p:sp>
        <p:nvSpPr>
          <p:cNvPr id="2740" name="Google Shape;2740;p539"/>
          <p:cNvSpPr/>
          <p:nvPr/>
        </p:nvSpPr>
        <p:spPr>
          <a:xfrm>
            <a:off x="1937300" y="3598127"/>
            <a:ext cx="2150100" cy="3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2586B"/>
              </a:buClr>
              <a:buSzPts val="852"/>
              <a:buFont typeface="Funnel Sans"/>
              <a:buNone/>
            </a:pPr>
            <a:r>
              <a:rPr lang="en" sz="900">
                <a:solidFill>
                  <a:srgbClr val="52586B"/>
                </a:solidFill>
                <a:latin typeface="Lato"/>
                <a:ea typeface="Lato"/>
                <a:cs typeface="Lato"/>
                <a:sym typeface="Lato"/>
              </a:rPr>
              <a:t>Every prompt you wrote was anchored by a formal hypothesis, risk type, kill switch, and measurable success criteria.</a:t>
            </a:r>
            <a:endParaRPr sz="900">
              <a:solidFill>
                <a:srgbClr val="52586B"/>
              </a:solidFill>
              <a:latin typeface="Lato"/>
              <a:ea typeface="Lato"/>
              <a:cs typeface="Lato"/>
              <a:sym typeface="Lato"/>
            </a:endParaRPr>
          </a:p>
        </p:txBody>
      </p:sp>
      <p:sp>
        <p:nvSpPr>
          <p:cNvPr id="2741" name="Google Shape;2741;p539"/>
          <p:cNvSpPr/>
          <p:nvPr/>
        </p:nvSpPr>
        <p:spPr>
          <a:xfrm>
            <a:off x="-401077" y="3538016"/>
            <a:ext cx="1944900" cy="357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2812"/>
              <a:buFont typeface="Mona Sans"/>
              <a:buNone/>
            </a:pPr>
            <a:r>
              <a:rPr lang="en" sz="3611">
                <a:solidFill>
                  <a:schemeClr val="lt1"/>
                </a:solidFill>
                <a:latin typeface="Poppins Medium"/>
                <a:ea typeface="Poppins Medium"/>
                <a:cs typeface="Poppins Medium"/>
                <a:sym typeface="Poppins Medium"/>
              </a:rPr>
              <a:t>4</a:t>
            </a:r>
            <a:endParaRPr i="0" sz="3611" u="none" cap="none" strike="noStrike">
              <a:solidFill>
                <a:schemeClr val="lt1"/>
              </a:solidFill>
              <a:latin typeface="Poppins Medium"/>
              <a:ea typeface="Poppins Medium"/>
              <a:cs typeface="Poppins Medium"/>
              <a:sym typeface="Poppins Medium"/>
            </a:endParaRPr>
          </a:p>
        </p:txBody>
      </p:sp>
      <p:sp>
        <p:nvSpPr>
          <p:cNvPr id="2742" name="Google Shape;2742;p539"/>
          <p:cNvSpPr/>
          <p:nvPr/>
        </p:nvSpPr>
        <p:spPr>
          <a:xfrm>
            <a:off x="774942" y="3614158"/>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265">
                <a:solidFill>
                  <a:schemeClr val="lt1"/>
                </a:solidFill>
                <a:latin typeface="Poppins Medium"/>
                <a:ea typeface="Poppins Medium"/>
                <a:cs typeface="Poppins Medium"/>
                <a:sym typeface="Poppins Medium"/>
              </a:rPr>
              <a:t>Validation</a:t>
            </a:r>
            <a:br>
              <a:rPr lang="en" sz="1265">
                <a:solidFill>
                  <a:schemeClr val="lt1"/>
                </a:solidFill>
                <a:latin typeface="Poppins Medium"/>
                <a:ea typeface="Poppins Medium"/>
                <a:cs typeface="Poppins Medium"/>
                <a:sym typeface="Poppins Medium"/>
              </a:rPr>
            </a:br>
            <a:r>
              <a:rPr lang="en" sz="1265">
                <a:solidFill>
                  <a:schemeClr val="lt1"/>
                </a:solidFill>
                <a:latin typeface="Poppins Medium"/>
                <a:ea typeface="Poppins Medium"/>
                <a:cs typeface="Poppins Medium"/>
                <a:sym typeface="Poppins Medium"/>
              </a:rPr>
              <a:t>Pillars</a:t>
            </a:r>
            <a:endParaRPr i="0" sz="1265" u="none" cap="none" strike="noStrike">
              <a:solidFill>
                <a:schemeClr val="lt1"/>
              </a:solidFill>
              <a:latin typeface="Poppins Medium"/>
              <a:ea typeface="Poppins Medium"/>
              <a:cs typeface="Poppins Medium"/>
              <a:sym typeface="Poppins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46" name="Shape 2746"/>
        <p:cNvGrpSpPr/>
        <p:nvPr/>
      </p:nvGrpSpPr>
      <p:grpSpPr>
        <a:xfrm>
          <a:off x="0" y="0"/>
          <a:ext cx="0" cy="0"/>
          <a:chOff x="0" y="0"/>
          <a:chExt cx="0" cy="0"/>
        </a:xfrm>
      </p:grpSpPr>
      <p:sp>
        <p:nvSpPr>
          <p:cNvPr id="2747" name="Google Shape;2747;p540"/>
          <p:cNvSpPr txBox="1"/>
          <p:nvPr>
            <p:ph idx="4" type="body"/>
          </p:nvPr>
        </p:nvSpPr>
        <p:spPr>
          <a:xfrm>
            <a:off x="22500" y="2648081"/>
            <a:ext cx="4560600" cy="3465300"/>
          </a:xfrm>
          <a:prstGeom prst="rect">
            <a:avLst/>
          </a:prstGeom>
        </p:spPr>
        <p:txBody>
          <a:bodyPr anchorCtr="0" anchor="t" bIns="365750" lIns="365750" spcFirstLastPara="1" rIns="365750" wrap="square" tIns="365750">
            <a:spAutoFit/>
          </a:bodyPr>
          <a:lstStyle/>
          <a:p>
            <a:pPr indent="-213359" lvl="0" marL="228600" rtl="0" algn="l">
              <a:spcBef>
                <a:spcPts val="0"/>
              </a:spcBef>
              <a:spcAft>
                <a:spcPts val="0"/>
              </a:spcAft>
              <a:buClr>
                <a:schemeClr val="accent4"/>
              </a:buClr>
              <a:buSzPts val="1200"/>
              <a:buChar char="■"/>
            </a:pPr>
            <a:r>
              <a:rPr b="1" lang="en" sz="1200"/>
              <a:t>Product Managers must master the three ingredients of context injection: hypothesis, real data, and user voice, to build high-signal prototypes. </a:t>
            </a:r>
            <a:r>
              <a:rPr lang="en" sz="1200"/>
              <a:t>This ensures the AI output  reflects actual market conditions rather than a generic design.</a:t>
            </a:r>
            <a:endParaRPr sz="1200"/>
          </a:p>
          <a:p>
            <a:pPr indent="-213359" lvl="0" marL="228600" rtl="0" algn="l">
              <a:spcBef>
                <a:spcPts val="800"/>
              </a:spcBef>
              <a:spcAft>
                <a:spcPts val="0"/>
              </a:spcAft>
              <a:buClr>
                <a:schemeClr val="accent4"/>
              </a:buClr>
              <a:buSzPts val="1200"/>
              <a:buChar char="■"/>
            </a:pPr>
            <a:r>
              <a:rPr b="1" lang="en" sz="1200"/>
              <a:t>PMs utilize the validation loop to move systematically through the stages of hypothesis, constraints, stress testing, and synthesis.</a:t>
            </a:r>
            <a:r>
              <a:rPr lang="en" sz="1200"/>
              <a:t> This provides technical and usability evidence, compressing weeks of traditional development into a single session.</a:t>
            </a:r>
            <a:endParaRPr sz="1200"/>
          </a:p>
          <a:p>
            <a:pPr indent="-137160" lvl="0" marL="228600" rtl="0" algn="l">
              <a:spcBef>
                <a:spcPts val="800"/>
              </a:spcBef>
              <a:spcAft>
                <a:spcPts val="800"/>
              </a:spcAft>
              <a:buNone/>
            </a:pPr>
            <a:r>
              <a:t/>
            </a:r>
            <a:endParaRPr sz="1200"/>
          </a:p>
        </p:txBody>
      </p:sp>
      <p:cxnSp>
        <p:nvCxnSpPr>
          <p:cNvPr id="2748" name="Google Shape;2748;p540"/>
          <p:cNvCxnSpPr/>
          <p:nvPr/>
        </p:nvCxnSpPr>
        <p:spPr>
          <a:xfrm>
            <a:off x="-9" y="2648089"/>
            <a:ext cx="9166500" cy="0"/>
          </a:xfrm>
          <a:prstGeom prst="straightConnector1">
            <a:avLst/>
          </a:prstGeom>
          <a:noFill/>
          <a:ln cap="flat" cmpd="sng" w="9525">
            <a:solidFill>
              <a:schemeClr val="lt1"/>
            </a:solidFill>
            <a:prstDash val="solid"/>
            <a:round/>
            <a:headEnd len="med" w="med" type="none"/>
            <a:tailEnd len="med" w="med" type="none"/>
          </a:ln>
        </p:spPr>
      </p:cxnSp>
      <p:cxnSp>
        <p:nvCxnSpPr>
          <p:cNvPr id="2749" name="Google Shape;2749;p540"/>
          <p:cNvCxnSpPr/>
          <p:nvPr/>
        </p:nvCxnSpPr>
        <p:spPr>
          <a:xfrm>
            <a:off x="4583250" y="2664731"/>
            <a:ext cx="0" cy="4171800"/>
          </a:xfrm>
          <a:prstGeom prst="straightConnector1">
            <a:avLst/>
          </a:prstGeom>
          <a:noFill/>
          <a:ln cap="flat" cmpd="sng" w="9525">
            <a:solidFill>
              <a:schemeClr val="lt1"/>
            </a:solidFill>
            <a:prstDash val="solid"/>
            <a:round/>
            <a:headEnd len="med" w="med" type="none"/>
            <a:tailEnd len="med" w="med" type="none"/>
          </a:ln>
        </p:spPr>
      </p:cxnSp>
      <p:sp>
        <p:nvSpPr>
          <p:cNvPr id="2750" name="Google Shape;2750;p540"/>
          <p:cNvSpPr txBox="1"/>
          <p:nvPr/>
        </p:nvSpPr>
        <p:spPr>
          <a:xfrm>
            <a:off x="457200" y="4572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chemeClr val="accent4"/>
                </a:solidFill>
                <a:latin typeface="Poppins SemiBold"/>
                <a:ea typeface="Poppins SemiBold"/>
                <a:cs typeface="Poppins SemiBold"/>
                <a:sym typeface="Poppins SemiBold"/>
              </a:rPr>
              <a:t>Key Takeaways</a:t>
            </a:r>
            <a:endParaRPr sz="1600">
              <a:solidFill>
                <a:schemeClr val="accent4"/>
              </a:solidFill>
              <a:latin typeface="Poppins SemiBold"/>
              <a:ea typeface="Poppins SemiBold"/>
              <a:cs typeface="Poppins SemiBold"/>
              <a:sym typeface="Poppins SemiBold"/>
            </a:endParaRPr>
          </a:p>
        </p:txBody>
      </p:sp>
      <p:sp>
        <p:nvSpPr>
          <p:cNvPr id="2751" name="Google Shape;2751;p540"/>
          <p:cNvSpPr txBox="1"/>
          <p:nvPr/>
        </p:nvSpPr>
        <p:spPr>
          <a:xfrm>
            <a:off x="457200" y="1155128"/>
            <a:ext cx="8252100" cy="461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000">
                <a:solidFill>
                  <a:srgbClr val="FFFFFF"/>
                </a:solidFill>
                <a:latin typeface="Poppins Medium"/>
                <a:ea typeface="Poppins Medium"/>
                <a:cs typeface="Poppins Medium"/>
                <a:sym typeface="Poppins Medium"/>
              </a:rPr>
              <a:t>Sharpen Intent with Strategic Prototypes</a:t>
            </a:r>
            <a:endParaRPr sz="3000">
              <a:solidFill>
                <a:srgbClr val="FFFFFF"/>
              </a:solidFill>
              <a:latin typeface="Poppins Medium"/>
              <a:ea typeface="Poppins Medium"/>
              <a:cs typeface="Poppins Medium"/>
              <a:sym typeface="Poppins Medium"/>
            </a:endParaRPr>
          </a:p>
        </p:txBody>
      </p:sp>
      <p:sp>
        <p:nvSpPr>
          <p:cNvPr id="2752" name="Google Shape;2752;p540"/>
          <p:cNvSpPr txBox="1"/>
          <p:nvPr>
            <p:ph idx="5" type="subTitle"/>
          </p:nvPr>
        </p:nvSpPr>
        <p:spPr>
          <a:xfrm>
            <a:off x="4583475" y="2648081"/>
            <a:ext cx="4560600" cy="2300700"/>
          </a:xfrm>
          <a:prstGeom prst="rect">
            <a:avLst/>
          </a:prstGeom>
        </p:spPr>
        <p:txBody>
          <a:bodyPr anchorCtr="0" anchor="t" bIns="365750" lIns="365750" spcFirstLastPara="1" rIns="365750" wrap="square" tIns="365750">
            <a:spAutoFit/>
          </a:bodyPr>
          <a:lstStyle/>
          <a:p>
            <a:pPr indent="-213359" lvl="0" marL="228600" rtl="0" algn="l">
              <a:spcBef>
                <a:spcPts val="0"/>
              </a:spcBef>
              <a:spcAft>
                <a:spcPts val="0"/>
              </a:spcAft>
              <a:buClr>
                <a:schemeClr val="accent4"/>
              </a:buClr>
              <a:buSzPts val="1200"/>
              <a:buChar char="■"/>
            </a:pPr>
            <a:r>
              <a:rPr b="1" lang="en" sz="1200"/>
              <a:t>Product Managers should use the problem framework to articulate exactly what is being tested before wasting credits or prompting. </a:t>
            </a:r>
            <a:r>
              <a:rPr lang="en" sz="1200"/>
              <a:t>Defining the what and why upfront prevents aimless building and ensures the resulting prototype serves as a precision instrument for validation.</a:t>
            </a:r>
            <a:endParaRPr sz="1200"/>
          </a:p>
          <a:p>
            <a:pPr indent="0" lvl="0" marL="0" rtl="0" algn="l">
              <a:spcBef>
                <a:spcPts val="800"/>
              </a:spcBef>
              <a:spcAft>
                <a:spcPts val="800"/>
              </a:spcAft>
              <a:buNone/>
            </a:pPr>
            <a:r>
              <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57" name="Shape 2757"/>
        <p:cNvGrpSpPr/>
        <p:nvPr/>
      </p:nvGrpSpPr>
      <p:grpSpPr>
        <a:xfrm>
          <a:off x="0" y="0"/>
          <a:ext cx="0" cy="0"/>
          <a:chOff x="0" y="0"/>
          <a:chExt cx="0" cy="0"/>
        </a:xfrm>
      </p:grpSpPr>
      <p:sp>
        <p:nvSpPr>
          <p:cNvPr id="2758" name="Google Shape;2758;p541"/>
          <p:cNvSpPr/>
          <p:nvPr/>
        </p:nvSpPr>
        <p:spPr>
          <a:xfrm>
            <a:off x="4533525" y="170925"/>
            <a:ext cx="4367100" cy="5373600"/>
          </a:xfrm>
          <a:prstGeom prst="roundRect">
            <a:avLst>
              <a:gd fmla="val 5783" name="adj"/>
            </a:avLst>
          </a:prstGeom>
          <a:solidFill>
            <a:srgbClr val="737373"/>
          </a:solidFill>
          <a:ln>
            <a:noFill/>
          </a:ln>
        </p:spPr>
        <p:txBody>
          <a:bodyPr anchorCtr="0" anchor="t" bIns="142225" lIns="142225" spcFirstLastPara="1" rIns="142225" wrap="square" tIns="142225">
            <a:noAutofit/>
          </a:bodyPr>
          <a:lstStyle/>
          <a:p>
            <a:pPr indent="0" lvl="0" marL="0" rtl="0" algn="l">
              <a:spcBef>
                <a:spcPts val="0"/>
              </a:spcBef>
              <a:spcAft>
                <a:spcPts val="0"/>
              </a:spcAft>
              <a:buNone/>
            </a:pPr>
            <a:r>
              <a:rPr lang="en" sz="2400">
                <a:solidFill>
                  <a:srgbClr val="07182C"/>
                </a:solidFill>
                <a:latin typeface="Poppins Medium"/>
                <a:ea typeface="Poppins Medium"/>
                <a:cs typeface="Poppins Medium"/>
                <a:sym typeface="Poppins Medium"/>
              </a:rPr>
              <a:t>Extra Practice</a:t>
            </a:r>
            <a:endParaRPr sz="2400">
              <a:solidFill>
                <a:srgbClr val="07182C"/>
              </a:solidFill>
              <a:latin typeface="Poppins Medium"/>
              <a:ea typeface="Poppins Medium"/>
              <a:cs typeface="Poppins Medium"/>
              <a:sym typeface="Poppins Medium"/>
            </a:endParaRPr>
          </a:p>
          <a:p>
            <a:pPr indent="12700" lvl="0" marL="25400" marR="0" rtl="0" algn="l">
              <a:lnSpc>
                <a:spcPct val="115000"/>
              </a:lnSpc>
              <a:spcBef>
                <a:spcPts val="0"/>
              </a:spcBef>
              <a:spcAft>
                <a:spcPts val="0"/>
              </a:spcAft>
              <a:buClr>
                <a:srgbClr val="000000"/>
              </a:buClr>
              <a:buSzPts val="1100"/>
              <a:buFont typeface="Poppins SemiBold"/>
              <a:buNone/>
            </a:pPr>
            <a:r>
              <a:t/>
            </a:r>
            <a:endParaRPr sz="900">
              <a:solidFill>
                <a:schemeClr val="accent4"/>
              </a:solidFill>
              <a:latin typeface="Poppins SemiBold"/>
              <a:ea typeface="Poppins SemiBold"/>
              <a:cs typeface="Poppins SemiBold"/>
              <a:sym typeface="Poppins SemiBold"/>
            </a:endParaRPr>
          </a:p>
          <a:p>
            <a:pPr indent="12700" lvl="0" marL="25400" marR="0" rtl="0" algn="l">
              <a:lnSpc>
                <a:spcPct val="115000"/>
              </a:lnSpc>
              <a:spcBef>
                <a:spcPts val="800"/>
              </a:spcBef>
              <a:spcAft>
                <a:spcPts val="0"/>
              </a:spcAft>
              <a:buClr>
                <a:srgbClr val="000000"/>
              </a:buClr>
              <a:buSzPts val="1100"/>
              <a:buFont typeface="Poppins SemiBold"/>
              <a:buNone/>
            </a:pPr>
            <a:r>
              <a:rPr lang="en" sz="1200">
                <a:solidFill>
                  <a:schemeClr val="accent4"/>
                </a:solidFill>
                <a:latin typeface="Poppins SemiBold"/>
                <a:ea typeface="Poppins SemiBold"/>
                <a:cs typeface="Poppins SemiBold"/>
                <a:sym typeface="Poppins SemiBold"/>
              </a:rPr>
              <a:t>Optional: Dig deeper into your hands-on lab experiences and try these exercises on your own.</a:t>
            </a:r>
            <a:br>
              <a:rPr lang="en" sz="1200">
                <a:solidFill>
                  <a:schemeClr val="accent4"/>
                </a:solidFill>
                <a:latin typeface="Poppins SemiBold"/>
                <a:ea typeface="Poppins SemiBold"/>
                <a:cs typeface="Poppins SemiBold"/>
                <a:sym typeface="Poppins SemiBold"/>
              </a:rPr>
            </a:br>
            <a:endParaRPr sz="1200">
              <a:solidFill>
                <a:schemeClr val="accent4"/>
              </a:solidFill>
              <a:latin typeface="Poppins SemiBold"/>
              <a:ea typeface="Poppins SemiBold"/>
              <a:cs typeface="Poppins SemiBold"/>
              <a:sym typeface="Poppins SemiBold"/>
            </a:endParaRPr>
          </a:p>
          <a:p>
            <a:pPr indent="12700" lvl="0" marL="25400" marR="0" rtl="0" algn="l">
              <a:lnSpc>
                <a:spcPct val="115000"/>
              </a:lnSpc>
              <a:spcBef>
                <a:spcPts val="800"/>
              </a:spcBef>
              <a:spcAft>
                <a:spcPts val="0"/>
              </a:spcAft>
              <a:buClr>
                <a:srgbClr val="000000"/>
              </a:buClr>
              <a:buSzPts val="1100"/>
              <a:buFont typeface="Poppins SemiBold"/>
              <a:buNone/>
            </a:pPr>
            <a:r>
              <a:rPr b="1" lang="en" sz="1100">
                <a:solidFill>
                  <a:schemeClr val="lt1"/>
                </a:solidFill>
                <a:latin typeface="IBM Plex Mono"/>
                <a:ea typeface="IBM Plex Mono"/>
                <a:cs typeface="IBM Plex Mono"/>
                <a:sym typeface="IBM Plex Mono"/>
              </a:rPr>
              <a:t>1.Stress Test Your Kill-Switch</a:t>
            </a:r>
            <a:endParaRPr b="1"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0"/>
              </a:spcAft>
              <a:buClr>
                <a:srgbClr val="000000"/>
              </a:buClr>
              <a:buSzPts val="1100"/>
              <a:buFont typeface="Poppins SemiBold"/>
              <a:buNone/>
            </a:pPr>
            <a:r>
              <a:rPr lang="en" sz="1000">
                <a:solidFill>
                  <a:schemeClr val="lt1"/>
                </a:solidFill>
                <a:latin typeface="IBM Plex Mono"/>
                <a:ea typeface="IBM Plex Mono"/>
                <a:cs typeface="IBM Plex Mono"/>
                <a:sym typeface="IBM Plex Mono"/>
              </a:rPr>
              <a:t>Pick a second, high-priority risk from your Validation Brief and build a completely different prototype to test it. If your first build was a Landing Page for value, try a Functional App for feasibility. Which option would you move forward with?</a:t>
            </a:r>
            <a:endParaRPr sz="1000">
              <a:solidFill>
                <a:schemeClr val="lt1"/>
              </a:solidFill>
              <a:latin typeface="IBM Plex Mono"/>
              <a:ea typeface="IBM Plex Mono"/>
              <a:cs typeface="IBM Plex Mono"/>
              <a:sym typeface="IBM Plex Mono"/>
            </a:endParaRPr>
          </a:p>
          <a:p>
            <a:pPr indent="0" lvl="0" marL="25400" marR="0" rtl="0" algn="l">
              <a:lnSpc>
                <a:spcPct val="115000"/>
              </a:lnSpc>
              <a:spcBef>
                <a:spcPts val="800"/>
              </a:spcBef>
              <a:spcAft>
                <a:spcPts val="0"/>
              </a:spcAft>
              <a:buClr>
                <a:srgbClr val="000000"/>
              </a:buClr>
              <a:buSzPts val="1100"/>
              <a:buFont typeface="Poppins SemiBold"/>
              <a:buNone/>
            </a:pPr>
            <a:r>
              <a:t/>
            </a:r>
            <a:endParaRPr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0"/>
              </a:spcAft>
              <a:buClr>
                <a:srgbClr val="000000"/>
              </a:buClr>
              <a:buSzPts val="1100"/>
              <a:buFont typeface="Poppins SemiBold"/>
              <a:buNone/>
            </a:pPr>
            <a:r>
              <a:rPr b="1" lang="en" sz="1100">
                <a:solidFill>
                  <a:schemeClr val="lt1"/>
                </a:solidFill>
                <a:latin typeface="IBM Plex Mono"/>
                <a:ea typeface="IBM Plex Mono"/>
                <a:cs typeface="IBM Plex Mono"/>
                <a:sym typeface="IBM Plex Mono"/>
              </a:rPr>
              <a:t>2. Perform a Data Swap</a:t>
            </a:r>
            <a:endParaRPr b="1"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800"/>
              </a:spcAft>
              <a:buClr>
                <a:srgbClr val="000000"/>
              </a:buClr>
              <a:buSzPts val="1100"/>
              <a:buFont typeface="Poppins SemiBold"/>
              <a:buNone/>
            </a:pPr>
            <a:r>
              <a:rPr lang="en" sz="1000">
                <a:solidFill>
                  <a:schemeClr val="lt1"/>
                </a:solidFill>
                <a:latin typeface="IBM Plex Mono"/>
                <a:ea typeface="IBM Plex Mono"/>
                <a:cs typeface="IBM Plex Mono"/>
                <a:sym typeface="IBM Plex Mono"/>
              </a:rPr>
              <a:t>Take your existing prompt but replace the Context Data Pack with a completely different set of user quotes or market metrics and observe if/how the product changes when you inject different context into the same functional frame. Does the AI adapt the UI copy and flow to match the new user friction?</a:t>
            </a:r>
            <a:endParaRPr sz="1000">
              <a:solidFill>
                <a:schemeClr val="lt1"/>
              </a:solidFill>
              <a:latin typeface="IBM Plex Mono"/>
              <a:ea typeface="IBM Plex Mono"/>
              <a:cs typeface="IBM Plex Mono"/>
              <a:sym typeface="IBM Plex Mono"/>
            </a:endParaRPr>
          </a:p>
        </p:txBody>
      </p:sp>
      <p:sp>
        <p:nvSpPr>
          <p:cNvPr id="2759" name="Google Shape;2759;p541"/>
          <p:cNvSpPr txBox="1"/>
          <p:nvPr>
            <p:ph type="title"/>
          </p:nvPr>
        </p:nvSpPr>
        <p:spPr>
          <a:xfrm>
            <a:off x="457200" y="840750"/>
            <a:ext cx="3661500" cy="12006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600">
                <a:solidFill>
                  <a:schemeClr val="lt1"/>
                </a:solidFill>
              </a:rPr>
              <a:t>Architect Precise Prototypes with Context Engineering</a:t>
            </a:r>
            <a:endParaRPr sz="2600">
              <a:solidFill>
                <a:schemeClr val="lt1"/>
              </a:solidFill>
            </a:endParaRPr>
          </a:p>
        </p:txBody>
      </p:sp>
      <p:sp>
        <p:nvSpPr>
          <p:cNvPr id="2760" name="Google Shape;2760;p541"/>
          <p:cNvSpPr txBox="1"/>
          <p:nvPr/>
        </p:nvSpPr>
        <p:spPr>
          <a:xfrm>
            <a:off x="457200" y="508000"/>
            <a:ext cx="3661500" cy="2154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rgbClr val="60A5FA"/>
                </a:solidFill>
                <a:latin typeface="Poppins SemiBold"/>
                <a:ea typeface="Poppins SemiBold"/>
                <a:cs typeface="Poppins SemiBold"/>
                <a:sym typeface="Poppins SemiBold"/>
              </a:rPr>
              <a:t>⏩  Next Session</a:t>
            </a:r>
            <a:endParaRPr>
              <a:solidFill>
                <a:srgbClr val="60A5FA"/>
              </a:solidFill>
              <a:latin typeface="Poppins SemiBold"/>
              <a:ea typeface="Poppins SemiBold"/>
              <a:cs typeface="Poppins SemiBold"/>
              <a:sym typeface="Poppins SemiBold"/>
            </a:endParaRPr>
          </a:p>
        </p:txBody>
      </p:sp>
      <p:sp>
        <p:nvSpPr>
          <p:cNvPr id="2761" name="Google Shape;2761;p541"/>
          <p:cNvSpPr txBox="1"/>
          <p:nvPr>
            <p:ph idx="1" type="body"/>
          </p:nvPr>
        </p:nvSpPr>
        <p:spPr>
          <a:xfrm>
            <a:off x="457200" y="2117278"/>
            <a:ext cx="3131100" cy="2447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latin typeface="Poppins SemiBold"/>
                <a:ea typeface="Poppins SemiBold"/>
                <a:cs typeface="Poppins SemiBold"/>
                <a:sym typeface="Poppins SemiBold"/>
              </a:rPr>
              <a:t>Overview</a:t>
            </a:r>
            <a:endParaRPr b="1" sz="1800">
              <a:solidFill>
                <a:schemeClr val="lt2"/>
              </a:solidFill>
            </a:endParaRPr>
          </a:p>
          <a:p>
            <a:pPr indent="-292100" lvl="0" marL="457200" rtl="0" algn="l">
              <a:lnSpc>
                <a:spcPct val="100000"/>
              </a:lnSpc>
              <a:spcBef>
                <a:spcPts val="1000"/>
              </a:spcBef>
              <a:spcAft>
                <a:spcPts val="0"/>
              </a:spcAft>
              <a:buClr>
                <a:schemeClr val="lt2"/>
              </a:buClr>
              <a:buSzPts val="1000"/>
              <a:buChar char="●"/>
            </a:pPr>
            <a:r>
              <a:rPr lang="en" sz="1200">
                <a:solidFill>
                  <a:schemeClr val="lt2"/>
                </a:solidFill>
              </a:rPr>
              <a:t>Move from mega-prompts to prompt chaining by by isolating your business logic, user flow, and visual design into three distinct stages to prevent AI drift.</a:t>
            </a:r>
            <a:endParaRPr sz="1200">
              <a:solidFill>
                <a:schemeClr val="lt2"/>
              </a:solidFill>
            </a:endParaRPr>
          </a:p>
          <a:p>
            <a:pPr indent="-304800" lvl="0" marL="457200" rtl="0" algn="l">
              <a:lnSpc>
                <a:spcPct val="100000"/>
              </a:lnSpc>
              <a:spcBef>
                <a:spcPts val="1000"/>
              </a:spcBef>
              <a:spcAft>
                <a:spcPts val="0"/>
              </a:spcAft>
              <a:buClr>
                <a:schemeClr val="lt2"/>
              </a:buClr>
              <a:buSzPts val="1200"/>
              <a:buChar char="●"/>
            </a:pPr>
            <a:r>
              <a:rPr lang="en" sz="1200">
                <a:solidFill>
                  <a:schemeClr val="lt2"/>
                </a:solidFill>
              </a:rPr>
              <a:t>Master context engineering by transitioning from flexible exploration to rigid, system-grade logic that dictates exact business rules and handles professional-level edge cases.</a:t>
            </a:r>
            <a:endParaRPr sz="1200">
              <a:solidFill>
                <a:schemeClr val="lt2"/>
              </a:solidFill>
            </a:endParaRPr>
          </a:p>
          <a:p>
            <a:pPr indent="0" lvl="0" marL="0" rtl="0" algn="l">
              <a:lnSpc>
                <a:spcPct val="100000"/>
              </a:lnSpc>
              <a:spcBef>
                <a:spcPts val="1000"/>
              </a:spcBef>
              <a:spcAft>
                <a:spcPts val="1000"/>
              </a:spcAft>
              <a:buSzPts val="900"/>
              <a:buNone/>
            </a:pPr>
            <a:r>
              <a:t/>
            </a:r>
            <a:endParaRPr sz="1200">
              <a:solidFill>
                <a:schemeClr val="lt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65" name="Shape 2765"/>
        <p:cNvGrpSpPr/>
        <p:nvPr/>
      </p:nvGrpSpPr>
      <p:grpSpPr>
        <a:xfrm>
          <a:off x="0" y="0"/>
          <a:ext cx="0" cy="0"/>
          <a:chOff x="0" y="0"/>
          <a:chExt cx="0" cy="0"/>
        </a:xfrm>
      </p:grpSpPr>
      <p:sp>
        <p:nvSpPr>
          <p:cNvPr id="2766" name="Google Shape;2766;p542"/>
          <p:cNvSpPr/>
          <p:nvPr/>
        </p:nvSpPr>
        <p:spPr>
          <a:xfrm>
            <a:off x="179225" y="170917"/>
            <a:ext cx="4367100" cy="5373600"/>
          </a:xfrm>
          <a:prstGeom prst="roundRect">
            <a:avLst>
              <a:gd fmla="val 11782" name="adj"/>
            </a:avLst>
          </a:prstGeom>
          <a:solidFill>
            <a:schemeClr val="lt1"/>
          </a:solidFill>
          <a:ln>
            <a:noFill/>
          </a:ln>
        </p:spPr>
        <p:txBody>
          <a:bodyPr anchorCtr="0" anchor="t" bIns="34275" lIns="182875" spcFirstLastPara="1" rIns="182875" wrap="square" tIns="182875">
            <a:noAutofit/>
          </a:bodyPr>
          <a:lstStyle/>
          <a:p>
            <a:pPr indent="0" lvl="0" marL="0" rtl="0" algn="l">
              <a:spcBef>
                <a:spcPts val="0"/>
              </a:spcBef>
              <a:spcAft>
                <a:spcPts val="0"/>
              </a:spcAft>
              <a:buNone/>
            </a:pPr>
            <a:r>
              <a:rPr lang="en" sz="3200">
                <a:solidFill>
                  <a:schemeClr val="accent1"/>
                </a:solidFill>
                <a:latin typeface="Poppins Medium"/>
                <a:ea typeface="Poppins Medium"/>
                <a:cs typeface="Poppins Medium"/>
                <a:sym typeface="Poppins Medium"/>
              </a:rPr>
              <a:t>Your Opinion Matters To Us</a:t>
            </a:r>
            <a:endParaRPr sz="1600">
              <a:solidFill>
                <a:schemeClr val="accent1"/>
              </a:solidFill>
              <a:latin typeface="Poppins Medium"/>
              <a:ea typeface="Poppins Medium"/>
              <a:cs typeface="Poppins Medium"/>
              <a:sym typeface="Poppins Medium"/>
            </a:endParaRPr>
          </a:p>
          <a:p>
            <a:pPr indent="0" lvl="0" marL="0" rtl="0" algn="l">
              <a:spcBef>
                <a:spcPts val="1000"/>
              </a:spcBef>
              <a:spcAft>
                <a:spcPts val="1000"/>
              </a:spcAft>
              <a:buNone/>
            </a:pPr>
            <a:r>
              <a:t/>
            </a:r>
            <a:endParaRPr sz="1600">
              <a:solidFill>
                <a:schemeClr val="accent1"/>
              </a:solidFill>
              <a:latin typeface="Poppins Medium"/>
              <a:ea typeface="Poppins Medium"/>
              <a:cs typeface="Poppins Medium"/>
              <a:sym typeface="Poppins Medium"/>
            </a:endParaRPr>
          </a:p>
        </p:txBody>
      </p:sp>
      <p:sp>
        <p:nvSpPr>
          <p:cNvPr id="2767" name="Google Shape;2767;p542"/>
          <p:cNvSpPr txBox="1"/>
          <p:nvPr>
            <p:ph type="title"/>
          </p:nvPr>
        </p:nvSpPr>
        <p:spPr>
          <a:xfrm>
            <a:off x="5365450" y="4124167"/>
            <a:ext cx="3361200" cy="5910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a:t>Share here</a:t>
            </a:r>
            <a:endParaRPr/>
          </a:p>
        </p:txBody>
      </p:sp>
      <p:sp>
        <p:nvSpPr>
          <p:cNvPr id="2768" name="Google Shape;2768;p542">
            <a:hlinkClick r:id="rId4"/>
          </p:cNvPr>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b="1" lang="en" sz="1300" u="sng">
                <a:solidFill>
                  <a:schemeClr val="accent4"/>
                </a:solidFill>
                <a:hlinkClick r:id="rId5">
                  <a:extLst>
                    <a:ext uri="{A12FA001-AC4F-418D-AE19-62706E023703}">
                      <ahyp:hlinkClr val="tx"/>
                    </a:ext>
                  </a:extLst>
                </a:hlinkClick>
              </a:rPr>
              <a:t>🔗 Day 2 Survey Link</a:t>
            </a:r>
            <a:endParaRPr b="1" sz="1300">
              <a:solidFill>
                <a:schemeClr val="accent4"/>
              </a:solidFill>
            </a:endParaRPr>
          </a:p>
          <a:p>
            <a:pPr indent="0" lvl="0" marL="0" rtl="0" algn="l">
              <a:spcBef>
                <a:spcPts val="0"/>
              </a:spcBef>
              <a:spcAft>
                <a:spcPts val="0"/>
              </a:spcAft>
              <a:buNone/>
            </a:pPr>
            <a:r>
              <a:t/>
            </a:r>
            <a:endParaRPr>
              <a:solidFill>
                <a:schemeClr val="accent3"/>
              </a:solidFill>
            </a:endParaRPr>
          </a:p>
        </p:txBody>
      </p:sp>
      <p:sp>
        <p:nvSpPr>
          <p:cNvPr id="2769" name="Google Shape;2769;p542"/>
          <p:cNvSpPr/>
          <p:nvPr/>
        </p:nvSpPr>
        <p:spPr>
          <a:xfrm>
            <a:off x="179225" y="170917"/>
            <a:ext cx="4367100" cy="5373600"/>
          </a:xfrm>
          <a:prstGeom prst="roundRect">
            <a:avLst>
              <a:gd fmla="val 11782" name="adj"/>
            </a:avLst>
          </a:prstGeom>
          <a:solidFill>
            <a:srgbClr val="FFFFFF"/>
          </a:solidFill>
          <a:ln>
            <a:noFill/>
          </a:ln>
        </p:spPr>
        <p:txBody>
          <a:bodyPr anchorCtr="0" anchor="t" bIns="34275" lIns="182875" spcFirstLastPara="1" rIns="182875" wrap="square" tIns="182875">
            <a:noAutofit/>
          </a:bodyPr>
          <a:lstStyle/>
          <a:p>
            <a:pPr indent="0" lvl="0" marL="0" rtl="0" algn="l">
              <a:spcBef>
                <a:spcPts val="0"/>
              </a:spcBef>
              <a:spcAft>
                <a:spcPts val="0"/>
              </a:spcAft>
              <a:buNone/>
            </a:pPr>
            <a:r>
              <a:rPr lang="en" sz="3400">
                <a:solidFill>
                  <a:srgbClr val="1241B0"/>
                </a:solidFill>
                <a:latin typeface="Poppins Medium"/>
                <a:ea typeface="Poppins Medium"/>
                <a:cs typeface="Poppins Medium"/>
                <a:sym typeface="Poppins Medium"/>
              </a:rPr>
              <a:t>Your Opinion Matters To Us</a:t>
            </a:r>
            <a:endParaRPr sz="1800">
              <a:solidFill>
                <a:srgbClr val="1241B0"/>
              </a:solidFill>
              <a:latin typeface="Poppins Medium"/>
              <a:ea typeface="Poppins Medium"/>
              <a:cs typeface="Poppins Medium"/>
              <a:sym typeface="Poppins Medium"/>
            </a:endParaRPr>
          </a:p>
          <a:p>
            <a:pPr indent="0" lvl="0" marL="0" rtl="0" algn="l">
              <a:spcBef>
                <a:spcPts val="1000"/>
              </a:spcBef>
              <a:spcAft>
                <a:spcPts val="0"/>
              </a:spcAft>
              <a:buNone/>
            </a:pPr>
            <a:r>
              <a:t/>
            </a:r>
            <a:endParaRPr sz="1600">
              <a:solidFill>
                <a:srgbClr val="1241B0"/>
              </a:solidFill>
              <a:latin typeface="Lato"/>
              <a:ea typeface="Lato"/>
              <a:cs typeface="Lato"/>
              <a:sym typeface="Lato"/>
            </a:endParaRPr>
          </a:p>
          <a:p>
            <a:pPr indent="0" lvl="0" marL="0" rtl="0" algn="l">
              <a:spcBef>
                <a:spcPts val="1000"/>
              </a:spcBef>
              <a:spcAft>
                <a:spcPts val="1000"/>
              </a:spcAft>
              <a:buNone/>
            </a:pPr>
            <a:r>
              <a:t/>
            </a:r>
            <a:endParaRPr sz="1600">
              <a:solidFill>
                <a:srgbClr val="1241B0"/>
              </a:solidFill>
              <a:latin typeface="Lato"/>
              <a:ea typeface="Lato"/>
              <a:cs typeface="Lato"/>
              <a:sym typeface="Lato"/>
            </a:endParaRPr>
          </a:p>
        </p:txBody>
      </p:sp>
      <p:sp>
        <p:nvSpPr>
          <p:cNvPr id="2770" name="Google Shape;2770;p542"/>
          <p:cNvSpPr txBox="1"/>
          <p:nvPr/>
        </p:nvSpPr>
        <p:spPr>
          <a:xfrm>
            <a:off x="450677" y="2566725"/>
            <a:ext cx="3000000" cy="179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1241B0"/>
                </a:solidFill>
                <a:latin typeface="Lato"/>
                <a:ea typeface="Lato"/>
                <a:cs typeface="Lato"/>
                <a:sym typeface="Lato"/>
              </a:rPr>
              <a:t>At the end of each session, please scan the QR code or use the link to share your feedback.</a:t>
            </a:r>
            <a:endParaRPr sz="1600">
              <a:solidFill>
                <a:srgbClr val="1241B0"/>
              </a:solidFill>
              <a:latin typeface="Lato"/>
              <a:ea typeface="Lato"/>
              <a:cs typeface="Lato"/>
              <a:sym typeface="Lato"/>
            </a:endParaRPr>
          </a:p>
          <a:p>
            <a:pPr indent="0" lvl="0" marL="0" rtl="0" algn="l">
              <a:spcBef>
                <a:spcPts val="1000"/>
              </a:spcBef>
              <a:spcAft>
                <a:spcPts val="1000"/>
              </a:spcAft>
              <a:buNone/>
            </a:pPr>
            <a:r>
              <a:rPr lang="en" sz="1600">
                <a:solidFill>
                  <a:srgbClr val="1241B0"/>
                </a:solidFill>
                <a:latin typeface="Lato"/>
                <a:ea typeface="Lato"/>
                <a:cs typeface="Lato"/>
                <a:sym typeface="Lato"/>
              </a:rPr>
              <a:t>Your insights help us improve and make each cohort better than the last.</a:t>
            </a:r>
            <a:endParaRPr/>
          </a:p>
        </p:txBody>
      </p:sp>
      <p:sp>
        <p:nvSpPr>
          <p:cNvPr id="2771" name="Google Shape;2771;p542"/>
          <p:cNvSpPr txBox="1"/>
          <p:nvPr/>
        </p:nvSpPr>
        <p:spPr>
          <a:xfrm>
            <a:off x="457200" y="1746687"/>
            <a:ext cx="4642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600">
                <a:solidFill>
                  <a:srgbClr val="1241B0"/>
                </a:solidFill>
                <a:latin typeface="Poppins Medium"/>
                <a:ea typeface="Poppins Medium"/>
                <a:cs typeface="Poppins Medium"/>
                <a:sym typeface="Poppins Medium"/>
              </a:rPr>
              <a:t>We’d love to hear about </a:t>
            </a:r>
            <a:br>
              <a:rPr lang="en" sz="1600">
                <a:solidFill>
                  <a:srgbClr val="1241B0"/>
                </a:solidFill>
                <a:latin typeface="Poppins Medium"/>
                <a:ea typeface="Poppins Medium"/>
                <a:cs typeface="Poppins Medium"/>
                <a:sym typeface="Poppins Medium"/>
              </a:rPr>
            </a:br>
            <a:r>
              <a:rPr lang="en" sz="1600">
                <a:solidFill>
                  <a:srgbClr val="1241B0"/>
                </a:solidFill>
                <a:latin typeface="Poppins Medium"/>
                <a:ea typeface="Poppins Medium"/>
                <a:cs typeface="Poppins Medium"/>
                <a:sym typeface="Poppins Medium"/>
              </a:rPr>
              <a:t>your experience!</a:t>
            </a:r>
            <a:endParaRPr>
              <a:latin typeface="Poppins Medium"/>
              <a:ea typeface="Poppins Medium"/>
              <a:cs typeface="Poppins Medium"/>
              <a:sym typeface="Poppins Medium"/>
            </a:endParaRPr>
          </a:p>
        </p:txBody>
      </p:sp>
      <p:pic>
        <p:nvPicPr>
          <p:cNvPr id="2772" name="Google Shape;2772;p542"/>
          <p:cNvPicPr preferRelativeResize="0"/>
          <p:nvPr/>
        </p:nvPicPr>
        <p:blipFill>
          <a:blip r:embed="rId6">
            <a:alphaModFix/>
          </a:blip>
          <a:stretch>
            <a:fillRect/>
          </a:stretch>
        </p:blipFill>
        <p:spPr>
          <a:xfrm>
            <a:off x="6248400" y="1577250"/>
            <a:ext cx="2438400" cy="2438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41AF"/>
        </a:solidFill>
      </p:bgPr>
    </p:bg>
    <p:spTree>
      <p:nvGrpSpPr>
        <p:cNvPr id="2776" name="Shape 2776"/>
        <p:cNvGrpSpPr/>
        <p:nvPr/>
      </p:nvGrpSpPr>
      <p:grpSpPr>
        <a:xfrm>
          <a:off x="0" y="0"/>
          <a:ext cx="0" cy="0"/>
          <a:chOff x="0" y="0"/>
          <a:chExt cx="0" cy="0"/>
        </a:xfrm>
      </p:grpSpPr>
      <p:sp>
        <p:nvSpPr>
          <p:cNvPr id="2777" name="Google Shape;2777;p543"/>
          <p:cNvSpPr txBox="1"/>
          <p:nvPr/>
        </p:nvSpPr>
        <p:spPr>
          <a:xfrm>
            <a:off x="1027250" y="-92487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chemeClr val="lt1"/>
                </a:solidFill>
                <a:latin typeface="Poppins SemiBold"/>
                <a:ea typeface="Poppins SemiBold"/>
                <a:cs typeface="Poppins SemiBold"/>
                <a:sym typeface="Poppins SemiBold"/>
              </a:rPr>
              <a:t>Bonus</a:t>
            </a:r>
            <a:endParaRPr sz="1600">
              <a:solidFill>
                <a:schemeClr val="lt1"/>
              </a:solidFill>
              <a:latin typeface="Poppins SemiBold"/>
              <a:ea typeface="Poppins SemiBold"/>
              <a:cs typeface="Poppins SemiBold"/>
              <a:sym typeface="Poppins SemiBold"/>
            </a:endParaRPr>
          </a:p>
        </p:txBody>
      </p:sp>
      <p:sp>
        <p:nvSpPr>
          <p:cNvPr id="2778" name="Google Shape;2778;p543">
            <a:hlinkClick r:id="rId3"/>
          </p:cNvPr>
          <p:cNvSpPr/>
          <p:nvPr/>
        </p:nvSpPr>
        <p:spPr>
          <a:xfrm>
            <a:off x="408190" y="4044001"/>
            <a:ext cx="4060800" cy="1213800"/>
          </a:xfrm>
          <a:prstGeom prst="roundRect">
            <a:avLst>
              <a:gd fmla="val 7531" name="adj"/>
            </a:avLst>
          </a:prstGeom>
          <a:solidFill>
            <a:srgbClr val="1241B0">
              <a:alpha val="5000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2779" name="Google Shape;2779;p543"/>
          <p:cNvSpPr txBox="1"/>
          <p:nvPr/>
        </p:nvSpPr>
        <p:spPr>
          <a:xfrm>
            <a:off x="1608609" y="4194945"/>
            <a:ext cx="2860500" cy="12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10">
                <a:solidFill>
                  <a:schemeClr val="accent4"/>
                </a:solidFill>
                <a:latin typeface="Poppins"/>
                <a:ea typeface="Poppins"/>
                <a:cs typeface="Poppins"/>
                <a:sym typeface="Poppins"/>
              </a:rPr>
              <a:t>HANDS-ON LAB WALKTHROUGH</a:t>
            </a:r>
            <a:endParaRPr b="1" sz="810">
              <a:solidFill>
                <a:schemeClr val="accent4"/>
              </a:solidFill>
              <a:latin typeface="Poppins"/>
              <a:ea typeface="Poppins"/>
              <a:cs typeface="Poppins"/>
              <a:sym typeface="Poppins"/>
            </a:endParaRPr>
          </a:p>
        </p:txBody>
      </p:sp>
      <p:sp>
        <p:nvSpPr>
          <p:cNvPr id="2780" name="Google Shape;2780;p543"/>
          <p:cNvSpPr txBox="1"/>
          <p:nvPr/>
        </p:nvSpPr>
        <p:spPr>
          <a:xfrm>
            <a:off x="1608609" y="4353838"/>
            <a:ext cx="2860500" cy="1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4">
                <a:solidFill>
                  <a:schemeClr val="lt1"/>
                </a:solidFill>
                <a:latin typeface="Poppins Medium"/>
                <a:ea typeface="Poppins Medium"/>
                <a:cs typeface="Poppins Medium"/>
                <a:sym typeface="Poppins Medium"/>
              </a:rPr>
              <a:t>Module 2 Lab Guide</a:t>
            </a:r>
            <a:endParaRPr sz="1204">
              <a:solidFill>
                <a:schemeClr val="lt1"/>
              </a:solidFill>
              <a:latin typeface="Poppins Medium"/>
              <a:ea typeface="Poppins Medium"/>
              <a:cs typeface="Poppins Medium"/>
              <a:sym typeface="Poppins Medium"/>
            </a:endParaRPr>
          </a:p>
        </p:txBody>
      </p:sp>
      <p:sp>
        <p:nvSpPr>
          <p:cNvPr id="2781" name="Google Shape;2781;p543">
            <a:hlinkClick r:id="rId4"/>
          </p:cNvPr>
          <p:cNvSpPr txBox="1"/>
          <p:nvPr/>
        </p:nvSpPr>
        <p:spPr>
          <a:xfrm>
            <a:off x="1608609" y="4956992"/>
            <a:ext cx="2860500" cy="1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3" u="sng">
                <a:solidFill>
                  <a:schemeClr val="lt1"/>
                </a:solidFill>
                <a:latin typeface="Lato"/>
                <a:ea typeface="Lato"/>
                <a:cs typeface="Lato"/>
                <a:sym typeface="Lato"/>
                <a:hlinkClick r:id="rId5">
                  <a:extLst>
                    <a:ext uri="{A12FA001-AC4F-418D-AE19-62706E023703}">
                      <ahyp:hlinkClr val="tx"/>
                    </a:ext>
                  </a:extLst>
                </a:hlinkClick>
              </a:rPr>
              <a:t>View resource</a:t>
            </a:r>
            <a:endParaRPr sz="1003" u="sng">
              <a:solidFill>
                <a:schemeClr val="lt1"/>
              </a:solidFill>
              <a:latin typeface="Lato"/>
              <a:ea typeface="Lato"/>
              <a:cs typeface="Lato"/>
              <a:sym typeface="Lato"/>
            </a:endParaRPr>
          </a:p>
        </p:txBody>
      </p:sp>
      <p:sp>
        <p:nvSpPr>
          <p:cNvPr id="2782" name="Google Shape;2782;p543"/>
          <p:cNvSpPr txBox="1"/>
          <p:nvPr>
            <p:ph type="title"/>
          </p:nvPr>
        </p:nvSpPr>
        <p:spPr>
          <a:xfrm>
            <a:off x="408250" y="457194"/>
            <a:ext cx="8327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000"/>
              <a:t>Resources &amp; Templates</a:t>
            </a:r>
            <a:endParaRPr sz="3000"/>
          </a:p>
        </p:txBody>
      </p:sp>
      <p:pic>
        <p:nvPicPr>
          <p:cNvPr id="2783" name="Google Shape;2783;p543" title="Group 35 (2).png"/>
          <p:cNvPicPr preferRelativeResize="0"/>
          <p:nvPr/>
        </p:nvPicPr>
        <p:blipFill>
          <a:blip r:embed="rId6">
            <a:alphaModFix/>
          </a:blip>
          <a:stretch>
            <a:fillRect/>
          </a:stretch>
        </p:blipFill>
        <p:spPr>
          <a:xfrm>
            <a:off x="639646" y="4220632"/>
            <a:ext cx="634275" cy="774369"/>
          </a:xfrm>
          <a:prstGeom prst="rect">
            <a:avLst/>
          </a:prstGeom>
          <a:noFill/>
          <a:ln>
            <a:noFill/>
          </a:ln>
          <a:effectLst>
            <a:outerShdw blurRad="500063" rotWithShape="0" algn="bl" dir="5400000" dist="19124">
              <a:schemeClr val="dk1">
                <a:alpha val="35000"/>
              </a:schemeClr>
            </a:outerShdw>
          </a:effectLst>
        </p:spPr>
      </p:pic>
      <p:sp>
        <p:nvSpPr>
          <p:cNvPr id="2784" name="Google Shape;2784;p543">
            <a:hlinkClick r:id="rId7"/>
          </p:cNvPr>
          <p:cNvSpPr/>
          <p:nvPr/>
        </p:nvSpPr>
        <p:spPr>
          <a:xfrm>
            <a:off x="4649300" y="4044140"/>
            <a:ext cx="4060800" cy="1213800"/>
          </a:xfrm>
          <a:prstGeom prst="roundRect">
            <a:avLst>
              <a:gd fmla="val 7531" name="adj"/>
            </a:avLst>
          </a:prstGeom>
          <a:solidFill>
            <a:srgbClr val="1241B0">
              <a:alpha val="5000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2785" name="Google Shape;2785;p543"/>
          <p:cNvSpPr txBox="1"/>
          <p:nvPr/>
        </p:nvSpPr>
        <p:spPr>
          <a:xfrm>
            <a:off x="5849720" y="4195088"/>
            <a:ext cx="2860500" cy="12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10">
                <a:solidFill>
                  <a:srgbClr val="60A5FA"/>
                </a:solidFill>
                <a:latin typeface="Poppins"/>
                <a:ea typeface="Poppins"/>
                <a:cs typeface="Poppins"/>
                <a:sym typeface="Poppins"/>
              </a:rPr>
              <a:t>PRODUCT SCHOOL TEMPLATE</a:t>
            </a:r>
            <a:endParaRPr b="1" sz="810">
              <a:solidFill>
                <a:srgbClr val="60A5FA"/>
              </a:solidFill>
              <a:latin typeface="Poppins"/>
              <a:ea typeface="Poppins"/>
              <a:cs typeface="Poppins"/>
              <a:sym typeface="Poppins"/>
            </a:endParaRPr>
          </a:p>
        </p:txBody>
      </p:sp>
      <p:sp>
        <p:nvSpPr>
          <p:cNvPr id="2786" name="Google Shape;2786;p543">
            <a:hlinkClick r:id="rId8"/>
          </p:cNvPr>
          <p:cNvSpPr txBox="1"/>
          <p:nvPr/>
        </p:nvSpPr>
        <p:spPr>
          <a:xfrm>
            <a:off x="5849720" y="4957112"/>
            <a:ext cx="2860500" cy="1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3" u="sng">
                <a:solidFill>
                  <a:schemeClr val="lt1"/>
                </a:solidFill>
                <a:latin typeface="Lato"/>
                <a:ea typeface="Lato"/>
                <a:cs typeface="Lato"/>
                <a:sym typeface="Lato"/>
                <a:hlinkClick r:id="rId9">
                  <a:extLst>
                    <a:ext uri="{A12FA001-AC4F-418D-AE19-62706E023703}">
                      <ahyp:hlinkClr val="tx"/>
                    </a:ext>
                  </a:extLst>
                </a:hlinkClick>
              </a:rPr>
              <a:t>View template</a:t>
            </a:r>
            <a:endParaRPr sz="1003" u="sng">
              <a:solidFill>
                <a:schemeClr val="lt1"/>
              </a:solidFill>
              <a:latin typeface="Lato"/>
              <a:ea typeface="Lato"/>
              <a:cs typeface="Lato"/>
              <a:sym typeface="Lato"/>
            </a:endParaRPr>
          </a:p>
        </p:txBody>
      </p:sp>
      <p:sp>
        <p:nvSpPr>
          <p:cNvPr id="2787" name="Google Shape;2787;p543"/>
          <p:cNvSpPr txBox="1"/>
          <p:nvPr/>
        </p:nvSpPr>
        <p:spPr>
          <a:xfrm>
            <a:off x="5849720" y="4380297"/>
            <a:ext cx="2860500" cy="37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4">
                <a:solidFill>
                  <a:srgbClr val="FFFFFF"/>
                </a:solidFill>
                <a:latin typeface="Poppins Medium"/>
                <a:ea typeface="Poppins Medium"/>
                <a:cs typeface="Poppins Medium"/>
                <a:sym typeface="Poppins Medium"/>
              </a:rPr>
              <a:t>Vibe Coding Validation Brief</a:t>
            </a:r>
            <a:r>
              <a:rPr lang="en" sz="1204">
                <a:solidFill>
                  <a:srgbClr val="FFFFFF"/>
                </a:solidFill>
                <a:latin typeface="Poppins Medium"/>
                <a:ea typeface="Poppins Medium"/>
                <a:cs typeface="Poppins Medium"/>
                <a:sym typeface="Poppins Medium"/>
              </a:rPr>
              <a:t> Template</a:t>
            </a:r>
            <a:endParaRPr sz="1204">
              <a:solidFill>
                <a:srgbClr val="FFFFFF"/>
              </a:solidFill>
              <a:latin typeface="Poppins Medium"/>
              <a:ea typeface="Poppins Medium"/>
              <a:cs typeface="Poppins Medium"/>
              <a:sym typeface="Poppins Medium"/>
            </a:endParaRPr>
          </a:p>
        </p:txBody>
      </p:sp>
      <p:pic>
        <p:nvPicPr>
          <p:cNvPr id="2788" name="Google Shape;2788;p543"/>
          <p:cNvPicPr preferRelativeResize="0"/>
          <p:nvPr/>
        </p:nvPicPr>
        <p:blipFill>
          <a:blip r:embed="rId10">
            <a:alphaModFix/>
          </a:blip>
          <a:stretch>
            <a:fillRect/>
          </a:stretch>
        </p:blipFill>
        <p:spPr>
          <a:xfrm rot="25">
            <a:off x="4954876" y="4298791"/>
            <a:ext cx="570849" cy="704517"/>
          </a:xfrm>
          <a:prstGeom prst="rect">
            <a:avLst/>
          </a:prstGeom>
          <a:noFill/>
          <a:ln>
            <a:noFill/>
          </a:ln>
          <a:effectLst>
            <a:outerShdw blurRad="500063" rotWithShape="0" algn="bl" dir="5400000" dist="19124">
              <a:srgbClr val="07182C">
                <a:alpha val="5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72C"/>
        </a:solidFill>
      </p:bgPr>
    </p:bg>
    <p:spTree>
      <p:nvGrpSpPr>
        <p:cNvPr id="2792" name="Shape 2792"/>
        <p:cNvGrpSpPr/>
        <p:nvPr/>
      </p:nvGrpSpPr>
      <p:grpSpPr>
        <a:xfrm>
          <a:off x="0" y="0"/>
          <a:ext cx="0" cy="0"/>
          <a:chOff x="0" y="0"/>
          <a:chExt cx="0" cy="0"/>
        </a:xfrm>
      </p:grpSpPr>
      <p:sp>
        <p:nvSpPr>
          <p:cNvPr id="2793" name="Google Shape;2793;p544"/>
          <p:cNvSpPr txBox="1"/>
          <p:nvPr>
            <p:ph type="title"/>
          </p:nvPr>
        </p:nvSpPr>
        <p:spPr>
          <a:xfrm>
            <a:off x="457200" y="3472000"/>
            <a:ext cx="5010300" cy="1734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9600"/>
              <a:t>Q&amp;A</a:t>
            </a:r>
            <a:endParaRPr sz="9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7" name="Shape 279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262626"/>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