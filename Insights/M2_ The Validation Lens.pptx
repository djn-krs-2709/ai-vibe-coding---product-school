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10.xml"/>
  <Override ContentType="application/vnd.openxmlformats-officedocument.presentationml.comments+xml" PartName="/ppt/comments/comment8.xml"/>
  <Override ContentType="application/vnd.openxmlformats-officedocument.presentationml.comments+xml" PartName="/ppt/comments/comment5.xml"/>
  <Override ContentType="application/vnd.openxmlformats-officedocument.presentationml.comments+xml" PartName="/ppt/comments/comment6.xml"/>
  <Override ContentType="application/vnd.openxmlformats-officedocument.presentationml.comments+xml" PartName="/ppt/comments/comment7.xml"/>
  <Override ContentType="application/vnd.openxmlformats-officedocument.presentationml.comments+xml" PartName="/ppt/comments/comment4.xml"/>
  <Override ContentType="application/vnd.openxmlformats-officedocument.presentationml.comments+xml" PartName="/ppt/comments/comment9.xml"/>
  <Override ContentType="application/vnd.openxmlformats-officedocument.presentationml.comments+xml" PartName="/ppt/comments/comment3.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18.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226.xml"/>
  <Override ContentType="application/vnd.openxmlformats-officedocument.presentationml.slideLayout+xml" PartName="/ppt/slideLayouts/slideLayout96.xml"/>
  <Override ContentType="application/vnd.openxmlformats-officedocument.presentationml.slideLayout+xml" PartName="/ppt/slideLayouts/slideLayout269.xml"/>
  <Override ContentType="application/vnd.openxmlformats-officedocument.presentationml.slideLayout+xml" PartName="/ppt/slideLayouts/slideLayout285.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250.xml"/>
  <Override ContentType="application/vnd.openxmlformats-officedocument.presentationml.slideLayout+xml" PartName="/ppt/slideLayouts/slideLayout145.xml"/>
  <Override ContentType="application/vnd.openxmlformats-officedocument.presentationml.slideLayout+xml" PartName="/ppt/slideLayouts/slideLayout277.xml"/>
  <Override ContentType="application/vnd.openxmlformats-officedocument.presentationml.slideLayout+xml" PartName="/ppt/slideLayouts/slideLayout196.xml"/>
  <Override ContentType="application/vnd.openxmlformats-officedocument.presentationml.slideLayout+xml" PartName="/ppt/slideLayouts/slideLayout234.xml"/>
  <Override ContentType="application/vnd.openxmlformats-officedocument.presentationml.slideLayout+xml" PartName="/ppt/slideLayouts/slideLayout102.xml"/>
  <Override ContentType="application/vnd.openxmlformats-officedocument.presentationml.slideLayout+xml" PartName="/ppt/slideLayouts/slideLayout188.xml"/>
  <Override ContentType="application/vnd.openxmlformats-officedocument.presentationml.slideLayout+xml" PartName="/ppt/slideLayouts/slideLayout242.xml"/>
  <Override ContentType="application/vnd.openxmlformats-officedocument.presentationml.slideLayout+xml" PartName="/ppt/slideLayouts/slideLayout165.xml"/>
  <Override ContentType="application/vnd.openxmlformats-officedocument.presentationml.slideLayout+xml" PartName="/ppt/slideLayouts/slideLayout262.xml"/>
  <Override ContentType="application/vnd.openxmlformats-officedocument.presentationml.slideLayout+xml" PartName="/ppt/slideLayouts/slideLayout65.xml"/>
  <Override ContentType="application/vnd.openxmlformats-officedocument.presentationml.slideLayout+xml" PartName="/ppt/slideLayouts/slideLayout289.xml"/>
  <Override ContentType="application/vnd.openxmlformats-officedocument.presentationml.slideLayout+xml" PartName="/ppt/slideLayouts/slideLayout22.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81.xml"/>
  <Override ContentType="application/vnd.openxmlformats-officedocument.presentationml.slideLayout+xml" PartName="/ppt/slideLayouts/slideLayout10.xml"/>
  <Override ContentType="application/vnd.openxmlformats-officedocument.presentationml.slideLayout+xml" PartName="/ppt/slideLayouts/slideLayout257.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14.xml"/>
  <Override ContentType="application/vnd.openxmlformats-officedocument.presentationml.slideLayout+xml" PartName="/ppt/slideLayouts/slideLayout92.xml"/>
  <Override ContentType="application/vnd.openxmlformats-officedocument.presentationml.slideLayout+xml" PartName="/ppt/slideLayouts/slideLayout150.xml"/>
  <Override ContentType="application/vnd.openxmlformats-officedocument.presentationml.slideLayout+xml" PartName="/ppt/slideLayouts/slideLayout193.xml"/>
  <Override ContentType="application/vnd.openxmlformats-officedocument.presentationml.slideLayout+xml" PartName="/ppt/slideLayouts/slideLayout185.xml"/>
  <Override ContentType="application/vnd.openxmlformats-officedocument.presentationml.slideLayout+xml" PartName="/ppt/slideLayouts/slideLayout133.xml"/>
  <Override ContentType="application/vnd.openxmlformats-officedocument.presentationml.slideLayout+xml" PartName="/ppt/slideLayouts/slideLayout176.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238.xml"/>
  <Override ContentType="application/vnd.openxmlformats-officedocument.presentationml.slideLayout+xml" PartName="/ppt/slideLayouts/slideLayout77.xml"/>
  <Override ContentType="application/vnd.openxmlformats-officedocument.presentationml.slideLayout+xml" PartName="/ppt/slideLayouts/slideLayout281.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26.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61.xml"/>
  <Override ContentType="application/vnd.openxmlformats-officedocument.presentationml.slideLayout+xml" PartName="/ppt/slideLayouts/slideLayout172.xml"/>
  <Override ContentType="application/vnd.openxmlformats-officedocument.presentationml.slideLayout+xml" PartName="/ppt/slideLayouts/slideLayout266.xml"/>
  <Override ContentType="application/vnd.openxmlformats-officedocument.presentationml.slideLayout+xml" PartName="/ppt/slideLayouts/slideLayout206.xml"/>
  <Override ContentType="application/vnd.openxmlformats-officedocument.presentationml.slideLayout+xml" PartName="/ppt/slideLayouts/slideLayout223.xml"/>
  <Override ContentType="application/vnd.openxmlformats-officedocument.presentationml.slideLayout+xml" PartName="/ppt/slideLayouts/slideLayout142.xml"/>
  <Override ContentType="application/vnd.openxmlformats-officedocument.presentationml.slideLayout+xml" PartName="/ppt/slideLayouts/slideLayout249.xml"/>
  <Override ContentType="application/vnd.openxmlformats-officedocument.presentationml.slideLayout+xml" PartName="/ppt/slideLayouts/slideLayout125.xml"/>
  <Override ContentType="application/vnd.openxmlformats-officedocument.presentationml.slideLayout+xml" PartName="/ppt/slideLayouts/slideLayout88.xml"/>
  <Override ContentType="application/vnd.openxmlformats-officedocument.presentationml.slideLayout+xml" PartName="/ppt/slideLayouts/slideLayout168.xml"/>
  <Override ContentType="application/vnd.openxmlformats-officedocument.presentationml.slideLayout+xml" PartName="/ppt/slideLayouts/slideLayout210.xml"/>
  <Override ContentType="application/vnd.openxmlformats-officedocument.presentationml.slideLayout+xml" PartName="/ppt/slideLayouts/slideLayout270.xml"/>
  <Override ContentType="application/vnd.openxmlformats-officedocument.presentationml.slideLayout+xml" PartName="/ppt/slideLayouts/slideLayout45.xml"/>
  <Override ContentType="application/vnd.openxmlformats-officedocument.presentationml.slideLayout+xml" PartName="/ppt/slideLayouts/slideLayout253.xml"/>
  <Override ContentType="application/vnd.openxmlformats-officedocument.presentationml.slideLayout+xml" PartName="/ppt/slideLayouts/slideLayout189.xml"/>
  <Override ContentType="application/vnd.openxmlformats-officedocument.presentationml.slideLayout+xml" PartName="/ppt/slideLayouts/slideLayout278.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103.xml"/>
  <Override ContentType="application/vnd.openxmlformats-officedocument.presentationml.slideLayout+xml" PartName="/ppt/slideLayouts/slideLayout235.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219.xml"/>
  <Override ContentType="application/vnd.openxmlformats-officedocument.presentationml.slideLayout+xml" PartName="/ppt/slideLayouts/slideLayout70.xml"/>
  <Override ContentType="application/vnd.openxmlformats-officedocument.presentationml.slideLayout+xml" PartName="/ppt/slideLayouts/slideLayout217.xml"/>
  <Override ContentType="application/vnd.openxmlformats-officedocument.presentationml.slideLayout+xml" PartName="/ppt/slideLayouts/slideLayout128.xml"/>
  <Override ContentType="application/vnd.openxmlformats-officedocument.presentationml.slideLayout+xml" PartName="/ppt/slideLayouts/slideLayout225.xml"/>
  <Override ContentType="application/vnd.openxmlformats-officedocument.presentationml.slideLayout+xml" PartName="/ppt/slideLayouts/slideLayout2.xml"/>
  <Override ContentType="application/vnd.openxmlformats-officedocument.presentationml.slideLayout+xml" PartName="/ppt/slideLayouts/slideLayout180.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62.xml"/>
  <Override ContentType="application/vnd.openxmlformats-officedocument.presentationml.slideLayout+xml" PartName="/ppt/slideLayouts/slideLayout64.xml"/>
  <Override ContentType="application/vnd.openxmlformats-officedocument.presentationml.slideLayout+xml" PartName="/ppt/slideLayouts/slideLayout251.xml"/>
  <Override ContentType="application/vnd.openxmlformats-officedocument.presentationml.slideLayout+xml" PartName="/ppt/slideLayouts/slideLayout99.xml"/>
  <Override ContentType="application/vnd.openxmlformats-officedocument.presentationml.slideLayout+xml" PartName="/ppt/slideLayouts/slideLayout268.xml"/>
  <Override ContentType="application/vnd.openxmlformats-officedocument.presentationml.slideLayout+xml" PartName="/ppt/slideLayouts/slideLayout21.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18.xml"/>
  <Override ContentType="application/vnd.openxmlformats-officedocument.presentationml.slideLayout+xml" PartName="/ppt/slideLayouts/slideLayout195.xml"/>
  <Override ContentType="application/vnd.openxmlformats-officedocument.presentationml.slideLayout+xml" PartName="/ppt/slideLayouts/slideLayout288.xml"/>
  <Override ContentType="application/vnd.openxmlformats-officedocument.presentationml.slideLayout+xml" PartName="/ppt/slideLayouts/slideLayout245.xml"/>
  <Override ContentType="application/vnd.openxmlformats-officedocument.presentationml.slideLayout+xml" PartName="/ppt/slideLayouts/slideLayout85.xml"/>
  <Override ContentType="application/vnd.openxmlformats-officedocument.presentationml.slideLayout+xml" PartName="/ppt/slideLayouts/slideLayout202.xml"/>
  <Override ContentType="application/vnd.openxmlformats-officedocument.presentationml.slideLayout+xml" PartName="/ppt/slideLayouts/slideLayout177.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231.xml"/>
  <Override ContentType="application/vnd.openxmlformats-officedocument.presentationml.slideLayout+xml" PartName="/ppt/slideLayouts/slideLayout274.xml"/>
  <Override ContentType="application/vnd.openxmlformats-officedocument.presentationml.slideLayout+xml" PartName="/ppt/slideLayouts/slideLayout273.xml"/>
  <Override ContentType="application/vnd.openxmlformats-officedocument.presentationml.slideLayout+xml" PartName="/ppt/slideLayouts/slideLayout184.xml"/>
  <Override ContentType="application/vnd.openxmlformats-officedocument.presentationml.slideLayout+xml" PartName="/ppt/slideLayouts/slideLayout230.xml"/>
  <Override ContentType="application/vnd.openxmlformats-officedocument.presentationml.slideLayout+xml" PartName="/ppt/slideLayouts/slideLayout141.xml"/>
  <Override ContentType="application/vnd.openxmlformats-officedocument.presentationml.slideLayout+xml" PartName="/ppt/slideLayouts/slideLayout239.xml"/>
  <Override ContentType="application/vnd.openxmlformats-officedocument.presentationml.slideLayout+xml" PartName="/ppt/slideLayouts/slideLayout7.xml"/>
  <Override ContentType="application/vnd.openxmlformats-officedocument.presentationml.slideLayout+xml" PartName="/ppt/slideLayouts/slideLayout167.xml"/>
  <Override ContentType="application/vnd.openxmlformats-officedocument.presentationml.slideLayout+xml" PartName="/ppt/slideLayouts/slideLayout107.xml"/>
  <Override ContentType="application/vnd.openxmlformats-officedocument.presentationml.slideLayout+xml" PartName="/ppt/slideLayouts/slideLayout256.xml"/>
  <Override ContentType="application/vnd.openxmlformats-officedocument.presentationml.slideLayout+xml" PartName="/ppt/slideLayouts/slideLayout124.xml"/>
  <Override ContentType="application/vnd.openxmlformats-officedocument.presentationml.slideLayout+xml" PartName="/ppt/slideLayouts/slideLayout21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220.xml"/>
  <Override ContentType="application/vnd.openxmlformats-officedocument.presentationml.slideLayout+xml" PartName="/ppt/slideLayouts/slideLayout263.xml"/>
  <Override ContentType="application/vnd.openxmlformats-officedocument.presentationml.slideLayout+xml" PartName="/ppt/slideLayouts/slideLayout68.xml"/>
  <Override ContentType="application/vnd.openxmlformats-officedocument.presentationml.slideLayout+xml" PartName="/ppt/slideLayouts/slideLayout203.xml"/>
  <Override ContentType="application/vnd.openxmlformats-officedocument.presentationml.slideLayout+xml" PartName="/ppt/slideLayouts/slideLayout246.xml"/>
  <Override ContentType="application/vnd.openxmlformats-officedocument.presentationml.slideLayout+xml" PartName="/ppt/slideLayouts/slideLayout290.xml"/>
  <Override ContentType="application/vnd.openxmlformats-officedocument.presentationml.slideLayout+xml" PartName="/ppt/slideLayouts/slideLayout229.xml"/>
  <Override ContentType="application/vnd.openxmlformats-officedocument.presentationml.slideLayout+xml" PartName="/ppt/slideLayouts/slideLayout190.xml"/>
  <Override ContentType="application/vnd.openxmlformats-officedocument.presentationml.slideLayout+xml" PartName="/ppt/slideLayouts/slideLayout224.xml"/>
  <Override ContentType="application/vnd.openxmlformats-officedocument.presentationml.slideLayout+xml" PartName="/ppt/slideLayouts/slideLayout267.xml"/>
  <Override ContentType="application/vnd.openxmlformats-officedocument.presentationml.slideLayout+xml" PartName="/ppt/slideLayouts/slideLayout284.xml"/>
  <Override ContentType="application/vnd.openxmlformats-officedocument.presentationml.slideLayout+xml" PartName="/ppt/slideLayouts/slideLayout207.xml"/>
  <Override ContentType="application/vnd.openxmlformats-officedocument.presentationml.slideLayout+xml" PartName="/ppt/slideLayouts/slideLayout13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241.xml"/>
  <Override ContentType="application/vnd.openxmlformats-officedocument.presentationml.slideLayout+xml" PartName="/ppt/slideLayouts/slideLayout31.xml"/>
  <Override ContentType="application/vnd.openxmlformats-officedocument.presentationml.slideLayout+xml" PartName="/ppt/slideLayouts/slideLayout80.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156.xml"/>
  <Override ContentType="application/vnd.openxmlformats-officedocument.presentationml.slideLayout+xml" PartName="/ppt/slideLayouts/slideLayout199.xml"/>
  <Override ContentType="application/vnd.openxmlformats-officedocument.presentationml.slideLayout+xml" PartName="/ppt/slideLayouts/slideLayout173.xml"/>
  <Override ContentType="application/vnd.openxmlformats-officedocument.presentationml.slideLayout+xml" PartName="/ppt/slideLayouts/slideLayout171.xml"/>
  <Override ContentType="application/vnd.openxmlformats-officedocument.presentationml.slideLayout+xml" PartName="/ppt/slideLayouts/slideLayout260.xml"/>
  <Override ContentType="application/vnd.openxmlformats-officedocument.presentationml.slideLayout+xml" PartName="/ppt/slideLayouts/slideLayout198.xml"/>
  <Override ContentType="application/vnd.openxmlformats-officedocument.presentationml.slideLayout+xml" PartName="/ppt/slideLayouts/slideLayout252.xml"/>
  <Override ContentType="application/vnd.openxmlformats-officedocument.presentationml.slideLayout+xml" PartName="/ppt/slideLayouts/slideLayout120.xml"/>
  <Override ContentType="application/vnd.openxmlformats-officedocument.presentationml.slideLayout+xml" PartName="/ppt/slideLayouts/slideLayout163.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216.xml"/>
  <Override ContentType="application/vnd.openxmlformats-officedocument.presentationml.slideLayout+xml" PartName="/ppt/slideLayouts/slideLayout5.xml"/>
  <Override ContentType="application/vnd.openxmlformats-officedocument.presentationml.slideLayout+xml" PartName="/ppt/slideLayouts/slideLayout259.xml"/>
  <Override ContentType="application/vnd.openxmlformats-officedocument.presentationml.slideLayout+xml" PartName="/ppt/slideLayouts/slideLayout78.xml"/>
  <Override ContentType="application/vnd.openxmlformats-officedocument.presentationml.slideLayout+xml" PartName="/ppt/slideLayouts/slideLayout232.xml"/>
  <Override ContentType="application/vnd.openxmlformats-officedocument.presentationml.slideLayout+xml" PartName="/ppt/slideLayouts/slideLayout275.xml"/>
  <Override ContentType="application/vnd.openxmlformats-officedocument.presentationml.slideLayout+xml" PartName="/ppt/slideLayouts/slideLayout208.xml"/>
  <Override ContentType="application/vnd.openxmlformats-officedocument.presentationml.slideLayout+xml" PartName="/ppt/slideLayouts/slideLayout35.xml"/>
  <Override ContentType="application/vnd.openxmlformats-officedocument.presentationml.slideLayout+xml" PartName="/ppt/slideLayouts/slideLayout178.xml"/>
  <Override ContentType="application/vnd.openxmlformats-officedocument.presentationml.slideLayout+xml" PartName="/ppt/slideLayouts/slideLayout228.xml"/>
  <Override ContentType="application/vnd.openxmlformats-officedocument.presentationml.slideLayout+xml" PartName="/ppt/slideLayouts/slideLayout135.xml"/>
  <Override ContentType="application/vnd.openxmlformats-officedocument.presentationml.slideLayout+xml" PartName="/ppt/slideLayouts/slideLayout280.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94.xml"/>
  <Override ContentType="application/vnd.openxmlformats-officedocument.presentationml.slideLayout+xml" PartName="/ppt/slideLayouts/slideLayout287.xml"/>
  <Override ContentType="application/vnd.openxmlformats-officedocument.presentationml.slideLayout+xml" PartName="/ppt/slideLayouts/slideLayout71.xml"/>
  <Override ContentType="application/vnd.openxmlformats-officedocument.presentationml.slideLayout+xml" PartName="/ppt/slideLayouts/slideLayout151.xml"/>
  <Override ContentType="application/vnd.openxmlformats-officedocument.presentationml.slideLayout+xml" PartName="/ppt/slideLayouts/slideLayout244.xml"/>
  <Override ContentType="application/vnd.openxmlformats-officedocument.presentationml.slideLayout+xml" PartName="/ppt/slideLayouts/slideLayout201.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67.xml"/>
  <Override ContentType="application/vnd.openxmlformats-officedocument.presentationml.slideLayout+xml" PartName="/ppt/slideLayouts/slideLayout116.xml"/>
  <Override ContentType="application/vnd.openxmlformats-officedocument.presentationml.slideLayout+xml" PartName="/ppt/slideLayouts/slideLayout221.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204.xml"/>
  <Override ContentType="application/vnd.openxmlformats-officedocument.presentationml.slideLayout+xml" PartName="/ppt/slideLayouts/slideLayout212.xml"/>
  <Override ContentType="application/vnd.openxmlformats-officedocument.presentationml.slideLayout+xml" PartName="/ppt/slideLayouts/slideLayout183.xml"/>
  <Override ContentType="application/vnd.openxmlformats-officedocument.presentationml.slideLayout+xml" PartName="/ppt/slideLayouts/slideLayout166.xml"/>
  <Override ContentType="application/vnd.openxmlformats-officedocument.presentationml.slideLayout+xml" PartName="/ppt/slideLayouts/slideLayout247.xml"/>
  <Override ContentType="application/vnd.openxmlformats-officedocument.presentationml.slideLayout+xml" PartName="/ppt/slideLayouts/slideLayout272.xml"/>
  <Override ContentType="application/vnd.openxmlformats-officedocument.presentationml.slideLayout+xml" PartName="/ppt/slideLayouts/slideLayout140.xml"/>
  <Override ContentType="application/vnd.openxmlformats-officedocument.presentationml.slideLayout+xml" PartName="/ppt/slideLayouts/slideLayout264.xml"/>
  <Override ContentType="application/vnd.openxmlformats-officedocument.presentationml.slideLayout+xml" PartName="/ppt/slideLayouts/slideLayout90.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255.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51.xml"/>
  <Override ContentType="application/vnd.openxmlformats-officedocument.presentationml.slideLayout+xml" PartName="/ppt/slideLayouts/slideLayout94.xml"/>
  <Override ContentType="application/vnd.openxmlformats-officedocument.presentationml.slideLayout+xml" PartName="/ppt/slideLayouts/slideLayout1.xml"/>
  <Override ContentType="application/vnd.openxmlformats-officedocument.presentationml.slideLayout+xml" PartName="/ppt/slideLayouts/slideLayout174.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187.xml"/>
  <Override ContentType="application/vnd.openxmlformats-officedocument.presentationml.slideLayout+xml" PartName="/ppt/slideLayouts/slideLayout236.xml"/>
  <Override ContentType="application/vnd.openxmlformats-officedocument.presentationml.slideLayout+xml" PartName="/ppt/slideLayouts/slideLayout191.xml"/>
  <Override ContentType="application/vnd.openxmlformats-officedocument.presentationml.slideLayout+xml" PartName="/ppt/slideLayouts/slideLayout279.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58.xml"/>
  <Override ContentType="application/vnd.openxmlformats-officedocument.presentationml.slideLayout+xml" PartName="/ppt/slideLayouts/slideLayout240.xml"/>
  <Override ContentType="application/vnd.openxmlformats-officedocument.presentationml.slideLayout+xml" PartName="/ppt/slideLayouts/slideLayout15.xml"/>
  <Override ContentType="application/vnd.openxmlformats-officedocument.presentationml.slideLayout+xml" PartName="/ppt/slideLayouts/slideLayout283.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200.xml"/>
  <Override ContentType="application/vnd.openxmlformats-officedocument.presentationml.slideLayout+xml" PartName="/ppt/slideLayouts/slideLayout243.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28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97.xml"/>
  <Override ContentType="application/vnd.openxmlformats-officedocument.presentationml.slideLayout+xml" PartName="/ppt/slideLayouts/slideLayout38.xml"/>
  <Override ContentType="application/vnd.openxmlformats-officedocument.presentationml.slideLayout+xml" PartName="/ppt/slideLayouts/slideLayout170.xml"/>
  <Override ContentType="application/vnd.openxmlformats-officedocument.presentationml.slideLayout+xml" PartName="/ppt/slideLayouts/slideLayout101.xml"/>
  <Override ContentType="application/vnd.openxmlformats-officedocument.presentationml.slideLayout+xml" PartName="/ppt/slideLayouts/slideLayout233.xml"/>
  <Override ContentType="application/vnd.openxmlformats-officedocument.presentationml.slideLayout+xml" PartName="/ppt/slideLayouts/slideLayout179.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05.xml"/>
  <Override ContentType="application/vnd.openxmlformats-officedocument.presentationml.slideLayout+xml" PartName="/ppt/slideLayouts/slideLayout182.xml"/>
  <Override ContentType="application/vnd.openxmlformats-officedocument.presentationml.slideLayout+xml" PartName="/ppt/slideLayouts/slideLayout215.xml"/>
  <Override ContentType="application/vnd.openxmlformats-officedocument.presentationml.slideLayout+xml" PartName="/ppt/slideLayouts/slideLayout276.xml"/>
  <Override ContentType="application/vnd.openxmlformats-officedocument.presentationml.slideLayout+xml" PartName="/ppt/slideLayouts/slideLayout258.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261.xml"/>
  <Override ContentType="application/vnd.openxmlformats-officedocument.presentationml.slideLayout+xml" PartName="/ppt/slideLayouts/slideLayout164.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09.xml"/>
  <Override ContentType="application/vnd.openxmlformats-officedocument.presentationml.slideLayout+xml" PartName="/ppt/slideLayouts/slideLayout227.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248.xml"/>
  <Override ContentType="application/vnd.openxmlformats-officedocument.presentationml.slideLayout+xml" PartName="/ppt/slideLayouts/slideLayout205.xml"/>
  <Override ContentType="application/vnd.openxmlformats-officedocument.presentationml.slideLayout+xml" PartName="/ppt/slideLayouts/slideLayout222.xml"/>
  <Override ContentType="application/vnd.openxmlformats-officedocument.presentationml.slideLayout+xml" PartName="/ppt/slideLayouts/slideLayout282.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265.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115.xml"/>
  <Override ContentType="application/vnd.openxmlformats-officedocument.presentationml.slideLayout+xml" PartName="/ppt/slideLayouts/slideLayout192.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75.xml"/>
  <Override ContentType="application/vnd.openxmlformats-officedocument.presentationml.slideLayout+xml" PartName="/ppt/slideLayouts/slideLayout211.xml"/>
  <Override ContentType="application/vnd.openxmlformats-officedocument.presentationml.slideLayout+xml" PartName="/ppt/slideLayouts/slideLayout100.xml"/>
  <Override ContentType="application/vnd.openxmlformats-officedocument.presentationml.slideLayout+xml" PartName="/ppt/slideLayouts/slideLayout237.xml"/>
  <Override ContentType="application/vnd.openxmlformats-officedocument.presentationml.slideLayout+xml" PartName="/ppt/slideLayouts/slideLayout143.xml"/>
  <Override ContentType="application/vnd.openxmlformats-officedocument.presentationml.slideLayout+xml" PartName="/ppt/slideLayouts/slideLayout271.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254.xml"/>
  <Override ContentType="application/vnd.openxmlformats-officedocument.presentationml.slideLayout+xml" PartName="/ppt/slideLayouts/slideLayout9.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69.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186.xml"/>
  <Override ContentType="application/vnd.openxmlformats-officedocument.presentationml.slideLayout+xml" PartName="/ppt/slideLayouts/slideLayout160.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938" r:id="rId5"/>
    <p:sldMasterId id="2147483939" r:id="rId6"/>
    <p:sldMasterId id="2147483940" r:id="rId7"/>
    <p:sldMasterId id="2147483941"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Lst>
  <p:sldSz cy="5715000" cx="9144000"/>
  <p:notesSz cx="6858000" cy="9144000"/>
  <p:embeddedFontLst>
    <p:embeddedFont>
      <p:font typeface="Inter"/>
      <p:regular r:id="rId59"/>
      <p:bold r:id="rId60"/>
      <p:italic r:id="rId61"/>
      <p:boldItalic r:id="rId62"/>
    </p:embeddedFont>
    <p:embeddedFont>
      <p:font typeface="Poppins Light"/>
      <p:regular r:id="rId63"/>
      <p:bold r:id="rId64"/>
      <p:italic r:id="rId65"/>
      <p:boldItalic r:id="rId66"/>
    </p:embeddedFont>
    <p:embeddedFont>
      <p:font typeface="Mona Sans"/>
      <p:regular r:id="rId67"/>
      <p:bold r:id="rId68"/>
      <p:italic r:id="rId69"/>
      <p:boldItalic r:id="rId70"/>
    </p:embeddedFont>
    <p:embeddedFont>
      <p:font typeface="IBM Plex Mono"/>
      <p:regular r:id="rId71"/>
      <p:bold r:id="rId72"/>
      <p:italic r:id="rId73"/>
      <p:boldItalic r:id="rId74"/>
    </p:embeddedFont>
    <p:embeddedFont>
      <p:font typeface="IBM Plex Sans"/>
      <p:regular r:id="rId75"/>
      <p:bold r:id="rId76"/>
      <p:italic r:id="rId77"/>
      <p:boldItalic r:id="rId78"/>
    </p:embeddedFont>
    <p:embeddedFont>
      <p:font typeface="Funnel Sans"/>
      <p:regular r:id="rId79"/>
      <p:bold r:id="rId80"/>
      <p:italic r:id="rId81"/>
      <p:boldItalic r:id="rId82"/>
    </p:embeddedFont>
    <p:embeddedFont>
      <p:font typeface="Poppins"/>
      <p:regular r:id="rId83"/>
      <p:bold r:id="rId84"/>
      <p:italic r:id="rId85"/>
      <p:boldItalic r:id="rId86"/>
    </p:embeddedFont>
    <p:embeddedFont>
      <p:font typeface="Lato"/>
      <p:regular r:id="rId87"/>
      <p:bold r:id="rId88"/>
      <p:italic r:id="rId89"/>
      <p:boldItalic r:id="rId90"/>
    </p:embeddedFont>
    <p:embeddedFont>
      <p:font typeface="Poppins Medium"/>
      <p:regular r:id="rId91"/>
      <p:bold r:id="rId92"/>
      <p:italic r:id="rId93"/>
      <p:boldItalic r:id="rId94"/>
    </p:embeddedFont>
    <p:embeddedFont>
      <p:font typeface="Poppins SemiBold"/>
      <p:regular r:id="rId95"/>
      <p:bold r:id="rId96"/>
      <p:italic r:id="rId97"/>
      <p:boldItalic r:id="rId98"/>
    </p:embeddedFont>
    <p:embeddedFont>
      <p:font typeface="DM Sans"/>
      <p:regular r:id="rId99"/>
      <p:bold r:id="rId100"/>
      <p:italic r:id="rId101"/>
      <p:boldItalic r:id="rId102"/>
    </p:embeddedFont>
    <p:embeddedFont>
      <p:font typeface="Mona Sans SemiBold"/>
      <p:regular r:id="rId103"/>
      <p:bold r:id="rId104"/>
      <p:italic r:id="rId105"/>
      <p:boldItalic r:id="rId10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0" name="Dana Malcolm"/>
  <p:cmAuthor clrIdx="1" id="1" initials="" lastIdx="2" name="Eduardo Melgoza"/>
  <p:cmAuthor clrIdx="2" id="2" initials="" lastIdx="8" name="Dejan Krstic"/>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7B5A48E-1BC1-4C26-8567-2DE6F67D8DBD}">
  <a:tblStyle styleId="{67B5A48E-1BC1-4C26-8567-2DE6F67D8DB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1.xml"/><Relationship Id="rId42" Type="http://schemas.openxmlformats.org/officeDocument/2006/relationships/slide" Target="slides/slide33.xml"/><Relationship Id="rId41" Type="http://schemas.openxmlformats.org/officeDocument/2006/relationships/slide" Target="slides/slide32.xml"/><Relationship Id="rId44" Type="http://schemas.openxmlformats.org/officeDocument/2006/relationships/slide" Target="slides/slide35.xml"/><Relationship Id="rId43" Type="http://schemas.openxmlformats.org/officeDocument/2006/relationships/slide" Target="slides/slide34.xml"/><Relationship Id="rId46" Type="http://schemas.openxmlformats.org/officeDocument/2006/relationships/slide" Target="slides/slide37.xml"/><Relationship Id="rId45" Type="http://schemas.openxmlformats.org/officeDocument/2006/relationships/slide" Target="slides/slide36.xml"/><Relationship Id="rId106" Type="http://schemas.openxmlformats.org/officeDocument/2006/relationships/font" Target="fonts/MonaSansSemiBold-boldItalic.fntdata"/><Relationship Id="rId105" Type="http://schemas.openxmlformats.org/officeDocument/2006/relationships/font" Target="fonts/MonaSansSemiBold-italic.fntdata"/><Relationship Id="rId104" Type="http://schemas.openxmlformats.org/officeDocument/2006/relationships/font" Target="fonts/MonaSansSemiBold-bold.fntdata"/><Relationship Id="rId48" Type="http://schemas.openxmlformats.org/officeDocument/2006/relationships/slide" Target="slides/slide39.xml"/><Relationship Id="rId47" Type="http://schemas.openxmlformats.org/officeDocument/2006/relationships/slide" Target="slides/slide38.xml"/><Relationship Id="rId49" Type="http://schemas.openxmlformats.org/officeDocument/2006/relationships/slide" Target="slides/slide40.xml"/><Relationship Id="rId103" Type="http://schemas.openxmlformats.org/officeDocument/2006/relationships/font" Target="fonts/MonaSansSemiBold-regular.fntdata"/><Relationship Id="rId102" Type="http://schemas.openxmlformats.org/officeDocument/2006/relationships/font" Target="fonts/DMSans-boldItalic.fntdata"/><Relationship Id="rId101" Type="http://schemas.openxmlformats.org/officeDocument/2006/relationships/font" Target="fonts/DMSans-italic.fntdata"/><Relationship Id="rId100" Type="http://schemas.openxmlformats.org/officeDocument/2006/relationships/font" Target="fonts/DMSans-bold.fntdata"/><Relationship Id="rId31" Type="http://schemas.openxmlformats.org/officeDocument/2006/relationships/slide" Target="slides/slide22.xml"/><Relationship Id="rId30" Type="http://schemas.openxmlformats.org/officeDocument/2006/relationships/slide" Target="slides/slide21.xml"/><Relationship Id="rId33" Type="http://schemas.openxmlformats.org/officeDocument/2006/relationships/slide" Target="slides/slide24.xml"/><Relationship Id="rId32" Type="http://schemas.openxmlformats.org/officeDocument/2006/relationships/slide" Target="slides/slide23.xml"/><Relationship Id="rId35" Type="http://schemas.openxmlformats.org/officeDocument/2006/relationships/slide" Target="slides/slide26.xml"/><Relationship Id="rId34" Type="http://schemas.openxmlformats.org/officeDocument/2006/relationships/slide" Target="slides/slide25.xml"/><Relationship Id="rId37" Type="http://schemas.openxmlformats.org/officeDocument/2006/relationships/slide" Target="slides/slide28.xml"/><Relationship Id="rId36" Type="http://schemas.openxmlformats.org/officeDocument/2006/relationships/slide" Target="slides/slide27.xml"/><Relationship Id="rId39" Type="http://schemas.openxmlformats.org/officeDocument/2006/relationships/slide" Target="slides/slide30.xml"/><Relationship Id="rId38" Type="http://schemas.openxmlformats.org/officeDocument/2006/relationships/slide" Target="slides/slide29.xml"/><Relationship Id="rId20" Type="http://schemas.openxmlformats.org/officeDocument/2006/relationships/slide" Target="slides/slide11.xml"/><Relationship Id="rId22" Type="http://schemas.openxmlformats.org/officeDocument/2006/relationships/slide" Target="slides/slide13.xml"/><Relationship Id="rId21" Type="http://schemas.openxmlformats.org/officeDocument/2006/relationships/slide" Target="slides/slide12.xml"/><Relationship Id="rId24" Type="http://schemas.openxmlformats.org/officeDocument/2006/relationships/slide" Target="slides/slide15.xml"/><Relationship Id="rId23" Type="http://schemas.openxmlformats.org/officeDocument/2006/relationships/slide" Target="slides/slide14.xml"/><Relationship Id="rId26" Type="http://schemas.openxmlformats.org/officeDocument/2006/relationships/slide" Target="slides/slide17.xml"/><Relationship Id="rId25" Type="http://schemas.openxmlformats.org/officeDocument/2006/relationships/slide" Target="slides/slide16.xml"/><Relationship Id="rId28" Type="http://schemas.openxmlformats.org/officeDocument/2006/relationships/slide" Target="slides/slide19.xml"/><Relationship Id="rId27" Type="http://schemas.openxmlformats.org/officeDocument/2006/relationships/slide" Target="slides/slide18.xml"/><Relationship Id="rId29" Type="http://schemas.openxmlformats.org/officeDocument/2006/relationships/slide" Target="slides/slide20.xml"/><Relationship Id="rId95" Type="http://schemas.openxmlformats.org/officeDocument/2006/relationships/font" Target="fonts/PoppinsSemiBold-regular.fntdata"/><Relationship Id="rId94" Type="http://schemas.openxmlformats.org/officeDocument/2006/relationships/font" Target="fonts/PoppinsMedium-boldItalic.fntdata"/><Relationship Id="rId97" Type="http://schemas.openxmlformats.org/officeDocument/2006/relationships/font" Target="fonts/PoppinsSemiBold-italic.fntdata"/><Relationship Id="rId96" Type="http://schemas.openxmlformats.org/officeDocument/2006/relationships/font" Target="fonts/PoppinsSemiBold-bold.fntdata"/><Relationship Id="rId11" Type="http://schemas.openxmlformats.org/officeDocument/2006/relationships/slide" Target="slides/slide2.xml"/><Relationship Id="rId99" Type="http://schemas.openxmlformats.org/officeDocument/2006/relationships/font" Target="fonts/DMSans-regular.fntdata"/><Relationship Id="rId10" Type="http://schemas.openxmlformats.org/officeDocument/2006/relationships/slide" Target="slides/slide1.xml"/><Relationship Id="rId98" Type="http://schemas.openxmlformats.org/officeDocument/2006/relationships/font" Target="fonts/PoppinsSemiBold-boldItalic.fntdata"/><Relationship Id="rId13" Type="http://schemas.openxmlformats.org/officeDocument/2006/relationships/slide" Target="slides/slide4.xml"/><Relationship Id="rId12" Type="http://schemas.openxmlformats.org/officeDocument/2006/relationships/slide" Target="slides/slide3.xml"/><Relationship Id="rId91" Type="http://schemas.openxmlformats.org/officeDocument/2006/relationships/font" Target="fonts/PoppinsMedium-regular.fntdata"/><Relationship Id="rId90" Type="http://schemas.openxmlformats.org/officeDocument/2006/relationships/font" Target="fonts/Lato-boldItalic.fntdata"/><Relationship Id="rId93" Type="http://schemas.openxmlformats.org/officeDocument/2006/relationships/font" Target="fonts/PoppinsMedium-italic.fntdata"/><Relationship Id="rId92" Type="http://schemas.openxmlformats.org/officeDocument/2006/relationships/font" Target="fonts/PoppinsMedium-bold.fntdata"/><Relationship Id="rId15" Type="http://schemas.openxmlformats.org/officeDocument/2006/relationships/slide" Target="slides/slide6.xml"/><Relationship Id="rId14" Type="http://schemas.openxmlformats.org/officeDocument/2006/relationships/slide" Target="slides/slide5.xml"/><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slide" Target="slides/slide10.xml"/><Relationship Id="rId18" Type="http://schemas.openxmlformats.org/officeDocument/2006/relationships/slide" Target="slides/slide9.xml"/><Relationship Id="rId84" Type="http://schemas.openxmlformats.org/officeDocument/2006/relationships/font" Target="fonts/Poppins-bold.fntdata"/><Relationship Id="rId83" Type="http://schemas.openxmlformats.org/officeDocument/2006/relationships/font" Target="fonts/Poppins-regular.fntdata"/><Relationship Id="rId86" Type="http://schemas.openxmlformats.org/officeDocument/2006/relationships/font" Target="fonts/Poppins-boldItalic.fntdata"/><Relationship Id="rId85" Type="http://schemas.openxmlformats.org/officeDocument/2006/relationships/font" Target="fonts/Poppins-italic.fntdata"/><Relationship Id="rId88" Type="http://schemas.openxmlformats.org/officeDocument/2006/relationships/font" Target="fonts/Lato-bold.fntdata"/><Relationship Id="rId87" Type="http://schemas.openxmlformats.org/officeDocument/2006/relationships/font" Target="fonts/Lato-regular.fntdata"/><Relationship Id="rId89" Type="http://schemas.openxmlformats.org/officeDocument/2006/relationships/font" Target="fonts/Lato-italic.fntdata"/><Relationship Id="rId80" Type="http://schemas.openxmlformats.org/officeDocument/2006/relationships/font" Target="fonts/FunnelSans-bold.fntdata"/><Relationship Id="rId82" Type="http://schemas.openxmlformats.org/officeDocument/2006/relationships/font" Target="fonts/FunnelSans-boldItalic.fntdata"/><Relationship Id="rId81" Type="http://schemas.openxmlformats.org/officeDocument/2006/relationships/font" Target="fonts/FunnelSans-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notesMaster" Target="notesMasters/notesMaster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73" Type="http://schemas.openxmlformats.org/officeDocument/2006/relationships/font" Target="fonts/IBMPlexMono-italic.fntdata"/><Relationship Id="rId72" Type="http://schemas.openxmlformats.org/officeDocument/2006/relationships/font" Target="fonts/IBMPlexMono-bold.fntdata"/><Relationship Id="rId75" Type="http://schemas.openxmlformats.org/officeDocument/2006/relationships/font" Target="fonts/IBMPlexSans-regular.fntdata"/><Relationship Id="rId74" Type="http://schemas.openxmlformats.org/officeDocument/2006/relationships/font" Target="fonts/IBMPlexMono-boldItalic.fntdata"/><Relationship Id="rId77" Type="http://schemas.openxmlformats.org/officeDocument/2006/relationships/font" Target="fonts/IBMPlexSans-italic.fntdata"/><Relationship Id="rId76" Type="http://schemas.openxmlformats.org/officeDocument/2006/relationships/font" Target="fonts/IBMPlexSans-bold.fntdata"/><Relationship Id="rId79" Type="http://schemas.openxmlformats.org/officeDocument/2006/relationships/font" Target="fonts/FunnelSans-regular.fntdata"/><Relationship Id="rId78" Type="http://schemas.openxmlformats.org/officeDocument/2006/relationships/font" Target="fonts/IBMPlexSans-boldItalic.fntdata"/><Relationship Id="rId71" Type="http://schemas.openxmlformats.org/officeDocument/2006/relationships/font" Target="fonts/IBMPlexMono-regular.fntdata"/><Relationship Id="rId70" Type="http://schemas.openxmlformats.org/officeDocument/2006/relationships/font" Target="fonts/MonaSans-boldItalic.fntdata"/><Relationship Id="rId62" Type="http://schemas.openxmlformats.org/officeDocument/2006/relationships/font" Target="fonts/Inter-boldItalic.fntdata"/><Relationship Id="rId61" Type="http://schemas.openxmlformats.org/officeDocument/2006/relationships/font" Target="fonts/Inter-italic.fntdata"/><Relationship Id="rId64" Type="http://schemas.openxmlformats.org/officeDocument/2006/relationships/font" Target="fonts/PoppinsLight-bold.fntdata"/><Relationship Id="rId63" Type="http://schemas.openxmlformats.org/officeDocument/2006/relationships/font" Target="fonts/PoppinsLight-regular.fntdata"/><Relationship Id="rId66" Type="http://schemas.openxmlformats.org/officeDocument/2006/relationships/font" Target="fonts/PoppinsLight-boldItalic.fntdata"/><Relationship Id="rId65" Type="http://schemas.openxmlformats.org/officeDocument/2006/relationships/font" Target="fonts/PoppinsLight-italic.fntdata"/><Relationship Id="rId68" Type="http://schemas.openxmlformats.org/officeDocument/2006/relationships/font" Target="fonts/MonaSans-bold.fntdata"/><Relationship Id="rId67" Type="http://schemas.openxmlformats.org/officeDocument/2006/relationships/font" Target="fonts/MonaSans-regular.fntdata"/><Relationship Id="rId60" Type="http://schemas.openxmlformats.org/officeDocument/2006/relationships/font" Target="fonts/Inter-bold.fntdata"/><Relationship Id="rId69" Type="http://schemas.openxmlformats.org/officeDocument/2006/relationships/font" Target="fonts/MonaSans-italic.fntdata"/><Relationship Id="rId51" Type="http://schemas.openxmlformats.org/officeDocument/2006/relationships/slide" Target="slides/slide42.xml"/><Relationship Id="rId50" Type="http://schemas.openxmlformats.org/officeDocument/2006/relationships/slide" Target="slides/slide41.xml"/><Relationship Id="rId53" Type="http://schemas.openxmlformats.org/officeDocument/2006/relationships/slide" Target="slides/slide44.xml"/><Relationship Id="rId52" Type="http://schemas.openxmlformats.org/officeDocument/2006/relationships/slide" Target="slides/slide43.xml"/><Relationship Id="rId55" Type="http://schemas.openxmlformats.org/officeDocument/2006/relationships/slide" Target="slides/slide46.xml"/><Relationship Id="rId54" Type="http://schemas.openxmlformats.org/officeDocument/2006/relationships/slide" Target="slides/slide45.xml"/><Relationship Id="rId57" Type="http://schemas.openxmlformats.org/officeDocument/2006/relationships/slide" Target="slides/slide48.xml"/><Relationship Id="rId56" Type="http://schemas.openxmlformats.org/officeDocument/2006/relationships/slide" Target="slides/slide47.xml"/><Relationship Id="rId59" Type="http://schemas.openxmlformats.org/officeDocument/2006/relationships/font" Target="fonts/Inter-regular.fntdata"/><Relationship Id="rId58" Type="http://schemas.openxmlformats.org/officeDocument/2006/relationships/slide" Target="slides/slide49.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2-20T16:23:58.049">
    <p:pos x="6000" y="0"/>
    <p:text>THe goal has to be clear - 1, 2 , 3
three step proess or three ways to get there (highlight as a reference point to say where students are) then key takeaways of what happens and whats next</p:text>
  </p:cm>
  <p:cm authorId="0" idx="2" dt="2026-02-20T16:30:17.972">
    <p:pos x="6000" y="100"/>
    <p:text>need to narrow into the problem : need to feel that we have some fireworks - maybe its a design - 
We havent thought about insights from users, customers, exec - "lets ingest feedback we have seen and how can we take that gain more confidence in the design "
RAG, structured visual with backend</p:text>
  </p:cm>
  <p:cm authorId="0" idx="3" dt="2026-02-20T16:29:48.141">
    <p:pos x="6000" y="100"/>
    <p:text>how to "magically" bring context into this module and demystify it</p:text>
  </p:cm>
  <p:cm authorId="0" idx="4" dt="2026-02-20T16:30:17.972">
    <p:pos x="6000" y="100"/>
    <p:text>needs to be meaningfully better than M1</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6-02-19T14:22:14.149">
    <p:pos x="6000" y="0"/>
    <p:text>Note to update</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 dt="2026-02-20T16:11:31.440">
    <p:pos x="6000" y="0"/>
    <p:text>to address those that says "can I start my own company" --&gt; focus on existing rather than blue sky</p:text>
  </p:cm>
  <p:cm authorId="0" idx="7" dt="2026-02-21T08:50:55.172">
    <p:pos x="6000" y="100"/>
    <p:text>@eduardo.rmelgoza@productschool.com can you use the details here to make the content for the previous slide please
_Reassigned to eduardo.rmelgoza@productschool.com_</p:text>
  </p:cm>
  <p:cm authorId="1" idx="1" dt="2026-02-20T21:09:56.212">
    <p:pos x="6000" y="100"/>
    <p:text>Basing my design of off this slide :)
1 total reaction
Dana Malcolm reacted with 👏 at 2026-02-21 08:50 AM</p:text>
  </p:cm>
  <p:cm authorId="0" idx="8" dt="2026-02-21T08:50:55.172">
    <p:pos x="6000" y="100"/>
    <p:text>Yes thank you but we need all the content from this slide to fit in your design on the previous slide please.</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9" dt="2026-02-20T16:12:41.137">
    <p:pos x="6000" y="0"/>
    <p:text>prototyping doesn't replace identifying the problem as it seems like its always a :Solution space -</p:text>
  </p:cm>
  <p:cm authorId="0" idx="10" dt="2026-02-19T16:54:58.350">
    <p:pos x="6000" y="100"/>
    <p:text>Should we building a template for this?</p:text>
  </p:cm>
  <p:cm authorId="0" idx="11" dt="2026-02-19T16:20:56.316">
    <p:pos x="6000" y="100"/>
    <p:text>@dejan.krstic2709@gmail.com thoughts?</p:text>
  </p:cm>
  <p:cm authorId="2" idx="1" dt="2026-02-19T16:54:07.475">
    <p:pos x="6000" y="100"/>
    <p:text>Yes, a one-page template is great. It covers the 6-element frame plus the three lab questions (riskiest assumption, what to build, fidelity level). Students fill it out and post it in Slack before they open Lovable. Let's keep it to one page , this is a thinking tool, not a deliverable. The deliverable comes in M4 with the Living PRD.
1 total reaction
Dana Malcolm reacted with 👍 at 2026-02-19 16:54 PM</p:text>
  </p:cm>
  <p:cm authorId="0" idx="12" dt="2026-02-20T16:14:17.481">
    <p:pos x="6000" y="200"/>
    <p:text>need clarifiton on opportunity to tackle</p:text>
  </p:cm>
  <p:cm authorId="0" idx="13" dt="2026-02-20T16:14:17.481">
    <p:pos x="6000" y="200"/>
    <p:text>clarifying this is out of scope - product sense</p:text>
  </p:cm>
  <p:cm authorId="0" idx="14" dt="2026-02-21T08:53:00.474">
    <p:pos x="6000" y="300"/>
    <p:text>@eduardo.rmelgoza@productschool.com this was taken from a Gamma template making the course, feel free to redo as you see fit. Point is its a 6-part framework :)
_Reassigned to eduardo.rmelgoza@productschool.com_</p:text>
  </p:cm>
  <p:cm authorId="1" idx="2" dt="2026-02-20T20:45:36.733">
    <p:pos x="6000" y="300"/>
    <p:text>Cleaned this up and design better the structure of the diagram, let me know if this is correct or do you want the idea with the sliders, I think a check list goes better with the context of the info</p:text>
  </p:cm>
  <p:cm authorId="0" idx="15" dt="2026-02-21T08:53:00.474">
    <p:pos x="6000" y="300"/>
    <p:text>I would do the checks yes please</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6" dt="2026-02-21T14:28:32.020">
    <p:pos x="6000" y="0"/>
    <p:text>How to never start from scratch (in 1-n)</p:text>
  </p:cm>
  <p:cm authorId="2" idx="2" dt="2026-02-21T14:28:32.020">
    <p:pos x="6000" y="0"/>
    <p:text>done</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7" dt="2026-02-21T14:32:03.148">
    <p:pos x="6000" y="0"/>
    <p:text>a prompt template or skill markdown where you can frame components.</p:text>
  </p:cm>
  <p:cm authorId="2" idx="3" dt="2026-02-21T14:32:03.148">
    <p:pos x="6000" y="0"/>
    <p:text>done</p:text>
  </p:cm>
</p:cmLst>
</file>

<file path=ppt/comments/comment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2" idx="4" dt="2026-02-21T15:03:39.446">
    <p:pos x="383" y="1469"/>
    <p:text>Validation Brief: https://djn-krs-2709.github.io/AI-Vibe-Coding---Product-School/Modules/M2%20-%20Validation%20Brief.html</p:text>
  </p:cm>
  <p:cm authorId="2" idx="5" dt="2026-02-21T15:05:06.569">
    <p:pos x="2999" y="2253"/>
    <p:text>Structured Prompt Builder: https://djn-krs-2709.github.io/AI-Vibe-Coding---Product-School/Modules/M2%20-%20Structured%20Prompt%20Builder.html</p:text>
  </p:cm>
  <p:cm authorId="2" idx="6" dt="2026-02-21T15:04:40.231">
    <p:pos x="383" y="2378"/>
    <p:text>Context Data Pack: https://djn-krs-2709.github.io/AI-Vibe-Coding---Product-School/Modules/M2%20-%20Context%20Data%20Pack.html</p:text>
  </p:cm>
  <p:cm authorId="2" idx="7" dt="2026-02-21T14:33:50.891">
    <p:pos x="299" y="442"/>
    <p:text>We should call this slide the evolution, upgrade or something like that...</p:text>
  </p:cm>
  <p:cm authorId="2" idx="8" dt="2026-02-21T15:04:19.984">
    <p:pos x="2999" y="1344"/>
    <p:text>Visual Reference Guide: https://djn-krs-2709.github.io/AI-Vibe-Coding---Product-School/Modules/M2%20-%20Visual%20Reference%20Guide.html</p:text>
  </p:cm>
</p:cmLst>
</file>

<file path=ppt/comments/comment8.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8" dt="2026-02-20T14:19:37.469">
    <p:pos x="2880" y="3021"/>
    <p:text>Create walkthrough</p:text>
  </p:cm>
</p:cmLst>
</file>

<file path=ppt/comments/comment9.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9" dt="2026-02-20T16:18:28.491">
    <p:pos x="6000" y="0"/>
    <p:text>Have a small version of this in M1</p:text>
  </p:cm>
</p:cmLst>
</file>

<file path=ppt/comments/comment10.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0" dt="2026-02-20T11:17:44.257">
    <p:pos x="6000" y="0"/>
    <p:text>Parking lot of possible slides based on "reuse" overview</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686104" y="685800"/>
            <a:ext cx="54864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lovable.dev"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g3c971b43cd0_0_3161: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1256" name="Google Shape;1256;g3c971b43cd0_0_3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Module 1: The Validation Lens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None/>
            </a:pPr>
            <a:r>
              <a:t/>
            </a:r>
            <a:endParaRPr sz="1400">
              <a:solidFill>
                <a:srgbClr val="7F7F7F"/>
              </a:solidFill>
              <a:latin typeface="Poppins SemiBold"/>
              <a:ea typeface="Poppins SemiBold"/>
              <a:cs typeface="Poppins SemiBold"/>
              <a:sym typeface="Poppins SemiBo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0" name="Shape 1260"/>
        <p:cNvGrpSpPr/>
        <p:nvPr/>
      </p:nvGrpSpPr>
      <p:grpSpPr>
        <a:xfrm>
          <a:off x="0" y="0"/>
          <a:ext cx="0" cy="0"/>
          <a:chOff x="0" y="0"/>
          <a:chExt cx="0" cy="0"/>
        </a:xfrm>
      </p:grpSpPr>
      <p:sp>
        <p:nvSpPr>
          <p:cNvPr id="1261" name="Google Shape;1261;g3c971b43cd0_0_3166: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1262" name="Google Shape;1262;g3c971b43cd0_0_3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t/>
            </a:r>
            <a:endParaRPr sz="1400">
              <a:solidFill>
                <a:srgbClr val="7F7F7F"/>
              </a:solidFill>
              <a:latin typeface="Poppins SemiBold"/>
              <a:ea typeface="Poppins SemiBold"/>
              <a:cs typeface="Poppins SemiBold"/>
              <a:sym typeface="Poppins SemiBold"/>
            </a:endParaRPr>
          </a:p>
          <a:p>
            <a:pPr indent="0" lvl="0" marL="0" rtl="0" algn="just">
              <a:lnSpc>
                <a:spcPct val="115000"/>
              </a:lnSpc>
              <a:spcBef>
                <a:spcPts val="0"/>
              </a:spcBef>
              <a:spcAft>
                <a:spcPts val="0"/>
              </a:spcAft>
              <a:buClr>
                <a:schemeClr val="dk1"/>
              </a:buClr>
              <a:buSzPts val="1100"/>
              <a:buFont typeface="Arial"/>
              <a:buNone/>
            </a:pPr>
            <a:r>
              <a:rPr b="1" lang="en" sz="1200">
                <a:solidFill>
                  <a:srgbClr val="CC0000"/>
                </a:solidFill>
                <a:latin typeface="Lato"/>
                <a:ea typeface="Lato"/>
                <a:cs typeface="Lato"/>
                <a:sym typeface="Lato"/>
              </a:rPr>
              <a:t>📌Note for instructors: Please </a:t>
            </a:r>
            <a:r>
              <a:rPr b="1" lang="en" sz="1200" u="sng">
                <a:solidFill>
                  <a:srgbClr val="CC0000"/>
                </a:solidFill>
                <a:latin typeface="Lato"/>
                <a:ea typeface="Lato"/>
                <a:cs typeface="Lato"/>
                <a:sym typeface="Lato"/>
              </a:rPr>
              <a:t>do not share the link to the slide deck with students.</a:t>
            </a:r>
            <a:r>
              <a:rPr b="1" lang="en" sz="1200">
                <a:solidFill>
                  <a:srgbClr val="CC0000"/>
                </a:solidFill>
                <a:latin typeface="Lato"/>
                <a:ea typeface="Lato"/>
                <a:cs typeface="Lato"/>
                <a:sym typeface="Lato"/>
              </a:rPr>
              <a:t> If they want to view the deck, send them to the LMS where they can view it from there. </a:t>
            </a:r>
            <a:br>
              <a:rPr b="1" lang="en" sz="1200">
                <a:solidFill>
                  <a:srgbClr val="CC0000"/>
                </a:solidFill>
                <a:latin typeface="Lato"/>
                <a:ea typeface="Lato"/>
                <a:cs typeface="Lato"/>
                <a:sym typeface="Lato"/>
              </a:rPr>
            </a:br>
            <a:endParaRPr b="1" sz="1200">
              <a:solidFill>
                <a:srgbClr val="CC0000"/>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r>
              <a:rPr b="1" lang="en" sz="1200">
                <a:solidFill>
                  <a:schemeClr val="dk1"/>
                </a:solidFill>
                <a:latin typeface="Lato"/>
                <a:ea typeface="Lato"/>
                <a:cs typeface="Lato"/>
                <a:sym typeface="Lato"/>
              </a:rPr>
              <a:t>Where to access content?</a:t>
            </a:r>
            <a:br>
              <a:rPr lang="en" sz="1200">
                <a:solidFill>
                  <a:schemeClr val="dk1"/>
                </a:solidFill>
                <a:latin typeface="Lato"/>
                <a:ea typeface="Lato"/>
                <a:cs typeface="Lato"/>
                <a:sym typeface="Lato"/>
              </a:rPr>
            </a:br>
            <a:r>
              <a:rPr lang="en" sz="1200">
                <a:solidFill>
                  <a:schemeClr val="dk1"/>
                </a:solidFill>
                <a:latin typeface="Lato"/>
                <a:ea typeface="Lato"/>
                <a:cs typeface="Lato"/>
                <a:sym typeface="Lato"/>
              </a:rPr>
              <a:t>You can</a:t>
            </a:r>
            <a:r>
              <a:rPr lang="en" sz="1200" u="sng">
                <a:solidFill>
                  <a:schemeClr val="dk1"/>
                </a:solidFill>
                <a:latin typeface="Lato"/>
                <a:ea typeface="Lato"/>
                <a:cs typeface="Lato"/>
                <a:sym typeface="Lato"/>
              </a:rPr>
              <a:t> view the deck</a:t>
            </a:r>
            <a:r>
              <a:rPr lang="en" sz="1200">
                <a:solidFill>
                  <a:schemeClr val="dk1"/>
                </a:solidFill>
                <a:latin typeface="Lato"/>
                <a:ea typeface="Lato"/>
                <a:cs typeface="Lato"/>
                <a:sym typeface="Lato"/>
              </a:rPr>
              <a:t> from Docebo. </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ℹ️ All students should have access to the LMS (Docebo) with all the class materials by now. If not, please reach out to Student Success directly in Slack. </a:t>
            </a:r>
            <a:endParaRPr sz="1200">
              <a:solidFill>
                <a:schemeClr val="dk1"/>
              </a:solidFill>
              <a:latin typeface="Lato"/>
              <a:ea typeface="Lato"/>
              <a:cs typeface="Lato"/>
              <a:sym typeface="La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8" name="Shape 1278"/>
        <p:cNvGrpSpPr/>
        <p:nvPr/>
      </p:nvGrpSpPr>
      <p:grpSpPr>
        <a:xfrm>
          <a:off x="0" y="0"/>
          <a:ext cx="0" cy="0"/>
          <a:chOff x="0" y="0"/>
          <a:chExt cx="0" cy="0"/>
        </a:xfrm>
      </p:grpSpPr>
      <p:sp>
        <p:nvSpPr>
          <p:cNvPr id="1279" name="Google Shape;1279;g3c971b43cd0_0_3959: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1280" name="Google Shape;1280;g3c971b43cd0_0_39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rgbClr val="1241AF"/>
                </a:solidFill>
                <a:latin typeface="Poppins"/>
                <a:ea typeface="Poppins"/>
                <a:cs typeface="Poppins"/>
                <a:sym typeface="Poppins"/>
              </a:rPr>
              <a:t>Vibe Coding Certification Syllabus</a:t>
            </a:r>
            <a:endParaRPr b="1">
              <a:solidFill>
                <a:srgbClr val="1241AF"/>
              </a:solidFill>
              <a:latin typeface="Poppins"/>
              <a:ea typeface="Poppins"/>
              <a:cs typeface="Poppins"/>
              <a:sym typeface="Poppins"/>
            </a:endParaRPr>
          </a:p>
          <a:p>
            <a:pPr indent="0" lvl="0" marL="0" rtl="0" algn="l">
              <a:spcBef>
                <a:spcPts val="0"/>
              </a:spcBef>
              <a:spcAft>
                <a:spcPts val="0"/>
              </a:spcAft>
              <a:buNone/>
            </a:pPr>
            <a:r>
              <a:rPr lang="en">
                <a:solidFill>
                  <a:srgbClr val="7F7F7F"/>
                </a:solidFill>
                <a:latin typeface="Poppins SemiBold"/>
                <a:ea typeface="Poppins SemiBold"/>
                <a:cs typeface="Poppins SemiBold"/>
                <a:sym typeface="Poppins SemiBold"/>
              </a:rPr>
              <a:t>Lorem </a:t>
            </a:r>
            <a:r>
              <a:rPr lang="en">
                <a:solidFill>
                  <a:srgbClr val="7F7F7F"/>
                </a:solidFill>
                <a:latin typeface="Poppins SemiBold"/>
                <a:ea typeface="Poppins SemiBold"/>
                <a:cs typeface="Poppins SemiBold"/>
                <a:sym typeface="Poppins SemiBold"/>
              </a:rPr>
              <a:t>ipsum</a:t>
            </a:r>
            <a:r>
              <a:rPr lang="en">
                <a:solidFill>
                  <a:srgbClr val="7F7F7F"/>
                </a:solidFill>
                <a:latin typeface="Poppins SemiBold"/>
                <a:ea typeface="Poppins SemiBold"/>
                <a:cs typeface="Poppins SemiBold"/>
                <a:sym typeface="Poppins SemiBold"/>
              </a:rPr>
              <a:t> dolor</a:t>
            </a:r>
            <a:br>
              <a:rPr lang="en">
                <a:solidFill>
                  <a:srgbClr val="7F7F7F"/>
                </a:solidFill>
                <a:latin typeface="Poppins SemiBold"/>
                <a:ea typeface="Poppins SemiBold"/>
                <a:cs typeface="Poppins SemiBold"/>
                <a:sym typeface="Poppins SemiBold"/>
              </a:rPr>
            </a:br>
            <a:br>
              <a:rPr lang="en">
                <a:solidFill>
                  <a:srgbClr val="7F7F7F"/>
                </a:solidFill>
                <a:latin typeface="Poppins SemiBold"/>
                <a:ea typeface="Poppins SemiBold"/>
                <a:cs typeface="Poppins SemiBold"/>
                <a:sym typeface="Poppins SemiBold"/>
              </a:rPr>
            </a:br>
            <a:r>
              <a:rPr lang="en">
                <a:solidFill>
                  <a:srgbClr val="7F7F7F"/>
                </a:solidFill>
                <a:latin typeface="Poppins SemiBold"/>
                <a:ea typeface="Poppins SemiBold"/>
                <a:cs typeface="Poppins SemiBold"/>
                <a:sym typeface="Poppins SemiBold"/>
              </a:rPr>
              <a:t>IDEAS: </a:t>
            </a:r>
            <a:r>
              <a:rPr b="1" lang="en" sz="1300">
                <a:solidFill>
                  <a:schemeClr val="dk1"/>
                </a:solidFill>
              </a:rPr>
              <a:t>With Lovable</a:t>
            </a:r>
            <a:endParaRPr b="1" sz="1300">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a:solidFill>
                  <a:schemeClr val="dk1"/>
                </a:solidFill>
              </a:rPr>
              <a:t>Vibe code with Lovable to turn product ambiguity into production-ready evidence.</a:t>
            </a:r>
            <a:endParaRPr b="1">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Move from ambiguity to live, production-ready products instantly with Lovable.</a:t>
            </a:r>
            <a:endParaRPr b="1">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Kill ambiguity by vibe coding functional, production-ready apps with Lovable.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b="1">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Without Lovable</a:t>
            </a:r>
            <a:endParaRPr b="1" sz="1300">
              <a:solidFill>
                <a:schemeClr val="dk1"/>
              </a:solidFill>
            </a:endParaRPr>
          </a:p>
          <a:p>
            <a:pPr indent="-298450" lvl="0" marL="457200" rtl="0" algn="l">
              <a:lnSpc>
                <a:spcPct val="115000"/>
              </a:lnSpc>
              <a:spcBef>
                <a:spcPts val="1200"/>
              </a:spcBef>
              <a:spcAft>
                <a:spcPts val="0"/>
              </a:spcAft>
              <a:buClr>
                <a:schemeClr val="dk1"/>
              </a:buClr>
              <a:buSzPts val="1100"/>
              <a:buAutoNum type="arabicPeriod" startAt="4"/>
            </a:pPr>
            <a:r>
              <a:rPr b="1" lang="en">
                <a:solidFill>
                  <a:schemeClr val="dk1"/>
                </a:solidFill>
              </a:rPr>
              <a:t>Vibe code your way from product ambiguity to production-ready evidence.</a:t>
            </a:r>
            <a:endParaRPr b="1">
              <a:solidFill>
                <a:schemeClr val="dk1"/>
              </a:solidFill>
            </a:endParaRPr>
          </a:p>
          <a:p>
            <a:pPr indent="-298450" lvl="0" marL="457200" rtl="0" algn="l">
              <a:lnSpc>
                <a:spcPct val="115000"/>
              </a:lnSpc>
              <a:spcBef>
                <a:spcPts val="0"/>
              </a:spcBef>
              <a:spcAft>
                <a:spcPts val="0"/>
              </a:spcAft>
              <a:buClr>
                <a:schemeClr val="dk1"/>
              </a:buClr>
              <a:buSzPts val="1100"/>
              <a:buAutoNum type="arabicPeriod" startAt="4"/>
            </a:pPr>
            <a:r>
              <a:rPr b="1" lang="en">
                <a:solidFill>
                  <a:schemeClr val="dk1"/>
                </a:solidFill>
              </a:rPr>
              <a:t>Master vibe coding to manifest vague ideas into production-ready reality.</a:t>
            </a:r>
            <a:endParaRPr b="1">
              <a:solidFill>
                <a:schemeClr val="dk1"/>
              </a:solidFill>
            </a:endParaRPr>
          </a:p>
          <a:p>
            <a:pPr indent="-298450" lvl="0" marL="457200" rtl="0" algn="l">
              <a:lnSpc>
                <a:spcPct val="115000"/>
              </a:lnSpc>
              <a:spcBef>
                <a:spcPts val="0"/>
              </a:spcBef>
              <a:spcAft>
                <a:spcPts val="0"/>
              </a:spcAft>
              <a:buClr>
                <a:schemeClr val="dk1"/>
              </a:buClr>
              <a:buSzPts val="1100"/>
              <a:buAutoNum type="arabicPeriod" startAt="4"/>
            </a:pPr>
            <a:r>
              <a:rPr b="1" lang="en">
                <a:solidFill>
                  <a:schemeClr val="dk1"/>
                </a:solidFill>
              </a:rPr>
              <a:t>Move from product vibes to production-ready evidence at the speed of thought.</a:t>
            </a:r>
            <a:endParaRPr b="1">
              <a:solidFill>
                <a:schemeClr val="dk1"/>
              </a:solidFill>
            </a:endParaRPr>
          </a:p>
          <a:p>
            <a:pPr indent="0" lvl="0" marL="0" rtl="0" algn="l">
              <a:spcBef>
                <a:spcPts val="1200"/>
              </a:spcBef>
              <a:spcAft>
                <a:spcPts val="0"/>
              </a:spcAft>
              <a:buNone/>
            </a:pPr>
            <a:r>
              <a:t/>
            </a:r>
            <a:endParaRPr>
              <a:solidFill>
                <a:srgbClr val="7F7F7F"/>
              </a:solidFill>
              <a:latin typeface="Poppins SemiBold"/>
              <a:ea typeface="Poppins SemiBold"/>
              <a:cs typeface="Poppins SemiBold"/>
              <a:sym typeface="Poppins SemiBold"/>
            </a:endParaRPr>
          </a:p>
          <a:p>
            <a:pPr indent="0" lvl="0" marL="0" rtl="0" algn="l">
              <a:spcBef>
                <a:spcPts val="0"/>
              </a:spcBef>
              <a:spcAft>
                <a:spcPts val="0"/>
              </a:spcAft>
              <a:buNone/>
            </a:pPr>
            <a:r>
              <a:t/>
            </a:r>
            <a:endParaRPr>
              <a:solidFill>
                <a:srgbClr val="7F7F7F"/>
              </a:solidFill>
              <a:latin typeface="Poppins SemiBold"/>
              <a:ea typeface="Poppins SemiBold"/>
              <a:cs typeface="Poppins SemiBold"/>
              <a:sym typeface="Poppins SemiBo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5" name="Shape 1295"/>
        <p:cNvGrpSpPr/>
        <p:nvPr/>
      </p:nvGrpSpPr>
      <p:grpSpPr>
        <a:xfrm>
          <a:off x="0" y="0"/>
          <a:ext cx="0" cy="0"/>
          <a:chOff x="0" y="0"/>
          <a:chExt cx="0" cy="0"/>
        </a:xfrm>
      </p:grpSpPr>
      <p:sp>
        <p:nvSpPr>
          <p:cNvPr id="1296" name="Google Shape;1296;g3c971b43cd0_0_4768: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1297" name="Google Shape;1297;g3c971b43cd0_0_47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Agenda</a:t>
            </a:r>
            <a:endParaRPr sz="1400">
              <a:solidFill>
                <a:srgbClr val="7F7F7F"/>
              </a:solidFill>
              <a:latin typeface="Poppins SemiBold"/>
              <a:ea typeface="Poppins SemiBold"/>
              <a:cs typeface="Poppins SemiBold"/>
              <a:sym typeface="Poppins SemiBold"/>
            </a:endParaRPr>
          </a:p>
          <a:p>
            <a:pPr indent="0" lvl="0" marL="457200" rtl="0" algn="l">
              <a:spcBef>
                <a:spcPts val="0"/>
              </a:spcBef>
              <a:spcAft>
                <a:spcPts val="0"/>
              </a:spcAft>
              <a:buNone/>
            </a:pPr>
            <a:r>
              <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The AI-First Product Mindset</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The Anatomy of  High-Quality Prompt</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Hands-On Labs: Prompt-to-Prototype Your Copilot with Lovable</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Prompting as Product Configuration</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The Optimization Strategy</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7" name="Shape 1317"/>
        <p:cNvGrpSpPr/>
        <p:nvPr/>
      </p:nvGrpSpPr>
      <p:grpSpPr>
        <a:xfrm>
          <a:off x="0" y="0"/>
          <a:ext cx="0" cy="0"/>
          <a:chOff x="0" y="0"/>
          <a:chExt cx="0" cy="0"/>
        </a:xfrm>
      </p:grpSpPr>
      <p:sp>
        <p:nvSpPr>
          <p:cNvPr id="1318" name="Google Shape;1318;g3ca0a31e826_1_92:notes"/>
          <p:cNvSpPr/>
          <p:nvPr>
            <p:ph idx="2" type="sldImg"/>
          </p:nvPr>
        </p:nvSpPr>
        <p:spPr>
          <a:xfrm>
            <a:off x="800100" y="714375"/>
            <a:ext cx="41148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1319" name="Google Shape;1319;g3ca0a31e826_1_92: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a:p>
        </p:txBody>
      </p:sp>
      <p:sp>
        <p:nvSpPr>
          <p:cNvPr id="1320" name="Google Shape;1320;g3ca0a31e826_1_92: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2" name="Shape 1342"/>
        <p:cNvGrpSpPr/>
        <p:nvPr/>
      </p:nvGrpSpPr>
      <p:grpSpPr>
        <a:xfrm>
          <a:off x="0" y="0"/>
          <a:ext cx="0" cy="0"/>
          <a:chOff x="0" y="0"/>
          <a:chExt cx="0" cy="0"/>
        </a:xfrm>
      </p:grpSpPr>
      <p:sp>
        <p:nvSpPr>
          <p:cNvPr id="1343" name="Google Shape;1343;g3ca0a31e826_1_178:notes"/>
          <p:cNvSpPr/>
          <p:nvPr>
            <p:ph idx="2" type="sldImg"/>
          </p:nvPr>
        </p:nvSpPr>
        <p:spPr>
          <a:xfrm>
            <a:off x="800100" y="714375"/>
            <a:ext cx="41148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1344" name="Google Shape;1344;g3ca0a31e826_1_178: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a:p>
        </p:txBody>
      </p:sp>
      <p:sp>
        <p:nvSpPr>
          <p:cNvPr id="1345" name="Google Shape;1345;g3ca0a31e826_1_178: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3" name="Shape 1353"/>
        <p:cNvGrpSpPr/>
        <p:nvPr/>
      </p:nvGrpSpPr>
      <p:grpSpPr>
        <a:xfrm>
          <a:off x="0" y="0"/>
          <a:ext cx="0" cy="0"/>
          <a:chOff x="0" y="0"/>
          <a:chExt cx="0" cy="0"/>
        </a:xfrm>
      </p:grpSpPr>
      <p:sp>
        <p:nvSpPr>
          <p:cNvPr id="1354" name="Google Shape;1354;g3c9ca8d265c_6_0:notes"/>
          <p:cNvSpPr/>
          <p:nvPr>
            <p:ph idx="2" type="sldImg"/>
          </p:nvPr>
        </p:nvSpPr>
        <p:spPr>
          <a:xfrm>
            <a:off x="686104"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1355" name="Google Shape;1355;g3c9ca8d265c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000">
                <a:solidFill>
                  <a:srgbClr val="555555"/>
                </a:solidFill>
                <a:latin typeface="Inter"/>
                <a:ea typeface="Inter"/>
                <a:cs typeface="Inter"/>
                <a:sym typeface="Inter"/>
              </a:rPr>
              <a:t>Speaker Notes</a:t>
            </a:r>
            <a:endParaRPr b="1" sz="1000">
              <a:solidFill>
                <a:srgbClr val="555555"/>
              </a:solidFill>
              <a:latin typeface="Inter"/>
              <a:ea typeface="Inter"/>
              <a:cs typeface="Inter"/>
              <a:sym typeface="Inter"/>
            </a:endParaRPr>
          </a:p>
          <a:p>
            <a:pPr indent="0" lvl="0" marL="0" rtl="0" algn="l">
              <a:lnSpc>
                <a:spcPct val="165000"/>
              </a:lnSpc>
              <a:spcBef>
                <a:spcPts val="900"/>
              </a:spcBef>
              <a:spcAft>
                <a:spcPts val="0"/>
              </a:spcAft>
              <a:buClr>
                <a:schemeClr val="dk1"/>
              </a:buClr>
              <a:buSzPts val="1100"/>
              <a:buFont typeface="Arial"/>
              <a:buNone/>
            </a:pPr>
            <a:r>
              <a:rPr b="1" lang="en" sz="950">
                <a:solidFill>
                  <a:srgbClr val="222222"/>
                </a:solidFill>
                <a:latin typeface="Inter"/>
                <a:ea typeface="Inter"/>
                <a:cs typeface="Inter"/>
                <a:sym typeface="Inter"/>
              </a:rPr>
              <a:t>Setup:</a:t>
            </a:r>
            <a:r>
              <a:rPr lang="en" sz="950">
                <a:solidFill>
                  <a:srgbClr val="444444"/>
                </a:solidFill>
                <a:latin typeface="Inter"/>
                <a:ea typeface="Inter"/>
                <a:cs typeface="Inter"/>
                <a:sym typeface="Inter"/>
              </a:rPr>
              <a:t> "This is your commitment moment. The scenario you pick now is the one you carry through the rest of the course. Every lab, every prototype, every deliverable builds on this same problem. No switching after today."</a:t>
            </a:r>
            <a:endParaRPr sz="950">
              <a:solidFill>
                <a:srgbClr val="444444"/>
              </a:solidFill>
              <a:latin typeface="Inter"/>
              <a:ea typeface="Inter"/>
              <a:cs typeface="Inter"/>
              <a:sym typeface="Inter"/>
            </a:endParaRPr>
          </a:p>
          <a:p>
            <a:pPr indent="0" lvl="0" marL="0" rtl="0" algn="l">
              <a:lnSpc>
                <a:spcPct val="165000"/>
              </a:lnSpc>
              <a:spcBef>
                <a:spcPts val="800"/>
              </a:spcBef>
              <a:spcAft>
                <a:spcPts val="0"/>
              </a:spcAft>
              <a:buClr>
                <a:schemeClr val="dk1"/>
              </a:buClr>
              <a:buSzPts val="1100"/>
              <a:buFont typeface="Arial"/>
              <a:buNone/>
            </a:pPr>
            <a:r>
              <a:rPr b="1" lang="en" sz="950">
                <a:solidFill>
                  <a:srgbClr val="222222"/>
                </a:solidFill>
                <a:latin typeface="Inter"/>
                <a:ea typeface="Inter"/>
                <a:cs typeface="Inter"/>
                <a:sym typeface="Inter"/>
              </a:rPr>
              <a:t>Scenario 1 — Retention Engine:</a:t>
            </a:r>
            <a:r>
              <a:rPr lang="en" sz="950">
                <a:solidFill>
                  <a:srgbClr val="444444"/>
                </a:solidFill>
                <a:latin typeface="Inter"/>
                <a:ea typeface="Inter"/>
                <a:cs typeface="Inter"/>
                <a:sym typeface="Inter"/>
              </a:rPr>
              <a:t> "You're a PM at a B2B SaaS company. 30% of users churn within 90 days. Leadership wants answers. Your job: build a prototype that helps you understand why they're leaving and test whether an intervention works. If your instinct is 'do users even want this solution?' — that's a value risk."</a:t>
            </a:r>
            <a:endParaRPr sz="950">
              <a:solidFill>
                <a:srgbClr val="444444"/>
              </a:solidFill>
              <a:latin typeface="Inter"/>
              <a:ea typeface="Inter"/>
              <a:cs typeface="Inter"/>
              <a:sym typeface="Inter"/>
            </a:endParaRPr>
          </a:p>
          <a:p>
            <a:pPr indent="0" lvl="0" marL="0" rtl="0" algn="l">
              <a:lnSpc>
                <a:spcPct val="165000"/>
              </a:lnSpc>
              <a:spcBef>
                <a:spcPts val="800"/>
              </a:spcBef>
              <a:spcAft>
                <a:spcPts val="0"/>
              </a:spcAft>
              <a:buClr>
                <a:schemeClr val="dk1"/>
              </a:buClr>
              <a:buSzPts val="1100"/>
              <a:buFont typeface="Arial"/>
              <a:buNone/>
            </a:pPr>
            <a:r>
              <a:rPr b="1" lang="en" sz="950">
                <a:solidFill>
                  <a:srgbClr val="222222"/>
                </a:solidFill>
                <a:latin typeface="Inter"/>
                <a:ea typeface="Inter"/>
                <a:cs typeface="Inter"/>
                <a:sym typeface="Inter"/>
              </a:rPr>
              <a:t>Scenario 2 — Internal Tool:</a:t>
            </a:r>
            <a:r>
              <a:rPr lang="en" sz="950">
                <a:solidFill>
                  <a:srgbClr val="444444"/>
                </a:solidFill>
                <a:latin typeface="Inter"/>
                <a:ea typeface="Inter"/>
                <a:cs typeface="Inter"/>
                <a:sym typeface="Inter"/>
              </a:rPr>
              <a:t> "Your company built a CRM. 18% adoption. Nobody uses it. Why? Your job: figure out why adoption is so low and prototype a version that fits into how people actually work. This is a classic 1-to-N problem — the product exists, the users don't come."</a:t>
            </a:r>
            <a:endParaRPr sz="950">
              <a:solidFill>
                <a:srgbClr val="444444"/>
              </a:solidFill>
              <a:latin typeface="Inter"/>
              <a:ea typeface="Inter"/>
              <a:cs typeface="Inter"/>
              <a:sym typeface="Inter"/>
            </a:endParaRPr>
          </a:p>
          <a:p>
            <a:pPr indent="0" lvl="0" marL="0" rtl="0" algn="l">
              <a:lnSpc>
                <a:spcPct val="165000"/>
              </a:lnSpc>
              <a:spcBef>
                <a:spcPts val="800"/>
              </a:spcBef>
              <a:spcAft>
                <a:spcPts val="0"/>
              </a:spcAft>
              <a:buClr>
                <a:schemeClr val="dk1"/>
              </a:buClr>
              <a:buSzPts val="1100"/>
              <a:buFont typeface="Arial"/>
              <a:buNone/>
            </a:pPr>
            <a:r>
              <a:rPr b="1" lang="en" sz="950">
                <a:solidFill>
                  <a:srgbClr val="222222"/>
                </a:solidFill>
                <a:latin typeface="Inter"/>
                <a:ea typeface="Inter"/>
                <a:cs typeface="Inter"/>
                <a:sym typeface="Inter"/>
              </a:rPr>
              <a:t>Scenario 3 — Marketplace Trust:</a:t>
            </a:r>
            <a:r>
              <a:rPr lang="en" sz="950">
                <a:solidFill>
                  <a:srgbClr val="444444"/>
                </a:solidFill>
                <a:latin typeface="Inter"/>
                <a:ea typeface="Inter"/>
                <a:cs typeface="Inter"/>
                <a:sym typeface="Inter"/>
              </a:rPr>
              <a:t> "You run a services marketplace. Bookings are flat because new providers have zero reviews. Buyers don't trust them. Your job: prototype a trust mechanism that gets first-time providers booked. Could be value risk (does trust even matter?) or feasibility (can you generate credible trust signals?)."</a:t>
            </a:r>
            <a:endParaRPr sz="950">
              <a:solidFill>
                <a:srgbClr val="444444"/>
              </a:solidFill>
              <a:latin typeface="Inter"/>
              <a:ea typeface="Inter"/>
              <a:cs typeface="Inter"/>
              <a:sym typeface="Inter"/>
            </a:endParaRPr>
          </a:p>
          <a:p>
            <a:pPr indent="0" lvl="0" marL="0" rtl="0" algn="l">
              <a:lnSpc>
                <a:spcPct val="165000"/>
              </a:lnSpc>
              <a:spcBef>
                <a:spcPts val="800"/>
              </a:spcBef>
              <a:spcAft>
                <a:spcPts val="0"/>
              </a:spcAft>
              <a:buClr>
                <a:schemeClr val="dk1"/>
              </a:buClr>
              <a:buSzPts val="1100"/>
              <a:buFont typeface="Arial"/>
              <a:buNone/>
            </a:pPr>
            <a:r>
              <a:rPr b="1" lang="en" sz="950">
                <a:solidFill>
                  <a:srgbClr val="222222"/>
                </a:solidFill>
                <a:latin typeface="Inter"/>
                <a:ea typeface="Inter"/>
                <a:cs typeface="Inter"/>
                <a:sym typeface="Inter"/>
              </a:rPr>
              <a:t>Scenario 4 — Dashboard:</a:t>
            </a:r>
            <a:r>
              <a:rPr lang="en" sz="950">
                <a:solidFill>
                  <a:srgbClr val="444444"/>
                </a:solidFill>
                <a:latin typeface="Inter"/>
                <a:ea typeface="Inter"/>
                <a:cs typeface="Inter"/>
                <a:sym typeface="Inter"/>
              </a:rPr>
              <a:t> "Your analytics dashboard has a 60% bounce rate. The data is there but nobody finds insight. Your job: prototype a version that surfaces the right information so people actually use it. Likely a usability problem — the data exists, the interface doesn't serve it."</a:t>
            </a:r>
            <a:endParaRPr sz="950">
              <a:solidFill>
                <a:srgbClr val="444444"/>
              </a:solidFill>
              <a:latin typeface="Inter"/>
              <a:ea typeface="Inter"/>
              <a:cs typeface="Inter"/>
              <a:sym typeface="Inter"/>
            </a:endParaRPr>
          </a:p>
          <a:p>
            <a:pPr indent="0" lvl="0" marL="0" rtl="0" algn="l">
              <a:lnSpc>
                <a:spcPct val="165000"/>
              </a:lnSpc>
              <a:spcBef>
                <a:spcPts val="800"/>
              </a:spcBef>
              <a:spcAft>
                <a:spcPts val="0"/>
              </a:spcAft>
              <a:buClr>
                <a:schemeClr val="dk1"/>
              </a:buClr>
              <a:buSzPts val="1100"/>
              <a:buFont typeface="Arial"/>
              <a:buNone/>
            </a:pPr>
            <a:r>
              <a:rPr b="1" lang="en" sz="950">
                <a:solidFill>
                  <a:srgbClr val="222222"/>
                </a:solidFill>
                <a:latin typeface="Inter"/>
                <a:ea typeface="Inter"/>
                <a:cs typeface="Inter"/>
                <a:sym typeface="Inter"/>
              </a:rPr>
              <a:t>Option 5 — Bring Your Own:</a:t>
            </a:r>
            <a:r>
              <a:rPr lang="en" sz="950">
                <a:solidFill>
                  <a:srgbClr val="444444"/>
                </a:solidFill>
                <a:latin typeface="Inter"/>
                <a:ea typeface="Inter"/>
                <a:cs typeface="Inter"/>
                <a:sym typeface="Inter"/>
              </a:rPr>
              <a:t> "If you have a real problem from your company, you can use that. Three requirements: a clear user, a measurable outcome, and enough ambiguity that you don't already know the answer. Check with me during the break if you're unsure."</a:t>
            </a:r>
            <a:endParaRPr sz="950">
              <a:solidFill>
                <a:srgbClr val="444444"/>
              </a:solidFill>
              <a:latin typeface="Inter"/>
              <a:ea typeface="Inter"/>
              <a:cs typeface="Inter"/>
              <a:sym typeface="Inter"/>
            </a:endParaRPr>
          </a:p>
          <a:p>
            <a:pPr indent="0" lvl="0" marL="0" rtl="0" algn="l">
              <a:lnSpc>
                <a:spcPct val="165000"/>
              </a:lnSpc>
              <a:spcBef>
                <a:spcPts val="800"/>
              </a:spcBef>
              <a:spcAft>
                <a:spcPts val="0"/>
              </a:spcAft>
              <a:buClr>
                <a:schemeClr val="dk1"/>
              </a:buClr>
              <a:buSzPts val="1100"/>
              <a:buFont typeface="Arial"/>
              <a:buNone/>
            </a:pPr>
            <a:r>
              <a:rPr b="1" lang="en" sz="950">
                <a:solidFill>
                  <a:srgbClr val="222222"/>
                </a:solidFill>
                <a:latin typeface="Inter"/>
                <a:ea typeface="Inter"/>
                <a:cs typeface="Inter"/>
                <a:sym typeface="Inter"/>
              </a:rPr>
              <a:t>Timing:</a:t>
            </a:r>
            <a:r>
              <a:rPr lang="en" sz="950">
                <a:solidFill>
                  <a:srgbClr val="444444"/>
                </a:solidFill>
                <a:latin typeface="Inter"/>
                <a:ea typeface="Inter"/>
                <a:cs typeface="Inter"/>
                <a:sym typeface="Inter"/>
              </a:rPr>
              <a:t> "Don't overthink it. Pick the one that feels closest to your real work. You have until the end of break to decide. Post your choice in Slack."</a:t>
            </a:r>
            <a:endParaRPr sz="950">
              <a:solidFill>
                <a:srgbClr val="444444"/>
              </a:solidFill>
              <a:latin typeface="Inter"/>
              <a:ea typeface="Inter"/>
              <a:cs typeface="Inter"/>
              <a:sym typeface="Inter"/>
            </a:endParaRPr>
          </a:p>
          <a:p>
            <a:pPr indent="0" lvl="0" marL="0" rtl="0" algn="l">
              <a:spcBef>
                <a:spcPts val="8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8" name="Shape 1358"/>
        <p:cNvGrpSpPr/>
        <p:nvPr/>
      </p:nvGrpSpPr>
      <p:grpSpPr>
        <a:xfrm>
          <a:off x="0" y="0"/>
          <a:ext cx="0" cy="0"/>
          <a:chOff x="0" y="0"/>
          <a:chExt cx="0" cy="0"/>
        </a:xfrm>
      </p:grpSpPr>
      <p:sp>
        <p:nvSpPr>
          <p:cNvPr id="1359" name="Google Shape;1359;g3c971b43cd0_0_13604:notes"/>
          <p:cNvSpPr/>
          <p:nvPr>
            <p:ph idx="2" type="sldImg"/>
          </p:nvPr>
        </p:nvSpPr>
        <p:spPr>
          <a:xfrm>
            <a:off x="800100" y="714375"/>
            <a:ext cx="41148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1360" name="Google Shape;1360;g3c971b43cd0_0_13604: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Clr>
                <a:srgbClr val="7F7F7F"/>
              </a:buClr>
              <a:buSzPts val="1400"/>
              <a:buFont typeface="Poppins SemiBold"/>
              <a:buNone/>
            </a:pPr>
            <a:r>
              <a:rPr lang="en" sz="1400">
                <a:solidFill>
                  <a:srgbClr val="7F7F7F"/>
                </a:solidFill>
                <a:latin typeface="Poppins SemiBold"/>
                <a:ea typeface="Poppins SemiBold"/>
                <a:cs typeface="Poppins SemiBold"/>
                <a:sym typeface="Poppins SemiBold"/>
              </a:rPr>
              <a:t>Notes</a:t>
            </a:r>
            <a:endParaRPr/>
          </a:p>
        </p:txBody>
      </p:sp>
      <p:sp>
        <p:nvSpPr>
          <p:cNvPr id="1361" name="Google Shape;1361;g3c971b43cd0_0_13604: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5" name="Shape 1415"/>
        <p:cNvGrpSpPr/>
        <p:nvPr/>
      </p:nvGrpSpPr>
      <p:grpSpPr>
        <a:xfrm>
          <a:off x="0" y="0"/>
          <a:ext cx="0" cy="0"/>
          <a:chOff x="0" y="0"/>
          <a:chExt cx="0" cy="0"/>
        </a:xfrm>
      </p:grpSpPr>
      <p:sp>
        <p:nvSpPr>
          <p:cNvPr id="1416" name="Google Shape;1416;g3c971b43cd0_0_13790:notes"/>
          <p:cNvSpPr/>
          <p:nvPr>
            <p:ph idx="2" type="sldImg"/>
          </p:nvPr>
        </p:nvSpPr>
        <p:spPr>
          <a:xfrm>
            <a:off x="800100" y="714375"/>
            <a:ext cx="41148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1417" name="Google Shape;1417;g3c971b43cd0_0_13790: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lnSpc>
                <a:spcPct val="115000"/>
              </a:lnSpc>
              <a:spcBef>
                <a:spcPts val="0"/>
              </a:spcBef>
              <a:spcAft>
                <a:spcPts val="0"/>
              </a:spcAft>
              <a:buClr>
                <a:schemeClr val="dk1"/>
              </a:buClr>
              <a:buSzPts val="1100"/>
              <a:buFont typeface="Arial"/>
              <a:buNone/>
            </a:pPr>
            <a:r>
              <a:rPr b="1" lang="en" sz="1000">
                <a:solidFill>
                  <a:srgbClr val="555555"/>
                </a:solidFill>
                <a:latin typeface="Inter"/>
                <a:ea typeface="Inter"/>
                <a:cs typeface="Inter"/>
                <a:sym typeface="Inter"/>
              </a:rPr>
              <a:t>Speaker Notes</a:t>
            </a:r>
            <a:endParaRPr b="1" sz="1000">
              <a:solidFill>
                <a:srgbClr val="555555"/>
              </a:solidFill>
              <a:latin typeface="Inter"/>
              <a:ea typeface="Inter"/>
              <a:cs typeface="Inter"/>
              <a:sym typeface="Inter"/>
            </a:endParaRPr>
          </a:p>
          <a:p>
            <a:pPr indent="0" lvl="0" marL="0" rtl="0" algn="l">
              <a:lnSpc>
                <a:spcPct val="165000"/>
              </a:lnSpc>
              <a:spcBef>
                <a:spcPts val="900"/>
              </a:spcBef>
              <a:spcAft>
                <a:spcPts val="0"/>
              </a:spcAft>
              <a:buClr>
                <a:schemeClr val="dk1"/>
              </a:buClr>
              <a:buSzPts val="1100"/>
              <a:buFont typeface="Arial"/>
              <a:buNone/>
            </a:pPr>
            <a:r>
              <a:rPr b="1" lang="en" sz="1000">
                <a:solidFill>
                  <a:srgbClr val="222222"/>
                </a:solidFill>
                <a:latin typeface="Inter"/>
                <a:ea typeface="Inter"/>
                <a:cs typeface="Inter"/>
                <a:sym typeface="Inter"/>
              </a:rPr>
              <a:t>On the table:</a:t>
            </a:r>
            <a:r>
              <a:rPr lang="en" sz="1000">
                <a:solidFill>
                  <a:srgbClr val="444444"/>
                </a:solidFill>
                <a:latin typeface="Inter"/>
                <a:ea typeface="Inter"/>
                <a:cs typeface="Inter"/>
                <a:sym typeface="Inter"/>
              </a:rPr>
              <a:t> "This is your decision tree. If your biggest risk is 'does anyone want this' — don't build an app. Build a landing page and see if people click. If the risk is 'will it make sense' — build a clickable mockup and watch someone try it. If it's 'will the logic work' — build a functional prototype. Match fidelity to risk."</a:t>
            </a:r>
            <a:endParaRPr sz="1000">
              <a:solidFill>
                <a:srgbClr val="444444"/>
              </a:solidFill>
              <a:latin typeface="Inter"/>
              <a:ea typeface="Inter"/>
              <a:cs typeface="Inter"/>
              <a:sym typeface="Inter"/>
            </a:endParaRPr>
          </a:p>
          <a:p>
            <a:pPr indent="0" lvl="0" marL="0" rtl="0" algn="l">
              <a:lnSpc>
                <a:spcPct val="165000"/>
              </a:lnSpc>
              <a:spcBef>
                <a:spcPts val="800"/>
              </a:spcBef>
              <a:spcAft>
                <a:spcPts val="0"/>
              </a:spcAft>
              <a:buClr>
                <a:schemeClr val="dk1"/>
              </a:buClr>
              <a:buSzPts val="1100"/>
              <a:buFont typeface="Arial"/>
              <a:buNone/>
            </a:pPr>
            <a:r>
              <a:rPr b="1" lang="en" sz="1000">
                <a:solidFill>
                  <a:srgbClr val="222222"/>
                </a:solidFill>
                <a:latin typeface="Inter"/>
                <a:ea typeface="Inter"/>
                <a:cs typeface="Inter"/>
                <a:sym typeface="Inter"/>
              </a:rPr>
              <a:t>On 0-to-1 vs 1-to-N:</a:t>
            </a:r>
            <a:r>
              <a:rPr lang="en" sz="1000">
                <a:solidFill>
                  <a:srgbClr val="444444"/>
                </a:solidFill>
                <a:latin typeface="Inter"/>
                <a:ea typeface="Inter"/>
                <a:cs typeface="Inter"/>
                <a:sym typeface="Inter"/>
              </a:rPr>
              <a:t> "Here's the shift most people miss. If you're building something brand new, the kill switch is almost always desirability — nobody wants it yet, prove they will. But most of you work on existing products. You're in 1-to-N territory. Your kill switch is adoption — people already have it, but they're not using the new thing you're adding."</a:t>
            </a:r>
            <a:endParaRPr sz="1000">
              <a:solidFill>
                <a:srgbClr val="444444"/>
              </a:solidFill>
              <a:latin typeface="Inter"/>
              <a:ea typeface="Inter"/>
              <a:cs typeface="Inter"/>
              <a:sym typeface="Inter"/>
            </a:endParaRPr>
          </a:p>
          <a:p>
            <a:pPr indent="0" lvl="0" marL="0" rtl="0" algn="l">
              <a:lnSpc>
                <a:spcPct val="165000"/>
              </a:lnSpc>
              <a:spcBef>
                <a:spcPts val="800"/>
              </a:spcBef>
              <a:spcAft>
                <a:spcPts val="0"/>
              </a:spcAft>
              <a:buClr>
                <a:schemeClr val="dk1"/>
              </a:buClr>
              <a:buSzPts val="1100"/>
              <a:buFont typeface="Arial"/>
              <a:buNone/>
            </a:pPr>
            <a:r>
              <a:rPr b="1" lang="en" sz="1000">
                <a:solidFill>
                  <a:srgbClr val="222222"/>
                </a:solidFill>
                <a:latin typeface="Inter"/>
                <a:ea typeface="Inter"/>
                <a:cs typeface="Inter"/>
                <a:sym typeface="Inter"/>
              </a:rPr>
              <a:t>On never starting from scratch (1-to-N):</a:t>
            </a:r>
            <a:r>
              <a:rPr lang="en" sz="1000">
                <a:solidFill>
                  <a:srgbClr val="444444"/>
                </a:solidFill>
                <a:latin typeface="Inter"/>
                <a:ea typeface="Inter"/>
                <a:cs typeface="Inter"/>
                <a:sym typeface="Inter"/>
              </a:rPr>
              <a:t> "And here's the kicker for 1-to-N — you never have to start from a blank page. You have an existing product. Screenshot it. Feed it into Lovable. Build on top of what already exists. That's the Screenshot-to-App entry point from slide 3. Your prototype should look like it belongs in your actual product, not like a standalone demo. That's what makes it testable."</a:t>
            </a:r>
            <a:endParaRPr sz="1000">
              <a:solidFill>
                <a:srgbClr val="444444"/>
              </a:solidFill>
              <a:latin typeface="Inter"/>
              <a:ea typeface="Inter"/>
              <a:cs typeface="Inter"/>
              <a:sym typeface="Inter"/>
            </a:endParaRPr>
          </a:p>
          <a:p>
            <a:pPr indent="0" lvl="0" marL="0" rtl="0" algn="l">
              <a:lnSpc>
                <a:spcPct val="165000"/>
              </a:lnSpc>
              <a:spcBef>
                <a:spcPts val="800"/>
              </a:spcBef>
              <a:spcAft>
                <a:spcPts val="0"/>
              </a:spcAft>
              <a:buClr>
                <a:schemeClr val="dk1"/>
              </a:buClr>
              <a:buSzPts val="1100"/>
              <a:buFont typeface="Arial"/>
              <a:buNone/>
            </a:pPr>
            <a:r>
              <a:rPr b="1" lang="en" sz="1000">
                <a:solidFill>
                  <a:srgbClr val="222222"/>
                </a:solidFill>
                <a:latin typeface="Inter"/>
                <a:ea typeface="Inter"/>
                <a:cs typeface="Inter"/>
                <a:sym typeface="Inter"/>
              </a:rPr>
              <a:t>Connect to scenarios:</a:t>
            </a:r>
            <a:r>
              <a:rPr lang="en" sz="1000">
                <a:solidFill>
                  <a:srgbClr val="444444"/>
                </a:solidFill>
                <a:latin typeface="Inter"/>
                <a:ea typeface="Inter"/>
                <a:cs typeface="Inter"/>
                <a:sym typeface="Inter"/>
              </a:rPr>
              <a:t> "Look at your scenario. The Retention Engine — that's 1-to-N, the product exists. The Internal Tool — also 1-to-N, CRM exists, adoption is the problem. If you picked one of these, your first move should be screenshotting what you already have."</a:t>
            </a:r>
            <a:endParaRPr sz="1000">
              <a:solidFill>
                <a:srgbClr val="444444"/>
              </a:solidFill>
              <a:latin typeface="Inter"/>
              <a:ea typeface="Inter"/>
              <a:cs typeface="Inter"/>
              <a:sym typeface="Inter"/>
            </a:endParaRPr>
          </a:p>
          <a:p>
            <a:pPr indent="0" lvl="0" marL="0" rtl="0" algn="l">
              <a:spcBef>
                <a:spcPts val="800"/>
              </a:spcBef>
              <a:spcAft>
                <a:spcPts val="0"/>
              </a:spcAft>
              <a:buNone/>
            </a:pPr>
            <a:r>
              <a:t/>
            </a:r>
            <a:endParaRPr sz="1400">
              <a:solidFill>
                <a:srgbClr val="7F7F7F"/>
              </a:solidFill>
              <a:latin typeface="Poppins SemiBold"/>
              <a:ea typeface="Poppins SemiBold"/>
              <a:cs typeface="Poppins SemiBold"/>
              <a:sym typeface="Poppins SemiBold"/>
            </a:endParaRPr>
          </a:p>
        </p:txBody>
      </p:sp>
      <p:sp>
        <p:nvSpPr>
          <p:cNvPr id="1418" name="Google Shape;1418;g3c971b43cd0_0_13790: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2" name="Shape 1422"/>
        <p:cNvGrpSpPr/>
        <p:nvPr/>
      </p:nvGrpSpPr>
      <p:grpSpPr>
        <a:xfrm>
          <a:off x="0" y="0"/>
          <a:ext cx="0" cy="0"/>
          <a:chOff x="0" y="0"/>
          <a:chExt cx="0" cy="0"/>
        </a:xfrm>
      </p:grpSpPr>
      <p:sp>
        <p:nvSpPr>
          <p:cNvPr id="1423" name="Google Shape;1423;g3ca0a31e826_1_690:notes"/>
          <p:cNvSpPr/>
          <p:nvPr>
            <p:ph idx="2" type="sldImg"/>
          </p:nvPr>
        </p:nvSpPr>
        <p:spPr>
          <a:xfrm>
            <a:off x="685800" y="685800"/>
            <a:ext cx="54864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4" name="Google Shape;1424;g3ca0a31e826_1_6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indent="0" lvl="0" marL="0" rtl="0" algn="l">
              <a:lnSpc>
                <a:spcPct val="115000"/>
              </a:lnSpc>
              <a:spcBef>
                <a:spcPts val="0"/>
              </a:spcBef>
              <a:spcAft>
                <a:spcPts val="0"/>
              </a:spcAft>
              <a:buNone/>
            </a:pPr>
            <a:r>
              <a:t/>
            </a:r>
            <a:endParaRPr sz="1200" u="sng">
              <a:solidFill>
                <a:schemeClr val="dk1"/>
              </a:solidFill>
              <a:latin typeface="Lato"/>
              <a:ea typeface="Lato"/>
              <a:cs typeface="Lato"/>
              <a:sym typeface="Lato"/>
            </a:endParaRPr>
          </a:p>
          <a:p>
            <a:pPr indent="0" lvl="0" marL="0" rtl="0" algn="l">
              <a:spcBef>
                <a:spcPts val="0"/>
              </a:spcBef>
              <a:spcAft>
                <a:spcPts val="0"/>
              </a:spcAft>
              <a:buNone/>
            </a:pPr>
            <a:r>
              <a:rPr lang="en" sz="1200">
                <a:solidFill>
                  <a:schemeClr val="dk1"/>
                </a:solidFill>
                <a:latin typeface="Lato"/>
                <a:ea typeface="Lato"/>
                <a:cs typeface="Lato"/>
                <a:sym typeface="Lato"/>
              </a:rPr>
              <a:t>One of the biggest misconceptions is that AI Prototyping means "starting from scratch" or "going rogue" with the design. The reality is that these tools are Multimodal. They don't just read text; they read pixels and code. This gives you three entry points:</a:t>
            </a:r>
            <a:br>
              <a:rPr b="1" lang="en" sz="1200">
                <a:solidFill>
                  <a:schemeClr val="dk1"/>
                </a:solidFill>
                <a:latin typeface="Lato"/>
                <a:ea typeface="Lato"/>
                <a:cs typeface="Lato"/>
                <a:sym typeface="Lato"/>
              </a:rPr>
            </a:br>
            <a:endParaRPr b="1"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b="1" lang="en" sz="1200">
                <a:solidFill>
                  <a:schemeClr val="dk1"/>
                </a:solidFill>
                <a:latin typeface="Lato"/>
                <a:ea typeface="Lato"/>
                <a:cs typeface="Lato"/>
                <a:sym typeface="Lato"/>
              </a:rPr>
              <a:t>Text-to-App: </a:t>
            </a:r>
            <a:r>
              <a:rPr lang="en" sz="1200">
                <a:solidFill>
                  <a:schemeClr val="dk1"/>
                </a:solidFill>
                <a:latin typeface="Lato"/>
                <a:ea typeface="Lato"/>
                <a:cs typeface="Lato"/>
                <a:sym typeface="Lato"/>
              </a:rPr>
              <a:t>This is your "Zero to One" tool. It’s great for speed when you have a blank canvas.</a:t>
            </a:r>
            <a:endParaRPr sz="1200">
              <a:solidFill>
                <a:schemeClr val="dk1"/>
              </a:solidFill>
              <a:latin typeface="Lato"/>
              <a:ea typeface="Lato"/>
              <a:cs typeface="Lato"/>
              <a:sym typeface="Lato"/>
            </a:endParaRPr>
          </a:p>
          <a:p>
            <a:pPr indent="-304800" lvl="0" marL="914400" rtl="0" algn="l">
              <a:spcBef>
                <a:spcPts val="0"/>
              </a:spcBef>
              <a:spcAft>
                <a:spcPts val="0"/>
              </a:spcAft>
              <a:buClr>
                <a:schemeClr val="dk1"/>
              </a:buClr>
              <a:buSzPts val="1200"/>
              <a:buFont typeface="Lato"/>
              <a:buChar char="●"/>
            </a:pPr>
            <a:r>
              <a:rPr b="1" lang="en" sz="1200">
                <a:solidFill>
                  <a:schemeClr val="dk1"/>
                </a:solidFill>
                <a:latin typeface="Lato"/>
                <a:ea typeface="Lato"/>
                <a:cs typeface="Lato"/>
                <a:sym typeface="Lato"/>
              </a:rPr>
              <a:t>The Value for PMs:</a:t>
            </a:r>
            <a:r>
              <a:rPr lang="en" sz="1200">
                <a:solidFill>
                  <a:schemeClr val="dk1"/>
                </a:solidFill>
                <a:latin typeface="Lato"/>
                <a:ea typeface="Lato"/>
                <a:cs typeface="Lato"/>
                <a:sym typeface="Lato"/>
              </a:rPr>
              <a:t> It cures "Blank Page Syndrome." You don't need a wireframe; you just need a problem statement. You can say, "Build a dashboard for tracking churn," and get a visual starting point in seconds. It’s perfect for rapid ideation when you are still figuring out what to build.</a:t>
            </a:r>
            <a:br>
              <a:rPr lang="en" sz="1200">
                <a:solidFill>
                  <a:schemeClr val="dk1"/>
                </a:solidFill>
                <a:latin typeface="Lato"/>
                <a:ea typeface="Lato"/>
                <a:cs typeface="Lato"/>
                <a:sym typeface="Lato"/>
              </a:rPr>
            </a:b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b="1" lang="en" sz="1200">
                <a:solidFill>
                  <a:schemeClr val="dk1"/>
                </a:solidFill>
                <a:latin typeface="Lato"/>
                <a:ea typeface="Lato"/>
                <a:cs typeface="Lato"/>
                <a:sym typeface="Lato"/>
              </a:rPr>
              <a:t>Screenshot-to-App:</a:t>
            </a:r>
            <a:r>
              <a:rPr lang="en" sz="1200">
                <a:solidFill>
                  <a:schemeClr val="dk1"/>
                </a:solidFill>
                <a:latin typeface="Lato"/>
                <a:ea typeface="Lato"/>
                <a:cs typeface="Lato"/>
                <a:sym typeface="Lato"/>
              </a:rPr>
              <a:t> This is your "Pattern Matching" tool. It’s what we did in the LinkedIn lab. You upload a screenshot of an existing app or a photo of a whiteboard sketch.</a:t>
            </a:r>
            <a:endParaRPr sz="1200">
              <a:solidFill>
                <a:schemeClr val="dk1"/>
              </a:solidFill>
              <a:latin typeface="Lato"/>
              <a:ea typeface="Lato"/>
              <a:cs typeface="Lato"/>
              <a:sym typeface="Lato"/>
            </a:endParaRPr>
          </a:p>
          <a:p>
            <a:pPr indent="-304800" lvl="0" marL="914400" rtl="0" algn="l">
              <a:spcBef>
                <a:spcPts val="0"/>
              </a:spcBef>
              <a:spcAft>
                <a:spcPts val="0"/>
              </a:spcAft>
              <a:buClr>
                <a:schemeClr val="dk1"/>
              </a:buClr>
              <a:buSzPts val="1200"/>
              <a:buFont typeface="Lato"/>
              <a:buChar char="●"/>
            </a:pPr>
            <a:r>
              <a:rPr b="1" lang="en" sz="1200">
                <a:solidFill>
                  <a:schemeClr val="dk1"/>
                </a:solidFill>
                <a:latin typeface="Lato"/>
                <a:ea typeface="Lato"/>
                <a:cs typeface="Lato"/>
                <a:sym typeface="Lato"/>
              </a:rPr>
              <a:t>The Value for PMs:</a:t>
            </a:r>
            <a:r>
              <a:rPr lang="en" sz="1200">
                <a:solidFill>
                  <a:schemeClr val="dk1"/>
                </a:solidFill>
                <a:latin typeface="Lato"/>
                <a:ea typeface="Lato"/>
                <a:cs typeface="Lato"/>
                <a:sym typeface="Lato"/>
              </a:rPr>
              <a:t> It bridges the gap between "Analog" and "Digital." If you sketched a great flow on a whiteboard during a meeting, you don't need to redraw it in Figma. You just snap a picture, upload it, and the AI turns your rough drawing into clean code. It preserves your layout intent perfectly.</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a:p>
            <a:pPr indent="-304800" lvl="0" marL="457200" rtl="0" algn="l">
              <a:spcBef>
                <a:spcPts val="1000"/>
              </a:spcBef>
              <a:spcAft>
                <a:spcPts val="0"/>
              </a:spcAft>
              <a:buClr>
                <a:schemeClr val="dk1"/>
              </a:buClr>
              <a:buSzPts val="1200"/>
              <a:buFont typeface="Lato"/>
              <a:buAutoNum type="arabicPeriod"/>
            </a:pPr>
            <a:r>
              <a:rPr b="1" lang="en" sz="1200">
                <a:solidFill>
                  <a:schemeClr val="dk1"/>
                </a:solidFill>
                <a:latin typeface="Lato"/>
                <a:ea typeface="Lato"/>
                <a:cs typeface="Lato"/>
                <a:sym typeface="Lato"/>
              </a:rPr>
              <a:t>Design-to-Code (Figma): </a:t>
            </a:r>
            <a:r>
              <a:rPr lang="en" sz="1200">
                <a:solidFill>
                  <a:schemeClr val="dk1"/>
                </a:solidFill>
                <a:latin typeface="Lato"/>
                <a:ea typeface="Lato"/>
                <a:cs typeface="Lato"/>
                <a:sym typeface="Lato"/>
              </a:rPr>
              <a:t>This is the "Translation" tool. This is the game-changer for teams with existing assets. You can often import your existing Figma designs or paste your brand guidelines directly into the tool.</a:t>
            </a:r>
            <a:endParaRPr sz="1200">
              <a:solidFill>
                <a:schemeClr val="dk1"/>
              </a:solidFill>
              <a:latin typeface="Lato"/>
              <a:ea typeface="Lato"/>
              <a:cs typeface="Lato"/>
              <a:sym typeface="Lato"/>
            </a:endParaRPr>
          </a:p>
          <a:p>
            <a:pPr indent="-304800" lvl="0" marL="914400" rtl="0" algn="l">
              <a:spcBef>
                <a:spcPts val="0"/>
              </a:spcBef>
              <a:spcAft>
                <a:spcPts val="0"/>
              </a:spcAft>
              <a:buClr>
                <a:schemeClr val="dk1"/>
              </a:buClr>
              <a:buSzPts val="1200"/>
              <a:buFont typeface="Lato"/>
              <a:buChar char="●"/>
            </a:pPr>
            <a:r>
              <a:rPr b="1" lang="en" sz="1200">
                <a:solidFill>
                  <a:schemeClr val="dk1"/>
                </a:solidFill>
                <a:latin typeface="Lato"/>
                <a:ea typeface="Lato"/>
                <a:cs typeface="Lato"/>
                <a:sym typeface="Lato"/>
              </a:rPr>
              <a:t>The Value for PMs: </a:t>
            </a:r>
            <a:r>
              <a:rPr lang="en" sz="1200">
                <a:solidFill>
                  <a:schemeClr val="dk1"/>
                </a:solidFill>
                <a:latin typeface="Lato"/>
                <a:ea typeface="Lato"/>
                <a:cs typeface="Lato"/>
                <a:sym typeface="Lato"/>
              </a:rPr>
              <a:t>It solves the "Consistency" problem. Usually, prototypes look like toys because they use generic fonts and colors. By importing your Figma assets, your prototype looks "on-brand" from minute one. This removes the "it looks ugly" objection from stakeholders and lets them focus on the functionality.</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a:p>
            <a:pPr indent="0" lvl="0" marL="0" rtl="0" algn="l">
              <a:spcBef>
                <a:spcPts val="1000"/>
              </a:spcBef>
              <a:spcAft>
                <a:spcPts val="1000"/>
              </a:spcAft>
              <a:buNone/>
            </a:pPr>
            <a:r>
              <a:rPr lang="en" sz="1200">
                <a:solidFill>
                  <a:schemeClr val="dk1"/>
                </a:solidFill>
                <a:latin typeface="Lato"/>
                <a:ea typeface="Lato"/>
                <a:cs typeface="Lato"/>
                <a:sym typeface="Lato"/>
              </a:rPr>
              <a:t>This means you aren't ignoring your company's Design System; you are ingesting it. You can build a prototype that follows your brand's strict font, color, and spacing rules automatically. This bridges the gap between "rough idea" and "official product" instantl</a:t>
            </a:r>
            <a:endParaRPr sz="1200">
              <a:solidFill>
                <a:schemeClr val="dk1"/>
              </a:solidFill>
              <a:latin typeface="Lato"/>
              <a:ea typeface="Lato"/>
              <a:cs typeface="Lato"/>
              <a:sym typeface="La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3" name="Shape 1453"/>
        <p:cNvGrpSpPr/>
        <p:nvPr/>
      </p:nvGrpSpPr>
      <p:grpSpPr>
        <a:xfrm>
          <a:off x="0" y="0"/>
          <a:ext cx="0" cy="0"/>
          <a:chOff x="0" y="0"/>
          <a:chExt cx="0" cy="0"/>
        </a:xfrm>
      </p:grpSpPr>
      <p:sp>
        <p:nvSpPr>
          <p:cNvPr id="1454" name="Google Shape;1454;g3c971b43cd0_0_8668: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1455" name="Google Shape;1455;g3c971b43cd0_0_86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000">
                <a:solidFill>
                  <a:srgbClr val="555555"/>
                </a:solidFill>
                <a:latin typeface="Inter"/>
                <a:ea typeface="Inter"/>
                <a:cs typeface="Inter"/>
                <a:sym typeface="Inter"/>
              </a:rPr>
              <a:t>Speaker Notes</a:t>
            </a:r>
            <a:endParaRPr b="1" sz="1000">
              <a:solidFill>
                <a:srgbClr val="555555"/>
              </a:solidFill>
              <a:latin typeface="Inter"/>
              <a:ea typeface="Inter"/>
              <a:cs typeface="Inter"/>
              <a:sym typeface="Inter"/>
            </a:endParaRPr>
          </a:p>
          <a:p>
            <a:pPr indent="0" lvl="0" marL="0" rtl="0" algn="l">
              <a:lnSpc>
                <a:spcPct val="165000"/>
              </a:lnSpc>
              <a:spcBef>
                <a:spcPts val="900"/>
              </a:spcBef>
              <a:spcAft>
                <a:spcPts val="0"/>
              </a:spcAft>
              <a:buClr>
                <a:schemeClr val="dk1"/>
              </a:buClr>
              <a:buSzPts val="1100"/>
              <a:buFont typeface="Arial"/>
              <a:buNone/>
            </a:pPr>
            <a:r>
              <a:rPr b="1" lang="en" sz="1000">
                <a:solidFill>
                  <a:srgbClr val="222222"/>
                </a:solidFill>
                <a:latin typeface="Inter"/>
                <a:ea typeface="Inter"/>
                <a:cs typeface="Inter"/>
                <a:sym typeface="Inter"/>
              </a:rPr>
              <a:t>How to use this:</a:t>
            </a:r>
            <a:r>
              <a:rPr lang="en" sz="1000">
                <a:solidFill>
                  <a:srgbClr val="444444"/>
                </a:solidFill>
                <a:latin typeface="Inter"/>
                <a:ea typeface="Inter"/>
                <a:cs typeface="Inter"/>
                <a:sym typeface="Inter"/>
              </a:rPr>
              <a:t> "This is your pre-flight checklist. Before you open Lovable, fill in steps 1 and 2. That gives you the raw material for step 3 — your actual prompt. After you build and stress-test, step 4 captures what you learned. Then you loop. Each revolution through this template produces a better prototype and a sharper hypothesis."</a:t>
            </a:r>
            <a:endParaRPr sz="1000">
              <a:solidFill>
                <a:srgbClr val="444444"/>
              </a:solidFill>
              <a:latin typeface="Inter"/>
              <a:ea typeface="Inter"/>
              <a:cs typeface="Inter"/>
              <a:sym typeface="Inter"/>
            </a:endParaRPr>
          </a:p>
          <a:p>
            <a:pPr indent="0" lvl="0" marL="0" rtl="0" algn="l">
              <a:lnSpc>
                <a:spcPct val="165000"/>
              </a:lnSpc>
              <a:spcBef>
                <a:spcPts val="800"/>
              </a:spcBef>
              <a:spcAft>
                <a:spcPts val="0"/>
              </a:spcAft>
              <a:buClr>
                <a:schemeClr val="dk1"/>
              </a:buClr>
              <a:buSzPts val="1100"/>
              <a:buFont typeface="Arial"/>
              <a:buNone/>
            </a:pPr>
            <a:r>
              <a:rPr b="1" lang="en" sz="1000">
                <a:solidFill>
                  <a:srgbClr val="222222"/>
                </a:solidFill>
                <a:latin typeface="Inter"/>
                <a:ea typeface="Inter"/>
                <a:cs typeface="Inter"/>
                <a:sym typeface="Inter"/>
              </a:rPr>
              <a:t>On the structure:</a:t>
            </a:r>
            <a:r>
              <a:rPr lang="en" sz="1000">
                <a:solidFill>
                  <a:srgbClr val="444444"/>
                </a:solidFill>
                <a:latin typeface="Inter"/>
                <a:ea typeface="Inter"/>
                <a:cs typeface="Inter"/>
                <a:sym typeface="Inter"/>
              </a:rPr>
              <a:t> "Notice steps 1 and 2 are framing work — you do this before you touch any tool. Step 3 is the actual prompt you paste into Lovable. Step 4 is what you do after. The template maps the loop to a concrete workflow: frame, build, learn, repeat."</a:t>
            </a:r>
            <a:endParaRPr sz="1000">
              <a:solidFill>
                <a:srgbClr val="444444"/>
              </a:solidFill>
              <a:latin typeface="Inter"/>
              <a:ea typeface="Inter"/>
              <a:cs typeface="Inter"/>
              <a:sym typeface="Inter"/>
            </a:endParaRPr>
          </a:p>
          <a:p>
            <a:pPr indent="0" lvl="0" marL="0" rtl="0" algn="l">
              <a:lnSpc>
                <a:spcPct val="165000"/>
              </a:lnSpc>
              <a:spcBef>
                <a:spcPts val="800"/>
              </a:spcBef>
              <a:spcAft>
                <a:spcPts val="0"/>
              </a:spcAft>
              <a:buClr>
                <a:schemeClr val="dk1"/>
              </a:buClr>
              <a:buSzPts val="1100"/>
              <a:buFont typeface="Arial"/>
              <a:buNone/>
            </a:pPr>
            <a:r>
              <a:rPr b="1" lang="en" sz="1000">
                <a:solidFill>
                  <a:srgbClr val="222222"/>
                </a:solidFill>
                <a:latin typeface="Inter"/>
                <a:ea typeface="Inter"/>
                <a:cs typeface="Inter"/>
                <a:sym typeface="Inter"/>
              </a:rPr>
              <a:t>On the if/then/because:</a:t>
            </a:r>
            <a:r>
              <a:rPr lang="en" sz="1000">
                <a:solidFill>
                  <a:srgbClr val="444444"/>
                </a:solidFill>
                <a:latin typeface="Inter"/>
                <a:ea typeface="Inter"/>
                <a:cs typeface="Inter"/>
                <a:sym typeface="Inter"/>
              </a:rPr>
              <a:t> "The hypothesis isn't 'I want to build a dashboard.' It's 'If I surface team invite prompts during onboarding, then day-3 invite rates increase, because solo users don't know the feature exists.' That's testable. That's what drives the build."</a:t>
            </a:r>
            <a:endParaRPr sz="1000">
              <a:solidFill>
                <a:srgbClr val="444444"/>
              </a:solidFill>
              <a:latin typeface="Inter"/>
              <a:ea typeface="Inter"/>
              <a:cs typeface="Inter"/>
              <a:sym typeface="Inter"/>
            </a:endParaRPr>
          </a:p>
          <a:p>
            <a:pPr indent="0" lvl="0" marL="0" rtl="0" algn="l">
              <a:lnSpc>
                <a:spcPct val="165000"/>
              </a:lnSpc>
              <a:spcBef>
                <a:spcPts val="800"/>
              </a:spcBef>
              <a:spcAft>
                <a:spcPts val="0"/>
              </a:spcAft>
              <a:buClr>
                <a:schemeClr val="dk1"/>
              </a:buClr>
              <a:buSzPts val="1100"/>
              <a:buFont typeface="Arial"/>
              <a:buNone/>
            </a:pPr>
            <a:r>
              <a:rPr b="1" lang="en" sz="1000">
                <a:solidFill>
                  <a:srgbClr val="222222"/>
                </a:solidFill>
                <a:latin typeface="Inter"/>
                <a:ea typeface="Inter"/>
                <a:cs typeface="Inter"/>
                <a:sym typeface="Inter"/>
              </a:rPr>
              <a:t>Connect to labs:</a:t>
            </a:r>
            <a:r>
              <a:rPr lang="en" sz="1000">
                <a:solidFill>
                  <a:srgbClr val="444444"/>
                </a:solidFill>
                <a:latin typeface="Inter"/>
                <a:ea typeface="Inter"/>
                <a:cs typeface="Inter"/>
                <a:sym typeface="Inter"/>
              </a:rPr>
              <a:t> "In Lab Part 1, you'll fill in steps 1–2. In Lab Part 2, you'll assemble step 3 and build. In the peer review, your partner evaluates whether the prototype actually tests your step-1 hypothesis. Step 4 happens after feedback. This template is the thread that runs through everything today."</a:t>
            </a:r>
            <a:endParaRPr sz="1000">
              <a:solidFill>
                <a:srgbClr val="444444"/>
              </a:solidFill>
              <a:latin typeface="Inter"/>
              <a:ea typeface="Inter"/>
              <a:cs typeface="Inter"/>
              <a:sym typeface="Inter"/>
            </a:endParaRPr>
          </a:p>
          <a:p>
            <a:pPr indent="0" lvl="0" marL="0" rtl="0" algn="l">
              <a:spcBef>
                <a:spcPts val="800"/>
              </a:spcBef>
              <a:spcAft>
                <a:spcPts val="0"/>
              </a:spcAft>
              <a:buNone/>
            </a:pPr>
            <a:r>
              <a:t/>
            </a:r>
            <a:endParaRPr b="1" sz="1000">
              <a:solidFill>
                <a:srgbClr val="555555"/>
              </a:solidFill>
              <a:latin typeface="Inter"/>
              <a:ea typeface="Inter"/>
              <a:cs typeface="Inter"/>
              <a:sym typeface="Inte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8" name="Shape 1458"/>
        <p:cNvGrpSpPr/>
        <p:nvPr/>
      </p:nvGrpSpPr>
      <p:grpSpPr>
        <a:xfrm>
          <a:off x="0" y="0"/>
          <a:ext cx="0" cy="0"/>
          <a:chOff x="0" y="0"/>
          <a:chExt cx="0" cy="0"/>
        </a:xfrm>
      </p:grpSpPr>
      <p:sp>
        <p:nvSpPr>
          <p:cNvPr id="1459" name="Google Shape;1459;g3c971b43cd0_0_15574:notes"/>
          <p:cNvSpPr/>
          <p:nvPr>
            <p:ph idx="2" type="sldImg"/>
          </p:nvPr>
        </p:nvSpPr>
        <p:spPr>
          <a:xfrm>
            <a:off x="13716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1460" name="Google Shape;1460;g3c971b43cd0_0_15574: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t/>
            </a:r>
            <a:endParaRPr sz="1400">
              <a:solidFill>
                <a:srgbClr val="7F7F7F"/>
              </a:solidFill>
              <a:latin typeface="Poppins SemiBold"/>
              <a:ea typeface="Poppins SemiBold"/>
              <a:cs typeface="Poppins SemiBold"/>
              <a:sym typeface="Poppins SemiBold"/>
            </a:endParaRPr>
          </a:p>
          <a:p>
            <a:pPr indent="0" lvl="0" marL="0" rtl="0" algn="l">
              <a:lnSpc>
                <a:spcPct val="115000"/>
              </a:lnSpc>
              <a:spcBef>
                <a:spcPts val="0"/>
              </a:spcBef>
              <a:spcAft>
                <a:spcPts val="0"/>
              </a:spcAft>
              <a:buNone/>
            </a:pPr>
            <a:r>
              <a:rPr lang="en" sz="1200">
                <a:solidFill>
                  <a:schemeClr val="dk1"/>
                </a:solidFill>
                <a:latin typeface="Lato"/>
                <a:ea typeface="Lato"/>
                <a:cs typeface="Lato"/>
                <a:sym typeface="Lato"/>
              </a:rPr>
              <a:t>This framework is the standard configuration pattern for generating reliable prototypes rather than generic demos. The difference between a simple request and a validation-grade prompt is the difference between a prototype that "looks okay" and one that acts as a strategic tool for de-risking. Structure is your primary lever for reducing randomness in the build.</a:t>
            </a:r>
            <a:endParaRPr sz="1200">
              <a:solidFill>
                <a:schemeClr val="dk1"/>
              </a:solidFill>
              <a:latin typeface="Lato"/>
              <a:ea typeface="Lato"/>
              <a:cs typeface="Lato"/>
              <a:sym typeface="Lato"/>
            </a:endParaRPr>
          </a:p>
          <a:p>
            <a:pPr indent="0" lvl="0" marL="0" rtl="0" algn="l">
              <a:lnSpc>
                <a:spcPct val="115000"/>
              </a:lnSpc>
              <a:spcBef>
                <a:spcPts val="0"/>
              </a:spcBef>
              <a:spcAft>
                <a:spcPts val="0"/>
              </a:spcAft>
              <a:buNone/>
            </a:pPr>
            <a:r>
              <a:t/>
            </a:r>
            <a:endParaRPr sz="1200">
              <a:solidFill>
                <a:schemeClr val="dk1"/>
              </a:solidFill>
              <a:latin typeface="Lato"/>
              <a:ea typeface="Lato"/>
              <a:cs typeface="Lato"/>
              <a:sym typeface="Lato"/>
            </a:endParaRPr>
          </a:p>
          <a:p>
            <a:pPr indent="0" lvl="0" marL="0" rtl="0" algn="l">
              <a:lnSpc>
                <a:spcPct val="115000"/>
              </a:lnSpc>
              <a:spcBef>
                <a:spcPts val="0"/>
              </a:spcBef>
              <a:spcAft>
                <a:spcPts val="0"/>
              </a:spcAft>
              <a:buNone/>
            </a:pPr>
            <a:r>
              <a:rPr lang="en" sz="1200">
                <a:solidFill>
                  <a:schemeClr val="dk1"/>
                </a:solidFill>
                <a:latin typeface="Lato"/>
                <a:ea typeface="Lato"/>
                <a:cs typeface="Lato"/>
                <a:sym typeface="Lato"/>
              </a:rPr>
              <a:t>Every reliable prompt must define these four keys:</a:t>
            </a:r>
            <a:endParaRPr sz="1200">
              <a:solidFill>
                <a:schemeClr val="dk1"/>
              </a:solidFill>
              <a:latin typeface="Lato"/>
              <a:ea typeface="Lato"/>
              <a:cs typeface="Lato"/>
              <a:sym typeface="Lato"/>
            </a:endParaRPr>
          </a:p>
          <a:p>
            <a:pPr indent="-304800" lvl="0" marL="457200" rtl="0" algn="l">
              <a:lnSpc>
                <a:spcPct val="115000"/>
              </a:lnSpc>
              <a:spcBef>
                <a:spcPts val="0"/>
              </a:spcBef>
              <a:spcAft>
                <a:spcPts val="0"/>
              </a:spcAft>
              <a:buClr>
                <a:schemeClr val="dk1"/>
              </a:buClr>
              <a:buSzPts val="1200"/>
              <a:buFont typeface="Lato"/>
              <a:buAutoNum type="arabicPeriod"/>
            </a:pPr>
            <a:r>
              <a:rPr b="1" lang="en" sz="1200">
                <a:solidFill>
                  <a:schemeClr val="dk1"/>
                </a:solidFill>
                <a:latin typeface="Lato"/>
                <a:ea typeface="Lato"/>
                <a:cs typeface="Lato"/>
                <a:sym typeface="Lato"/>
              </a:rPr>
              <a:t>Context (The Scene): </a:t>
            </a:r>
            <a:r>
              <a:rPr lang="en" sz="1200">
                <a:solidFill>
                  <a:schemeClr val="dk1"/>
                </a:solidFill>
                <a:latin typeface="Lato"/>
                <a:ea typeface="Lato"/>
                <a:cs typeface="Lato"/>
                <a:sym typeface="Lato"/>
              </a:rPr>
              <a:t>Set the environment for the tool. By defining the specific domain and user context, you force the output to move away from generic patterns and toward the technical vocabulary and logic appropriate for that industry. This ensures the prototype speaks the language of your user.</a:t>
            </a:r>
            <a:endParaRPr sz="1200">
              <a:solidFill>
                <a:schemeClr val="dk1"/>
              </a:solidFill>
              <a:latin typeface="Lato"/>
              <a:ea typeface="Lato"/>
              <a:cs typeface="Lato"/>
              <a:sym typeface="Lato"/>
            </a:endParaRPr>
          </a:p>
          <a:p>
            <a:pPr indent="-304800" lvl="0" marL="457200" rtl="0" algn="l">
              <a:lnSpc>
                <a:spcPct val="115000"/>
              </a:lnSpc>
              <a:spcBef>
                <a:spcPts val="1000"/>
              </a:spcBef>
              <a:spcAft>
                <a:spcPts val="0"/>
              </a:spcAft>
              <a:buClr>
                <a:schemeClr val="dk1"/>
              </a:buClr>
              <a:buSzPts val="1200"/>
              <a:buFont typeface="Lato"/>
              <a:buAutoNum type="arabicPeriod"/>
            </a:pPr>
            <a:r>
              <a:rPr b="1" lang="en" sz="1200">
                <a:solidFill>
                  <a:schemeClr val="dk1"/>
                </a:solidFill>
                <a:latin typeface="Lato"/>
                <a:ea typeface="Lato"/>
                <a:cs typeface="Lato"/>
                <a:sym typeface="Lato"/>
              </a:rPr>
              <a:t>Reference (The Anchor):</a:t>
            </a:r>
            <a:r>
              <a:rPr lang="en" sz="1200">
                <a:solidFill>
                  <a:schemeClr val="dk1"/>
                </a:solidFill>
                <a:latin typeface="Lato"/>
                <a:ea typeface="Lato"/>
                <a:cs typeface="Lato"/>
                <a:sym typeface="Lato"/>
              </a:rPr>
              <a:t> Give the tool a visual or structural foundation. By providing a screenshot, template, or design system, you stop the tool from guessing the layout. This ensures the output maintains high fidelity and aligns with the specific professional look and feel you need for a credible test.</a:t>
            </a:r>
            <a:endParaRPr sz="1200">
              <a:solidFill>
                <a:schemeClr val="dk1"/>
              </a:solidFill>
              <a:latin typeface="Lato"/>
              <a:ea typeface="Lato"/>
              <a:cs typeface="Lato"/>
              <a:sym typeface="Lato"/>
            </a:endParaRPr>
          </a:p>
          <a:p>
            <a:pPr indent="-304800" lvl="0" marL="457200" rtl="0" algn="l">
              <a:lnSpc>
                <a:spcPct val="115000"/>
              </a:lnSpc>
              <a:spcBef>
                <a:spcPts val="1000"/>
              </a:spcBef>
              <a:spcAft>
                <a:spcPts val="0"/>
              </a:spcAft>
              <a:buClr>
                <a:schemeClr val="dk1"/>
              </a:buClr>
              <a:buSzPts val="1200"/>
              <a:buFont typeface="Lato"/>
              <a:buAutoNum type="arabicPeriod"/>
            </a:pPr>
            <a:r>
              <a:rPr b="1" lang="en" sz="1200">
                <a:solidFill>
                  <a:schemeClr val="dk1"/>
                </a:solidFill>
                <a:latin typeface="Lato"/>
                <a:ea typeface="Lato"/>
                <a:cs typeface="Lato"/>
                <a:sym typeface="Lato"/>
              </a:rPr>
              <a:t>Constraints (The Guardrails): </a:t>
            </a:r>
            <a:r>
              <a:rPr lang="en" sz="1200">
                <a:solidFill>
                  <a:schemeClr val="dk1"/>
                </a:solidFill>
                <a:latin typeface="Lato"/>
                <a:ea typeface="Lato"/>
                <a:cs typeface="Lato"/>
                <a:sym typeface="Lato"/>
              </a:rPr>
              <a:t>This is where you limit the risk of feature drift. You must define what the tool should avoid just as much as what it should include. By setting explicit boundaries—such as avoiding generic patterns or specific UI elements—you ensure the prototype stays focused on testing your core hypothesis.</a:t>
            </a:r>
            <a:endParaRPr sz="1200">
              <a:solidFill>
                <a:schemeClr val="dk1"/>
              </a:solidFill>
              <a:latin typeface="Lato"/>
              <a:ea typeface="Lato"/>
              <a:cs typeface="Lato"/>
              <a:sym typeface="Lato"/>
            </a:endParaRPr>
          </a:p>
          <a:p>
            <a:pPr indent="-304800" lvl="0" marL="457200" rtl="0" algn="l">
              <a:lnSpc>
                <a:spcPct val="115000"/>
              </a:lnSpc>
              <a:spcBef>
                <a:spcPts val="1000"/>
              </a:spcBef>
              <a:spcAft>
                <a:spcPts val="0"/>
              </a:spcAft>
              <a:buClr>
                <a:schemeClr val="dk1"/>
              </a:buClr>
              <a:buSzPts val="1200"/>
              <a:buFont typeface="Lato"/>
              <a:buAutoNum type="arabicPeriod"/>
            </a:pPr>
            <a:r>
              <a:rPr b="1" lang="en" sz="1200">
                <a:solidFill>
                  <a:schemeClr val="dk1"/>
                </a:solidFill>
                <a:latin typeface="Lato"/>
                <a:ea typeface="Lato"/>
                <a:cs typeface="Lato"/>
                <a:sym typeface="Lato"/>
              </a:rPr>
              <a:t>Output (The Deliverable): </a:t>
            </a:r>
            <a:r>
              <a:rPr lang="en" sz="1200">
                <a:solidFill>
                  <a:schemeClr val="dk1"/>
                </a:solidFill>
                <a:latin typeface="Lato"/>
                <a:ea typeface="Lato"/>
                <a:cs typeface="Lato"/>
                <a:sym typeface="Lato"/>
              </a:rPr>
              <a:t>Specify the exact shape of the prototype before it hits the screen. Whether you need a single interactive component or a full multi-screen flow, defining the deliverable explicitly prevents the tool from giving you a partial or unusable </a:t>
            </a:r>
            <a:r>
              <a:rPr lang="en" sz="1200">
                <a:solidFill>
                  <a:schemeClr val="dk1"/>
                </a:solidFill>
                <a:latin typeface="Lato"/>
                <a:ea typeface="Lato"/>
                <a:cs typeface="Lato"/>
                <a:sym typeface="Lato"/>
              </a:rPr>
              <a:t>result</a:t>
            </a:r>
            <a:r>
              <a:rPr lang="en" sz="1200">
                <a:solidFill>
                  <a:schemeClr val="dk1"/>
                </a:solidFill>
                <a:latin typeface="Lato"/>
                <a:ea typeface="Lato"/>
                <a:cs typeface="Lato"/>
                <a:sym typeface="Lato"/>
              </a:rPr>
              <a:t>.</a:t>
            </a:r>
            <a:endParaRPr sz="1200">
              <a:solidFill>
                <a:schemeClr val="dk1"/>
              </a:solidFill>
              <a:latin typeface="Lato"/>
              <a:ea typeface="Lato"/>
              <a:cs typeface="Lato"/>
              <a:sym typeface="Lato"/>
            </a:endParaRPr>
          </a:p>
          <a:p>
            <a:pPr indent="0" lvl="0" marL="0" rtl="0" algn="l">
              <a:lnSpc>
                <a:spcPct val="115000"/>
              </a:lnSpc>
              <a:spcBef>
                <a:spcPts val="1000"/>
              </a:spcBef>
              <a:spcAft>
                <a:spcPts val="0"/>
              </a:spcAft>
              <a:buNone/>
            </a:pPr>
            <a:r>
              <a:rPr lang="en" sz="1200">
                <a:solidFill>
                  <a:schemeClr val="dk1"/>
                </a:solidFill>
                <a:latin typeface="Lato"/>
                <a:ea typeface="Lato"/>
                <a:cs typeface="Lato"/>
                <a:sym typeface="Lato"/>
              </a:rPr>
              <a:t>The more specific you are with these four keys, the more reliable your evidence will be. Vague prompts produce vague prototypes that fail to answer your high-stakes questions.</a:t>
            </a:r>
            <a:endParaRPr sz="1200">
              <a:solidFill>
                <a:schemeClr val="dk1"/>
              </a:solidFill>
              <a:latin typeface="Lato"/>
              <a:ea typeface="Lato"/>
              <a:cs typeface="Lato"/>
              <a:sym typeface="Lato"/>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4" name="Shape 1484"/>
        <p:cNvGrpSpPr/>
        <p:nvPr/>
      </p:nvGrpSpPr>
      <p:grpSpPr>
        <a:xfrm>
          <a:off x="0" y="0"/>
          <a:ext cx="0" cy="0"/>
          <a:chOff x="0" y="0"/>
          <a:chExt cx="0" cy="0"/>
        </a:xfrm>
      </p:grpSpPr>
      <p:sp>
        <p:nvSpPr>
          <p:cNvPr id="1485" name="Google Shape;1485;g3ca0a31e826_1_358:notes"/>
          <p:cNvSpPr/>
          <p:nvPr>
            <p:ph idx="2" type="sldImg"/>
          </p:nvPr>
        </p:nvSpPr>
        <p:spPr>
          <a:xfrm>
            <a:off x="800100" y="714375"/>
            <a:ext cx="41148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1486" name="Google Shape;1486;g3ca0a31e826_1_358: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a:p>
        </p:txBody>
      </p:sp>
      <p:sp>
        <p:nvSpPr>
          <p:cNvPr id="1487" name="Google Shape;1487;g3ca0a31e826_1_358: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2" name="Shape 1512"/>
        <p:cNvGrpSpPr/>
        <p:nvPr/>
      </p:nvGrpSpPr>
      <p:grpSpPr>
        <a:xfrm>
          <a:off x="0" y="0"/>
          <a:ext cx="0" cy="0"/>
          <a:chOff x="0" y="0"/>
          <a:chExt cx="0" cy="0"/>
        </a:xfrm>
      </p:grpSpPr>
      <p:sp>
        <p:nvSpPr>
          <p:cNvPr id="1513" name="Google Shape;1513;g3ca0a31e826_1_385:notes"/>
          <p:cNvSpPr/>
          <p:nvPr>
            <p:ph idx="2" type="sldImg"/>
          </p:nvPr>
        </p:nvSpPr>
        <p:spPr>
          <a:xfrm>
            <a:off x="800100" y="714375"/>
            <a:ext cx="41148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1514" name="Google Shape;1514;g3ca0a31e826_1_385: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lnSpc>
                <a:spcPct val="115000"/>
              </a:lnSpc>
              <a:spcBef>
                <a:spcPts val="0"/>
              </a:spcBef>
              <a:spcAft>
                <a:spcPts val="0"/>
              </a:spcAft>
              <a:buClr>
                <a:schemeClr val="dk1"/>
              </a:buClr>
              <a:buSzPts val="1100"/>
              <a:buFont typeface="Arial"/>
              <a:buNone/>
            </a:pPr>
            <a:r>
              <a:rPr b="1" lang="en" sz="1000">
                <a:solidFill>
                  <a:srgbClr val="555555"/>
                </a:solidFill>
                <a:latin typeface="Inter"/>
                <a:ea typeface="Inter"/>
                <a:cs typeface="Inter"/>
                <a:sym typeface="Inter"/>
              </a:rPr>
              <a:t>Speaker Notes</a:t>
            </a:r>
            <a:endParaRPr b="1" sz="1000">
              <a:solidFill>
                <a:srgbClr val="555555"/>
              </a:solidFill>
              <a:latin typeface="Inter"/>
              <a:ea typeface="Inter"/>
              <a:cs typeface="Inter"/>
              <a:sym typeface="Inter"/>
            </a:endParaRPr>
          </a:p>
          <a:p>
            <a:pPr indent="0" lvl="0" marL="0" rtl="0" algn="l">
              <a:lnSpc>
                <a:spcPct val="165000"/>
              </a:lnSpc>
              <a:spcBef>
                <a:spcPts val="900"/>
              </a:spcBef>
              <a:spcAft>
                <a:spcPts val="0"/>
              </a:spcAft>
              <a:buClr>
                <a:schemeClr val="dk1"/>
              </a:buClr>
              <a:buSzPts val="1100"/>
              <a:buFont typeface="Arial"/>
              <a:buNone/>
            </a:pPr>
            <a:r>
              <a:rPr b="1" lang="en" sz="1000">
                <a:solidFill>
                  <a:srgbClr val="222222"/>
                </a:solidFill>
                <a:latin typeface="Inter"/>
                <a:ea typeface="Inter"/>
                <a:cs typeface="Inter"/>
                <a:sym typeface="Inter"/>
              </a:rPr>
              <a:t>Setup (1 min):</a:t>
            </a:r>
            <a:r>
              <a:rPr lang="en" sz="1000">
                <a:solidFill>
                  <a:srgbClr val="444444"/>
                </a:solidFill>
                <a:latin typeface="Inter"/>
                <a:ea typeface="Inter"/>
                <a:cs typeface="Inter"/>
                <a:sym typeface="Inter"/>
              </a:rPr>
              <a:t> "Open the Structured Prompt Builder. Select your scenario at the top — it'll tell you which block matters most for your specific problem. Then fill in each block using the three artifacts you just prepared. Block 1 gets your context data. Block 2 gets your screenshots. Block 3 gets your validation brief as guardrails. Block 4 defines what Lovable should actually build."</a:t>
            </a:r>
            <a:endParaRPr sz="1000">
              <a:solidFill>
                <a:srgbClr val="444444"/>
              </a:solidFill>
              <a:latin typeface="Inter"/>
              <a:ea typeface="Inter"/>
              <a:cs typeface="Inter"/>
              <a:sym typeface="Inter"/>
            </a:endParaRPr>
          </a:p>
          <a:p>
            <a:pPr indent="0" lvl="0" marL="0" rtl="0" algn="l">
              <a:lnSpc>
                <a:spcPct val="165000"/>
              </a:lnSpc>
              <a:spcBef>
                <a:spcPts val="800"/>
              </a:spcBef>
              <a:spcAft>
                <a:spcPts val="0"/>
              </a:spcAft>
              <a:buClr>
                <a:schemeClr val="dk1"/>
              </a:buClr>
              <a:buSzPts val="1100"/>
              <a:buFont typeface="Arial"/>
              <a:buNone/>
            </a:pPr>
            <a:r>
              <a:rPr b="1" lang="en" sz="1000">
                <a:solidFill>
                  <a:srgbClr val="222222"/>
                </a:solidFill>
                <a:latin typeface="Inter"/>
                <a:ea typeface="Inter"/>
                <a:cs typeface="Inter"/>
                <a:sym typeface="Inter"/>
              </a:rPr>
              <a:t>On the workflow:</a:t>
            </a:r>
            <a:r>
              <a:rPr lang="en" sz="1000">
                <a:solidFill>
                  <a:srgbClr val="444444"/>
                </a:solidFill>
                <a:latin typeface="Inter"/>
                <a:ea typeface="Inter"/>
                <a:cs typeface="Inter"/>
                <a:sym typeface="Inter"/>
              </a:rPr>
              <a:t> "Don't freestyle. The Prompt Builder exists because we've seen what happens when people just type into Lovable cold — you get generic output. The whole point of Part 1 was preparing these inputs. Now use them. Paste, don't retype."</a:t>
            </a:r>
            <a:endParaRPr sz="1000">
              <a:solidFill>
                <a:srgbClr val="444444"/>
              </a:solidFill>
              <a:latin typeface="Inter"/>
              <a:ea typeface="Inter"/>
              <a:cs typeface="Inter"/>
              <a:sym typeface="Inter"/>
            </a:endParaRPr>
          </a:p>
          <a:p>
            <a:pPr indent="0" lvl="0" marL="0" rtl="0" algn="l">
              <a:lnSpc>
                <a:spcPct val="165000"/>
              </a:lnSpc>
              <a:spcBef>
                <a:spcPts val="800"/>
              </a:spcBef>
              <a:spcAft>
                <a:spcPts val="0"/>
              </a:spcAft>
              <a:buClr>
                <a:schemeClr val="dk1"/>
              </a:buClr>
              <a:buSzPts val="1100"/>
              <a:buFont typeface="Arial"/>
              <a:buNone/>
            </a:pPr>
            <a:r>
              <a:rPr b="1" lang="en" sz="1000">
                <a:solidFill>
                  <a:srgbClr val="222222"/>
                </a:solidFill>
                <a:latin typeface="Inter"/>
                <a:ea typeface="Inter"/>
                <a:cs typeface="Inter"/>
                <a:sym typeface="Inter"/>
              </a:rPr>
              <a:t>The guardrail warning:</a:t>
            </a:r>
            <a:r>
              <a:rPr lang="en" sz="1000">
                <a:solidFill>
                  <a:srgbClr val="444444"/>
                </a:solidFill>
                <a:latin typeface="Inter"/>
                <a:ea typeface="Inter"/>
                <a:cs typeface="Inter"/>
                <a:sym typeface="Inter"/>
              </a:rPr>
              <a:t> "Block 3 has a red warning for a reason. The number one mistake in Module 1 was people building impressive-looking strategy dashboards instead of interactive products. Your prototype should be something a real user clicks through to test your hypothesis. If nobody can interact with it, it's a slide deck."</a:t>
            </a:r>
            <a:endParaRPr sz="1000">
              <a:solidFill>
                <a:srgbClr val="444444"/>
              </a:solidFill>
              <a:latin typeface="Inter"/>
              <a:ea typeface="Inter"/>
              <a:cs typeface="Inter"/>
              <a:sym typeface="Inter"/>
            </a:endParaRPr>
          </a:p>
          <a:p>
            <a:pPr indent="0" lvl="0" marL="0" rtl="0" algn="l">
              <a:lnSpc>
                <a:spcPct val="165000"/>
              </a:lnSpc>
              <a:spcBef>
                <a:spcPts val="800"/>
              </a:spcBef>
              <a:spcAft>
                <a:spcPts val="0"/>
              </a:spcAft>
              <a:buClr>
                <a:schemeClr val="dk1"/>
              </a:buClr>
              <a:buSzPts val="1100"/>
              <a:buFont typeface="Arial"/>
              <a:buNone/>
            </a:pPr>
            <a:r>
              <a:rPr b="1" lang="en" sz="1000">
                <a:solidFill>
                  <a:srgbClr val="222222"/>
                </a:solidFill>
                <a:latin typeface="Inter"/>
                <a:ea typeface="Inter"/>
                <a:cs typeface="Inter"/>
                <a:sym typeface="Inter"/>
              </a:rPr>
              <a:t>Credits strategy:</a:t>
            </a:r>
            <a:r>
              <a:rPr lang="en" sz="1000">
                <a:solidFill>
                  <a:srgbClr val="444444"/>
                </a:solidFill>
                <a:latin typeface="Inter"/>
                <a:ea typeface="Inter"/>
                <a:cs typeface="Inter"/>
                <a:sym typeface="Inter"/>
              </a:rPr>
              <a:t> "Review your assembled prompt before pasting it into Lovable. Read it out loud. Does it sound like clear instructions to a developer? If not, tighten it. You can even run it through ChatGPT first — zero credits. When it reads right, paste it into Lovable in one shot."</a:t>
            </a:r>
            <a:endParaRPr sz="1000">
              <a:solidFill>
                <a:srgbClr val="444444"/>
              </a:solidFill>
              <a:latin typeface="Inter"/>
              <a:ea typeface="Inter"/>
              <a:cs typeface="Inter"/>
              <a:sym typeface="Inter"/>
            </a:endParaRPr>
          </a:p>
          <a:p>
            <a:pPr indent="0" lvl="0" marL="0" rtl="0" algn="l">
              <a:lnSpc>
                <a:spcPct val="165000"/>
              </a:lnSpc>
              <a:spcBef>
                <a:spcPts val="800"/>
              </a:spcBef>
              <a:spcAft>
                <a:spcPts val="0"/>
              </a:spcAft>
              <a:buClr>
                <a:schemeClr val="dk1"/>
              </a:buClr>
              <a:buSzPts val="1100"/>
              <a:buFont typeface="Arial"/>
              <a:buNone/>
            </a:pPr>
            <a:r>
              <a:rPr b="1" lang="en" sz="1000">
                <a:solidFill>
                  <a:srgbClr val="222222"/>
                </a:solidFill>
                <a:latin typeface="Inter"/>
                <a:ea typeface="Inter"/>
                <a:cs typeface="Inter"/>
                <a:sym typeface="Inter"/>
              </a:rPr>
              <a:t>Release:</a:t>
            </a:r>
            <a:r>
              <a:rPr lang="en" sz="1000">
                <a:solidFill>
                  <a:srgbClr val="444444"/>
                </a:solidFill>
                <a:latin typeface="Inter"/>
                <a:ea typeface="Inter"/>
                <a:cs typeface="Inter"/>
                <a:sym typeface="Inter"/>
              </a:rPr>
              <a:t> "Go. 25 minutes. When your prototype is live, grab the shareable link and test it in an incognito window. If the link works, you're ready for the peer review. Post the link in Slack."</a:t>
            </a:r>
            <a:endParaRPr sz="1000">
              <a:solidFill>
                <a:srgbClr val="444444"/>
              </a:solidFill>
              <a:latin typeface="Inter"/>
              <a:ea typeface="Inter"/>
              <a:cs typeface="Inter"/>
              <a:sym typeface="Inter"/>
            </a:endParaRPr>
          </a:p>
          <a:p>
            <a:pPr indent="0" lvl="0" marL="0" rtl="0" algn="l">
              <a:spcBef>
                <a:spcPts val="800"/>
              </a:spcBef>
              <a:spcAft>
                <a:spcPts val="0"/>
              </a:spcAft>
              <a:buNone/>
            </a:pPr>
            <a:r>
              <a:t/>
            </a:r>
            <a:endParaRPr/>
          </a:p>
        </p:txBody>
      </p:sp>
      <p:sp>
        <p:nvSpPr>
          <p:cNvPr id="1515" name="Google Shape;1515;g3ca0a31e826_1_385: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8" name="Shape 1518"/>
        <p:cNvGrpSpPr/>
        <p:nvPr/>
      </p:nvGrpSpPr>
      <p:grpSpPr>
        <a:xfrm>
          <a:off x="0" y="0"/>
          <a:ext cx="0" cy="0"/>
          <a:chOff x="0" y="0"/>
          <a:chExt cx="0" cy="0"/>
        </a:xfrm>
      </p:grpSpPr>
      <p:sp>
        <p:nvSpPr>
          <p:cNvPr id="1519" name="Google Shape;1519;g3ca0a31e826_1_411:notes"/>
          <p:cNvSpPr/>
          <p:nvPr>
            <p:ph idx="2" type="sldImg"/>
          </p:nvPr>
        </p:nvSpPr>
        <p:spPr>
          <a:xfrm>
            <a:off x="800100" y="714375"/>
            <a:ext cx="41148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1520" name="Google Shape;1520;g3ca0a31e826_1_411: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lnSpc>
                <a:spcPct val="115000"/>
              </a:lnSpc>
              <a:spcBef>
                <a:spcPts val="0"/>
              </a:spcBef>
              <a:spcAft>
                <a:spcPts val="0"/>
              </a:spcAft>
              <a:buClr>
                <a:schemeClr val="dk1"/>
              </a:buClr>
              <a:buSzPts val="1100"/>
              <a:buFont typeface="Arial"/>
              <a:buNone/>
            </a:pPr>
            <a:r>
              <a:rPr b="1" lang="en" sz="1000">
                <a:solidFill>
                  <a:srgbClr val="555555"/>
                </a:solidFill>
                <a:latin typeface="Inter"/>
                <a:ea typeface="Inter"/>
                <a:cs typeface="Inter"/>
                <a:sym typeface="Inter"/>
              </a:rPr>
              <a:t>Speaker Notes</a:t>
            </a:r>
            <a:endParaRPr b="1" sz="1000">
              <a:solidFill>
                <a:srgbClr val="555555"/>
              </a:solidFill>
              <a:latin typeface="Inter"/>
              <a:ea typeface="Inter"/>
              <a:cs typeface="Inter"/>
              <a:sym typeface="Inter"/>
            </a:endParaRPr>
          </a:p>
          <a:p>
            <a:pPr indent="0" lvl="0" marL="0" rtl="0" algn="l">
              <a:lnSpc>
                <a:spcPct val="165000"/>
              </a:lnSpc>
              <a:spcBef>
                <a:spcPts val="900"/>
              </a:spcBef>
              <a:spcAft>
                <a:spcPts val="0"/>
              </a:spcAft>
              <a:buClr>
                <a:schemeClr val="dk1"/>
              </a:buClr>
              <a:buSzPts val="1100"/>
              <a:buFont typeface="Arial"/>
              <a:buNone/>
            </a:pPr>
            <a:r>
              <a:rPr b="1" lang="en" sz="1000">
                <a:solidFill>
                  <a:srgbClr val="222222"/>
                </a:solidFill>
                <a:latin typeface="Inter"/>
                <a:ea typeface="Inter"/>
                <a:cs typeface="Inter"/>
                <a:sym typeface="Inter"/>
              </a:rPr>
              <a:t>Setup (30 sec):</a:t>
            </a:r>
            <a:r>
              <a:rPr lang="en" sz="1000">
                <a:solidFill>
                  <a:srgbClr val="444444"/>
                </a:solidFill>
                <a:latin typeface="Inter"/>
                <a:ea typeface="Inter"/>
                <a:cs typeface="Inter"/>
                <a:sym typeface="Inter"/>
              </a:rPr>
              <a:t> "Breakout rooms. Groups of 2. You have 10 minutes total. First 3 minutes: silence. Open your partner's Lovable link. Click through it the way a real user would — no context, no explanation. Can you figure out what it does? Can you figure out what it's testing?"</a:t>
            </a:r>
            <a:endParaRPr sz="1000">
              <a:solidFill>
                <a:srgbClr val="444444"/>
              </a:solidFill>
              <a:latin typeface="Inter"/>
              <a:ea typeface="Inter"/>
              <a:cs typeface="Inter"/>
              <a:sym typeface="Inter"/>
            </a:endParaRPr>
          </a:p>
          <a:p>
            <a:pPr indent="0" lvl="0" marL="0" rtl="0" algn="l">
              <a:lnSpc>
                <a:spcPct val="165000"/>
              </a:lnSpc>
              <a:spcBef>
                <a:spcPts val="800"/>
              </a:spcBef>
              <a:spcAft>
                <a:spcPts val="0"/>
              </a:spcAft>
              <a:buClr>
                <a:schemeClr val="dk1"/>
              </a:buClr>
              <a:buSzPts val="1100"/>
              <a:buFont typeface="Arial"/>
              <a:buNone/>
            </a:pPr>
            <a:r>
              <a:rPr b="1" lang="en" sz="1000">
                <a:solidFill>
                  <a:srgbClr val="222222"/>
                </a:solidFill>
                <a:latin typeface="Inter"/>
                <a:ea typeface="Inter"/>
                <a:cs typeface="Inter"/>
                <a:sym typeface="Inter"/>
              </a:rPr>
              <a:t>On the silent phase:</a:t>
            </a:r>
            <a:r>
              <a:rPr lang="en" sz="1000">
                <a:solidFill>
                  <a:srgbClr val="444444"/>
                </a:solidFill>
                <a:latin typeface="Inter"/>
                <a:ea typeface="Inter"/>
                <a:cs typeface="Inter"/>
                <a:sym typeface="Inter"/>
              </a:rPr>
              <a:t> "The silence is the test. If your partner needs to explain what their prototype does, the prototype doesn't work. A real user won't have your partner standing behind them narrating. The prototype needs to speak for itself."</a:t>
            </a:r>
            <a:endParaRPr sz="1000">
              <a:solidFill>
                <a:srgbClr val="444444"/>
              </a:solidFill>
              <a:latin typeface="Inter"/>
              <a:ea typeface="Inter"/>
              <a:cs typeface="Inter"/>
              <a:sym typeface="Inter"/>
            </a:endParaRPr>
          </a:p>
          <a:p>
            <a:pPr indent="0" lvl="0" marL="0" rtl="0" algn="l">
              <a:lnSpc>
                <a:spcPct val="165000"/>
              </a:lnSpc>
              <a:spcBef>
                <a:spcPts val="800"/>
              </a:spcBef>
              <a:spcAft>
                <a:spcPts val="0"/>
              </a:spcAft>
              <a:buClr>
                <a:schemeClr val="dk1"/>
              </a:buClr>
              <a:buSzPts val="1100"/>
              <a:buFont typeface="Arial"/>
              <a:buNone/>
            </a:pPr>
            <a:r>
              <a:rPr b="1" lang="en" sz="1000">
                <a:solidFill>
                  <a:srgbClr val="222222"/>
                </a:solidFill>
                <a:latin typeface="Inter"/>
                <a:ea typeface="Inter"/>
                <a:cs typeface="Inter"/>
                <a:sym typeface="Inter"/>
              </a:rPr>
              <a:t>On the four questions:</a:t>
            </a:r>
            <a:r>
              <a:rPr lang="en" sz="1000">
                <a:solidFill>
                  <a:srgbClr val="444444"/>
                </a:solidFill>
                <a:latin typeface="Inter"/>
                <a:ea typeface="Inter"/>
                <a:cs typeface="Inter"/>
                <a:sym typeface="Inter"/>
              </a:rPr>
              <a:t> "After the silent phase, discuss. Four questions on screen. The most important one is number 4: Tool vs. Toy. Can the builder actually use this prototype to make a go/no-go decision on their hypothesis? Or does it just look impressive? An impressive dashboard that doesn't test anything is worse than an ugly prototype that answers the question."</a:t>
            </a:r>
            <a:endParaRPr sz="1000">
              <a:solidFill>
                <a:srgbClr val="444444"/>
              </a:solidFill>
              <a:latin typeface="Inter"/>
              <a:ea typeface="Inter"/>
              <a:cs typeface="Inter"/>
              <a:sym typeface="Inter"/>
            </a:endParaRPr>
          </a:p>
          <a:p>
            <a:pPr indent="0" lvl="0" marL="0" rtl="0" algn="l">
              <a:lnSpc>
                <a:spcPct val="165000"/>
              </a:lnSpc>
              <a:spcBef>
                <a:spcPts val="800"/>
              </a:spcBef>
              <a:spcAft>
                <a:spcPts val="0"/>
              </a:spcAft>
              <a:buClr>
                <a:schemeClr val="dk1"/>
              </a:buClr>
              <a:buSzPts val="1100"/>
              <a:buFont typeface="Arial"/>
              <a:buNone/>
            </a:pPr>
            <a:r>
              <a:rPr b="1" lang="en" sz="1000">
                <a:solidFill>
                  <a:srgbClr val="222222"/>
                </a:solidFill>
                <a:latin typeface="Inter"/>
                <a:ea typeface="Inter"/>
                <a:cs typeface="Inter"/>
                <a:sym typeface="Inter"/>
              </a:rPr>
              <a:t>On real data:</a:t>
            </a:r>
            <a:r>
              <a:rPr lang="en" sz="1000">
                <a:solidFill>
                  <a:srgbClr val="444444"/>
                </a:solidFill>
                <a:latin typeface="Inter"/>
                <a:ea typeface="Inter"/>
                <a:cs typeface="Inter"/>
                <a:sym typeface="Inter"/>
              </a:rPr>
              <a:t> "Question 3 — can you see real numbers and real quotes from the scenario? This is the Module 2 difference. In Module 1, everyone used placeholder text. 'Lorem ipsum' doesn't convince anyone. Real data makes the prototype credible. If your partner's prototype says 'XX% churn rate' instead of '30% churn rate,' that's a miss."</a:t>
            </a:r>
            <a:endParaRPr sz="1000">
              <a:solidFill>
                <a:srgbClr val="444444"/>
              </a:solidFill>
              <a:latin typeface="Inter"/>
              <a:ea typeface="Inter"/>
              <a:cs typeface="Inter"/>
              <a:sym typeface="Inter"/>
            </a:endParaRPr>
          </a:p>
          <a:p>
            <a:pPr indent="0" lvl="0" marL="0" rtl="0" algn="l">
              <a:lnSpc>
                <a:spcPct val="165000"/>
              </a:lnSpc>
              <a:spcBef>
                <a:spcPts val="800"/>
              </a:spcBef>
              <a:spcAft>
                <a:spcPts val="0"/>
              </a:spcAft>
              <a:buClr>
                <a:schemeClr val="dk1"/>
              </a:buClr>
              <a:buSzPts val="1100"/>
              <a:buFont typeface="Arial"/>
              <a:buNone/>
            </a:pPr>
            <a:r>
              <a:rPr b="1" lang="en" sz="1000">
                <a:solidFill>
                  <a:srgbClr val="222222"/>
                </a:solidFill>
                <a:latin typeface="Inter"/>
                <a:ea typeface="Inter"/>
                <a:cs typeface="Inter"/>
                <a:sym typeface="Inter"/>
              </a:rPr>
              <a:t>Transition:</a:t>
            </a:r>
            <a:r>
              <a:rPr lang="en" sz="1000">
                <a:solidFill>
                  <a:srgbClr val="444444"/>
                </a:solidFill>
                <a:latin typeface="Inter"/>
                <a:ea typeface="Inter"/>
                <a:cs typeface="Inter"/>
                <a:sym typeface="Inter"/>
              </a:rPr>
              <a:t> "When you come back, I'm going to ask: how many of you built a tool that tests something, and how many of you built a toy that looks good? Be honest. That distinction is the entire point of this module."</a:t>
            </a:r>
            <a:endParaRPr sz="1000">
              <a:solidFill>
                <a:srgbClr val="444444"/>
              </a:solidFill>
              <a:latin typeface="Inter"/>
              <a:ea typeface="Inter"/>
              <a:cs typeface="Inter"/>
              <a:sym typeface="Inter"/>
            </a:endParaRPr>
          </a:p>
          <a:p>
            <a:pPr indent="0" lvl="0" marL="0" rtl="0" algn="l">
              <a:spcBef>
                <a:spcPts val="800"/>
              </a:spcBef>
              <a:spcAft>
                <a:spcPts val="0"/>
              </a:spcAft>
              <a:buNone/>
            </a:pPr>
            <a:r>
              <a:t/>
            </a:r>
            <a:endParaRPr/>
          </a:p>
        </p:txBody>
      </p:sp>
      <p:sp>
        <p:nvSpPr>
          <p:cNvPr id="1521" name="Google Shape;1521;g3ca0a31e826_1_411: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4" name="Shape 1524"/>
        <p:cNvGrpSpPr/>
        <p:nvPr/>
      </p:nvGrpSpPr>
      <p:grpSpPr>
        <a:xfrm>
          <a:off x="0" y="0"/>
          <a:ext cx="0" cy="0"/>
          <a:chOff x="0" y="0"/>
          <a:chExt cx="0" cy="0"/>
        </a:xfrm>
      </p:grpSpPr>
      <p:sp>
        <p:nvSpPr>
          <p:cNvPr id="1525" name="Google Shape;1525;g3ca0a31e826_1_474:notes"/>
          <p:cNvSpPr/>
          <p:nvPr>
            <p:ph idx="2" type="sldImg"/>
          </p:nvPr>
        </p:nvSpPr>
        <p:spPr>
          <a:xfrm>
            <a:off x="800100" y="714375"/>
            <a:ext cx="41148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1526" name="Google Shape;1526;g3ca0a31e826_1_474: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a:p>
        </p:txBody>
      </p:sp>
      <p:sp>
        <p:nvSpPr>
          <p:cNvPr id="1527" name="Google Shape;1527;g3ca0a31e826_1_474: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5" name="Shape 1545"/>
        <p:cNvGrpSpPr/>
        <p:nvPr/>
      </p:nvGrpSpPr>
      <p:grpSpPr>
        <a:xfrm>
          <a:off x="0" y="0"/>
          <a:ext cx="0" cy="0"/>
          <a:chOff x="0" y="0"/>
          <a:chExt cx="0" cy="0"/>
        </a:xfrm>
      </p:grpSpPr>
      <p:sp>
        <p:nvSpPr>
          <p:cNvPr id="1546" name="Google Shape;1546;g3ca0a31e826_1_494:notes"/>
          <p:cNvSpPr/>
          <p:nvPr>
            <p:ph idx="2" type="sldImg"/>
          </p:nvPr>
        </p:nvSpPr>
        <p:spPr>
          <a:xfrm>
            <a:off x="800100" y="714375"/>
            <a:ext cx="41148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1547" name="Google Shape;1547;g3ca0a31e826_1_494: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a:p>
        </p:txBody>
      </p:sp>
      <p:sp>
        <p:nvSpPr>
          <p:cNvPr id="1548" name="Google Shape;1548;g3ca0a31e826_1_494: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8" name="Shape 1578"/>
        <p:cNvGrpSpPr/>
        <p:nvPr/>
      </p:nvGrpSpPr>
      <p:grpSpPr>
        <a:xfrm>
          <a:off x="0" y="0"/>
          <a:ext cx="0" cy="0"/>
          <a:chOff x="0" y="0"/>
          <a:chExt cx="0" cy="0"/>
        </a:xfrm>
      </p:grpSpPr>
      <p:sp>
        <p:nvSpPr>
          <p:cNvPr id="1579" name="Google Shape;1579;g3ca0a31e826_1_526:notes"/>
          <p:cNvSpPr/>
          <p:nvPr>
            <p:ph idx="2" type="sldImg"/>
          </p:nvPr>
        </p:nvSpPr>
        <p:spPr>
          <a:xfrm>
            <a:off x="800100" y="714375"/>
            <a:ext cx="41148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1580" name="Google Shape;1580;g3ca0a31e826_1_526: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a:p>
        </p:txBody>
      </p:sp>
      <p:sp>
        <p:nvSpPr>
          <p:cNvPr id="1581" name="Google Shape;1581;g3ca0a31e826_1_526: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7" name="Shape 1587"/>
        <p:cNvGrpSpPr/>
        <p:nvPr/>
      </p:nvGrpSpPr>
      <p:grpSpPr>
        <a:xfrm>
          <a:off x="0" y="0"/>
          <a:ext cx="0" cy="0"/>
          <a:chOff x="0" y="0"/>
          <a:chExt cx="0" cy="0"/>
        </a:xfrm>
      </p:grpSpPr>
      <p:sp>
        <p:nvSpPr>
          <p:cNvPr id="1588" name="Google Shape;1588;g3ca0a31e826_1_534:notes"/>
          <p:cNvSpPr/>
          <p:nvPr>
            <p:ph idx="2" type="sldImg"/>
          </p:nvPr>
        </p:nvSpPr>
        <p:spPr>
          <a:xfrm>
            <a:off x="800100" y="714375"/>
            <a:ext cx="41148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1589" name="Google Shape;1589;g3ca0a31e826_1_534: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a:p>
        </p:txBody>
      </p:sp>
      <p:sp>
        <p:nvSpPr>
          <p:cNvPr id="1590" name="Google Shape;1590;g3ca0a31e826_1_534: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2" name="Shape 1602"/>
        <p:cNvGrpSpPr/>
        <p:nvPr/>
      </p:nvGrpSpPr>
      <p:grpSpPr>
        <a:xfrm>
          <a:off x="0" y="0"/>
          <a:ext cx="0" cy="0"/>
          <a:chOff x="0" y="0"/>
          <a:chExt cx="0" cy="0"/>
        </a:xfrm>
      </p:grpSpPr>
      <p:sp>
        <p:nvSpPr>
          <p:cNvPr id="1603" name="Google Shape;1603;g3ca0a31e826_1_548:notes"/>
          <p:cNvSpPr/>
          <p:nvPr>
            <p:ph idx="2" type="sldImg"/>
          </p:nvPr>
        </p:nvSpPr>
        <p:spPr>
          <a:xfrm>
            <a:off x="800100" y="714375"/>
            <a:ext cx="41148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1604" name="Google Shape;1604;g3ca0a31e826_1_548: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a:p>
        </p:txBody>
      </p:sp>
      <p:sp>
        <p:nvSpPr>
          <p:cNvPr id="1605" name="Google Shape;1605;g3ca0a31e826_1_548: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8" name="Shape 1618"/>
        <p:cNvGrpSpPr/>
        <p:nvPr/>
      </p:nvGrpSpPr>
      <p:grpSpPr>
        <a:xfrm>
          <a:off x="0" y="0"/>
          <a:ext cx="0" cy="0"/>
          <a:chOff x="0" y="0"/>
          <a:chExt cx="0" cy="0"/>
        </a:xfrm>
      </p:grpSpPr>
      <p:sp>
        <p:nvSpPr>
          <p:cNvPr id="1619" name="Google Shape;1619;g3ca0a31e826_1_563:notes"/>
          <p:cNvSpPr/>
          <p:nvPr>
            <p:ph idx="2" type="sldImg"/>
          </p:nvPr>
        </p:nvSpPr>
        <p:spPr>
          <a:xfrm>
            <a:off x="800100" y="714375"/>
            <a:ext cx="41148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1620" name="Google Shape;1620;g3ca0a31e826_1_563: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a:p>
        </p:txBody>
      </p:sp>
      <p:sp>
        <p:nvSpPr>
          <p:cNvPr id="1621" name="Google Shape;1621;g3ca0a31e826_1_563: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9" name="Shape 1639"/>
        <p:cNvGrpSpPr/>
        <p:nvPr/>
      </p:nvGrpSpPr>
      <p:grpSpPr>
        <a:xfrm>
          <a:off x="0" y="0"/>
          <a:ext cx="0" cy="0"/>
          <a:chOff x="0" y="0"/>
          <a:chExt cx="0" cy="0"/>
        </a:xfrm>
      </p:grpSpPr>
      <p:sp>
        <p:nvSpPr>
          <p:cNvPr id="1640" name="Google Shape;1640;g3ca0a31e826_1_583:notes"/>
          <p:cNvSpPr/>
          <p:nvPr>
            <p:ph idx="2" type="sldImg"/>
          </p:nvPr>
        </p:nvSpPr>
        <p:spPr>
          <a:xfrm>
            <a:off x="800100" y="714375"/>
            <a:ext cx="41148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1641" name="Google Shape;1641;g3ca0a31e826_1_583: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a:p>
        </p:txBody>
      </p:sp>
      <p:sp>
        <p:nvSpPr>
          <p:cNvPr id="1642" name="Google Shape;1642;g3ca0a31e826_1_583: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7" name="Shape 1667"/>
        <p:cNvGrpSpPr/>
        <p:nvPr/>
      </p:nvGrpSpPr>
      <p:grpSpPr>
        <a:xfrm>
          <a:off x="0" y="0"/>
          <a:ext cx="0" cy="0"/>
          <a:chOff x="0" y="0"/>
          <a:chExt cx="0" cy="0"/>
        </a:xfrm>
      </p:grpSpPr>
      <p:sp>
        <p:nvSpPr>
          <p:cNvPr id="1668" name="Google Shape;1668;g3ca0a31e826_1_610:notes"/>
          <p:cNvSpPr/>
          <p:nvPr>
            <p:ph idx="2" type="sldImg"/>
          </p:nvPr>
        </p:nvSpPr>
        <p:spPr>
          <a:xfrm>
            <a:off x="800100" y="714375"/>
            <a:ext cx="41148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1669" name="Google Shape;1669;g3ca0a31e826_1_610: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None/>
            </a:pPr>
            <a:r>
              <a:t/>
            </a:r>
            <a:endParaRPr/>
          </a:p>
        </p:txBody>
      </p:sp>
      <p:sp>
        <p:nvSpPr>
          <p:cNvPr id="1670" name="Google Shape;1670;g3ca0a31e826_1_610: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6" name="Shape 1686"/>
        <p:cNvGrpSpPr/>
        <p:nvPr/>
      </p:nvGrpSpPr>
      <p:grpSpPr>
        <a:xfrm>
          <a:off x="0" y="0"/>
          <a:ext cx="0" cy="0"/>
          <a:chOff x="0" y="0"/>
          <a:chExt cx="0" cy="0"/>
        </a:xfrm>
      </p:grpSpPr>
      <p:sp>
        <p:nvSpPr>
          <p:cNvPr id="1687" name="Google Shape;1687;g3c971b43cd0_0_4789:notes"/>
          <p:cNvSpPr/>
          <p:nvPr>
            <p:ph idx="2" type="sldImg"/>
          </p:nvPr>
        </p:nvSpPr>
        <p:spPr>
          <a:xfrm>
            <a:off x="685800" y="685800"/>
            <a:ext cx="54864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8" name="Google Shape;1688;g3c971b43cd0_0_47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01. Lorem Ipsum Title</a:t>
            </a:r>
            <a:endParaRPr sz="1400">
              <a:solidFill>
                <a:srgbClr val="7F7F7F"/>
              </a:solidFill>
              <a:latin typeface="Poppins SemiBold"/>
              <a:ea typeface="Poppins SemiBold"/>
              <a:cs typeface="Poppins SemiBold"/>
              <a:sym typeface="Poppins SemiBo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1" name="Shape 1691"/>
        <p:cNvGrpSpPr/>
        <p:nvPr/>
      </p:nvGrpSpPr>
      <p:grpSpPr>
        <a:xfrm>
          <a:off x="0" y="0"/>
          <a:ext cx="0" cy="0"/>
          <a:chOff x="0" y="0"/>
          <a:chExt cx="0" cy="0"/>
        </a:xfrm>
      </p:grpSpPr>
      <p:sp>
        <p:nvSpPr>
          <p:cNvPr id="1692" name="Google Shape;1692;g3c971b43cd0_0_13325:notes"/>
          <p:cNvSpPr/>
          <p:nvPr>
            <p:ph idx="2" type="sldImg"/>
          </p:nvPr>
        </p:nvSpPr>
        <p:spPr>
          <a:xfrm>
            <a:off x="685800" y="685800"/>
            <a:ext cx="54864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3" name="Google Shape;1693;g3c971b43cd0_0_133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7F7F7F"/>
              </a:buClr>
              <a:buSzPts val="1400"/>
              <a:buFont typeface="Poppins SemiBold"/>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400"/>
              <a:buFont typeface="Arial"/>
              <a:buNone/>
            </a:pPr>
            <a:r>
              <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200"/>
              <a:buFont typeface="Lato"/>
              <a:buNone/>
            </a:pPr>
            <a:r>
              <a:rPr lang="en" sz="1200">
                <a:solidFill>
                  <a:schemeClr val="dk1"/>
                </a:solidFill>
                <a:latin typeface="Lato"/>
                <a:ea typeface="Lato"/>
                <a:cs typeface="Lato"/>
                <a:sym typeface="Lato"/>
              </a:rPr>
              <a:t>Today’s session marks your shift from simply proving you can build to proving that you should. As you begin to master the speed of AI-assisted development, you must now apply the rigor of the "Validation Lens" to ensure your effort is directed toward solving the right problems.</a:t>
            </a:r>
            <a:br>
              <a:rPr lang="en" sz="1200">
                <a:solidFill>
                  <a:schemeClr val="dk1"/>
                </a:solidFill>
                <a:latin typeface="Lato"/>
                <a:ea typeface="Lato"/>
                <a:cs typeface="Lato"/>
                <a:sym typeface="Lato"/>
              </a:rPr>
            </a:b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b="1" lang="en" sz="1200">
                <a:solidFill>
                  <a:schemeClr val="dk1"/>
                </a:solidFill>
                <a:latin typeface="Lato"/>
                <a:ea typeface="Lato"/>
                <a:cs typeface="Lato"/>
                <a:sym typeface="Lato"/>
              </a:rPr>
              <a:t>Speed as a Liability:</a:t>
            </a:r>
            <a:r>
              <a:rPr lang="en" sz="1200">
                <a:solidFill>
                  <a:schemeClr val="dk1"/>
                </a:solidFill>
                <a:latin typeface="Lato"/>
                <a:ea typeface="Lato"/>
                <a:cs typeface="Lato"/>
                <a:sym typeface="Lato"/>
              </a:rPr>
              <a:t> Your new ability to generate functional prototypes in minutes can be a trap if it isn’t governed by a clear objective. Rapid execution without a defined validation target creates a bias toward motion where you risk producing high-fidelity solutions for low-value problems. You must resist the urge to start prompting until you have defined the strategic destination of the build.</a:t>
            </a:r>
            <a:endParaRPr sz="1200">
              <a:solidFill>
                <a:schemeClr val="dk1"/>
              </a:solidFill>
              <a:latin typeface="Lato"/>
              <a:ea typeface="Lato"/>
              <a:cs typeface="Lato"/>
              <a:sym typeface="Lato"/>
            </a:endParaRPr>
          </a:p>
          <a:p>
            <a:pPr indent="-304800" lvl="0" marL="457200" rtl="0" algn="l">
              <a:spcBef>
                <a:spcPts val="1000"/>
              </a:spcBef>
              <a:spcAft>
                <a:spcPts val="0"/>
              </a:spcAft>
              <a:buClr>
                <a:schemeClr val="dk1"/>
              </a:buClr>
              <a:buSzPts val="1200"/>
              <a:buFont typeface="Lato"/>
              <a:buChar char="●"/>
            </a:pPr>
            <a:r>
              <a:rPr b="1" lang="en" sz="1200">
                <a:solidFill>
                  <a:schemeClr val="dk1"/>
                </a:solidFill>
                <a:latin typeface="Lato"/>
                <a:ea typeface="Lato"/>
                <a:cs typeface="Lato"/>
                <a:sym typeface="Lato"/>
              </a:rPr>
              <a:t>Earning the Right to Build: </a:t>
            </a:r>
            <a:r>
              <a:rPr lang="en" sz="1200">
                <a:solidFill>
                  <a:schemeClr val="dk1"/>
                </a:solidFill>
                <a:latin typeface="Lato"/>
                <a:ea typeface="Lato"/>
                <a:cs typeface="Lato"/>
                <a:sym typeface="Lato"/>
              </a:rPr>
              <a:t>You must treat the single sentence as a mandatory gate for every prototype you create. If you cannot articulate exactly what assumption or user risk you are testing before you open the tool, you are likely building a  toy for demonstration rather than a tool for de-risking. This discipline ensures that every minute you spend building is a minute spent generating clickable evidence for a product decision.</a:t>
            </a:r>
            <a:endParaRPr sz="1200">
              <a:solidFill>
                <a:schemeClr val="dk1"/>
              </a:solidFill>
              <a:latin typeface="Lato"/>
              <a:ea typeface="Lato"/>
              <a:cs typeface="Lato"/>
              <a:sym typeface="Lato"/>
            </a:endParaRPr>
          </a:p>
          <a:p>
            <a:pPr indent="-304800" lvl="0" marL="457200" rtl="0" algn="l">
              <a:spcBef>
                <a:spcPts val="1000"/>
              </a:spcBef>
              <a:spcAft>
                <a:spcPts val="0"/>
              </a:spcAft>
              <a:buClr>
                <a:schemeClr val="dk1"/>
              </a:buClr>
              <a:buSzPts val="1200"/>
              <a:buFont typeface="Lato"/>
              <a:buChar char="●"/>
            </a:pPr>
            <a:r>
              <a:rPr b="1" lang="en" sz="1200">
                <a:solidFill>
                  <a:schemeClr val="dk1"/>
                </a:solidFill>
                <a:latin typeface="Lato"/>
                <a:ea typeface="Lato"/>
                <a:cs typeface="Lato"/>
                <a:sym typeface="Lato"/>
              </a:rPr>
              <a:t>Commitment to the Foundational Case: </a:t>
            </a:r>
            <a:r>
              <a:rPr lang="en" sz="1200">
                <a:solidFill>
                  <a:schemeClr val="dk1"/>
                </a:solidFill>
                <a:latin typeface="Lato"/>
                <a:ea typeface="Lato"/>
                <a:cs typeface="Lato"/>
                <a:sym typeface="Lato"/>
              </a:rPr>
              <a:t>To master the validation process, you need a consistent environment where you can layer sophistication over time. By selecting a single scenario today, you anchor your work in a real-world user journey that will evolve into your final project deliverables. You are no longer just exploring what the technology can do; you are building a definitive, production-ready solution to a specific problem.</a:t>
            </a:r>
            <a:endParaRPr sz="1200">
              <a:solidFill>
                <a:schemeClr val="dk1"/>
              </a:solidFill>
              <a:latin typeface="Lato"/>
              <a:ea typeface="Lato"/>
              <a:cs typeface="Lato"/>
              <a:sym typeface="Lato"/>
            </a:endParaRPr>
          </a:p>
          <a:p>
            <a:pPr indent="-304800" lvl="1" marL="914400" rtl="0" algn="l">
              <a:spcBef>
                <a:spcPts val="1000"/>
              </a:spcBef>
              <a:spcAft>
                <a:spcPts val="0"/>
              </a:spcAft>
              <a:buClr>
                <a:schemeClr val="dk1"/>
              </a:buClr>
              <a:buSzPts val="1200"/>
              <a:buFont typeface="Lato"/>
              <a:buChar char="○"/>
            </a:pPr>
            <a:r>
              <a:rPr lang="en" sz="1200">
                <a:solidFill>
                  <a:schemeClr val="dk1"/>
                </a:solidFill>
                <a:latin typeface="Lato"/>
                <a:ea typeface="Lato"/>
                <a:cs typeface="Lato"/>
                <a:sym typeface="Lato"/>
              </a:rPr>
              <a:t>Quick</a:t>
            </a:r>
            <a:r>
              <a:rPr lang="en" sz="1200">
                <a:solidFill>
                  <a:schemeClr val="dk1"/>
                </a:solidFill>
                <a:latin typeface="Lato"/>
                <a:ea typeface="Lato"/>
                <a:cs typeface="Lato"/>
                <a:sym typeface="Lato"/>
              </a:rPr>
              <a:t> Note: You don't need to worry about the specific project deliverables yet—we will dive into those details later in this module—but you should keep that long-term goal top of mind as you choose your path.</a:t>
            </a:r>
            <a:endParaRPr sz="1200">
              <a:solidFill>
                <a:schemeClr val="dk1"/>
              </a:solidFill>
              <a:latin typeface="Lato"/>
              <a:ea typeface="Lato"/>
              <a:cs typeface="Lato"/>
              <a:sym typeface="Lato"/>
            </a:endParaRPr>
          </a:p>
          <a:p>
            <a:pPr indent="0" lvl="0" marL="0" rtl="0" algn="l">
              <a:spcBef>
                <a:spcPts val="1000"/>
              </a:spcBef>
              <a:spcAft>
                <a:spcPts val="1000"/>
              </a:spcAft>
              <a:buNone/>
            </a:pPr>
            <a:r>
              <a:rPr lang="en" sz="1200">
                <a:solidFill>
                  <a:schemeClr val="dk1"/>
                </a:solidFill>
                <a:latin typeface="Lato"/>
                <a:ea typeface="Lato"/>
                <a:cs typeface="Lato"/>
                <a:sym typeface="Lato"/>
              </a:rPr>
              <a:t>Before you touch the technology today, you must first master the methodology of problem framing to ensure every prompt you write is a strategic move toward certainty.</a:t>
            </a:r>
            <a:endParaRPr sz="1200">
              <a:solidFill>
                <a:schemeClr val="dk1"/>
              </a:solidFill>
              <a:latin typeface="Lato"/>
              <a:ea typeface="Lato"/>
              <a:cs typeface="Lato"/>
              <a:sym typeface="Lato"/>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4" name="Shape 1704"/>
        <p:cNvGrpSpPr/>
        <p:nvPr/>
      </p:nvGrpSpPr>
      <p:grpSpPr>
        <a:xfrm>
          <a:off x="0" y="0"/>
          <a:ext cx="0" cy="0"/>
          <a:chOff x="0" y="0"/>
          <a:chExt cx="0" cy="0"/>
        </a:xfrm>
      </p:grpSpPr>
      <p:sp>
        <p:nvSpPr>
          <p:cNvPr id="1705" name="Google Shape;1705;g3c971b43cd0_0_7057: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1706" name="Google Shape;1706;g3c971b43cd0_0_70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Every prototype you build is a strategic experiment, and your primary responsibility is to identify which part of that experiment carries the most uncertainty. Rather than building a complete feature set, you must use your tools to zero in on specific risks—value, usability, or feasibility—and focus your refinement efforts there to move the confidence line.</a:t>
            </a:r>
            <a:endParaRPr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Ask yourself first, “What is the single riskiest assumption I need to validate?”</a:t>
            </a:r>
            <a:endParaRPr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b="1" lang="en" sz="1200">
                <a:solidFill>
                  <a:schemeClr val="dk1"/>
                </a:solidFill>
                <a:latin typeface="Lato"/>
                <a:ea typeface="Lato"/>
                <a:cs typeface="Lato"/>
                <a:sym typeface="Lato"/>
              </a:rPr>
              <a:t>If your risk is value:</a:t>
            </a:r>
            <a:r>
              <a:rPr lang="en" sz="1200">
                <a:solidFill>
                  <a:schemeClr val="dk1"/>
                </a:solidFill>
                <a:latin typeface="Lato"/>
                <a:ea typeface="Lato"/>
                <a:cs typeface="Lato"/>
                <a:sym typeface="Lato"/>
              </a:rPr>
              <a:t> You are testing whether your product truly solves a problem users care about. You must focus on whether the core intent of your build matches the user's expectations. Challenge your approach by asking if the result actually solves the user's problem or if it is just a novelty. This allows you to test the credibility and utility of your idea before you commit to a full build.</a:t>
            </a:r>
            <a:endParaRPr sz="1200">
              <a:solidFill>
                <a:schemeClr val="dk1"/>
              </a:solidFill>
              <a:latin typeface="Lato"/>
              <a:ea typeface="Lato"/>
              <a:cs typeface="Lato"/>
              <a:sym typeface="Lato"/>
            </a:endParaRPr>
          </a:p>
          <a:p>
            <a:pPr indent="-304800" lvl="0" marL="457200" rtl="0" algn="l">
              <a:spcBef>
                <a:spcPts val="1000"/>
              </a:spcBef>
              <a:spcAft>
                <a:spcPts val="0"/>
              </a:spcAft>
              <a:buClr>
                <a:schemeClr val="dk1"/>
              </a:buClr>
              <a:buSzPts val="1200"/>
              <a:buFont typeface="Lato"/>
              <a:buAutoNum type="arabicPeriod"/>
            </a:pPr>
            <a:r>
              <a:rPr b="1" lang="en" sz="1200">
                <a:solidFill>
                  <a:schemeClr val="dk1"/>
                </a:solidFill>
                <a:latin typeface="Lato"/>
                <a:ea typeface="Lato"/>
                <a:cs typeface="Lato"/>
                <a:sym typeface="Lato"/>
              </a:rPr>
              <a:t>If your risk is usability: </a:t>
            </a:r>
            <a:r>
              <a:rPr lang="en" sz="1200">
                <a:solidFill>
                  <a:schemeClr val="dk1"/>
                </a:solidFill>
                <a:latin typeface="Lato"/>
                <a:ea typeface="Lato"/>
                <a:cs typeface="Lato"/>
                <a:sym typeface="Lato"/>
              </a:rPr>
              <a:t>You are testing whether the interface feels like a helpful tool or an overwhelming experience. Use your build to walk through the interaction patterns step-by-step to identify friction points. Look for areas where users might get lost in the flow or confused by how to provide inputs. This helps you find edge cases and remove unnecessary complexity before you finalize the design.</a:t>
            </a:r>
            <a:endParaRPr sz="1200">
              <a:solidFill>
                <a:schemeClr val="dk1"/>
              </a:solidFill>
              <a:latin typeface="Lato"/>
              <a:ea typeface="Lato"/>
              <a:cs typeface="Lato"/>
              <a:sym typeface="Lato"/>
            </a:endParaRPr>
          </a:p>
          <a:p>
            <a:pPr indent="-304800" lvl="0" marL="457200" rtl="0" algn="l">
              <a:spcBef>
                <a:spcPts val="1000"/>
              </a:spcBef>
              <a:spcAft>
                <a:spcPts val="0"/>
              </a:spcAft>
              <a:buClr>
                <a:schemeClr val="dk1"/>
              </a:buClr>
              <a:buSzPts val="1200"/>
              <a:buFont typeface="Lato"/>
              <a:buAutoNum type="arabicPeriod"/>
            </a:pPr>
            <a:r>
              <a:rPr b="1" lang="en" sz="1200">
                <a:solidFill>
                  <a:schemeClr val="dk1"/>
                </a:solidFill>
                <a:latin typeface="Lato"/>
                <a:ea typeface="Lato"/>
                <a:cs typeface="Lato"/>
                <a:sym typeface="Lato"/>
              </a:rPr>
              <a:t>If your risk is feasibility: </a:t>
            </a:r>
            <a:r>
              <a:rPr lang="en" sz="1200">
                <a:solidFill>
                  <a:schemeClr val="dk1"/>
                </a:solidFill>
                <a:latin typeface="Lato"/>
                <a:ea typeface="Lato"/>
                <a:cs typeface="Lato"/>
                <a:sym typeface="Lato"/>
              </a:rPr>
              <a:t>You are testing whether the logic you've designed can actually handle the task. Focus on the constraints and inputs to check if the information you are providing can realistically produce the high-quality results you’re promising. Stress-testing the logic early saves you from hitting a technical wall mid-build and helps you define the clear boundaries of what your prototype can and cannot do.</a:t>
            </a:r>
            <a:endParaRPr sz="1200">
              <a:solidFill>
                <a:schemeClr val="dk1"/>
              </a:solidFill>
              <a:latin typeface="Lato"/>
              <a:ea typeface="Lato"/>
              <a:cs typeface="Lato"/>
              <a:sym typeface="Lato"/>
            </a:endParaRPr>
          </a:p>
          <a:p>
            <a:pPr indent="0" lvl="0" marL="0" rtl="0" algn="l">
              <a:spcBef>
                <a:spcPts val="1000"/>
              </a:spcBef>
              <a:spcAft>
                <a:spcPts val="0"/>
              </a:spcAft>
              <a:buNone/>
            </a:pPr>
            <a:r>
              <a:t/>
            </a:r>
            <a:endParaRPr sz="1200">
              <a:solidFill>
                <a:schemeClr val="dk1"/>
              </a:solidFill>
              <a:latin typeface="Lato"/>
              <a:ea typeface="Lato"/>
              <a:cs typeface="Lato"/>
              <a:sym typeface="Lato"/>
            </a:endParaRPr>
          </a:p>
          <a:p>
            <a:pPr indent="0" lvl="0" marL="0" rtl="0" algn="l">
              <a:spcBef>
                <a:spcPts val="0"/>
              </a:spcBef>
              <a:spcAft>
                <a:spcPts val="0"/>
              </a:spcAft>
              <a:buNone/>
            </a:pPr>
            <a:r>
              <a:rPr lang="en" sz="1200">
                <a:solidFill>
                  <a:schemeClr val="dk1"/>
                </a:solidFill>
                <a:latin typeface="Lato"/>
                <a:ea typeface="Lato"/>
                <a:cs typeface="Lato"/>
                <a:sym typeface="Lato"/>
              </a:rPr>
              <a:t>By identifying which assumption carries the most uncertainty, you can use your prompting time intentionally. The goal is not to create a polished demo, but to strengthen the weakest point of your product strategy. This is how you move from an idea that looks good on paper to a functional tool that has been actively de-risked through evidence.</a:t>
            </a:r>
            <a:endParaRPr sz="1200">
              <a:solidFill>
                <a:schemeClr val="dk1"/>
              </a:solidFill>
              <a:latin typeface="Lato"/>
              <a:ea typeface="Lato"/>
              <a:cs typeface="Lato"/>
              <a:sym typeface="Lato"/>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5" name="Shape 1725"/>
        <p:cNvGrpSpPr/>
        <p:nvPr/>
      </p:nvGrpSpPr>
      <p:grpSpPr>
        <a:xfrm>
          <a:off x="0" y="0"/>
          <a:ext cx="0" cy="0"/>
          <a:chOff x="0" y="0"/>
          <a:chExt cx="0" cy="0"/>
        </a:xfrm>
      </p:grpSpPr>
      <p:sp>
        <p:nvSpPr>
          <p:cNvPr id="1726" name="Google Shape;1726;g3c9c29eb32d_32_897: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1727" name="Google Shape;1727;g3c9c29eb32d_32_8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None/>
            </a:pPr>
            <a:r>
              <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None/>
            </a:pPr>
            <a:r>
              <a:rPr lang="en" sz="1200">
                <a:solidFill>
                  <a:schemeClr val="dk1"/>
                </a:solidFill>
                <a:latin typeface="Lato"/>
                <a:ea typeface="Lato"/>
                <a:cs typeface="Lato"/>
                <a:sym typeface="Lato"/>
              </a:rPr>
              <a:t>💥</a:t>
            </a:r>
            <a:r>
              <a:rPr b="1" lang="en" sz="1200">
                <a:solidFill>
                  <a:schemeClr val="dk1"/>
                </a:solidFill>
                <a:latin typeface="Lato"/>
                <a:ea typeface="Lato"/>
                <a:cs typeface="Lato"/>
                <a:sym typeface="Lato"/>
              </a:rPr>
              <a:t>Activity</a:t>
            </a:r>
            <a:r>
              <a:rPr lang="en" sz="1200">
                <a:solidFill>
                  <a:schemeClr val="dk1"/>
                </a:solidFill>
                <a:latin typeface="Lato"/>
                <a:ea typeface="Lato"/>
                <a:cs typeface="Lato"/>
                <a:sym typeface="Lato"/>
              </a:rPr>
              <a:t>: </a:t>
            </a:r>
            <a:r>
              <a:rPr lang="en" sz="1200">
                <a:solidFill>
                  <a:schemeClr val="dk1"/>
                </a:solidFill>
                <a:latin typeface="Lato"/>
                <a:ea typeface="Lato"/>
                <a:cs typeface="Lato"/>
                <a:sym typeface="Lato"/>
              </a:rPr>
              <a:t>Individual</a:t>
            </a:r>
            <a:r>
              <a:rPr lang="en" sz="1200">
                <a:solidFill>
                  <a:schemeClr val="dk1"/>
                </a:solidFill>
                <a:latin typeface="Lato"/>
                <a:ea typeface="Lato"/>
                <a:cs typeface="Lato"/>
                <a:sym typeface="Lato"/>
              </a:rPr>
              <a:t> Exercise</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rPr b="1" lang="en" sz="1200">
                <a:solidFill>
                  <a:schemeClr val="dk1"/>
                </a:solidFill>
                <a:latin typeface="Lato"/>
                <a:ea typeface="Lato"/>
                <a:cs typeface="Lato"/>
                <a:sym typeface="Lato"/>
              </a:rPr>
              <a:t>💬Topic: </a:t>
            </a:r>
            <a:r>
              <a:rPr lang="en" sz="1200">
                <a:solidFill>
                  <a:schemeClr val="dk1"/>
                </a:solidFill>
                <a:latin typeface="Lato"/>
                <a:ea typeface="Lato"/>
                <a:cs typeface="Lato"/>
                <a:sym typeface="Lato"/>
              </a:rPr>
              <a:t>Frame Before You Build</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rPr b="1" lang="en" sz="1200">
                <a:solidFill>
                  <a:schemeClr val="dk1"/>
                </a:solidFill>
                <a:latin typeface="Lato"/>
                <a:ea typeface="Lato"/>
                <a:cs typeface="Lato"/>
                <a:sym typeface="Lato"/>
              </a:rPr>
              <a:t>⏱️Time: </a:t>
            </a:r>
            <a:r>
              <a:rPr lang="en" sz="1200">
                <a:solidFill>
                  <a:schemeClr val="dk1"/>
                </a:solidFill>
                <a:latin typeface="Lato"/>
                <a:ea typeface="Lato"/>
                <a:cs typeface="Lato"/>
                <a:sym typeface="Lato"/>
              </a:rPr>
              <a:t>10 Minutes</a:t>
            </a:r>
            <a:endParaRPr sz="1200">
              <a:solidFill>
                <a:srgbClr val="CC0000"/>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200">
              <a:solidFill>
                <a:srgbClr val="CC0000"/>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r>
              <a:rPr b="1" lang="en" sz="1200">
                <a:solidFill>
                  <a:srgbClr val="CC0000"/>
                </a:solidFill>
                <a:latin typeface="Lato"/>
                <a:ea typeface="Lato"/>
                <a:cs typeface="Lato"/>
                <a:sym typeface="Lato"/>
              </a:rPr>
              <a:t>📌 Note for Instructors: </a:t>
            </a:r>
            <a:r>
              <a:rPr lang="en" sz="1200">
                <a:solidFill>
                  <a:srgbClr val="CC0000"/>
                </a:solidFill>
                <a:latin typeface="Lato"/>
                <a:ea typeface="Lato"/>
                <a:cs typeface="Lato"/>
                <a:sym typeface="Lato"/>
              </a:rPr>
              <a:t>Emphasize that this is strategy before execution phase. </a:t>
            </a:r>
            <a:r>
              <a:rPr b="1" lang="en" sz="1200">
                <a:solidFill>
                  <a:srgbClr val="CC0000"/>
                </a:solidFill>
                <a:latin typeface="Lato"/>
                <a:ea typeface="Lato"/>
                <a:cs typeface="Lato"/>
                <a:sym typeface="Lato"/>
              </a:rPr>
              <a:t>Students must not open Lovable yet.</a:t>
            </a:r>
            <a:r>
              <a:rPr lang="en" sz="1200">
                <a:solidFill>
                  <a:srgbClr val="CC0000"/>
                </a:solidFill>
                <a:latin typeface="Lato"/>
                <a:ea typeface="Lato"/>
                <a:cs typeface="Lato"/>
                <a:sym typeface="Lato"/>
              </a:rPr>
              <a:t> This exercise ensures they don't burn credits building the wrong thing. </a:t>
            </a:r>
            <a:endParaRPr sz="1200">
              <a:solidFill>
                <a:srgbClr val="CC0000"/>
              </a:solidFill>
              <a:latin typeface="Lato"/>
              <a:ea typeface="Lato"/>
              <a:cs typeface="Lato"/>
              <a:sym typeface="Lato"/>
            </a:endParaRPr>
          </a:p>
          <a:p>
            <a:pPr indent="-304800" lvl="0" marL="457200" rtl="0" algn="just">
              <a:lnSpc>
                <a:spcPct val="115000"/>
              </a:lnSpc>
              <a:spcBef>
                <a:spcPts val="0"/>
              </a:spcBef>
              <a:spcAft>
                <a:spcPts val="0"/>
              </a:spcAft>
              <a:buClr>
                <a:srgbClr val="CC0000"/>
              </a:buClr>
              <a:buSzPts val="1200"/>
              <a:buFont typeface="Lato"/>
              <a:buChar char="●"/>
            </a:pPr>
            <a:r>
              <a:rPr lang="en" sz="1200">
                <a:solidFill>
                  <a:srgbClr val="CC0000"/>
                </a:solidFill>
                <a:latin typeface="Lato"/>
                <a:ea typeface="Lato"/>
                <a:cs typeface="Lato"/>
                <a:sym typeface="Lato"/>
              </a:rPr>
              <a:t>Remind them that the Problem Frame is a core part of their final project deliverable. If students get stuck on "Explore," push them to define the one thing they need to learn to move their confidence line.</a:t>
            </a:r>
            <a:endParaRPr sz="1200">
              <a:solidFill>
                <a:srgbClr val="CC0000"/>
              </a:solidFill>
              <a:latin typeface="Lato"/>
              <a:ea typeface="Lato"/>
              <a:cs typeface="Lato"/>
              <a:sym typeface="Lato"/>
            </a:endParaRPr>
          </a:p>
          <a:p>
            <a:pPr indent="-304800" lvl="0" marL="457200" rtl="0" algn="just">
              <a:lnSpc>
                <a:spcPct val="115000"/>
              </a:lnSpc>
              <a:spcBef>
                <a:spcPts val="0"/>
              </a:spcBef>
              <a:spcAft>
                <a:spcPts val="0"/>
              </a:spcAft>
              <a:buClr>
                <a:srgbClr val="CC0000"/>
              </a:buClr>
              <a:buSzPts val="1200"/>
              <a:buFont typeface="Lato"/>
              <a:buChar char="●"/>
            </a:pPr>
            <a:r>
              <a:rPr lang="en" sz="1200">
                <a:solidFill>
                  <a:srgbClr val="CC0000"/>
                </a:solidFill>
                <a:latin typeface="Lato"/>
                <a:ea typeface="Lato"/>
                <a:cs typeface="Lato"/>
                <a:sym typeface="Lato"/>
              </a:rPr>
              <a:t>Let students know they will join a random breakout group to work in a “co-working” </a:t>
            </a:r>
            <a:r>
              <a:rPr lang="en" sz="1200">
                <a:solidFill>
                  <a:srgbClr val="CC0000"/>
                </a:solidFill>
                <a:latin typeface="Lato"/>
                <a:ea typeface="Lato"/>
                <a:cs typeface="Lato"/>
                <a:sym typeface="Lato"/>
              </a:rPr>
              <a:t>environment</a:t>
            </a:r>
            <a:r>
              <a:rPr lang="en" sz="1200">
                <a:solidFill>
                  <a:srgbClr val="CC0000"/>
                </a:solidFill>
                <a:latin typeface="Lato"/>
                <a:ea typeface="Lato"/>
                <a:cs typeface="Lato"/>
                <a:sym typeface="Lato"/>
              </a:rPr>
              <a:t>, but they should each be </a:t>
            </a:r>
            <a:r>
              <a:rPr lang="en" sz="1200">
                <a:solidFill>
                  <a:srgbClr val="CC0000"/>
                </a:solidFill>
                <a:latin typeface="Lato"/>
                <a:ea typeface="Lato"/>
                <a:cs typeface="Lato"/>
                <a:sym typeface="Lato"/>
              </a:rPr>
              <a:t>building</a:t>
            </a:r>
            <a:r>
              <a:rPr lang="en" sz="1200">
                <a:solidFill>
                  <a:srgbClr val="CC0000"/>
                </a:solidFill>
                <a:latin typeface="Lato"/>
                <a:ea typeface="Lato"/>
                <a:cs typeface="Lato"/>
                <a:sym typeface="Lato"/>
              </a:rPr>
              <a:t> their own solution.</a:t>
            </a:r>
            <a:endParaRPr sz="1200">
              <a:solidFill>
                <a:srgbClr val="CC0000"/>
              </a:solidFill>
              <a:latin typeface="Lato"/>
              <a:ea typeface="Lato"/>
              <a:cs typeface="Lato"/>
              <a:sym typeface="Lato"/>
            </a:endParaRPr>
          </a:p>
          <a:p>
            <a:pPr indent="-304800" lvl="0" marL="457200" rtl="0" algn="just">
              <a:lnSpc>
                <a:spcPct val="115000"/>
              </a:lnSpc>
              <a:spcBef>
                <a:spcPts val="0"/>
              </a:spcBef>
              <a:spcAft>
                <a:spcPts val="0"/>
              </a:spcAft>
              <a:buClr>
                <a:srgbClr val="CC0000"/>
              </a:buClr>
              <a:buSzPts val="1200"/>
              <a:buFont typeface="Lato"/>
              <a:buChar char="●"/>
            </a:pPr>
            <a:r>
              <a:rPr b="1" lang="en" sz="1200">
                <a:solidFill>
                  <a:srgbClr val="CC0000"/>
                </a:solidFill>
                <a:latin typeface="Lato"/>
                <a:ea typeface="Lato"/>
                <a:cs typeface="Lato"/>
                <a:sym typeface="Lato"/>
              </a:rPr>
              <a:t>After a few </a:t>
            </a:r>
            <a:r>
              <a:rPr b="1" lang="en" sz="1200">
                <a:solidFill>
                  <a:srgbClr val="CC0000"/>
                </a:solidFill>
                <a:latin typeface="Lato"/>
                <a:ea typeface="Lato"/>
                <a:cs typeface="Lato"/>
                <a:sym typeface="Lato"/>
              </a:rPr>
              <a:t>minutes, pop into each group to see how students are getting on and c</a:t>
            </a:r>
            <a:r>
              <a:rPr b="1" lang="en" sz="1200">
                <a:solidFill>
                  <a:srgbClr val="CC0000"/>
                </a:solidFill>
                <a:latin typeface="Lato"/>
                <a:ea typeface="Lato"/>
                <a:cs typeface="Lato"/>
                <a:sym typeface="Lato"/>
              </a:rPr>
              <a:t>heck for:</a:t>
            </a:r>
            <a:endParaRPr b="1" sz="1200">
              <a:solidFill>
                <a:srgbClr val="CC0000"/>
              </a:solidFill>
              <a:latin typeface="Lato"/>
              <a:ea typeface="Lato"/>
              <a:cs typeface="Lato"/>
              <a:sym typeface="Lato"/>
            </a:endParaRPr>
          </a:p>
          <a:p>
            <a:pPr indent="-304800" lvl="1" marL="914400" rtl="0" algn="just">
              <a:lnSpc>
                <a:spcPct val="115000"/>
              </a:lnSpc>
              <a:spcBef>
                <a:spcPts val="0"/>
              </a:spcBef>
              <a:spcAft>
                <a:spcPts val="0"/>
              </a:spcAft>
              <a:buClr>
                <a:srgbClr val="CC0000"/>
              </a:buClr>
              <a:buSzPts val="1200"/>
              <a:buFont typeface="Lato"/>
              <a:buChar char="○"/>
            </a:pPr>
            <a:r>
              <a:rPr lang="en" sz="1200">
                <a:solidFill>
                  <a:srgbClr val="CC0000"/>
                </a:solidFill>
                <a:latin typeface="Lato"/>
                <a:ea typeface="Lato"/>
                <a:cs typeface="Lato"/>
                <a:sym typeface="Lato"/>
              </a:rPr>
              <a:t>"Fake Divergence": If a student’s options are just UI variations, push them: </a:t>
            </a:r>
            <a:r>
              <a:rPr i="1" lang="en" sz="1200">
                <a:solidFill>
                  <a:srgbClr val="CC0000"/>
                </a:solidFill>
                <a:latin typeface="Lato"/>
                <a:ea typeface="Lato"/>
                <a:cs typeface="Lato"/>
                <a:sym typeface="Lato"/>
              </a:rPr>
              <a:t>"How would you solve this if there was no screen at all?"</a:t>
            </a:r>
            <a:endParaRPr i="1" sz="1200">
              <a:solidFill>
                <a:srgbClr val="CC0000"/>
              </a:solidFill>
              <a:latin typeface="Lato"/>
              <a:ea typeface="Lato"/>
              <a:cs typeface="Lato"/>
              <a:sym typeface="Lato"/>
            </a:endParaRPr>
          </a:p>
          <a:p>
            <a:pPr indent="-304800" lvl="1" marL="914400" rtl="0" algn="just">
              <a:lnSpc>
                <a:spcPct val="115000"/>
              </a:lnSpc>
              <a:spcBef>
                <a:spcPts val="0"/>
              </a:spcBef>
              <a:spcAft>
                <a:spcPts val="0"/>
              </a:spcAft>
              <a:buClr>
                <a:srgbClr val="CC0000"/>
              </a:buClr>
              <a:buSzPts val="1200"/>
              <a:buFont typeface="Lato"/>
              <a:buChar char="○"/>
            </a:pPr>
            <a:r>
              <a:rPr lang="en" sz="1200">
                <a:solidFill>
                  <a:srgbClr val="CC0000"/>
                </a:solidFill>
                <a:latin typeface="Lato"/>
                <a:ea typeface="Lato"/>
                <a:cs typeface="Lato"/>
                <a:sym typeface="Lato"/>
              </a:rPr>
              <a:t>"Fidelity Overkill": If a student picks the most complex level (Functional App) for a Value risk, remind them: </a:t>
            </a:r>
            <a:r>
              <a:rPr i="1" lang="en" sz="1200">
                <a:solidFill>
                  <a:srgbClr val="CC0000"/>
                </a:solidFill>
                <a:latin typeface="Lato"/>
                <a:ea typeface="Lato"/>
                <a:cs typeface="Lato"/>
                <a:sym typeface="Lato"/>
              </a:rPr>
              <a:t>"Match fidelity to risk, not to ambition.”</a:t>
            </a:r>
            <a:endParaRPr i="1" sz="1200">
              <a:solidFill>
                <a:srgbClr val="CC0000"/>
              </a:solidFill>
              <a:latin typeface="Lato"/>
              <a:ea typeface="Lato"/>
              <a:cs typeface="Lato"/>
              <a:sym typeface="Lato"/>
            </a:endParaRPr>
          </a:p>
          <a:p>
            <a:pPr indent="-304800" lvl="0" marL="457200" rtl="0" algn="just">
              <a:lnSpc>
                <a:spcPct val="115000"/>
              </a:lnSpc>
              <a:spcBef>
                <a:spcPts val="0"/>
              </a:spcBef>
              <a:spcAft>
                <a:spcPts val="0"/>
              </a:spcAft>
              <a:buClr>
                <a:srgbClr val="CC0000"/>
              </a:buClr>
              <a:buSzPts val="1200"/>
              <a:buFont typeface="Lato"/>
              <a:buChar char="●"/>
            </a:pPr>
            <a:r>
              <a:rPr b="1" lang="en" sz="1200">
                <a:solidFill>
                  <a:srgbClr val="CC0000"/>
                </a:solidFill>
                <a:latin typeface="Lato"/>
                <a:ea typeface="Lato"/>
                <a:cs typeface="Lato"/>
                <a:sym typeface="Lato"/>
              </a:rPr>
              <a:t>Remind students they must come up with one path by the end of these 10 minutes, as they will </a:t>
            </a:r>
            <a:r>
              <a:rPr b="1" lang="en" sz="1200">
                <a:solidFill>
                  <a:srgbClr val="CC0000"/>
                </a:solidFill>
                <a:latin typeface="Lato"/>
                <a:ea typeface="Lato"/>
                <a:cs typeface="Lato"/>
                <a:sym typeface="Lato"/>
              </a:rPr>
              <a:t>need to share it on Slack</a:t>
            </a:r>
            <a:r>
              <a:rPr b="1" lang="en" sz="1200">
                <a:solidFill>
                  <a:srgbClr val="CC0000"/>
                </a:solidFill>
                <a:latin typeface="Lato"/>
                <a:ea typeface="Lato"/>
                <a:cs typeface="Lato"/>
                <a:sym typeface="Lato"/>
              </a:rPr>
              <a:t>.</a:t>
            </a:r>
            <a:endParaRPr b="1" sz="1200">
              <a:solidFill>
                <a:srgbClr val="CC0000"/>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r>
              <a:t/>
            </a:r>
            <a:endParaRPr b="1" sz="1200">
              <a:solidFill>
                <a:srgbClr val="CC0000"/>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r>
              <a:rPr b="1" lang="en" sz="1200">
                <a:solidFill>
                  <a:schemeClr val="dk1"/>
                </a:solidFill>
                <a:latin typeface="Lato"/>
                <a:ea typeface="Lato"/>
                <a:cs typeface="Lato"/>
                <a:sym typeface="Lato"/>
              </a:rPr>
              <a:t>Scenario:</a:t>
            </a:r>
            <a:r>
              <a:rPr lang="en" sz="1200">
                <a:solidFill>
                  <a:schemeClr val="dk1"/>
                </a:solidFill>
                <a:latin typeface="Lato"/>
                <a:ea typeface="Lato"/>
                <a:cs typeface="Lato"/>
                <a:sym typeface="Lato"/>
              </a:rPr>
              <a:t> In this individual exercise, students transition from a vague project scenario to a specific build strategy. Their job is to defining the "why" behind their build of their final project scenario before they commit to a single pixel of "how."</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r>
              <a:rPr b="1" lang="en" sz="1200">
                <a:solidFill>
                  <a:schemeClr val="dk1"/>
                </a:solidFill>
                <a:latin typeface="Lato"/>
                <a:ea typeface="Lato"/>
                <a:cs typeface="Lato"/>
                <a:sym typeface="Lato"/>
              </a:rPr>
              <a:t>Instructions:</a:t>
            </a:r>
            <a:endParaRPr b="1" sz="1200">
              <a:solidFill>
                <a:schemeClr val="dk1"/>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👉Share the link to the </a:t>
            </a:r>
            <a:r>
              <a:rPr lang="en" sz="1200">
                <a:solidFill>
                  <a:schemeClr val="dk1"/>
                </a:solidFill>
                <a:latin typeface="Lato"/>
                <a:ea typeface="Lato"/>
                <a:cs typeface="Lato"/>
                <a:sym typeface="Lato"/>
              </a:rPr>
              <a:t>activity guide</a:t>
            </a:r>
            <a:r>
              <a:rPr lang="en" sz="1200">
                <a:solidFill>
                  <a:schemeClr val="dk1"/>
                </a:solidFill>
                <a:latin typeface="Lato"/>
                <a:ea typeface="Lato"/>
                <a:cs typeface="Lato"/>
                <a:sym typeface="Lato"/>
              </a:rPr>
              <a:t> in the chat and let students know they have the Problem Framework Template there they will be </a:t>
            </a:r>
            <a:r>
              <a:rPr lang="en" sz="1200">
                <a:solidFill>
                  <a:schemeClr val="dk1"/>
                </a:solidFill>
                <a:latin typeface="Lato"/>
                <a:ea typeface="Lato"/>
                <a:cs typeface="Lato"/>
                <a:sym typeface="Lato"/>
              </a:rPr>
              <a:t>completing</a:t>
            </a:r>
            <a:r>
              <a:rPr lang="en" sz="1200">
                <a:solidFill>
                  <a:schemeClr val="dk1"/>
                </a:solidFill>
                <a:latin typeface="Lato"/>
                <a:ea typeface="Lato"/>
                <a:cs typeface="Lato"/>
                <a:sym typeface="Lato"/>
              </a:rPr>
              <a:t>. </a:t>
            </a:r>
            <a:endParaRPr sz="1200">
              <a:solidFill>
                <a:schemeClr val="dk1"/>
              </a:solidFill>
              <a:latin typeface="Lato"/>
              <a:ea typeface="Lato"/>
              <a:cs typeface="Lato"/>
              <a:sym typeface="Lato"/>
            </a:endParaRPr>
          </a:p>
          <a:p>
            <a:pPr indent="-304800" lvl="0" marL="457200" rtl="0" algn="just">
              <a:lnSpc>
                <a:spcPct val="115000"/>
              </a:lnSpc>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Have students head to 6-Part Framework template. Instruct them to fill in all elements, but prioritize the Explore section. They </a:t>
            </a:r>
            <a:r>
              <a:rPr lang="en" sz="1200">
                <a:solidFill>
                  <a:schemeClr val="dk1"/>
                </a:solidFill>
                <a:latin typeface="Lato"/>
                <a:ea typeface="Lato"/>
                <a:cs typeface="Lato"/>
                <a:sym typeface="Lato"/>
              </a:rPr>
              <a:t>should</a:t>
            </a:r>
            <a:r>
              <a:rPr lang="en" sz="1200">
                <a:solidFill>
                  <a:schemeClr val="dk1"/>
                </a:solidFill>
                <a:latin typeface="Lato"/>
                <a:ea typeface="Lato"/>
                <a:cs typeface="Lato"/>
                <a:sym typeface="Lato"/>
              </a:rPr>
              <a:t> be asking: "What is the single biggest question I need to answer by building this?"</a:t>
            </a:r>
            <a:endParaRPr sz="1200">
              <a:solidFill>
                <a:schemeClr val="dk1"/>
              </a:solidFill>
              <a:latin typeface="Lato"/>
              <a:ea typeface="Lato"/>
              <a:cs typeface="Lato"/>
              <a:sym typeface="Lato"/>
            </a:endParaRPr>
          </a:p>
          <a:p>
            <a:pPr indent="-304800" lvl="0" marL="457200" rtl="0" algn="just">
              <a:lnSpc>
                <a:spcPct val="115000"/>
              </a:lnSpc>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Once they have completed the six parts, have them draft 2-3 structurally different directions in order to tackle their scenario. Remind them: architecture over aesthetics. A "dashboard vs. a chat agent" is divergence; "blue buttons vs. green buttons" is not.</a:t>
            </a:r>
            <a:endParaRPr sz="1200">
              <a:solidFill>
                <a:schemeClr val="dk1"/>
              </a:solidFill>
              <a:latin typeface="Lato"/>
              <a:ea typeface="Lato"/>
              <a:cs typeface="Lato"/>
              <a:sym typeface="Lato"/>
            </a:endParaRPr>
          </a:p>
          <a:p>
            <a:pPr indent="-304800" lvl="0" marL="457200" rtl="0" algn="just">
              <a:lnSpc>
                <a:spcPct val="115000"/>
              </a:lnSpc>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Stress to students that by the end of the 10 minutes, they must select one direction that addresses their riskiest assumption, using the Fidelity Ladder to choose their build depth: </a:t>
            </a:r>
            <a:endParaRPr sz="1200">
              <a:solidFill>
                <a:schemeClr val="dk1"/>
              </a:solidFill>
              <a:latin typeface="Lato"/>
              <a:ea typeface="Lato"/>
              <a:cs typeface="Lato"/>
              <a:sym typeface="Lato"/>
            </a:endParaRPr>
          </a:p>
          <a:p>
            <a:pPr indent="-304800" lvl="1" marL="914400" rtl="0" algn="just">
              <a:lnSpc>
                <a:spcPct val="115000"/>
              </a:lnSpc>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Value Risk? Landing Page.</a:t>
            </a:r>
            <a:endParaRPr sz="1200">
              <a:solidFill>
                <a:schemeClr val="dk1"/>
              </a:solidFill>
              <a:latin typeface="Lato"/>
              <a:ea typeface="Lato"/>
              <a:cs typeface="Lato"/>
              <a:sym typeface="Lato"/>
            </a:endParaRPr>
          </a:p>
          <a:p>
            <a:pPr indent="-304800" lvl="1" marL="914400" rtl="0" algn="just">
              <a:lnSpc>
                <a:spcPct val="115000"/>
              </a:lnSpc>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Usability Risk? Clickable Mockup.</a:t>
            </a:r>
            <a:endParaRPr sz="1200">
              <a:solidFill>
                <a:schemeClr val="dk1"/>
              </a:solidFill>
              <a:latin typeface="Lato"/>
              <a:ea typeface="Lato"/>
              <a:cs typeface="Lato"/>
              <a:sym typeface="Lato"/>
            </a:endParaRPr>
          </a:p>
          <a:p>
            <a:pPr indent="-304800" lvl="1" marL="914400" rtl="0" algn="just">
              <a:lnSpc>
                <a:spcPct val="115000"/>
              </a:lnSpc>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Feasibility Risk? Functional App</a:t>
            </a:r>
            <a:r>
              <a:rPr lang="en" sz="1200">
                <a:solidFill>
                  <a:schemeClr val="dk1"/>
                </a:solidFill>
                <a:latin typeface="Lato"/>
                <a:ea typeface="Lato"/>
                <a:cs typeface="Lato"/>
                <a:sym typeface="Lato"/>
              </a:rPr>
              <a:t>.</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r>
              <a:rPr b="1" lang="en" sz="1200">
                <a:solidFill>
                  <a:schemeClr val="dk1"/>
                </a:solidFill>
                <a:latin typeface="Lato"/>
                <a:ea typeface="Lato"/>
                <a:cs typeface="Lato"/>
                <a:sym typeface="Lato"/>
              </a:rPr>
              <a:t>How did it go? Ask student to share their impact statement and give feedback on its structure. </a:t>
            </a:r>
            <a:endParaRPr b="1"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Lato"/>
              <a:ea typeface="Lato"/>
              <a:cs typeface="Lato"/>
              <a:sym typeface="Lato"/>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a:t>
            </a:r>
            <a:r>
              <a:rPr b="1" lang="en" sz="1200">
                <a:solidFill>
                  <a:schemeClr val="dk1"/>
                </a:solidFill>
                <a:latin typeface="Lato"/>
                <a:ea typeface="Lato"/>
                <a:cs typeface="Lato"/>
                <a:sym typeface="Lato"/>
              </a:rPr>
              <a:t> Reminder to create Breakout Groups in Zoom</a:t>
            </a:r>
            <a:r>
              <a:rPr lang="en" sz="1200">
                <a:solidFill>
                  <a:schemeClr val="dk1"/>
                </a:solidFill>
                <a:latin typeface="Lato"/>
                <a:ea typeface="Lato"/>
                <a:cs typeface="Lato"/>
                <a:sym typeface="Lato"/>
              </a:rPr>
              <a:t> </a:t>
            </a:r>
            <a:endParaRPr sz="1200">
              <a:solidFill>
                <a:srgbClr val="CC0000"/>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9" name="Shape 1739"/>
        <p:cNvGrpSpPr/>
        <p:nvPr/>
      </p:nvGrpSpPr>
      <p:grpSpPr>
        <a:xfrm>
          <a:off x="0" y="0"/>
          <a:ext cx="0" cy="0"/>
          <a:chOff x="0" y="0"/>
          <a:chExt cx="0" cy="0"/>
        </a:xfrm>
      </p:grpSpPr>
      <p:sp>
        <p:nvSpPr>
          <p:cNvPr id="1740" name="Google Shape;1740;g3c9c29eb32d_32_4163:notes"/>
          <p:cNvSpPr/>
          <p:nvPr>
            <p:ph idx="2" type="sldImg"/>
          </p:nvPr>
        </p:nvSpPr>
        <p:spPr>
          <a:xfrm>
            <a:off x="13716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1741" name="Google Shape;1741;g3c9c29eb32d_32_4163: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a:t>
            </a:r>
            <a:r>
              <a:rPr b="1" lang="en" sz="1200">
                <a:solidFill>
                  <a:schemeClr val="dk1"/>
                </a:solidFill>
                <a:latin typeface="Lato"/>
                <a:ea typeface="Lato"/>
                <a:cs typeface="Lato"/>
                <a:sym typeface="Lato"/>
              </a:rPr>
              <a:t>Activity</a:t>
            </a:r>
            <a:r>
              <a:rPr lang="en" sz="1200">
                <a:solidFill>
                  <a:schemeClr val="dk1"/>
                </a:solidFill>
                <a:latin typeface="Lato"/>
                <a:ea typeface="Lato"/>
                <a:cs typeface="Lato"/>
                <a:sym typeface="Lato"/>
              </a:rPr>
              <a:t>: Quick Debrief</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r>
              <a:rPr b="1" lang="en" sz="1200">
                <a:solidFill>
                  <a:schemeClr val="dk1"/>
                </a:solidFill>
                <a:latin typeface="Lato"/>
                <a:ea typeface="Lato"/>
                <a:cs typeface="Lato"/>
                <a:sym typeface="Lato"/>
              </a:rPr>
              <a:t>💬Topic: </a:t>
            </a:r>
            <a:r>
              <a:rPr lang="en" sz="1200">
                <a:solidFill>
                  <a:schemeClr val="dk1"/>
                </a:solidFill>
                <a:latin typeface="Lato"/>
                <a:ea typeface="Lato"/>
                <a:cs typeface="Lato"/>
                <a:sym typeface="Lato"/>
              </a:rPr>
              <a:t>Problem Framework</a:t>
            </a:r>
            <a:r>
              <a:rPr lang="en" sz="1200">
                <a:solidFill>
                  <a:schemeClr val="dk1"/>
                </a:solidFill>
                <a:latin typeface="Lato"/>
                <a:ea typeface="Lato"/>
                <a:cs typeface="Lato"/>
                <a:sym typeface="Lato"/>
              </a:rPr>
              <a:t> Statement</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r>
              <a:rPr b="1" lang="en" sz="1200">
                <a:solidFill>
                  <a:schemeClr val="dk1"/>
                </a:solidFill>
                <a:latin typeface="Lato"/>
                <a:ea typeface="Lato"/>
                <a:cs typeface="Lato"/>
                <a:sym typeface="Lato"/>
              </a:rPr>
              <a:t>⏱️Time: </a:t>
            </a:r>
            <a:r>
              <a:rPr lang="en" sz="1200">
                <a:solidFill>
                  <a:schemeClr val="dk1"/>
                </a:solidFill>
                <a:latin typeface="Lato"/>
                <a:ea typeface="Lato"/>
                <a:cs typeface="Lato"/>
                <a:sym typeface="Lato"/>
              </a:rPr>
              <a:t>2 Minutes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t/>
            </a:r>
            <a:endParaRPr sz="1400">
              <a:solidFill>
                <a:srgbClr val="7F7F7F"/>
              </a:solidFill>
              <a:latin typeface="Poppins SemiBold"/>
              <a:ea typeface="Poppins SemiBold"/>
              <a:cs typeface="Poppins SemiBold"/>
              <a:sym typeface="Poppins SemiBold"/>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Lato"/>
                <a:ea typeface="Lato"/>
                <a:cs typeface="Lato"/>
                <a:sym typeface="Lato"/>
              </a:rPr>
              <a:t>Instructions: </a:t>
            </a:r>
            <a:r>
              <a:rPr lang="en" sz="1200">
                <a:solidFill>
                  <a:schemeClr val="dk1"/>
                </a:solidFill>
                <a:latin typeface="Lato"/>
                <a:ea typeface="Lato"/>
                <a:cs typeface="Lato"/>
                <a:sym typeface="Lato"/>
              </a:rPr>
              <a:t>Ask students to post their scenario choice and problem framework on Slack. They must include the core problem they aim to solve and the fidelity level (e.g., landing page) they plan to test.. </a:t>
            </a:r>
            <a:r>
              <a:rPr lang="en" sz="1200">
                <a:solidFill>
                  <a:schemeClr val="dk1"/>
                </a:solidFill>
                <a:latin typeface="Lato"/>
                <a:ea typeface="Lato"/>
                <a:cs typeface="Lato"/>
                <a:sym typeface="Lato"/>
              </a:rPr>
              <a:t>This provides a snapshot of where core interest in scenarios lies and the general strategic alignment of the cohort. As statements come in, read out some choices and zero in on those who might need an extra push.</a:t>
            </a:r>
            <a:endParaRPr sz="1200">
              <a:solidFill>
                <a:schemeClr val="dk1"/>
              </a:solidFill>
              <a:latin typeface="Lato"/>
              <a:ea typeface="Lato"/>
              <a:cs typeface="Lato"/>
              <a:sym typeface="Lato"/>
            </a:endParaRPr>
          </a:p>
          <a:p>
            <a:pPr indent="-304800" lvl="0" marL="457200" rtl="0" algn="l">
              <a:lnSpc>
                <a:spcPct val="115000"/>
              </a:lnSpc>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 Focus on clarity of intent and look for architecture keywords (e.g., Automated Agent, Self-Service Portal, Dashboard). If the statement is too vague, they will struggle to write a precise prompt in the next step.</a:t>
            </a:r>
            <a:endParaRPr sz="1200">
              <a:solidFill>
                <a:schemeClr val="dk1"/>
              </a:solidFill>
              <a:latin typeface="Lato"/>
              <a:ea typeface="Lato"/>
              <a:cs typeface="Lato"/>
              <a:sym typeface="Lato"/>
            </a:endParaRPr>
          </a:p>
          <a:p>
            <a:pPr indent="-304800" lvl="0" marL="457200" rtl="0" algn="l">
              <a:lnSpc>
                <a:spcPct val="115000"/>
              </a:lnSpc>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Highlight the range of ideas and ue the Slack channel as a gallery. Seeing that a peer is building a "Chat Interface" for the same scenario where they chose a "Dashboard" reinforces the concept of divergence before they start their individual builds.</a:t>
            </a:r>
            <a:endParaRPr sz="1200">
              <a:solidFill>
                <a:schemeClr val="dk1"/>
              </a:solidFill>
              <a:latin typeface="Lato"/>
              <a:ea typeface="Lato"/>
              <a:cs typeface="Lato"/>
              <a:sym typeface="Lato"/>
            </a:endParaRPr>
          </a:p>
          <a:p>
            <a:pPr indent="0" lvl="0" marL="0" rtl="0" algn="l">
              <a:lnSpc>
                <a:spcPct val="115000"/>
              </a:lnSpc>
              <a:spcBef>
                <a:spcPts val="0"/>
              </a:spcBef>
              <a:spcAft>
                <a:spcPts val="0"/>
              </a:spcAft>
              <a:buClr>
                <a:schemeClr val="dk1"/>
              </a:buClr>
              <a:buSzPts val="1100"/>
              <a:buFont typeface="Arial"/>
              <a:buNone/>
            </a:pPr>
            <a:r>
              <a:t/>
            </a:r>
            <a:endParaRPr b="1">
              <a:solidFill>
                <a:schemeClr val="dk1"/>
              </a:solidFill>
              <a:latin typeface="Lato"/>
              <a:ea typeface="Lato"/>
              <a:cs typeface="Lato"/>
              <a:sym typeface="Lato"/>
            </a:endParaRPr>
          </a:p>
          <a:p>
            <a:pPr indent="0" lvl="0" marL="0" rtl="0" algn="l">
              <a:lnSpc>
                <a:spcPct val="115000"/>
              </a:lnSpc>
              <a:spcBef>
                <a:spcPts val="0"/>
              </a:spcBef>
              <a:spcAft>
                <a:spcPts val="0"/>
              </a:spcAft>
              <a:buClr>
                <a:schemeClr val="dk1"/>
              </a:buClr>
              <a:buSzPts val="1100"/>
              <a:buFont typeface="Arial"/>
              <a:buNone/>
            </a:pPr>
            <a:r>
              <a:t/>
            </a:r>
            <a:endParaRPr b="1">
              <a:solidFill>
                <a:schemeClr val="dk1"/>
              </a:solidFill>
              <a:latin typeface="Lato"/>
              <a:ea typeface="Lato"/>
              <a:cs typeface="Lato"/>
              <a:sym typeface="Lato"/>
            </a:endParaRPr>
          </a:p>
          <a:p>
            <a:pPr indent="0" lvl="0" marL="0" rtl="0" algn="l">
              <a:lnSpc>
                <a:spcPct val="115000"/>
              </a:lnSpc>
              <a:spcBef>
                <a:spcPts val="0"/>
              </a:spcBef>
              <a:spcAft>
                <a:spcPts val="0"/>
              </a:spcAft>
              <a:buNone/>
            </a:pPr>
            <a:r>
              <a:t/>
            </a:r>
            <a:endParaRPr sz="1400">
              <a:solidFill>
                <a:srgbClr val="7F7F7F"/>
              </a:solidFill>
              <a:latin typeface="Poppins SemiBold"/>
              <a:ea typeface="Poppins SemiBold"/>
              <a:cs typeface="Poppins SemiBold"/>
              <a:sym typeface="Poppins SemiBo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3" name="Shape 1753"/>
        <p:cNvGrpSpPr/>
        <p:nvPr/>
      </p:nvGrpSpPr>
      <p:grpSpPr>
        <a:xfrm>
          <a:off x="0" y="0"/>
          <a:ext cx="0" cy="0"/>
          <a:chOff x="0" y="0"/>
          <a:chExt cx="0" cy="0"/>
        </a:xfrm>
      </p:grpSpPr>
      <p:sp>
        <p:nvSpPr>
          <p:cNvPr id="1754" name="Google Shape;1754;g3c971b43cd0_0_14147:notes"/>
          <p:cNvSpPr/>
          <p:nvPr>
            <p:ph idx="2" type="sldImg"/>
          </p:nvPr>
        </p:nvSpPr>
        <p:spPr>
          <a:xfrm>
            <a:off x="685800" y="685800"/>
            <a:ext cx="54864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5" name="Google Shape;1755;g3c971b43cd0_0_141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02. </a:t>
            </a:r>
            <a:r>
              <a:rPr lang="en" sz="1400">
                <a:solidFill>
                  <a:srgbClr val="7F7F7F"/>
                </a:solidFill>
                <a:latin typeface="Poppins SemiBold"/>
                <a:ea typeface="Poppins SemiBold"/>
                <a:cs typeface="Poppins SemiBold"/>
                <a:sym typeface="Poppins SemiBold"/>
              </a:rPr>
              <a:t>Prompting &amp; Design Systems</a:t>
            </a:r>
            <a:endParaRPr sz="1400">
              <a:solidFill>
                <a:srgbClr val="7F7F7F"/>
              </a:solidFill>
              <a:latin typeface="Poppins SemiBold"/>
              <a:ea typeface="Poppins SemiBold"/>
              <a:cs typeface="Poppins SemiBold"/>
              <a:sym typeface="Poppins SemiBo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8" name="Shape 1758"/>
        <p:cNvGrpSpPr/>
        <p:nvPr/>
      </p:nvGrpSpPr>
      <p:grpSpPr>
        <a:xfrm>
          <a:off x="0" y="0"/>
          <a:ext cx="0" cy="0"/>
          <a:chOff x="0" y="0"/>
          <a:chExt cx="0" cy="0"/>
        </a:xfrm>
      </p:grpSpPr>
      <p:sp>
        <p:nvSpPr>
          <p:cNvPr id="1759" name="Google Shape;1759;g3c971b43cd0_0_14196:notes"/>
          <p:cNvSpPr/>
          <p:nvPr>
            <p:ph idx="2" type="sldImg"/>
          </p:nvPr>
        </p:nvSpPr>
        <p:spPr>
          <a:xfrm>
            <a:off x="800100" y="714375"/>
            <a:ext cx="4114800" cy="1928700"/>
          </a:xfrm>
          <a:custGeom>
            <a:rect b="b" l="l" r="r" t="t"/>
            <a:pathLst>
              <a:path extrusionOk="0" h="120000" w="120000">
                <a:moveTo>
                  <a:pt x="0" y="0"/>
                </a:moveTo>
                <a:lnTo>
                  <a:pt x="120000" y="0"/>
                </a:lnTo>
                <a:lnTo>
                  <a:pt x="120000" y="120000"/>
                </a:lnTo>
                <a:lnTo>
                  <a:pt x="0" y="120000"/>
                </a:lnTo>
                <a:close/>
              </a:path>
            </a:pathLst>
          </a:custGeom>
          <a:noFill/>
          <a:ln cap="flat" cmpd="sng" w="9700">
            <a:solidFill>
              <a:srgbClr val="000000"/>
            </a:solidFill>
            <a:prstDash val="solid"/>
            <a:round/>
            <a:headEnd len="sm" w="sm" type="none"/>
            <a:tailEnd len="sm" w="sm" type="none"/>
          </a:ln>
        </p:spPr>
      </p:sp>
      <p:sp>
        <p:nvSpPr>
          <p:cNvPr id="1760" name="Google Shape;1760;g3c971b43cd0_0_14196:notes"/>
          <p:cNvSpPr txBox="1"/>
          <p:nvPr>
            <p:ph idx="1" type="body"/>
          </p:nvPr>
        </p:nvSpPr>
        <p:spPr>
          <a:xfrm>
            <a:off x="571500" y="2750344"/>
            <a:ext cx="4572000" cy="2250300"/>
          </a:xfrm>
          <a:prstGeom prst="rect">
            <a:avLst/>
          </a:prstGeom>
          <a:noFill/>
          <a:ln>
            <a:noFill/>
          </a:ln>
        </p:spPr>
        <p:txBody>
          <a:bodyPr anchorCtr="0" anchor="t" bIns="34900" lIns="69850" spcFirstLastPara="1" rIns="69850" wrap="square" tIns="34900">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br>
              <a:rPr lang="en" sz="1400">
                <a:solidFill>
                  <a:srgbClr val="7F7F7F"/>
                </a:solidFill>
                <a:latin typeface="Poppins SemiBold"/>
                <a:ea typeface="Poppins SemiBold"/>
                <a:cs typeface="Poppins SemiBold"/>
                <a:sym typeface="Poppins SemiBold"/>
              </a:rPr>
            </a:br>
            <a:endParaRPr b="1" sz="1000">
              <a:solidFill>
                <a:srgbClr val="555555"/>
              </a:solidFill>
              <a:latin typeface="Inter"/>
              <a:ea typeface="Inter"/>
              <a:cs typeface="Inter"/>
              <a:sym typeface="Inter"/>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Strategic credit management is a requirement for maintaining build momentum. In a vibe-coding environment, your credits represent your total capacity for experimentation; if you spend them on typos and minor CSS tweaks, you are prematurely ending your ability to test deeper product logic. Structure and planning are your primary defenses against a depleted budget. Following this three-step plan ensures that your credits last through the entire validation loop, giving you the runway needed to turn a raw vibe into a functional, evidence-backed prototype</a:t>
            </a:r>
            <a:endParaRPr sz="1200">
              <a:solidFill>
                <a:schemeClr val="dk1"/>
              </a:solidFill>
              <a:latin typeface="Lato"/>
              <a:ea typeface="Lato"/>
              <a:cs typeface="Lato"/>
              <a:sym typeface="Lato"/>
            </a:endParaRPr>
          </a:p>
          <a:p>
            <a:pPr indent="-304800" lvl="0" marL="457200" rtl="0" algn="l">
              <a:lnSpc>
                <a:spcPct val="115000"/>
              </a:lnSpc>
              <a:spcBef>
                <a:spcPts val="90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Plan in a Sandbox: Treat your prototyping tool as an execution engine, not a scratchpad. By doing the heavy lifting of prompt iteration in a free LLM like ChatGPt or Gemini, you ensure that when you finally "spend" a credit, the instruction is already de-risked. This maximizes the strategic value of every generation and keeps your focus on the product architecture rather than the syntax.</a:t>
            </a:r>
            <a:br>
              <a:rPr lang="en" sz="1200">
                <a:solidFill>
                  <a:schemeClr val="dk1"/>
                </a:solidFill>
                <a:latin typeface="Lato"/>
                <a:ea typeface="Lato"/>
                <a:cs typeface="Lato"/>
                <a:sym typeface="Lato"/>
              </a:rPr>
            </a:br>
            <a:endParaRPr sz="1200">
              <a:solidFill>
                <a:schemeClr val="dk1"/>
              </a:solidFill>
              <a:latin typeface="Lato"/>
              <a:ea typeface="Lato"/>
              <a:cs typeface="Lato"/>
              <a:sym typeface="Lato"/>
            </a:endParaRPr>
          </a:p>
          <a:p>
            <a:pPr indent="-304800" lvl="0" marL="457200" rtl="0" algn="l">
              <a:lnSpc>
                <a:spcPct val="115000"/>
              </a:lnSpc>
              <a:spcBef>
                <a:spcPts val="0"/>
              </a:spcBef>
              <a:spcAft>
                <a:spcPts val="0"/>
              </a:spcAft>
              <a:buClr>
                <a:schemeClr val="dk1"/>
              </a:buClr>
              <a:buSzPts val="1200"/>
              <a:buFont typeface="Lato"/>
              <a:buAutoNum type="arabicPeriod"/>
            </a:pPr>
            <a:r>
              <a:rPr b="1" lang="en" sz="1200">
                <a:solidFill>
                  <a:schemeClr val="dk1"/>
                </a:solidFill>
                <a:latin typeface="Lato"/>
                <a:ea typeface="Lato"/>
                <a:cs typeface="Lato"/>
                <a:sym typeface="Lato"/>
              </a:rPr>
              <a:t>Paste Into Tool</a:t>
            </a:r>
            <a:r>
              <a:rPr lang="en" sz="1200">
                <a:solidFill>
                  <a:schemeClr val="dk1"/>
                </a:solidFill>
                <a:latin typeface="Lato"/>
                <a:ea typeface="Lato"/>
                <a:cs typeface="Lato"/>
                <a:sym typeface="Lato"/>
              </a:rPr>
              <a:t>: The goal is to move from a "guess-and-check" mindset to a "one-shot" mindset. When you enter the tool with a locked prompt, you are using the AI to build, not to help you think. This precision allows you to generate complex components in a single pass, preserving your budget for the 3–5 divergent directions we discussed earlier.</a:t>
            </a:r>
            <a:br>
              <a:rPr lang="en" sz="1200">
                <a:solidFill>
                  <a:schemeClr val="dk1"/>
                </a:solidFill>
                <a:latin typeface="Lato"/>
                <a:ea typeface="Lato"/>
                <a:cs typeface="Lato"/>
                <a:sym typeface="Lato"/>
              </a:rPr>
            </a:br>
            <a:endParaRPr sz="1200">
              <a:solidFill>
                <a:schemeClr val="dk1"/>
              </a:solidFill>
              <a:latin typeface="Lato"/>
              <a:ea typeface="Lato"/>
              <a:cs typeface="Lato"/>
              <a:sym typeface="Lato"/>
            </a:endParaRPr>
          </a:p>
          <a:p>
            <a:pPr indent="-304800" lvl="0" marL="457200" rtl="0" algn="l">
              <a:lnSpc>
                <a:spcPct val="115000"/>
              </a:lnSpc>
              <a:spcBef>
                <a:spcPts val="0"/>
              </a:spcBef>
              <a:spcAft>
                <a:spcPts val="0"/>
              </a:spcAft>
              <a:buClr>
                <a:schemeClr val="dk1"/>
              </a:buClr>
              <a:buSzPts val="1200"/>
              <a:buFont typeface="Lato"/>
              <a:buAutoNum type="arabicPeriod"/>
            </a:pPr>
            <a:r>
              <a:rPr b="1" lang="en" sz="1200">
                <a:solidFill>
                  <a:schemeClr val="dk1"/>
                </a:solidFill>
                <a:latin typeface="Lato"/>
                <a:ea typeface="Lato"/>
                <a:cs typeface="Lato"/>
                <a:sym typeface="Lato"/>
              </a:rPr>
              <a:t>Adjust the Code Directly:</a:t>
            </a:r>
            <a:r>
              <a:rPr lang="en" sz="1200">
                <a:solidFill>
                  <a:schemeClr val="dk1"/>
                </a:solidFill>
                <a:latin typeface="Lato"/>
                <a:ea typeface="Lato"/>
                <a:cs typeface="Lato"/>
                <a:sym typeface="Lato"/>
              </a:rPr>
              <a:t> You must distinguish between structural changes and cosmetic fixes. Re-prompting the tool to change a hex code or fix a label is an expensive way to perform a simple task. By making minor adjustments directly in the code, you save your credits for the "heavy lifting" where the AI’s generative power is actually required.</a:t>
            </a:r>
            <a:endParaRPr sz="1200">
              <a:solidFill>
                <a:schemeClr val="dk1"/>
              </a:solidFill>
              <a:latin typeface="Lato"/>
              <a:ea typeface="Lato"/>
              <a:cs typeface="Lato"/>
              <a:sym typeface="Lato"/>
            </a:endParaRPr>
          </a:p>
          <a:p>
            <a:pPr indent="0" lvl="0" marL="0" rtl="0" algn="l">
              <a:lnSpc>
                <a:spcPct val="100000"/>
              </a:lnSpc>
              <a:spcBef>
                <a:spcPts val="900"/>
              </a:spcBef>
              <a:spcAft>
                <a:spcPts val="800"/>
              </a:spcAft>
              <a:buNone/>
            </a:pPr>
            <a:r>
              <a:rPr b="1" lang="en" sz="1200">
                <a:solidFill>
                  <a:srgbClr val="222222"/>
                </a:solidFill>
                <a:latin typeface="Lato"/>
                <a:ea typeface="Lato"/>
                <a:cs typeface="Lato"/>
                <a:sym typeface="Lato"/>
              </a:rPr>
              <a:t>Important: The "Eject" Rule:</a:t>
            </a:r>
            <a:r>
              <a:rPr lang="en" sz="1200">
                <a:solidFill>
                  <a:srgbClr val="222222"/>
                </a:solidFill>
                <a:latin typeface="Lato"/>
                <a:ea typeface="Lato"/>
                <a:cs typeface="Lato"/>
                <a:sym typeface="Lato"/>
              </a:rPr>
              <a:t> If a tool fails to implement a logic change twice, you have hit a wall that more prompting won't fix. Continuing to prompt at this stage leads to a "credit death spiral" where you spend your entire budget fighting a single bug. Ejecting the code to an external debugger allows you to fix the underlying issue for free and return to the tool only when you are ready to build the next feature.</a:t>
            </a:r>
            <a:endParaRPr/>
          </a:p>
        </p:txBody>
      </p:sp>
      <p:sp>
        <p:nvSpPr>
          <p:cNvPr id="1761" name="Google Shape;1761;g3c971b43cd0_0_14196:notes"/>
          <p:cNvSpPr txBox="1"/>
          <p:nvPr>
            <p:ph idx="12" type="sldNum"/>
          </p:nvPr>
        </p:nvSpPr>
        <p:spPr>
          <a:xfrm>
            <a:off x="3237178" y="5428258"/>
            <a:ext cx="2476500" cy="286800"/>
          </a:xfrm>
          <a:prstGeom prst="rect">
            <a:avLst/>
          </a:prstGeom>
          <a:noFill/>
          <a:ln>
            <a:noFill/>
          </a:ln>
        </p:spPr>
        <p:txBody>
          <a:bodyPr anchorCtr="0" anchor="b" bIns="34900" lIns="69850" spcFirstLastPara="1" rIns="69850" wrap="square" tIns="34900">
            <a:noAutofit/>
          </a:bodyPr>
          <a:lstStyle/>
          <a:p>
            <a:pPr indent="0" lvl="0" marL="0" rtl="0" algn="r">
              <a:spcBef>
                <a:spcPts val="0"/>
              </a:spcBef>
              <a:spcAft>
                <a:spcPts val="0"/>
              </a:spcAft>
              <a:buNone/>
            </a:pPr>
            <a:fld id="{00000000-1234-1234-1234-123412341234}" type="slidenum">
              <a:rPr lang="en" sz="1100"/>
              <a:t>‹#›</a:t>
            </a:fld>
            <a:endParaRPr sz="1100"/>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3" name="Shape 1783"/>
        <p:cNvGrpSpPr/>
        <p:nvPr/>
      </p:nvGrpSpPr>
      <p:grpSpPr>
        <a:xfrm>
          <a:off x="0" y="0"/>
          <a:ext cx="0" cy="0"/>
          <a:chOff x="0" y="0"/>
          <a:chExt cx="0" cy="0"/>
        </a:xfrm>
      </p:grpSpPr>
      <p:sp>
        <p:nvSpPr>
          <p:cNvPr id="1784" name="Google Shape;1784;g3c9c29eb32d_32_3007:notes"/>
          <p:cNvSpPr/>
          <p:nvPr>
            <p:ph idx="2" type="sldImg"/>
          </p:nvPr>
        </p:nvSpPr>
        <p:spPr>
          <a:xfrm>
            <a:off x="13716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1785" name="Google Shape;1785;g3c9c29eb32d_32_3007: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rgbClr val="7F7F7F"/>
                </a:solidFill>
                <a:latin typeface="Poppins SemiBold"/>
                <a:ea typeface="Poppins SemiBold"/>
                <a:cs typeface="Poppins SemiBold"/>
                <a:sym typeface="Poppins SemiBold"/>
              </a:rPr>
              <a:t>Hands-On Lab: Build to Test Your Riskiest Assumption</a:t>
            </a:r>
            <a:endParaRPr sz="1400">
              <a:solidFill>
                <a:srgbClr val="7F7F7F"/>
              </a:solidFill>
              <a:latin typeface="Poppins SemiBold"/>
              <a:ea typeface="Poppins SemiBold"/>
              <a:cs typeface="Poppins SemiBold"/>
              <a:sym typeface="Poppins SemiBo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9" name="Shape 1789"/>
        <p:cNvGrpSpPr/>
        <p:nvPr/>
      </p:nvGrpSpPr>
      <p:grpSpPr>
        <a:xfrm>
          <a:off x="0" y="0"/>
          <a:ext cx="0" cy="0"/>
          <a:chOff x="0" y="0"/>
          <a:chExt cx="0" cy="0"/>
        </a:xfrm>
      </p:grpSpPr>
      <p:sp>
        <p:nvSpPr>
          <p:cNvPr id="1790" name="Google Shape;1790;g3c9c29eb32d_32_3012:notes"/>
          <p:cNvSpPr/>
          <p:nvPr>
            <p:ph idx="2" type="sldImg"/>
          </p:nvPr>
        </p:nvSpPr>
        <p:spPr>
          <a:xfrm>
            <a:off x="13716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1791" name="Google Shape;1791;g3c9c29eb32d_32_3012: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rgbClr val="7F7F7F"/>
                </a:solidFill>
                <a:latin typeface="Poppins SemiBold"/>
                <a:ea typeface="Poppins SemiBold"/>
                <a:cs typeface="Poppins SemiBold"/>
                <a:sym typeface="Poppins SemiBold"/>
              </a:rPr>
              <a:t>Notes</a:t>
            </a:r>
            <a:endParaRPr b="1">
              <a:solidFill>
                <a:schemeClr val="dk1"/>
              </a:solidFill>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a:p>
            <a:pPr indent="0" lvl="0" marL="0" rtl="0" algn="l">
              <a:spcBef>
                <a:spcPts val="0"/>
              </a:spcBef>
              <a:spcAft>
                <a:spcPts val="0"/>
              </a:spcAft>
              <a:buNone/>
            </a:pPr>
            <a:r>
              <a:rPr lang="en" sz="1200">
                <a:solidFill>
                  <a:schemeClr val="dk1"/>
                </a:solidFill>
                <a:latin typeface="Lato"/>
                <a:ea typeface="Lato"/>
                <a:cs typeface="Lato"/>
                <a:sym typeface="Lato"/>
              </a:rPr>
              <a:t>💥</a:t>
            </a:r>
            <a:r>
              <a:rPr b="1" lang="en" sz="1200">
                <a:solidFill>
                  <a:schemeClr val="dk1"/>
                </a:solidFill>
                <a:latin typeface="Lato"/>
                <a:ea typeface="Lato"/>
                <a:cs typeface="Lato"/>
                <a:sym typeface="Lato"/>
              </a:rPr>
              <a:t>Activity</a:t>
            </a:r>
            <a:r>
              <a:rPr lang="en" sz="1200">
                <a:solidFill>
                  <a:schemeClr val="dk1"/>
                </a:solidFill>
                <a:latin typeface="Lato"/>
                <a:ea typeface="Lato"/>
                <a:cs typeface="Lato"/>
                <a:sym typeface="Lato"/>
              </a:rPr>
              <a:t>: Individual Exercise</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rPr b="1" lang="en" sz="1200">
                <a:solidFill>
                  <a:schemeClr val="dk1"/>
                </a:solidFill>
                <a:latin typeface="Lato"/>
                <a:ea typeface="Lato"/>
                <a:cs typeface="Lato"/>
                <a:sym typeface="Lato"/>
              </a:rPr>
              <a:t>✏️Task: </a:t>
            </a:r>
            <a:r>
              <a:rPr lang="en" sz="1200">
                <a:solidFill>
                  <a:schemeClr val="dk1"/>
                </a:solidFill>
                <a:latin typeface="Lato"/>
                <a:ea typeface="Lato"/>
                <a:cs typeface="Lato"/>
                <a:sym typeface="Lato"/>
              </a:rPr>
              <a:t>Strategically Refine Your Build in Lovable</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rPr b="1" lang="en" sz="1200">
                <a:solidFill>
                  <a:schemeClr val="dk1"/>
                </a:solidFill>
                <a:latin typeface="Lato"/>
                <a:ea typeface="Lato"/>
                <a:cs typeface="Lato"/>
                <a:sym typeface="Lato"/>
              </a:rPr>
              <a:t>⏱️Time: </a:t>
            </a:r>
            <a:r>
              <a:rPr lang="en" sz="1200">
                <a:solidFill>
                  <a:schemeClr val="dk1"/>
                </a:solidFill>
                <a:latin typeface="Lato"/>
                <a:ea typeface="Lato"/>
                <a:cs typeface="Lato"/>
                <a:sym typeface="Lato"/>
              </a:rPr>
              <a:t>2</a:t>
            </a:r>
            <a:r>
              <a:rPr lang="en" sz="1200">
                <a:solidFill>
                  <a:schemeClr val="dk1"/>
                </a:solidFill>
                <a:latin typeface="Lato"/>
                <a:ea typeface="Lato"/>
                <a:cs typeface="Lato"/>
                <a:sym typeface="Lato"/>
              </a:rPr>
              <a:t>5 Minutes</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rPr b="1" lang="en" sz="1200">
                <a:solidFill>
                  <a:srgbClr val="CC0000"/>
                </a:solidFill>
                <a:latin typeface="Lato"/>
                <a:ea typeface="Lato"/>
                <a:cs typeface="Lato"/>
                <a:sym typeface="Lato"/>
              </a:rPr>
              <a:t>📌 Note for Instructors: This lab is about shifting from speed to precision. Students are no longer just exploring; they are iterating with intent. While they will remain in breakout rooms to maintain a "co-working" energy, remind them that this is an individual build. They are not collaborating on a single project; they are focused on leveling up their own specific prototype.</a:t>
            </a:r>
            <a:endParaRPr b="1" sz="1200">
              <a:solidFill>
                <a:srgbClr val="CC0000"/>
              </a:solidFill>
              <a:latin typeface="Lato"/>
              <a:ea typeface="Lato"/>
              <a:cs typeface="Lato"/>
              <a:sym typeface="Lato"/>
            </a:endParaRPr>
          </a:p>
          <a:p>
            <a:pPr indent="-304800" lvl="0" marL="457200" rtl="0" algn="just">
              <a:lnSpc>
                <a:spcPct val="115000"/>
              </a:lnSpc>
              <a:spcBef>
                <a:spcPts val="0"/>
              </a:spcBef>
              <a:spcAft>
                <a:spcPts val="0"/>
              </a:spcAft>
              <a:buClr>
                <a:srgbClr val="CC0000"/>
              </a:buClr>
              <a:buSzPts val="1200"/>
              <a:buFont typeface="Lato"/>
              <a:buChar char="●"/>
            </a:pPr>
            <a:r>
              <a:rPr lang="en" sz="1200">
                <a:solidFill>
                  <a:srgbClr val="CC0000"/>
                </a:solidFill>
                <a:latin typeface="Lato"/>
                <a:ea typeface="Lato"/>
                <a:cs typeface="Lato"/>
                <a:sym typeface="Lato"/>
              </a:rPr>
              <a:t>CRITICAL: Stress that students must have a functional, shareable link by the end of the 15 minutes. Remind them they will be swapped into new breakout rooms for a final peer review to show their "Before and After" transformation. If they don't iterate now, they’ll have nothing to demonstrate later.</a:t>
            </a:r>
            <a:endParaRPr sz="1200">
              <a:solidFill>
                <a:srgbClr val="CC0000"/>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br>
              <a:rPr lang="en" sz="1200">
                <a:solidFill>
                  <a:srgbClr val="CC0000"/>
                </a:solidFill>
                <a:latin typeface="Lato"/>
                <a:ea typeface="Lato"/>
                <a:cs typeface="Lato"/>
                <a:sym typeface="Lato"/>
              </a:rPr>
            </a:br>
            <a:r>
              <a:rPr lang="en" sz="1200">
                <a:solidFill>
                  <a:srgbClr val="CC0000"/>
                </a:solidFill>
                <a:latin typeface="Lato"/>
                <a:ea typeface="Lato"/>
                <a:cs typeface="Lato"/>
                <a:sym typeface="Lato"/>
              </a:rPr>
              <a:t>Key things to watch out for: </a:t>
            </a:r>
            <a:endParaRPr sz="1200">
              <a:solidFill>
                <a:srgbClr val="CC0000"/>
              </a:solidFill>
              <a:latin typeface="Lato"/>
              <a:ea typeface="Lato"/>
              <a:cs typeface="Lato"/>
              <a:sym typeface="Lato"/>
            </a:endParaRPr>
          </a:p>
          <a:p>
            <a:pPr indent="-304800" lvl="0" marL="457200" rtl="0" algn="just">
              <a:lnSpc>
                <a:spcPct val="115000"/>
              </a:lnSpc>
              <a:spcBef>
                <a:spcPts val="0"/>
              </a:spcBef>
              <a:spcAft>
                <a:spcPts val="0"/>
              </a:spcAft>
              <a:buClr>
                <a:srgbClr val="CC0000"/>
              </a:buClr>
              <a:buSzPts val="1200"/>
              <a:buFont typeface="Lato"/>
              <a:buAutoNum type="arabicPeriod"/>
            </a:pPr>
            <a:r>
              <a:rPr lang="en" sz="1200">
                <a:solidFill>
                  <a:srgbClr val="CC0000"/>
                </a:solidFill>
                <a:latin typeface="Lato"/>
                <a:ea typeface="Lato"/>
                <a:cs typeface="Lato"/>
                <a:sym typeface="Lato"/>
              </a:rPr>
              <a:t>Watch for students getting stuck on a single "bug." If they can't fix a specific element in 3 minutes, tell them to pivot to a different upgrade (e.g., if a filter is broken, move to design system matching).</a:t>
            </a:r>
            <a:endParaRPr sz="1200">
              <a:solidFill>
                <a:srgbClr val="CC0000"/>
              </a:solidFill>
              <a:latin typeface="Lato"/>
              <a:ea typeface="Lato"/>
              <a:cs typeface="Lato"/>
              <a:sym typeface="Lato"/>
            </a:endParaRPr>
          </a:p>
          <a:p>
            <a:pPr indent="-304800" lvl="0" marL="457200" rtl="0" algn="just">
              <a:lnSpc>
                <a:spcPct val="115000"/>
              </a:lnSpc>
              <a:spcBef>
                <a:spcPts val="0"/>
              </a:spcBef>
              <a:spcAft>
                <a:spcPts val="0"/>
              </a:spcAft>
              <a:buClr>
                <a:srgbClr val="CC0000"/>
              </a:buClr>
              <a:buSzPts val="1200"/>
              <a:buFont typeface="Lato"/>
              <a:buAutoNum type="arabicPeriod"/>
            </a:pPr>
            <a:r>
              <a:rPr b="1" lang="en" sz="1200">
                <a:solidFill>
                  <a:srgbClr val="CC0000"/>
                </a:solidFill>
                <a:latin typeface="Lato"/>
                <a:ea typeface="Lato"/>
                <a:cs typeface="Lato"/>
                <a:sym typeface="Lato"/>
              </a:rPr>
              <a:t>Monitor for "credit drain." Remind students to script their refinements in a separate doc or AI chat first so they aren't wasting Lovable prompts on trial and error.</a:t>
            </a:r>
            <a:endParaRPr b="1" sz="1200">
              <a:solidFill>
                <a:srgbClr val="CC0000"/>
              </a:solidFill>
              <a:latin typeface="Lato"/>
              <a:ea typeface="Lato"/>
              <a:cs typeface="Lato"/>
              <a:sym typeface="Lato"/>
            </a:endParaRPr>
          </a:p>
          <a:p>
            <a:pPr indent="-304800" lvl="0" marL="457200" rtl="0" algn="just">
              <a:lnSpc>
                <a:spcPct val="115000"/>
              </a:lnSpc>
              <a:spcBef>
                <a:spcPts val="0"/>
              </a:spcBef>
              <a:spcAft>
                <a:spcPts val="0"/>
              </a:spcAft>
              <a:buClr>
                <a:srgbClr val="CC0000"/>
              </a:buClr>
              <a:buSzPts val="1200"/>
              <a:buFont typeface="Lato"/>
              <a:buAutoNum type="arabicPeriod"/>
            </a:pPr>
            <a:r>
              <a:rPr lang="en" sz="1200">
                <a:solidFill>
                  <a:srgbClr val="CC0000"/>
                </a:solidFill>
                <a:latin typeface="Lato"/>
                <a:ea typeface="Lato"/>
                <a:cs typeface="Lato"/>
                <a:sym typeface="Lato"/>
              </a:rPr>
              <a:t>Ensure students are actually choosing two distinct upgrades rather than just making minor text tweaks.</a:t>
            </a:r>
            <a:endParaRPr sz="1200">
              <a:solidFill>
                <a:srgbClr val="CC0000"/>
              </a:solidFill>
              <a:latin typeface="Lato"/>
              <a:ea typeface="Lato"/>
              <a:cs typeface="Lato"/>
              <a:sym typeface="Lato"/>
            </a:endParaRPr>
          </a:p>
          <a:p>
            <a:pPr indent="0" lvl="0" marL="0" rtl="0" algn="just">
              <a:lnSpc>
                <a:spcPct val="115000"/>
              </a:lnSpc>
              <a:spcBef>
                <a:spcPts val="0"/>
              </a:spcBef>
              <a:spcAft>
                <a:spcPts val="0"/>
              </a:spcAft>
              <a:buNone/>
            </a:pPr>
            <a:r>
              <a:t/>
            </a:r>
            <a:endParaRPr b="1"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rPr b="1" lang="en" sz="1200">
                <a:solidFill>
                  <a:schemeClr val="dk1"/>
                </a:solidFill>
                <a:latin typeface="Lato"/>
                <a:ea typeface="Lato"/>
                <a:cs typeface="Lato"/>
                <a:sym typeface="Lato"/>
              </a:rPr>
              <a:t>Scenario:</a:t>
            </a:r>
            <a:r>
              <a:rPr lang="en" sz="1200">
                <a:solidFill>
                  <a:schemeClr val="dk1"/>
                </a:solidFill>
                <a:latin typeface="Lato"/>
                <a:ea typeface="Lato"/>
                <a:cs typeface="Lato"/>
                <a:sym typeface="Lato"/>
              </a:rPr>
              <a:t> In this hands-on lab, students shift from exploration to iteration. They are taking their initial prototype and applying strategic upgrades to move it toward a professional tool. The goal is to prove that a PM can steer the AI toward excellence by refining visual design and adding genuine functional interactivity that a stakeholder would actually sign off on.</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rPr b="1" lang="en" sz="1200">
                <a:solidFill>
                  <a:schemeClr val="dk1"/>
                </a:solidFill>
                <a:latin typeface="Lato"/>
                <a:ea typeface="Lato"/>
                <a:cs typeface="Lato"/>
                <a:sym typeface="Lato"/>
              </a:rPr>
              <a:t>IMPORTANT: </a:t>
            </a:r>
            <a:r>
              <a:rPr lang="en" sz="1200">
                <a:solidFill>
                  <a:schemeClr val="dk1"/>
                </a:solidFill>
                <a:latin typeface="Lato"/>
                <a:ea typeface="Lato"/>
                <a:cs typeface="Lato"/>
                <a:sym typeface="Lato"/>
              </a:rPr>
              <a:t>👉 Remind students they should return to their hands-on lab guide for the specific detailed descriptions and prompt examples for the four upgrade paths (Design Match, Interactivity, Surgical Refinement, or Existing Product Track).</a:t>
            </a:r>
            <a:br>
              <a:rPr lang="en" sz="1200">
                <a:solidFill>
                  <a:schemeClr val="dk1"/>
                </a:solidFill>
                <a:latin typeface="Lato"/>
                <a:ea typeface="Lato"/>
                <a:cs typeface="Lato"/>
                <a:sym typeface="Lato"/>
              </a:rPr>
            </a:b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rPr b="1" lang="en" sz="1200">
                <a:solidFill>
                  <a:schemeClr val="dk1"/>
                </a:solidFill>
                <a:latin typeface="Lato"/>
                <a:ea typeface="Lato"/>
                <a:cs typeface="Lato"/>
                <a:sym typeface="Lato"/>
              </a:rPr>
              <a:t>Instructions:</a:t>
            </a:r>
            <a:endParaRPr b="1" sz="1200">
              <a:solidFill>
                <a:schemeClr val="dk1"/>
              </a:solidFill>
              <a:latin typeface="Lato"/>
              <a:ea typeface="Lato"/>
              <a:cs typeface="Lato"/>
              <a:sym typeface="Lato"/>
            </a:endParaRPr>
          </a:p>
          <a:p>
            <a:pPr indent="-304800" lvl="0" marL="457200" rtl="0" algn="just">
              <a:lnSpc>
                <a:spcPct val="115000"/>
              </a:lnSpc>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Instruct students to return to and open their Lab 1 </a:t>
            </a:r>
            <a:r>
              <a:rPr lang="en" sz="1200" u="sng">
                <a:solidFill>
                  <a:schemeClr val="hlink"/>
                </a:solidFill>
                <a:latin typeface="Lato"/>
                <a:ea typeface="Lato"/>
                <a:cs typeface="Lato"/>
                <a:sym typeface="Lato"/>
                <a:hlinkClick r:id="rId2"/>
              </a:rPr>
              <a:t>Lovable</a:t>
            </a:r>
            <a:r>
              <a:rPr lang="en" sz="1200">
                <a:solidFill>
                  <a:schemeClr val="dk1"/>
                </a:solidFill>
                <a:latin typeface="Lato"/>
                <a:ea typeface="Lato"/>
                <a:cs typeface="Lato"/>
                <a:sym typeface="Lato"/>
              </a:rPr>
              <a:t> project and set a hard timer for 15 minutes. Remind students they must </a:t>
            </a:r>
            <a:r>
              <a:rPr b="1" lang="en" sz="1200">
                <a:solidFill>
                  <a:schemeClr val="dk1"/>
                </a:solidFill>
                <a:latin typeface="Lato"/>
                <a:ea typeface="Lato"/>
                <a:cs typeface="Lato"/>
                <a:sym typeface="Lato"/>
              </a:rPr>
              <a:t>choose two strategic refinements.</a:t>
            </a:r>
            <a:endParaRPr b="1" sz="1200">
              <a:solidFill>
                <a:schemeClr val="dk1"/>
              </a:solidFill>
              <a:latin typeface="Lato"/>
              <a:ea typeface="Lato"/>
              <a:cs typeface="Lato"/>
              <a:sym typeface="Lato"/>
            </a:endParaRPr>
          </a:p>
          <a:p>
            <a:pPr indent="-304800" lvl="1" marL="914400" rtl="0" algn="just">
              <a:lnSpc>
                <a:spcPct val="115000"/>
              </a:lnSpc>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For those who built something very "basic" in Lab 1, push them toward the Design Match or Existing Product track to see the immediate visual level-up.</a:t>
            </a:r>
            <a:endParaRPr sz="1200">
              <a:solidFill>
                <a:schemeClr val="dk1"/>
              </a:solidFill>
              <a:latin typeface="Lato"/>
              <a:ea typeface="Lato"/>
              <a:cs typeface="Lato"/>
              <a:sym typeface="Lato"/>
            </a:endParaRPr>
          </a:p>
          <a:p>
            <a:pPr indent="-304800" lvl="1" marL="914400" rtl="0" algn="just">
              <a:lnSpc>
                <a:spcPct val="115000"/>
              </a:lnSpc>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If a student's "vibe" is already strong, push them toward Interactivity to prove the app can handle real user behavior (filters, detail views, etc.).</a:t>
            </a:r>
            <a:endParaRPr sz="1200">
              <a:solidFill>
                <a:schemeClr val="dk1"/>
              </a:solidFill>
              <a:latin typeface="Lato"/>
              <a:ea typeface="Lato"/>
              <a:cs typeface="Lato"/>
              <a:sym typeface="Lato"/>
            </a:endParaRPr>
          </a:p>
          <a:p>
            <a:pPr indent="-304800" lvl="0" marL="457200" rtl="0" algn="just">
              <a:lnSpc>
                <a:spcPct val="115000"/>
              </a:lnSpc>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Remind them to use "surgical prompts"—refining one section at a time rather than asking the AI to "make the whole thing better," which often breaks existing work.</a:t>
            </a:r>
            <a:endParaRPr sz="1200">
              <a:solidFill>
                <a:schemeClr val="dk1"/>
              </a:solidFill>
              <a:latin typeface="Lato"/>
              <a:ea typeface="Lato"/>
              <a:cs typeface="Lato"/>
              <a:sym typeface="Lato"/>
            </a:endParaRPr>
          </a:p>
          <a:p>
            <a:pPr indent="-304800" lvl="1" marL="914400" rtl="0" algn="just">
              <a:lnSpc>
                <a:spcPct val="115000"/>
              </a:lnSpc>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If the AI output isn't right, tell them to prompt again or prompt differently immediately, as it is better to build three rough versions than one perfect nothing.</a:t>
            </a:r>
            <a:endParaRPr sz="1200">
              <a:solidFill>
                <a:schemeClr val="dk1"/>
              </a:solidFill>
              <a:latin typeface="Lato"/>
              <a:ea typeface="Lato"/>
              <a:cs typeface="Lato"/>
              <a:sym typeface="Lato"/>
            </a:endParaRPr>
          </a:p>
          <a:p>
            <a:pPr indent="-304800" lvl="0" marL="457200" rtl="0" algn="just">
              <a:lnSpc>
                <a:spcPct val="115000"/>
              </a:lnSpc>
              <a:spcBef>
                <a:spcPts val="0"/>
              </a:spcBef>
              <a:spcAft>
                <a:spcPts val="0"/>
              </a:spcAft>
              <a:buClr>
                <a:schemeClr val="dk1"/>
              </a:buClr>
              <a:buSzPts val="1200"/>
              <a:buFont typeface="Lato"/>
              <a:buAutoNum type="arabicPeriod"/>
            </a:pPr>
            <a:r>
              <a:rPr lang="en" sz="1200">
                <a:solidFill>
                  <a:schemeClr val="dk1"/>
                </a:solidFill>
                <a:latin typeface="Lato"/>
                <a:ea typeface="Lato"/>
                <a:cs typeface="Lato"/>
                <a:sym typeface="Lato"/>
              </a:rPr>
              <a:t>Pop into breakout groups periodically to see how things are going. In the final 2 minutes, verify that everyone has generated an updated shareable link and remind them they will be doing another peer review for a  “before and after.”</a:t>
            </a:r>
            <a:br>
              <a:rPr lang="en" sz="1200">
                <a:solidFill>
                  <a:schemeClr val="dk1"/>
                </a:solidFill>
                <a:latin typeface="Lato"/>
                <a:ea typeface="Lato"/>
                <a:cs typeface="Lato"/>
                <a:sym typeface="Lato"/>
              </a:rPr>
            </a:br>
            <a:endParaRPr sz="1200">
              <a:solidFill>
                <a:schemeClr val="dk1"/>
              </a:solidFill>
              <a:latin typeface="Lato"/>
              <a:ea typeface="Lato"/>
              <a:cs typeface="Lato"/>
              <a:sym typeface="Lato"/>
            </a:endParaRPr>
          </a:p>
          <a:p>
            <a:pPr indent="0" lvl="0" marL="0" rtl="0" algn="l">
              <a:lnSpc>
                <a:spcPct val="115000"/>
              </a:lnSpc>
              <a:spcBef>
                <a:spcPts val="0"/>
              </a:spcBef>
              <a:spcAft>
                <a:spcPts val="0"/>
              </a:spcAft>
              <a:buNone/>
            </a:pPr>
            <a:r>
              <a:rPr lang="en" sz="1200">
                <a:solidFill>
                  <a:schemeClr val="dk1"/>
                </a:solidFill>
                <a:latin typeface="Lato"/>
                <a:ea typeface="Lato"/>
                <a:cs typeface="Lato"/>
                <a:sym typeface="Lato"/>
              </a:rPr>
              <a:t>➡️</a:t>
            </a:r>
            <a:r>
              <a:rPr b="1" lang="en" sz="1200">
                <a:solidFill>
                  <a:schemeClr val="dk1"/>
                </a:solidFill>
                <a:latin typeface="Lato"/>
                <a:ea typeface="Lato"/>
                <a:cs typeface="Lato"/>
                <a:sym typeface="Lato"/>
              </a:rPr>
              <a:t> Reminder to create Breakout Groups in Zoom</a:t>
            </a:r>
            <a:endParaRPr b="1"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t/>
            </a:r>
            <a:endParaRPr sz="1200">
              <a:solidFill>
                <a:schemeClr val="dk1"/>
              </a:solidFill>
              <a:latin typeface="Lato"/>
              <a:ea typeface="Lato"/>
              <a:cs typeface="Lato"/>
              <a:sym typeface="Lato"/>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3" name="Shape 1803"/>
        <p:cNvGrpSpPr/>
        <p:nvPr/>
      </p:nvGrpSpPr>
      <p:grpSpPr>
        <a:xfrm>
          <a:off x="0" y="0"/>
          <a:ext cx="0" cy="0"/>
          <a:chOff x="0" y="0"/>
          <a:chExt cx="0" cy="0"/>
        </a:xfrm>
      </p:grpSpPr>
      <p:sp>
        <p:nvSpPr>
          <p:cNvPr id="1804" name="Google Shape;1804;g3c9c29eb32d_32_3025: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1805" name="Google Shape;1805;g3c9c29eb32d_32_30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None/>
            </a:pPr>
            <a:r>
              <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None/>
            </a:pPr>
            <a:r>
              <a:rPr lang="en" sz="1200">
                <a:solidFill>
                  <a:schemeClr val="dk1"/>
                </a:solidFill>
                <a:latin typeface="Lato"/>
                <a:ea typeface="Lato"/>
                <a:cs typeface="Lato"/>
                <a:sym typeface="Lato"/>
              </a:rPr>
              <a:t>💥</a:t>
            </a:r>
            <a:r>
              <a:rPr b="1" lang="en" sz="1200">
                <a:solidFill>
                  <a:schemeClr val="dk1"/>
                </a:solidFill>
                <a:latin typeface="Lato"/>
                <a:ea typeface="Lato"/>
                <a:cs typeface="Lato"/>
                <a:sym typeface="Lato"/>
              </a:rPr>
              <a:t>Activity</a:t>
            </a:r>
            <a:r>
              <a:rPr lang="en" sz="1200">
                <a:solidFill>
                  <a:schemeClr val="dk1"/>
                </a:solidFill>
                <a:latin typeface="Lato"/>
                <a:ea typeface="Lato"/>
                <a:cs typeface="Lato"/>
                <a:sym typeface="Lato"/>
              </a:rPr>
              <a:t>: Breakout Group Exercise</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rPr b="1" lang="en" sz="1200">
                <a:solidFill>
                  <a:schemeClr val="dk1"/>
                </a:solidFill>
                <a:latin typeface="Lato"/>
                <a:ea typeface="Lato"/>
                <a:cs typeface="Lato"/>
                <a:sym typeface="Lato"/>
              </a:rPr>
              <a:t>💬Topic: </a:t>
            </a:r>
            <a:r>
              <a:rPr lang="en" sz="1200">
                <a:solidFill>
                  <a:schemeClr val="dk1"/>
                </a:solidFill>
                <a:latin typeface="Lato"/>
                <a:ea typeface="Lato"/>
                <a:cs typeface="Lato"/>
                <a:sym typeface="Lato"/>
              </a:rPr>
              <a:t>Swap and Review to Test Your Assumption</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None/>
            </a:pPr>
            <a:r>
              <a:rPr b="1" lang="en" sz="1200">
                <a:solidFill>
                  <a:schemeClr val="dk1"/>
                </a:solidFill>
                <a:latin typeface="Lato"/>
                <a:ea typeface="Lato"/>
                <a:cs typeface="Lato"/>
                <a:sym typeface="Lato"/>
              </a:rPr>
              <a:t>⏱️Time: </a:t>
            </a:r>
            <a:r>
              <a:rPr lang="en" sz="1200">
                <a:solidFill>
                  <a:schemeClr val="dk1"/>
                </a:solidFill>
                <a:latin typeface="Lato"/>
                <a:ea typeface="Lato"/>
                <a:cs typeface="Lato"/>
                <a:sym typeface="Lato"/>
              </a:rPr>
              <a:t>10 Minutes</a:t>
            </a:r>
            <a:endParaRPr sz="1200">
              <a:solidFill>
                <a:srgbClr val="CC0000"/>
              </a:solidFill>
              <a:latin typeface="Lato"/>
              <a:ea typeface="Lato"/>
              <a:cs typeface="Lato"/>
              <a:sym typeface="Lato"/>
            </a:endParaRPr>
          </a:p>
          <a:p>
            <a:pPr indent="0" lvl="0" marL="0" rtl="0" algn="l">
              <a:spcBef>
                <a:spcPts val="0"/>
              </a:spcBef>
              <a:spcAft>
                <a:spcPts val="0"/>
              </a:spcAft>
              <a:buNone/>
            </a:pPr>
            <a:r>
              <a:t/>
            </a:r>
            <a:endParaRPr sz="1200">
              <a:solidFill>
                <a:srgbClr val="CC0000"/>
              </a:solidFill>
              <a:latin typeface="Lato"/>
              <a:ea typeface="Lato"/>
              <a:cs typeface="Lato"/>
              <a:sym typeface="Lato"/>
            </a:endParaRPr>
          </a:p>
          <a:p>
            <a:pPr indent="0" lvl="0" marL="0" rtl="0" algn="l">
              <a:spcBef>
                <a:spcPts val="0"/>
              </a:spcBef>
              <a:spcAft>
                <a:spcPts val="0"/>
              </a:spcAft>
              <a:buNone/>
            </a:pPr>
            <a:r>
              <a:rPr b="1" lang="en" sz="1200">
                <a:solidFill>
                  <a:schemeClr val="dk1"/>
                </a:solidFill>
                <a:latin typeface="Lato"/>
                <a:ea typeface="Lato"/>
                <a:cs typeface="Lato"/>
                <a:sym typeface="Lato"/>
              </a:rPr>
              <a:t>Instructions: </a:t>
            </a:r>
            <a:r>
              <a:rPr lang="en" sz="1200">
                <a:solidFill>
                  <a:schemeClr val="dk1"/>
                </a:solidFill>
                <a:latin typeface="Lato"/>
                <a:ea typeface="Lato"/>
                <a:cs typeface="Lato"/>
                <a:sym typeface="Lato"/>
              </a:rPr>
              <a:t>To reflect on the iteration process, </a:t>
            </a:r>
            <a:r>
              <a:rPr b="1" lang="en" sz="1200">
                <a:solidFill>
                  <a:schemeClr val="dk1"/>
                </a:solidFill>
                <a:latin typeface="Lato"/>
                <a:ea typeface="Lato"/>
                <a:cs typeface="Lato"/>
                <a:sym typeface="Lato"/>
              </a:rPr>
              <a:t>randomly assign students into new breakout rooms in groups of two.</a:t>
            </a:r>
            <a:r>
              <a:rPr lang="en" sz="1200">
                <a:solidFill>
                  <a:schemeClr val="dk1"/>
                </a:solidFill>
                <a:latin typeface="Lato"/>
                <a:ea typeface="Lato"/>
                <a:cs typeface="Lato"/>
                <a:sym typeface="Lato"/>
              </a:rPr>
              <a:t> Instruct pairs to exchange their upgraded prototype links in the chat immediately. Tell them they are conducting a "blind stress test" to see if their refinements have moved the build from a rough sketch to a professional tool. Emphasize that for the first 3 minutes, each person must explore their partner's build in complete silence, without providing or receiving any verbal context. Once the three minutes are up, each person should share and answer the following:</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a:p>
            <a:pPr indent="0" lvl="0" marL="0" rtl="0" algn="l">
              <a:spcBef>
                <a:spcPts val="0"/>
              </a:spcBef>
              <a:spcAft>
                <a:spcPts val="0"/>
              </a:spcAft>
              <a:buNone/>
            </a:pPr>
            <a:r>
              <a:rPr b="1" lang="en" sz="1200">
                <a:solidFill>
                  <a:schemeClr val="dk1"/>
                </a:solidFill>
                <a:latin typeface="Lato"/>
                <a:ea typeface="Lato"/>
                <a:cs typeface="Lato"/>
                <a:sym typeface="Lato"/>
              </a:rPr>
              <a:t>Questions:</a:t>
            </a:r>
            <a:endParaRPr b="1"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AutoNum type="arabicPeriod"/>
            </a:pPr>
            <a:r>
              <a:rPr b="1" lang="en" sz="1200">
                <a:solidFill>
                  <a:schemeClr val="dk1"/>
                </a:solidFill>
                <a:latin typeface="Lato"/>
                <a:ea typeface="Lato"/>
                <a:cs typeface="Lato"/>
                <a:sym typeface="Lato"/>
              </a:rPr>
              <a:t>Does this feel like a "real" product or just a visual mockup?</a:t>
            </a:r>
            <a:endParaRPr b="1" sz="1200">
              <a:solidFill>
                <a:schemeClr val="dk1"/>
              </a:solidFill>
              <a:latin typeface="Lato"/>
              <a:ea typeface="Lato"/>
              <a:cs typeface="Lato"/>
              <a:sym typeface="Lato"/>
            </a:endParaRPr>
          </a:p>
          <a:p>
            <a:pPr indent="-304800" lvl="0" marL="914400" rtl="0" algn="l">
              <a:lnSpc>
                <a:spcPct val="115000"/>
              </a:lnSpc>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E.g., Does the fidelity and layout make this feel like a coded application, or is the "AI-ness" still the first thing you notice?</a:t>
            </a:r>
            <a:br>
              <a:rPr lang="en" sz="1200">
                <a:solidFill>
                  <a:schemeClr val="dk1"/>
                </a:solidFill>
                <a:latin typeface="Lato"/>
                <a:ea typeface="Lato"/>
                <a:cs typeface="Lato"/>
                <a:sym typeface="Lato"/>
              </a:rPr>
            </a:br>
            <a:endParaRPr sz="1200">
              <a:solidFill>
                <a:schemeClr val="dk1"/>
              </a:solidFill>
              <a:latin typeface="Lato"/>
              <a:ea typeface="Lato"/>
              <a:cs typeface="Lato"/>
              <a:sym typeface="Lato"/>
            </a:endParaRPr>
          </a:p>
          <a:p>
            <a:pPr indent="-304800" lvl="0" marL="457200" rtl="0" algn="l">
              <a:lnSpc>
                <a:spcPct val="115000"/>
              </a:lnSpc>
              <a:spcBef>
                <a:spcPts val="0"/>
              </a:spcBef>
              <a:spcAft>
                <a:spcPts val="0"/>
              </a:spcAft>
              <a:buClr>
                <a:schemeClr val="dk1"/>
              </a:buClr>
              <a:buSzPts val="1200"/>
              <a:buFont typeface="Lato"/>
              <a:buAutoNum type="arabicPeriod"/>
            </a:pPr>
            <a:r>
              <a:rPr b="1" lang="en" sz="1200">
                <a:solidFill>
                  <a:schemeClr val="dk1"/>
                </a:solidFill>
                <a:latin typeface="Lato"/>
                <a:ea typeface="Lato"/>
                <a:cs typeface="Lato"/>
                <a:sym typeface="Lato"/>
              </a:rPr>
              <a:t>Where did the interactivity fail to meet your expectations as a user?</a:t>
            </a:r>
            <a:endParaRPr b="1" sz="1200">
              <a:solidFill>
                <a:schemeClr val="dk1"/>
              </a:solidFill>
              <a:latin typeface="Lato"/>
              <a:ea typeface="Lato"/>
              <a:cs typeface="Lato"/>
              <a:sym typeface="Lato"/>
            </a:endParaRPr>
          </a:p>
          <a:p>
            <a:pPr indent="-304800" lvl="0" marL="914400" rtl="0" algn="l">
              <a:lnSpc>
                <a:spcPct val="115000"/>
              </a:lnSpc>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E.g., Where did you click a button or try to use a filter expecting one result, but the prototype didn't deliver?</a:t>
            </a:r>
            <a:br>
              <a:rPr lang="en" sz="1200">
                <a:solidFill>
                  <a:schemeClr val="dk1"/>
                </a:solidFill>
                <a:latin typeface="Lato"/>
                <a:ea typeface="Lato"/>
                <a:cs typeface="Lato"/>
                <a:sym typeface="Lato"/>
              </a:rPr>
            </a:br>
            <a:endParaRPr sz="1200">
              <a:solidFill>
                <a:schemeClr val="dk1"/>
              </a:solidFill>
              <a:latin typeface="Lato"/>
              <a:ea typeface="Lato"/>
              <a:cs typeface="Lato"/>
              <a:sym typeface="Lato"/>
            </a:endParaRPr>
          </a:p>
          <a:p>
            <a:pPr indent="-304800" lvl="0" marL="457200" rtl="0" algn="l">
              <a:lnSpc>
                <a:spcPct val="115000"/>
              </a:lnSpc>
              <a:spcBef>
                <a:spcPts val="0"/>
              </a:spcBef>
              <a:spcAft>
                <a:spcPts val="0"/>
              </a:spcAft>
              <a:buClr>
                <a:schemeClr val="dk1"/>
              </a:buClr>
              <a:buSzPts val="1200"/>
              <a:buFont typeface="Lato"/>
              <a:buAutoNum type="arabicPeriod"/>
            </a:pPr>
            <a:r>
              <a:rPr b="1" lang="en" sz="1200">
                <a:solidFill>
                  <a:schemeClr val="dk1"/>
                </a:solidFill>
                <a:latin typeface="Lato"/>
                <a:ea typeface="Lato"/>
                <a:cs typeface="Lato"/>
                <a:sym typeface="Lato"/>
              </a:rPr>
              <a:t>Would you show this to your VP as a credible representation of a solution?</a:t>
            </a:r>
            <a:endParaRPr b="1" sz="1200">
              <a:solidFill>
                <a:schemeClr val="dk1"/>
              </a:solidFill>
              <a:latin typeface="Lato"/>
              <a:ea typeface="Lato"/>
              <a:cs typeface="Lato"/>
              <a:sym typeface="Lato"/>
            </a:endParaRPr>
          </a:p>
          <a:p>
            <a:pPr indent="-304800" lvl="0" marL="914400" rtl="0" algn="l">
              <a:lnSpc>
                <a:spcPct val="115000"/>
              </a:lnSpc>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E.g., Is this high-stakes enough to move a conversation forward with an executive, or does it still feel like a sandbox demo?</a:t>
            </a:r>
            <a:endParaRPr b="1" sz="1200">
              <a:solidFill>
                <a:schemeClr val="dk1"/>
              </a:solidFill>
              <a:latin typeface="Lato"/>
              <a:ea typeface="Lato"/>
              <a:cs typeface="Lato"/>
              <a:sym typeface="Lato"/>
            </a:endParaRPr>
          </a:p>
          <a:p>
            <a:pPr indent="0" lvl="0" marL="0" rtl="0" algn="l">
              <a:spcBef>
                <a:spcPts val="1200"/>
              </a:spcBef>
              <a:spcAft>
                <a:spcPts val="0"/>
              </a:spcAft>
              <a:buNone/>
            </a:pPr>
            <a:r>
              <a:t/>
            </a:r>
            <a:endParaRPr sz="1200">
              <a:solidFill>
                <a:schemeClr val="dk1"/>
              </a:solidFill>
              <a:latin typeface="Lato"/>
              <a:ea typeface="Lato"/>
              <a:cs typeface="Lato"/>
              <a:sym typeface="Lato"/>
            </a:endParaRPr>
          </a:p>
          <a:p>
            <a:pPr indent="0" lvl="0" marL="0" rtl="0" algn="l">
              <a:lnSpc>
                <a:spcPct val="115000"/>
              </a:lnSpc>
              <a:spcBef>
                <a:spcPts val="0"/>
              </a:spcBef>
              <a:spcAft>
                <a:spcPts val="0"/>
              </a:spcAft>
              <a:buNone/>
            </a:pPr>
            <a:r>
              <a:rPr lang="en" sz="1200">
                <a:solidFill>
                  <a:schemeClr val="dk1"/>
                </a:solidFill>
                <a:latin typeface="Lato"/>
                <a:ea typeface="Lato"/>
                <a:cs typeface="Lato"/>
                <a:sym typeface="Lato"/>
              </a:rPr>
              <a:t>➡️</a:t>
            </a:r>
            <a:r>
              <a:rPr b="1" lang="en" sz="1200">
                <a:solidFill>
                  <a:schemeClr val="dk1"/>
                </a:solidFill>
                <a:latin typeface="Lato"/>
                <a:ea typeface="Lato"/>
                <a:cs typeface="Lato"/>
                <a:sym typeface="Lato"/>
              </a:rPr>
              <a:t> Reminder to create Breakout Groups in Zoom</a:t>
            </a:r>
            <a:endParaRPr b="1"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6" name="Shape 1816"/>
        <p:cNvGrpSpPr/>
        <p:nvPr/>
      </p:nvGrpSpPr>
      <p:grpSpPr>
        <a:xfrm>
          <a:off x="0" y="0"/>
          <a:ext cx="0" cy="0"/>
          <a:chOff x="0" y="0"/>
          <a:chExt cx="0" cy="0"/>
        </a:xfrm>
      </p:grpSpPr>
      <p:sp>
        <p:nvSpPr>
          <p:cNvPr id="1817" name="Google Shape;1817;g3c9c29eb32d_32_3037:notes"/>
          <p:cNvSpPr/>
          <p:nvPr>
            <p:ph idx="2" type="sldImg"/>
          </p:nvPr>
        </p:nvSpPr>
        <p:spPr>
          <a:xfrm>
            <a:off x="13716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1818" name="Google Shape;1818;g3c9c29eb32d_32_3037: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a:t>
            </a:r>
            <a:r>
              <a:rPr b="1" lang="en" sz="1200">
                <a:solidFill>
                  <a:schemeClr val="dk1"/>
                </a:solidFill>
                <a:latin typeface="Lato"/>
                <a:ea typeface="Lato"/>
                <a:cs typeface="Lato"/>
                <a:sym typeface="Lato"/>
              </a:rPr>
              <a:t>Activity</a:t>
            </a:r>
            <a:r>
              <a:rPr lang="en" sz="1200">
                <a:solidFill>
                  <a:schemeClr val="dk1"/>
                </a:solidFill>
                <a:latin typeface="Lato"/>
                <a:ea typeface="Lato"/>
                <a:cs typeface="Lato"/>
                <a:sym typeface="Lato"/>
              </a:rPr>
              <a:t>: Quick Debrief</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r>
              <a:rPr b="1" lang="en" sz="1200">
                <a:solidFill>
                  <a:schemeClr val="dk1"/>
                </a:solidFill>
                <a:latin typeface="Lato"/>
                <a:ea typeface="Lato"/>
                <a:cs typeface="Lato"/>
                <a:sym typeface="Lato"/>
              </a:rPr>
              <a:t>💬Topic: </a:t>
            </a:r>
            <a:r>
              <a:rPr lang="en" sz="1200">
                <a:solidFill>
                  <a:schemeClr val="dk1"/>
                </a:solidFill>
                <a:latin typeface="Lato"/>
                <a:ea typeface="Lato"/>
                <a:cs typeface="Lato"/>
                <a:sym typeface="Lato"/>
              </a:rPr>
              <a:t>Validation Check Statement</a:t>
            </a:r>
            <a:endParaRPr sz="1200">
              <a:solidFill>
                <a:schemeClr val="dk1"/>
              </a:solidFill>
              <a:latin typeface="Lato"/>
              <a:ea typeface="Lato"/>
              <a:cs typeface="Lato"/>
              <a:sym typeface="Lato"/>
            </a:endParaRPr>
          </a:p>
          <a:p>
            <a:pPr indent="0" lvl="0" marL="0" rtl="0" algn="just">
              <a:lnSpc>
                <a:spcPct val="115000"/>
              </a:lnSpc>
              <a:spcBef>
                <a:spcPts val="0"/>
              </a:spcBef>
              <a:spcAft>
                <a:spcPts val="0"/>
              </a:spcAft>
              <a:buClr>
                <a:schemeClr val="dk1"/>
              </a:buClr>
              <a:buSzPts val="1100"/>
              <a:buFont typeface="Arial"/>
              <a:buNone/>
            </a:pPr>
            <a:r>
              <a:rPr b="1" lang="en" sz="1200">
                <a:solidFill>
                  <a:schemeClr val="dk1"/>
                </a:solidFill>
                <a:latin typeface="Lato"/>
                <a:ea typeface="Lato"/>
                <a:cs typeface="Lato"/>
                <a:sym typeface="Lato"/>
              </a:rPr>
              <a:t>⏱️Time: </a:t>
            </a:r>
            <a:r>
              <a:rPr lang="en" sz="1200">
                <a:solidFill>
                  <a:schemeClr val="dk1"/>
                </a:solidFill>
                <a:latin typeface="Lato"/>
                <a:ea typeface="Lato"/>
                <a:cs typeface="Lato"/>
                <a:sym typeface="Lato"/>
              </a:rPr>
              <a:t>2 Minutes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t/>
            </a:r>
            <a:endParaRPr sz="1400">
              <a:solidFill>
                <a:srgbClr val="7F7F7F"/>
              </a:solidFill>
              <a:latin typeface="Poppins SemiBold"/>
              <a:ea typeface="Poppins SemiBold"/>
              <a:cs typeface="Poppins SemiBold"/>
              <a:sym typeface="Poppins SemiBold"/>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latin typeface="Lato"/>
                <a:ea typeface="Lato"/>
                <a:cs typeface="Lato"/>
                <a:sym typeface="Lato"/>
              </a:rPr>
              <a:t>Instructions: </a:t>
            </a:r>
            <a:r>
              <a:rPr lang="en" sz="1200">
                <a:solidFill>
                  <a:schemeClr val="dk1"/>
                </a:solidFill>
                <a:latin typeface="Lato"/>
                <a:ea typeface="Lato"/>
                <a:cs typeface="Lato"/>
                <a:sym typeface="Lato"/>
              </a:rPr>
              <a:t>Ask students to post their "VP Scale" score (1–5) in Slack. They must include a brief "why" to identify the specific success or gap in their iteration. This provides a snapshot of how many students successfully moved from toy to tool. As the scores come in, read them out live so you can zero in on those who gave high or low scores and follow up. </a:t>
            </a:r>
            <a:endParaRPr sz="1200">
              <a:solidFill>
                <a:schemeClr val="dk1"/>
              </a:solidFill>
              <a:latin typeface="Lato"/>
              <a:ea typeface="Lato"/>
              <a:cs typeface="Lato"/>
              <a:sym typeface="Lato"/>
            </a:endParaRPr>
          </a:p>
          <a:p>
            <a:pPr indent="-304800" lvl="0" marL="457200" rtl="0" algn="l">
              <a:lnSpc>
                <a:spcPct val="115000"/>
              </a:lnSpc>
              <a:spcBef>
                <a:spcPts val="0"/>
              </a:spcBef>
              <a:spcAft>
                <a:spcPts val="0"/>
              </a:spcAft>
              <a:buClr>
                <a:schemeClr val="dk1"/>
              </a:buClr>
              <a:buSzPts val="1200"/>
              <a:buFont typeface="Lato"/>
              <a:buChar char="●"/>
            </a:pPr>
            <a:r>
              <a:rPr i="1" lang="en" sz="1200">
                <a:solidFill>
                  <a:schemeClr val="dk1"/>
                </a:solidFill>
                <a:latin typeface="Lato"/>
                <a:ea typeface="Lato"/>
                <a:cs typeface="Lato"/>
                <a:sym typeface="Lato"/>
              </a:rPr>
              <a:t>EXAMPLE:  "4/5 because the design matching makes it look official, even if the data is fake."</a:t>
            </a:r>
            <a:endParaRPr i="1" sz="1200">
              <a:solidFill>
                <a:schemeClr val="dk1"/>
              </a:solidFill>
              <a:latin typeface="Lato"/>
              <a:ea typeface="Lato"/>
              <a:cs typeface="Lato"/>
              <a:sym typeface="Lato"/>
            </a:endParaRPr>
          </a:p>
          <a:p>
            <a:pPr indent="-304800" lvl="1" marL="914400" rtl="0" algn="l">
              <a:lnSpc>
                <a:spcPct val="115000"/>
              </a:lnSpc>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Encourage students to name the specific upgrade—like Design Matching or Interactivity—that bumped their score up. </a:t>
            </a:r>
            <a:endParaRPr sz="1200">
              <a:solidFill>
                <a:schemeClr val="dk1"/>
              </a:solidFill>
              <a:latin typeface="Lato"/>
              <a:ea typeface="Lato"/>
              <a:cs typeface="Lato"/>
              <a:sym typeface="Lato"/>
            </a:endParaRPr>
          </a:p>
          <a:p>
            <a:pPr indent="-304800" lvl="1" marL="914400" rtl="0" algn="l">
              <a:lnSpc>
                <a:spcPct val="115000"/>
              </a:lnSpc>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For those at a 1 or 2, choose one or two students and ask them to identify if the issue was the tool's output or their own prompting strategy.</a:t>
            </a:r>
            <a:endParaRPr b="1" sz="1200">
              <a:solidFill>
                <a:schemeClr val="dk1"/>
              </a:solidFill>
              <a:latin typeface="Lato"/>
              <a:ea typeface="Lato"/>
              <a:cs typeface="Lato"/>
              <a:sym typeface="Lato"/>
            </a:endParaRPr>
          </a:p>
          <a:p>
            <a:pPr indent="0" lvl="0" marL="0" rtl="0" algn="l">
              <a:lnSpc>
                <a:spcPct val="115000"/>
              </a:lnSpc>
              <a:spcBef>
                <a:spcPts val="0"/>
              </a:spcBef>
              <a:spcAft>
                <a:spcPts val="0"/>
              </a:spcAft>
              <a:buClr>
                <a:schemeClr val="dk1"/>
              </a:buClr>
              <a:buSzPts val="1100"/>
              <a:buFont typeface="Arial"/>
              <a:buNone/>
            </a:pPr>
            <a:r>
              <a:t/>
            </a:r>
            <a:endParaRPr b="1">
              <a:solidFill>
                <a:schemeClr val="dk1"/>
              </a:solidFill>
              <a:latin typeface="Lato"/>
              <a:ea typeface="Lato"/>
              <a:cs typeface="Lato"/>
              <a:sym typeface="Lato"/>
            </a:endParaRPr>
          </a:p>
          <a:p>
            <a:pPr indent="0" lvl="0" marL="0" rtl="0" algn="l">
              <a:lnSpc>
                <a:spcPct val="115000"/>
              </a:lnSpc>
              <a:spcBef>
                <a:spcPts val="0"/>
              </a:spcBef>
              <a:spcAft>
                <a:spcPts val="0"/>
              </a:spcAft>
              <a:buClr>
                <a:schemeClr val="dk1"/>
              </a:buClr>
              <a:buSzPts val="1100"/>
              <a:buFont typeface="Arial"/>
              <a:buNone/>
            </a:pPr>
            <a:r>
              <a:t/>
            </a:r>
            <a:endParaRPr b="1">
              <a:solidFill>
                <a:schemeClr val="dk1"/>
              </a:solidFill>
              <a:latin typeface="Lato"/>
              <a:ea typeface="Lato"/>
              <a:cs typeface="Lato"/>
              <a:sym typeface="Lato"/>
            </a:endParaRPr>
          </a:p>
          <a:p>
            <a:pPr indent="0" lvl="0" marL="0" rtl="0" algn="l">
              <a:lnSpc>
                <a:spcPct val="115000"/>
              </a:lnSpc>
              <a:spcBef>
                <a:spcPts val="0"/>
              </a:spcBef>
              <a:spcAft>
                <a:spcPts val="0"/>
              </a:spcAft>
              <a:buNone/>
            </a:pPr>
            <a:r>
              <a:t/>
            </a:r>
            <a:endParaRPr sz="1400">
              <a:solidFill>
                <a:srgbClr val="7F7F7F"/>
              </a:solidFill>
              <a:latin typeface="Poppins SemiBold"/>
              <a:ea typeface="Poppins SemiBold"/>
              <a:cs typeface="Poppins SemiBold"/>
              <a:sym typeface="Poppins SemiBo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0" name="Shape 1830"/>
        <p:cNvGrpSpPr/>
        <p:nvPr/>
      </p:nvGrpSpPr>
      <p:grpSpPr>
        <a:xfrm>
          <a:off x="0" y="0"/>
          <a:ext cx="0" cy="0"/>
          <a:chOff x="0" y="0"/>
          <a:chExt cx="0" cy="0"/>
        </a:xfrm>
      </p:grpSpPr>
      <p:sp>
        <p:nvSpPr>
          <p:cNvPr id="1831" name="Google Shape;1831;g3c971b43cd0_0_5935: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1832" name="Google Shape;1832;g3c971b43cd0_0_59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b="1"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br>
              <a:rPr lang="en" sz="1200">
                <a:solidFill>
                  <a:schemeClr val="dk1"/>
                </a:solidFill>
                <a:latin typeface="Lato"/>
                <a:ea typeface="Lato"/>
                <a:cs typeface="Lato"/>
                <a:sym typeface="Lato"/>
              </a:rPr>
            </a:br>
            <a:r>
              <a:rPr lang="en" sz="1200">
                <a:solidFill>
                  <a:schemeClr val="dk1"/>
                </a:solidFill>
                <a:latin typeface="Lato"/>
                <a:ea typeface="Lato"/>
                <a:cs typeface="Lato"/>
                <a:sym typeface="Lato"/>
              </a:rPr>
              <a:t>Time for a 5-minute break—you’ve earned it! ☕</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5" name="Shape 1835"/>
        <p:cNvGrpSpPr/>
        <p:nvPr/>
      </p:nvGrpSpPr>
      <p:grpSpPr>
        <a:xfrm>
          <a:off x="0" y="0"/>
          <a:ext cx="0" cy="0"/>
          <a:chOff x="0" y="0"/>
          <a:chExt cx="0" cy="0"/>
        </a:xfrm>
      </p:grpSpPr>
      <p:sp>
        <p:nvSpPr>
          <p:cNvPr id="1836" name="Google Shape;1836;g3c971b43cd0_0_5939: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1837" name="Google Shape;1837;g3c971b43cd0_0_59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7" name="Shape 1847"/>
        <p:cNvGrpSpPr/>
        <p:nvPr/>
      </p:nvGrpSpPr>
      <p:grpSpPr>
        <a:xfrm>
          <a:off x="0" y="0"/>
          <a:ext cx="0" cy="0"/>
          <a:chOff x="0" y="0"/>
          <a:chExt cx="0" cy="0"/>
        </a:xfrm>
      </p:grpSpPr>
      <p:sp>
        <p:nvSpPr>
          <p:cNvPr id="1848" name="Google Shape;1848;g3c971b43cd0_0_1577: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1849" name="Google Shape;1849;g3c971b43cd0_0_1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rPr b="1" lang="en" sz="1200">
                <a:solidFill>
                  <a:schemeClr val="dk1"/>
                </a:solidFill>
                <a:latin typeface="Lato"/>
                <a:ea typeface="Lato"/>
                <a:cs typeface="Lato"/>
                <a:sym typeface="Lato"/>
              </a:rPr>
              <a:t>At the end of each module, recap key concepts and content covered in today’s lesson.</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7" name="Shape 1857"/>
        <p:cNvGrpSpPr/>
        <p:nvPr/>
      </p:nvGrpSpPr>
      <p:grpSpPr>
        <a:xfrm>
          <a:off x="0" y="0"/>
          <a:ext cx="0" cy="0"/>
          <a:chOff x="0" y="0"/>
          <a:chExt cx="0" cy="0"/>
        </a:xfrm>
      </p:grpSpPr>
      <p:sp>
        <p:nvSpPr>
          <p:cNvPr id="1858" name="Google Shape;1858;g3c971b43cd0_0_1586:notes"/>
          <p:cNvSpPr/>
          <p:nvPr>
            <p:ph idx="2" type="sldImg"/>
          </p:nvPr>
        </p:nvSpPr>
        <p:spPr>
          <a:xfrm>
            <a:off x="960123" y="1143000"/>
            <a:ext cx="4937700" cy="3086100"/>
          </a:xfrm>
          <a:custGeom>
            <a:rect b="b" l="l" r="r" t="t"/>
            <a:pathLst>
              <a:path extrusionOk="0" h="120000" w="120000">
                <a:moveTo>
                  <a:pt x="0" y="0"/>
                </a:moveTo>
                <a:lnTo>
                  <a:pt x="120000" y="0"/>
                </a:lnTo>
                <a:lnTo>
                  <a:pt x="120000" y="120000"/>
                </a:lnTo>
                <a:lnTo>
                  <a:pt x="0" y="120000"/>
                </a:lnTo>
                <a:close/>
              </a:path>
            </a:pathLst>
          </a:custGeom>
        </p:spPr>
      </p:sp>
      <p:sp>
        <p:nvSpPr>
          <p:cNvPr id="1859" name="Google Shape;1859;g3c971b43cd0_0_158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b="1"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br>
              <a:rPr b="1" lang="en" sz="1200">
                <a:solidFill>
                  <a:schemeClr val="dk1"/>
                </a:solidFill>
                <a:latin typeface="Lato"/>
                <a:ea typeface="Lato"/>
                <a:cs typeface="Lato"/>
                <a:sym typeface="Lato"/>
              </a:rPr>
            </a:br>
            <a:r>
              <a:rPr b="1" lang="en" sz="1200">
                <a:solidFill>
                  <a:schemeClr val="dk1"/>
                </a:solidFill>
                <a:latin typeface="Lato"/>
                <a:ea typeface="Lato"/>
                <a:cs typeface="Lato"/>
                <a:sym typeface="Lato"/>
              </a:rPr>
              <a:t>📌 Note: that the “Dig Deeper” section is optional for students who want to get additional practice with more advanced topics or explore further </a:t>
            </a:r>
            <a:r>
              <a:rPr b="1" lang="en" sz="1200" u="sng">
                <a:solidFill>
                  <a:schemeClr val="dk1"/>
                </a:solidFill>
                <a:latin typeface="Lato"/>
                <a:ea typeface="Lato"/>
                <a:cs typeface="Lato"/>
                <a:sym typeface="Lato"/>
              </a:rPr>
              <a:t>on their own time.</a:t>
            </a:r>
            <a:endParaRPr sz="1200" u="sng">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b="1" lang="en" sz="1200">
                <a:solidFill>
                  <a:schemeClr val="dk1"/>
                </a:solidFill>
                <a:latin typeface="Lato"/>
                <a:ea typeface="Lato"/>
                <a:cs typeface="Lato"/>
                <a:sym typeface="Lato"/>
              </a:rPr>
              <a:t>Next Session:</a:t>
            </a:r>
            <a:r>
              <a:rPr lang="en" sz="1200">
                <a:solidFill>
                  <a:schemeClr val="dk1"/>
                </a:solidFill>
                <a:latin typeface="Lato"/>
                <a:ea typeface="Lato"/>
                <a:cs typeface="Lato"/>
                <a:sym typeface="Lato"/>
              </a:rPr>
              <a:t> Give a brief overview of what students can expect during the next session.</a:t>
            </a:r>
            <a:endParaRPr b="1">
              <a:solidFill>
                <a:schemeClr val="dk1"/>
              </a:solidFill>
              <a:latin typeface="Inter"/>
              <a:ea typeface="Inter"/>
              <a:cs typeface="Inter"/>
              <a:sym typeface="Inter"/>
            </a:endParaRPr>
          </a:p>
          <a:p>
            <a:pPr indent="0" lvl="0" marL="0" rtl="0" algn="l">
              <a:spcBef>
                <a:spcPts val="0"/>
              </a:spcBef>
              <a:spcAft>
                <a:spcPts val="0"/>
              </a:spcAft>
              <a:buNone/>
            </a:pPr>
            <a:r>
              <a:t/>
            </a:r>
            <a:endParaRPr>
              <a:latin typeface="Lato"/>
              <a:ea typeface="Lato"/>
              <a:cs typeface="Lato"/>
              <a:sym typeface="Lato"/>
            </a:endParaRPr>
          </a:p>
        </p:txBody>
      </p:sp>
      <p:sp>
        <p:nvSpPr>
          <p:cNvPr id="1860" name="Google Shape;1860;g3c971b43cd0_0_1586: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6" name="Shape 1866"/>
        <p:cNvGrpSpPr/>
        <p:nvPr/>
      </p:nvGrpSpPr>
      <p:grpSpPr>
        <a:xfrm>
          <a:off x="0" y="0"/>
          <a:ext cx="0" cy="0"/>
          <a:chOff x="0" y="0"/>
          <a:chExt cx="0" cy="0"/>
        </a:xfrm>
      </p:grpSpPr>
      <p:sp>
        <p:nvSpPr>
          <p:cNvPr id="1867" name="Google Shape;1867;g3c971b43cd0_0_1594:notes"/>
          <p:cNvSpPr/>
          <p:nvPr>
            <p:ph idx="2" type="sldImg"/>
          </p:nvPr>
        </p:nvSpPr>
        <p:spPr>
          <a:xfrm>
            <a:off x="1371600" y="685800"/>
            <a:ext cx="4114800" cy="3429000"/>
          </a:xfrm>
          <a:custGeom>
            <a:rect b="b" l="l" r="r" t="t"/>
            <a:pathLst>
              <a:path extrusionOk="0" h="120000" w="120000">
                <a:moveTo>
                  <a:pt x="0" y="0"/>
                </a:moveTo>
                <a:lnTo>
                  <a:pt x="120000" y="0"/>
                </a:lnTo>
                <a:lnTo>
                  <a:pt x="120000" y="120000"/>
                </a:lnTo>
                <a:lnTo>
                  <a:pt x="0" y="120000"/>
                </a:lnTo>
                <a:close/>
              </a:path>
            </a:pathLst>
          </a:custGeom>
        </p:spPr>
      </p:sp>
      <p:sp>
        <p:nvSpPr>
          <p:cNvPr id="1868" name="Google Shape;1868;g3c971b43cd0_0_1594: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b="1">
              <a:solidFill>
                <a:schemeClr val="dk1"/>
              </a:solidFill>
              <a:latin typeface="Inter"/>
              <a:ea typeface="Inter"/>
              <a:cs typeface="Inter"/>
              <a:sym typeface="Inter"/>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latin typeface="Lato"/>
                <a:ea typeface="Lato"/>
                <a:cs typeface="Lato"/>
                <a:sym typeface="Lato"/>
              </a:rPr>
              <a:t>We will be having daily surveys at the end of each class, and your opinion matters to us. </a:t>
            </a:r>
            <a:endParaRPr sz="1200">
              <a:solidFill>
                <a:schemeClr val="dk1"/>
              </a:solidFill>
              <a:latin typeface="Lato"/>
              <a:ea typeface="Lato"/>
              <a:cs typeface="Lato"/>
              <a:sym typeface="Lato"/>
            </a:endParaRPr>
          </a:p>
          <a:p>
            <a:pPr indent="-304800" lvl="0" marL="457200" rtl="0" algn="l">
              <a:lnSpc>
                <a:spcPct val="115000"/>
              </a:lnSpc>
              <a:spcBef>
                <a:spcPts val="1200"/>
              </a:spcBef>
              <a:spcAft>
                <a:spcPts val="0"/>
              </a:spcAft>
              <a:buClr>
                <a:schemeClr val="dk1"/>
              </a:buClr>
              <a:buSzPts val="1200"/>
              <a:buFont typeface="Lato"/>
              <a:buChar char="●"/>
            </a:pPr>
            <a:r>
              <a:rPr lang="en" sz="1200">
                <a:solidFill>
                  <a:schemeClr val="dk1"/>
                </a:solidFill>
                <a:latin typeface="Lato"/>
                <a:ea typeface="Lato"/>
                <a:cs typeface="Lato"/>
                <a:sym typeface="Lato"/>
              </a:rPr>
              <a:t>This is crucial in making sure our team can learn the best way to support you, and if we are also hitting the mark, Like real product managers, we would want to iterate and adjust so that we can support your needs. </a:t>
            </a:r>
            <a:endParaRPr sz="1200">
              <a:solidFill>
                <a:schemeClr val="dk1"/>
              </a:solidFill>
              <a:latin typeface="Lato"/>
              <a:ea typeface="Lato"/>
              <a:cs typeface="Lato"/>
              <a:sym typeface="Lato"/>
            </a:endParaRPr>
          </a:p>
          <a:p>
            <a:pPr indent="0" lvl="0" marL="0" rtl="0" algn="l">
              <a:spcBef>
                <a:spcPts val="1200"/>
              </a:spcBef>
              <a:spcAft>
                <a:spcPts val="0"/>
              </a:spcAft>
              <a:buNone/>
            </a:pPr>
            <a:r>
              <a:t/>
            </a:r>
            <a:endParaRPr>
              <a:latin typeface="Inter"/>
              <a:ea typeface="Inter"/>
              <a:cs typeface="Inter"/>
              <a:sym typeface="Inte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6" name="Shape 1876"/>
        <p:cNvGrpSpPr/>
        <p:nvPr/>
      </p:nvGrpSpPr>
      <p:grpSpPr>
        <a:xfrm>
          <a:off x="0" y="0"/>
          <a:ext cx="0" cy="0"/>
          <a:chOff x="0" y="0"/>
          <a:chExt cx="0" cy="0"/>
        </a:xfrm>
      </p:grpSpPr>
      <p:sp>
        <p:nvSpPr>
          <p:cNvPr id="1877" name="Google Shape;1877;g3c971b43cd0_0_1603: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1878" name="Google Shape;1878;g3c971b43cd0_0_16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b="1" lang="en" sz="1200">
                <a:solidFill>
                  <a:schemeClr val="dk1"/>
                </a:solidFill>
                <a:latin typeface="Lato"/>
                <a:ea typeface="Lato"/>
                <a:cs typeface="Lato"/>
                <a:sym typeface="Lato"/>
              </a:rPr>
              <a:t>🗂 </a:t>
            </a:r>
            <a:r>
              <a:rPr lang="en" sz="1400">
                <a:solidFill>
                  <a:srgbClr val="7F7F7F"/>
                </a:solidFill>
                <a:latin typeface="Poppins SemiBold"/>
                <a:ea typeface="Poppins SemiBold"/>
                <a:cs typeface="Poppins SemiBold"/>
                <a:sym typeface="Poppins SemiBold"/>
              </a:rPr>
              <a:t>More Resources</a:t>
            </a:r>
            <a:endParaRPr b="1"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just">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Here are some additional resources students can learn to deepen their knowledge of what we have covered in this section.</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7" name="Shape 1897"/>
        <p:cNvGrpSpPr/>
        <p:nvPr/>
      </p:nvGrpSpPr>
      <p:grpSpPr>
        <a:xfrm>
          <a:off x="0" y="0"/>
          <a:ext cx="0" cy="0"/>
          <a:chOff x="0" y="0"/>
          <a:chExt cx="0" cy="0"/>
        </a:xfrm>
      </p:grpSpPr>
      <p:sp>
        <p:nvSpPr>
          <p:cNvPr id="1898" name="Google Shape;1898;g3c971b43cd0_0_1623:notes"/>
          <p:cNvSpPr/>
          <p:nvPr>
            <p:ph idx="2" type="sldImg"/>
          </p:nvPr>
        </p:nvSpPr>
        <p:spPr>
          <a:xfrm>
            <a:off x="685800" y="685800"/>
            <a:ext cx="54864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99" name="Google Shape;1899;g3c971b43cd0_0_162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sz="1400">
              <a:solidFill>
                <a:srgbClr val="3C4856"/>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b="1"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rPr b="1" lang="en" sz="1200">
                <a:solidFill>
                  <a:schemeClr val="dk1"/>
                </a:solidFill>
                <a:latin typeface="Lato"/>
                <a:ea typeface="Lato"/>
                <a:cs typeface="Lato"/>
                <a:sym typeface="Lato"/>
              </a:rPr>
              <a:t>💥Activity:</a:t>
            </a:r>
            <a:r>
              <a:rPr lang="en" sz="1200">
                <a:solidFill>
                  <a:schemeClr val="dk1"/>
                </a:solidFill>
                <a:latin typeface="Lato"/>
                <a:ea typeface="Lato"/>
                <a:cs typeface="Lato"/>
                <a:sym typeface="Lato"/>
              </a:rPr>
              <a:t> Q&amp;A</a:t>
            </a:r>
            <a:endParaRPr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This is a chance to dive deeper into the topics covered and answer any additional questions students may have!</a:t>
            </a:r>
            <a:endParaRPr b="1">
              <a:solidFill>
                <a:schemeClr val="dk1"/>
              </a:solidFill>
              <a:latin typeface="Inter"/>
              <a:ea typeface="Inter"/>
              <a:cs typeface="Inter"/>
              <a:sym typeface="Inte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2" name="Shape 1902"/>
        <p:cNvGrpSpPr/>
        <p:nvPr/>
      </p:nvGrpSpPr>
      <p:grpSpPr>
        <a:xfrm>
          <a:off x="0" y="0"/>
          <a:ext cx="0" cy="0"/>
          <a:chOff x="0" y="0"/>
          <a:chExt cx="0" cy="0"/>
        </a:xfrm>
      </p:grpSpPr>
      <p:sp>
        <p:nvSpPr>
          <p:cNvPr id="1903" name="Google Shape;1903;g3c971b43cd0_0_1627: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1904" name="Google Shape;1904;g3c971b43cd0_0_16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Thank you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6" name="Shape 1906"/>
        <p:cNvGrpSpPr/>
        <p:nvPr/>
      </p:nvGrpSpPr>
      <p:grpSpPr>
        <a:xfrm>
          <a:off x="0" y="0"/>
          <a:ext cx="0" cy="0"/>
          <a:chOff x="0" y="0"/>
          <a:chExt cx="0" cy="0"/>
        </a:xfrm>
      </p:grpSpPr>
      <p:sp>
        <p:nvSpPr>
          <p:cNvPr id="1907" name="Google Shape;1907;g3c971b43cd0_0_7960:notes"/>
          <p:cNvSpPr/>
          <p:nvPr>
            <p:ph idx="2" type="sldImg"/>
          </p:nvPr>
        </p:nvSpPr>
        <p:spPr>
          <a:xfrm>
            <a:off x="686104"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1908" name="Google Shape;1908;g3c971b43cd0_0_79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How do the 7 Building Blocks ensure a perfect prompt? They force you to define every element of FUDI without even thinking about it. It’s not a question of one or the other: your simplified PRD is the container for FUDI.</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Think of it like this: If you try to write a prompt from scratch using just FUDI, you might miss things. But if you fill out these 7 Building Blocks, you automatically capture the Functionality, User Flow, Design, and Interaction.</a:t>
            </a:r>
            <a:endParaRPr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The goal is to help you think like a translator and turn written requirements into modular, FUDI-based prompts that guide the AI to build the right functionality, flow, and design with precision.</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a:p>
            <a:pPr indent="0" lvl="0" marL="0" rtl="0" algn="l">
              <a:spcBef>
                <a:spcPts val="0"/>
              </a:spcBef>
              <a:spcAft>
                <a:spcPts val="0"/>
              </a:spcAft>
              <a:buNone/>
            </a:pPr>
            <a:r>
              <a:rPr lang="en" sz="1200">
                <a:solidFill>
                  <a:schemeClr val="dk1"/>
                </a:solidFill>
                <a:latin typeface="Lato"/>
                <a:ea typeface="Lato"/>
                <a:cs typeface="Lato"/>
                <a:sym typeface="Lato"/>
              </a:rPr>
              <a:t>This means looking out for:</a:t>
            </a:r>
            <a:endParaRPr sz="1200">
              <a:solidFill>
                <a:schemeClr val="dk1"/>
              </a:solidFill>
              <a:latin typeface="Lato"/>
              <a:ea typeface="Lato"/>
              <a:cs typeface="Lato"/>
              <a:sym typeface="Lato"/>
            </a:endParaRPr>
          </a:p>
          <a:p>
            <a:pPr indent="-304800" lvl="0" marL="457200" rtl="0" algn="l">
              <a:lnSpc>
                <a:spcPct val="115000"/>
              </a:lnSpc>
              <a:spcBef>
                <a:spcPts val="1200"/>
              </a:spcBef>
              <a:spcAft>
                <a:spcPts val="0"/>
              </a:spcAft>
              <a:buClr>
                <a:schemeClr val="dk1"/>
              </a:buClr>
              <a:buSzPts val="1200"/>
              <a:buChar char="●"/>
            </a:pPr>
            <a:r>
              <a:rPr b="1" lang="en" sz="1200">
                <a:solidFill>
                  <a:schemeClr val="dk1"/>
                </a:solidFill>
                <a:latin typeface="Lato"/>
                <a:ea typeface="Lato"/>
                <a:cs typeface="Lato"/>
                <a:sym typeface="Lato"/>
              </a:rPr>
              <a:t>Project Overview (F, D):</a:t>
            </a:r>
            <a:br>
              <a:rPr b="1" lang="en" sz="1200">
                <a:solidFill>
                  <a:schemeClr val="dk1"/>
                </a:solidFill>
                <a:latin typeface="Lato"/>
                <a:ea typeface="Lato"/>
                <a:cs typeface="Lato"/>
                <a:sym typeface="Lato"/>
              </a:rPr>
            </a:br>
            <a:r>
              <a:rPr lang="en" sz="1200">
                <a:solidFill>
                  <a:schemeClr val="dk1"/>
                </a:solidFill>
                <a:latin typeface="Lato"/>
                <a:ea typeface="Lato"/>
                <a:cs typeface="Lato"/>
                <a:sym typeface="Lato"/>
              </a:rPr>
              <a:t> State what the product is, who it’s for, and the look/feel so the AI has intent and visual direction. In the Prompt Pack, this becomes a short setup prompt that names the app, audience, and design cues—so every later prompt inherits the same purpose and style.</a:t>
            </a:r>
            <a:endParaRPr sz="1200">
              <a:solidFill>
                <a:schemeClr val="dk1"/>
              </a:solidFill>
              <a:latin typeface="Lato"/>
              <a:ea typeface="Lato"/>
              <a:cs typeface="Lato"/>
              <a:sym typeface="Lato"/>
            </a:endParaRPr>
          </a:p>
          <a:p>
            <a:pPr indent="-304800" lvl="0" marL="457200" rtl="0" algn="l">
              <a:lnSpc>
                <a:spcPct val="115000"/>
              </a:lnSpc>
              <a:spcBef>
                <a:spcPts val="0"/>
              </a:spcBef>
              <a:spcAft>
                <a:spcPts val="0"/>
              </a:spcAft>
              <a:buClr>
                <a:schemeClr val="dk1"/>
              </a:buClr>
              <a:buSzPts val="1200"/>
              <a:buChar char="●"/>
            </a:pPr>
            <a:r>
              <a:rPr b="1" lang="en" sz="1200">
                <a:solidFill>
                  <a:schemeClr val="dk1"/>
                </a:solidFill>
                <a:latin typeface="Lato"/>
                <a:ea typeface="Lato"/>
                <a:cs typeface="Lato"/>
                <a:sym typeface="Lato"/>
              </a:rPr>
              <a:t>Inputs &amp; Outputs (F):</a:t>
            </a:r>
            <a:br>
              <a:rPr b="1" lang="en" sz="1200">
                <a:solidFill>
                  <a:schemeClr val="dk1"/>
                </a:solidFill>
                <a:latin typeface="Lato"/>
                <a:ea typeface="Lato"/>
                <a:cs typeface="Lato"/>
                <a:sym typeface="Lato"/>
              </a:rPr>
            </a:br>
            <a:r>
              <a:rPr lang="en" sz="1200">
                <a:solidFill>
                  <a:schemeClr val="dk1"/>
                </a:solidFill>
                <a:latin typeface="Lato"/>
                <a:ea typeface="Lato"/>
                <a:cs typeface="Lato"/>
                <a:sym typeface="Lato"/>
              </a:rPr>
              <a:t> Spell out exactly what comes in (files, fields, APIs) and what must come out (lists, cards, messages). In the Prompt Pack, write a prompt that binds UI to these I/O contracts (e.g., “after upload, show X; render Y fields from mocked data”).</a:t>
            </a:r>
            <a:endParaRPr sz="1200">
              <a:solidFill>
                <a:schemeClr val="dk1"/>
              </a:solidFill>
              <a:latin typeface="Lato"/>
              <a:ea typeface="Lato"/>
              <a:cs typeface="Lato"/>
              <a:sym typeface="Lato"/>
            </a:endParaRPr>
          </a:p>
          <a:p>
            <a:pPr indent="-304800" lvl="0" marL="457200" rtl="0" algn="l">
              <a:lnSpc>
                <a:spcPct val="115000"/>
              </a:lnSpc>
              <a:spcBef>
                <a:spcPts val="0"/>
              </a:spcBef>
              <a:spcAft>
                <a:spcPts val="0"/>
              </a:spcAft>
              <a:buClr>
                <a:schemeClr val="dk1"/>
              </a:buClr>
              <a:buSzPts val="1200"/>
              <a:buChar char="●"/>
            </a:pPr>
            <a:r>
              <a:rPr b="1" lang="en" sz="1200">
                <a:solidFill>
                  <a:schemeClr val="dk1"/>
                </a:solidFill>
                <a:latin typeface="Lato"/>
                <a:ea typeface="Lato"/>
                <a:cs typeface="Lato"/>
                <a:sym typeface="Lato"/>
              </a:rPr>
              <a:t>User Flow (U):</a:t>
            </a:r>
            <a:br>
              <a:rPr b="1" lang="en" sz="1200">
                <a:solidFill>
                  <a:schemeClr val="dk1"/>
                </a:solidFill>
                <a:latin typeface="Lato"/>
                <a:ea typeface="Lato"/>
                <a:cs typeface="Lato"/>
                <a:sym typeface="Lato"/>
              </a:rPr>
            </a:br>
            <a:r>
              <a:rPr lang="en" sz="1200">
                <a:solidFill>
                  <a:schemeClr val="dk1"/>
                </a:solidFill>
                <a:latin typeface="Lato"/>
                <a:ea typeface="Lato"/>
                <a:cs typeface="Lato"/>
                <a:sym typeface="Lato"/>
              </a:rPr>
              <a:t> Convert the journey into 3–7 numbered steps so the build follows a predictable sequence. In the Prompt Pack, one prompt declares screens/states in order (Home → Upload → Results), which prevents the tool from skipping key moments.</a:t>
            </a:r>
            <a:endParaRPr sz="1200">
              <a:solidFill>
                <a:schemeClr val="dk1"/>
              </a:solidFill>
              <a:latin typeface="Lato"/>
              <a:ea typeface="Lato"/>
              <a:cs typeface="Lato"/>
              <a:sym typeface="Lato"/>
            </a:endParaRPr>
          </a:p>
          <a:p>
            <a:pPr indent="-304800" lvl="0" marL="457200" rtl="0" algn="l">
              <a:lnSpc>
                <a:spcPct val="115000"/>
              </a:lnSpc>
              <a:spcBef>
                <a:spcPts val="0"/>
              </a:spcBef>
              <a:spcAft>
                <a:spcPts val="0"/>
              </a:spcAft>
              <a:buClr>
                <a:schemeClr val="dk1"/>
              </a:buClr>
              <a:buSzPts val="1200"/>
              <a:buChar char="●"/>
            </a:pPr>
            <a:r>
              <a:rPr b="1" lang="en" sz="1200">
                <a:solidFill>
                  <a:schemeClr val="dk1"/>
                </a:solidFill>
                <a:latin typeface="Lato"/>
                <a:ea typeface="Lato"/>
                <a:cs typeface="Lato"/>
                <a:sym typeface="Lato"/>
              </a:rPr>
              <a:t>Core Tools &amp; Stack (F):</a:t>
            </a:r>
            <a:br>
              <a:rPr b="1" lang="en" sz="1200">
                <a:solidFill>
                  <a:schemeClr val="dk1"/>
                </a:solidFill>
                <a:latin typeface="Lato"/>
                <a:ea typeface="Lato"/>
                <a:cs typeface="Lato"/>
                <a:sym typeface="Lato"/>
              </a:rPr>
            </a:br>
            <a:r>
              <a:rPr lang="en" sz="1200">
                <a:solidFill>
                  <a:schemeClr val="dk1"/>
                </a:solidFill>
                <a:latin typeface="Lato"/>
                <a:ea typeface="Lato"/>
                <a:cs typeface="Lato"/>
                <a:sym typeface="Lato"/>
              </a:rPr>
              <a:t> Name frameworks, libraries, and any AI/model assumptions to anchor feasibility. In the Prompt Pack, add a brief constraint line (“React + Tailwind; simulated AI; no backend”) so the tool scopes itself correctly.</a:t>
            </a:r>
            <a:endParaRPr sz="1200">
              <a:solidFill>
                <a:schemeClr val="dk1"/>
              </a:solidFill>
              <a:latin typeface="Lato"/>
              <a:ea typeface="Lato"/>
              <a:cs typeface="Lato"/>
              <a:sym typeface="Lato"/>
            </a:endParaRPr>
          </a:p>
          <a:p>
            <a:pPr indent="-304800" lvl="0" marL="457200" rtl="0" algn="l">
              <a:lnSpc>
                <a:spcPct val="115000"/>
              </a:lnSpc>
              <a:spcBef>
                <a:spcPts val="0"/>
              </a:spcBef>
              <a:spcAft>
                <a:spcPts val="0"/>
              </a:spcAft>
              <a:buClr>
                <a:schemeClr val="dk1"/>
              </a:buClr>
              <a:buSzPts val="1200"/>
              <a:buChar char="●"/>
            </a:pPr>
            <a:r>
              <a:rPr b="1" lang="en" sz="1200">
                <a:solidFill>
                  <a:schemeClr val="dk1"/>
                </a:solidFill>
                <a:latin typeface="Lato"/>
                <a:ea typeface="Lato"/>
                <a:cs typeface="Lato"/>
                <a:sym typeface="Lato"/>
              </a:rPr>
              <a:t>Smart Behaviors (I, F):</a:t>
            </a:r>
            <a:br>
              <a:rPr b="1" lang="en" sz="1200">
                <a:solidFill>
                  <a:schemeClr val="dk1"/>
                </a:solidFill>
                <a:latin typeface="Lato"/>
                <a:ea typeface="Lato"/>
                <a:cs typeface="Lato"/>
                <a:sym typeface="Lato"/>
              </a:rPr>
            </a:br>
            <a:r>
              <a:rPr lang="en" sz="1200">
                <a:solidFill>
                  <a:schemeClr val="dk1"/>
                </a:solidFill>
                <a:latin typeface="Lato"/>
                <a:ea typeface="Lato"/>
                <a:cs typeface="Lato"/>
                <a:sym typeface="Lato"/>
              </a:rPr>
              <a:t> Describe how the system “thinks” and responds (ranking, rules, prioritization). In the Prompt Pack, include a behavior prompt that tells the tool how to transform input into output (e.g., “use mocked JSON; adapt copy/images to match context; prioritize relevance”).</a:t>
            </a:r>
            <a:endParaRPr sz="1200">
              <a:solidFill>
                <a:schemeClr val="dk1"/>
              </a:solidFill>
              <a:latin typeface="Lato"/>
              <a:ea typeface="Lato"/>
              <a:cs typeface="Lato"/>
              <a:sym typeface="Lato"/>
            </a:endParaRPr>
          </a:p>
          <a:p>
            <a:pPr indent="-304800" lvl="0" marL="457200" rtl="0" algn="l">
              <a:lnSpc>
                <a:spcPct val="115000"/>
              </a:lnSpc>
              <a:spcBef>
                <a:spcPts val="0"/>
              </a:spcBef>
              <a:spcAft>
                <a:spcPts val="0"/>
              </a:spcAft>
              <a:buClr>
                <a:schemeClr val="dk1"/>
              </a:buClr>
              <a:buSzPts val="1200"/>
              <a:buChar char="●"/>
            </a:pPr>
            <a:r>
              <a:rPr b="1" lang="en" sz="1200">
                <a:solidFill>
                  <a:schemeClr val="dk1"/>
                </a:solidFill>
                <a:latin typeface="Lato"/>
                <a:ea typeface="Lato"/>
                <a:cs typeface="Lato"/>
                <a:sym typeface="Lato"/>
              </a:rPr>
              <a:t>Constraints &amp; Edge Cases (F &amp; I):</a:t>
            </a:r>
            <a:br>
              <a:rPr b="1" lang="en" sz="1200">
                <a:solidFill>
                  <a:schemeClr val="dk1"/>
                </a:solidFill>
                <a:latin typeface="Lato"/>
                <a:ea typeface="Lato"/>
                <a:cs typeface="Lato"/>
                <a:sym typeface="Lato"/>
              </a:rPr>
            </a:br>
            <a:r>
              <a:rPr lang="en" sz="1200">
                <a:solidFill>
                  <a:schemeClr val="dk1"/>
                </a:solidFill>
                <a:latin typeface="Lato"/>
                <a:ea typeface="Lato"/>
                <a:cs typeface="Lato"/>
                <a:sym typeface="Lato"/>
              </a:rPr>
              <a:t> Define guardrails and graceful failures (blurry input, empty results, privacy). In the Prompt Pack, add a robustness prompt that instructs empty states, error toasts, and safe defaults so the prototype doesn’t break.</a:t>
            </a:r>
            <a:endParaRPr sz="1200">
              <a:solidFill>
                <a:schemeClr val="dk1"/>
              </a:solidFill>
              <a:latin typeface="Lato"/>
              <a:ea typeface="Lato"/>
              <a:cs typeface="Lato"/>
              <a:sym typeface="Lato"/>
            </a:endParaRPr>
          </a:p>
          <a:p>
            <a:pPr indent="-304800" lvl="0" marL="457200" rtl="0" algn="l">
              <a:lnSpc>
                <a:spcPct val="115000"/>
              </a:lnSpc>
              <a:spcBef>
                <a:spcPts val="0"/>
              </a:spcBef>
              <a:spcAft>
                <a:spcPts val="0"/>
              </a:spcAft>
              <a:buClr>
                <a:schemeClr val="dk1"/>
              </a:buClr>
              <a:buSzPts val="1200"/>
              <a:buChar char="●"/>
            </a:pPr>
            <a:r>
              <a:rPr b="1" lang="en" sz="1200">
                <a:solidFill>
                  <a:schemeClr val="dk1"/>
                </a:solidFill>
                <a:latin typeface="Lato"/>
                <a:ea typeface="Lato"/>
                <a:cs typeface="Lato"/>
                <a:sym typeface="Lato"/>
              </a:rPr>
              <a:t>Light Eval (F &amp; D &amp; I):</a:t>
            </a:r>
            <a:br>
              <a:rPr b="1" lang="en" sz="1200">
                <a:solidFill>
                  <a:schemeClr val="dk1"/>
                </a:solidFill>
                <a:latin typeface="Lato"/>
                <a:ea typeface="Lato"/>
                <a:cs typeface="Lato"/>
                <a:sym typeface="Lato"/>
              </a:rPr>
            </a:br>
            <a:r>
              <a:rPr lang="en" sz="1200">
                <a:solidFill>
                  <a:schemeClr val="dk1"/>
                </a:solidFill>
                <a:latin typeface="Lato"/>
                <a:ea typeface="Lato"/>
                <a:cs typeface="Lato"/>
                <a:sym typeface="Lato"/>
              </a:rPr>
              <a:t> Set success criteria (latency targets, clarity/usability goals, acceptance checklist). In the Prompt Pack, include a polish prompt (“aim for &lt;1s perceived feedback; ARIA labels; accessible contrast; concise copy”) so the tool optimizes for testability, not just looks.</a:t>
            </a:r>
            <a:endParaRPr sz="1200">
              <a:solidFill>
                <a:schemeClr val="dk1"/>
              </a:solidFill>
              <a:latin typeface="Lato"/>
              <a:ea typeface="Lato"/>
              <a:cs typeface="Lato"/>
              <a:sym typeface="Lato"/>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3" name="Shape 1963"/>
        <p:cNvGrpSpPr/>
        <p:nvPr/>
      </p:nvGrpSpPr>
      <p:grpSpPr>
        <a:xfrm>
          <a:off x="0" y="0"/>
          <a:ext cx="0" cy="0"/>
          <a:chOff x="0" y="0"/>
          <a:chExt cx="0" cy="0"/>
        </a:xfrm>
      </p:grpSpPr>
      <p:sp>
        <p:nvSpPr>
          <p:cNvPr id="1964" name="Google Shape;1964;g3c971b43cd0_0_10017:notes"/>
          <p:cNvSpPr/>
          <p:nvPr>
            <p:ph idx="2" type="sldImg"/>
          </p:nvPr>
        </p:nvSpPr>
        <p:spPr>
          <a:xfrm>
            <a:off x="960123" y="1143000"/>
            <a:ext cx="4937700" cy="3086100"/>
          </a:xfrm>
          <a:custGeom>
            <a:rect b="b" l="l" r="r" t="t"/>
            <a:pathLst>
              <a:path extrusionOk="0" h="120000" w="120000">
                <a:moveTo>
                  <a:pt x="0" y="0"/>
                </a:moveTo>
                <a:lnTo>
                  <a:pt x="120000" y="0"/>
                </a:lnTo>
                <a:lnTo>
                  <a:pt x="120000" y="120000"/>
                </a:lnTo>
                <a:lnTo>
                  <a:pt x="0" y="120000"/>
                </a:lnTo>
                <a:close/>
              </a:path>
            </a:pathLst>
          </a:custGeom>
        </p:spPr>
      </p:sp>
      <p:sp>
        <p:nvSpPr>
          <p:cNvPr id="1965" name="Google Shape;1965;g3c971b43cd0_0_1001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In Module 2, we taught you FUDI (Functionality, User Flow, Design, Interaction). FUDI is how you structure your </a:t>
            </a:r>
            <a:r>
              <a:rPr i="1" lang="en" sz="1200">
                <a:solidFill>
                  <a:schemeClr val="dk1"/>
                </a:solidFill>
                <a:latin typeface="Lato"/>
                <a:ea typeface="Lato"/>
                <a:cs typeface="Lato"/>
                <a:sym typeface="Lato"/>
              </a:rPr>
              <a:t>input</a:t>
            </a:r>
            <a:r>
              <a:rPr lang="en" sz="1200">
                <a:solidFill>
                  <a:schemeClr val="dk1"/>
                </a:solidFill>
                <a:latin typeface="Lato"/>
                <a:ea typeface="Lato"/>
                <a:cs typeface="Lato"/>
                <a:sym typeface="Lato"/>
              </a:rPr>
              <a:t>—it's how you write a great prompt and build your Simplified PRD requirements. BUILD is how you manage the </a:t>
            </a:r>
            <a:r>
              <a:rPr i="1" lang="en" sz="1200">
                <a:solidFill>
                  <a:schemeClr val="dk1"/>
                </a:solidFill>
                <a:latin typeface="Lato"/>
                <a:ea typeface="Lato"/>
                <a:cs typeface="Lato"/>
                <a:sym typeface="Lato"/>
              </a:rPr>
              <a:t>output</a:t>
            </a:r>
            <a:r>
              <a:rPr lang="en" sz="1200">
                <a:solidFill>
                  <a:schemeClr val="dk1"/>
                </a:solidFill>
                <a:latin typeface="Lato"/>
                <a:ea typeface="Lato"/>
                <a:cs typeface="Lato"/>
                <a:sym typeface="Lato"/>
              </a:rPr>
              <a:t>—it's the lifecycle of the construction. This visual is the entire execution framework for the advanced PM. This is how you take your strategy and turn it into a system.</a:t>
            </a:r>
            <a:endParaRPr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The flow is a continuous loop with two distinct cycles:</a:t>
            </a:r>
            <a:endParaRPr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Lato"/>
              <a:ea typeface="Lato"/>
              <a:cs typeface="Lato"/>
              <a:sym typeface="Lato"/>
            </a:endParaRPr>
          </a:p>
          <a:p>
            <a:pPr indent="0" lvl="0" marL="0" rtl="0" algn="l">
              <a:spcBef>
                <a:spcPts val="0"/>
              </a:spcBef>
              <a:spcAft>
                <a:spcPts val="0"/>
              </a:spcAft>
              <a:buNone/>
            </a:pPr>
            <a:r>
              <a:rPr b="1" lang="en" sz="1200">
                <a:solidFill>
                  <a:schemeClr val="dk1"/>
                </a:solidFill>
                <a:latin typeface="Lato"/>
                <a:ea typeface="Lato"/>
                <a:cs typeface="Lato"/>
                <a:sym typeface="Lato"/>
              </a:rPr>
              <a:t>Input: Component Cycle (*B-U-I”) → Note this is what you’ve done so far in this course!</a:t>
            </a:r>
            <a:endParaRPr b="1" sz="1200">
              <a:solidFill>
                <a:schemeClr val="dk1"/>
              </a:solidFill>
              <a:latin typeface="Lato"/>
              <a:ea typeface="Lato"/>
              <a:cs typeface="Lato"/>
              <a:sym typeface="Lato"/>
            </a:endParaRPr>
          </a:p>
          <a:p>
            <a:pPr indent="0" lvl="0" marL="0" rtl="0" algn="l">
              <a:spcBef>
                <a:spcPts val="0"/>
              </a:spcBef>
              <a:spcAft>
                <a:spcPts val="0"/>
              </a:spcAft>
              <a:buNone/>
            </a:pPr>
            <a:br>
              <a:rPr lang="en" sz="1200">
                <a:solidFill>
                  <a:schemeClr val="dk1"/>
                </a:solidFill>
                <a:latin typeface="Lato"/>
                <a:ea typeface="Lato"/>
                <a:cs typeface="Lato"/>
                <a:sym typeface="Lato"/>
              </a:rPr>
            </a:br>
            <a:r>
              <a:rPr b="1" lang="en" sz="1200">
                <a:solidFill>
                  <a:schemeClr val="dk1"/>
                </a:solidFill>
                <a:latin typeface="Lato"/>
                <a:ea typeface="Lato"/>
                <a:cs typeface="Lato"/>
                <a:sym typeface="Lato"/>
              </a:rPr>
              <a:t>1. Break Down</a:t>
            </a:r>
            <a:r>
              <a:rPr lang="en" sz="1200">
                <a:solidFill>
                  <a:schemeClr val="dk1"/>
                </a:solidFill>
                <a:latin typeface="Lato"/>
                <a:ea typeface="Lato"/>
                <a:cs typeface="Lato"/>
                <a:sym typeface="Lato"/>
              </a:rPr>
              <a:t>: You isolate and identify a single, standalone feature from your Simplified PRD (e.g., the 'Workout Tracker Card' requirement). This keeps the scope manageable for the AI.</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a:p>
            <a:pPr indent="0" lvl="0" marL="0" rtl="0" algn="l">
              <a:spcBef>
                <a:spcPts val="0"/>
              </a:spcBef>
              <a:spcAft>
                <a:spcPts val="0"/>
              </a:spcAft>
              <a:buNone/>
            </a:pPr>
            <a:r>
              <a:rPr b="1" lang="en" sz="1200">
                <a:solidFill>
                  <a:schemeClr val="dk1"/>
                </a:solidFill>
                <a:latin typeface="Lato"/>
                <a:ea typeface="Lato"/>
                <a:cs typeface="Lato"/>
                <a:sym typeface="Lato"/>
              </a:rPr>
              <a:t>2. Unpack</a:t>
            </a:r>
            <a:r>
              <a:rPr lang="en" sz="1200">
                <a:solidFill>
                  <a:schemeClr val="dk1"/>
                </a:solidFill>
                <a:latin typeface="Lato"/>
                <a:ea typeface="Lato"/>
                <a:cs typeface="Lato"/>
                <a:sym typeface="Lato"/>
              </a:rPr>
              <a:t>: This is the core skill. You translate the PRD details into a precise, advanced prompt. You achieve this by applying FUDI and using the framework to structure the functional and design requirements from your Simplified PRD.</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Ensure you also immediately apply the memory protocols to enforce object naming. This forces the AI to build a reusable {WorkoutCard} template rather than a static image.</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a:p>
            <a:pPr indent="0" lvl="0" marL="0" rtl="0" algn="l">
              <a:spcBef>
                <a:spcPts val="0"/>
              </a:spcBef>
              <a:spcAft>
                <a:spcPts val="0"/>
              </a:spcAft>
              <a:buNone/>
            </a:pPr>
            <a:r>
              <a:rPr b="1" lang="en" sz="1200">
                <a:solidFill>
                  <a:schemeClr val="dk1"/>
                </a:solidFill>
                <a:latin typeface="Lato"/>
                <a:ea typeface="Lato"/>
                <a:cs typeface="Lato"/>
                <a:sym typeface="Lato"/>
              </a:rPr>
              <a:t>3. Iterate</a:t>
            </a:r>
            <a:r>
              <a:rPr lang="en" sz="1200">
                <a:solidFill>
                  <a:schemeClr val="dk1"/>
                </a:solidFill>
                <a:latin typeface="Lato"/>
                <a:ea typeface="Lato"/>
                <a:cs typeface="Lato"/>
                <a:sym typeface="Lato"/>
              </a:rPr>
              <a:t>: You review the generated output against your Simplified PRD criteria, refine the prompt (quick feedback loop), and ensure the component is clean and ready for integration. This guarantees the building block is robust and reusable.</a:t>
            </a:r>
            <a:endParaRPr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Lato"/>
              <a:ea typeface="Lato"/>
              <a:cs typeface="Lato"/>
              <a:sym typeface="Lato"/>
            </a:endParaRPr>
          </a:p>
          <a:p>
            <a:pPr indent="0" lvl="0" marL="0" rtl="0" algn="l">
              <a:spcBef>
                <a:spcPts val="0"/>
              </a:spcBef>
              <a:spcAft>
                <a:spcPts val="0"/>
              </a:spcAft>
              <a:buNone/>
            </a:pPr>
            <a:r>
              <a:rPr b="1" lang="en" sz="1200">
                <a:solidFill>
                  <a:schemeClr val="dk1"/>
                </a:solidFill>
                <a:latin typeface="Lato"/>
                <a:ea typeface="Lato"/>
                <a:cs typeface="Lato"/>
                <a:sym typeface="Lato"/>
              </a:rPr>
              <a:t>Output: The System Cycle (“L-D”) → This is the added step focus for today!</a:t>
            </a:r>
            <a:endParaRPr b="1" sz="1200">
              <a:solidFill>
                <a:schemeClr val="dk1"/>
              </a:solidFill>
              <a:latin typeface="Lato"/>
              <a:ea typeface="Lato"/>
              <a:cs typeface="Lato"/>
              <a:sym typeface="Lato"/>
            </a:endParaRPr>
          </a:p>
          <a:p>
            <a:pPr indent="0" lvl="0" marL="0" rtl="0" algn="l">
              <a:spcBef>
                <a:spcPts val="0"/>
              </a:spcBef>
              <a:spcAft>
                <a:spcPts val="0"/>
              </a:spcAft>
              <a:buNone/>
            </a:pPr>
            <a:br>
              <a:rPr lang="en" sz="1200">
                <a:solidFill>
                  <a:schemeClr val="dk1"/>
                </a:solidFill>
                <a:latin typeface="Lato"/>
                <a:ea typeface="Lato"/>
                <a:cs typeface="Lato"/>
                <a:sym typeface="Lato"/>
              </a:rPr>
            </a:br>
            <a:r>
              <a:rPr b="1" lang="en" sz="1200">
                <a:solidFill>
                  <a:schemeClr val="dk1"/>
                </a:solidFill>
                <a:latin typeface="Lato"/>
                <a:ea typeface="Lato"/>
                <a:cs typeface="Lato"/>
                <a:sym typeface="Lato"/>
              </a:rPr>
              <a:t>4. Link: </a:t>
            </a:r>
            <a:r>
              <a:rPr lang="en" sz="1200">
                <a:solidFill>
                  <a:schemeClr val="dk1"/>
                </a:solidFill>
                <a:latin typeface="Lato"/>
                <a:ea typeface="Lato"/>
                <a:cs typeface="Lato"/>
                <a:sym typeface="Lato"/>
              </a:rPr>
              <a:t>This is the execution of the handoff. You are the PM forcing the 'handshake.' You instruct the AI to pass the data baton—meaning you command the system to carry the user's information, like the {User_Goal} variable, from the previous screen to the new one. This ensures the app maintains memory and the whole system feels cohesive.</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a:p>
            <a:pPr indent="0" lvl="0" marL="0" rtl="0" algn="l">
              <a:spcBef>
                <a:spcPts val="0"/>
              </a:spcBef>
              <a:spcAft>
                <a:spcPts val="0"/>
              </a:spcAft>
              <a:buNone/>
            </a:pPr>
            <a:r>
              <a:rPr b="1" lang="en" sz="1200">
                <a:solidFill>
                  <a:schemeClr val="dk1"/>
                </a:solidFill>
                <a:latin typeface="Lato"/>
                <a:ea typeface="Lato"/>
                <a:cs typeface="Lato"/>
                <a:sym typeface="Lato"/>
              </a:rPr>
              <a:t>5. Debug: </a:t>
            </a:r>
            <a:r>
              <a:rPr lang="en" sz="1200">
                <a:solidFill>
                  <a:schemeClr val="dk1"/>
                </a:solidFill>
                <a:latin typeface="Lato"/>
                <a:ea typeface="Lato"/>
                <a:cs typeface="Lato"/>
                <a:sym typeface="Lato"/>
              </a:rPr>
              <a:t>This is your final quality control. The AI builds a linear path, but your user will explore freely. You must immediately test the full Navigation Circuit—forward, backward, and to the home state. This step is designed to catch regression, ensuring that adding the new component didn't break the stability of the screens you already built. We will work on this in the second half of the module!</a:t>
            </a:r>
            <a:endParaRPr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br>
              <a:rPr lang="en" sz="1200">
                <a:solidFill>
                  <a:schemeClr val="dk1"/>
                </a:solidFill>
                <a:latin typeface="Lato"/>
                <a:ea typeface="Lato"/>
                <a:cs typeface="Lato"/>
                <a:sym typeface="Lato"/>
              </a:rPr>
            </a:br>
            <a:r>
              <a:rPr lang="en" sz="1200">
                <a:solidFill>
                  <a:schemeClr val="dk1"/>
                </a:solidFill>
                <a:latin typeface="Lato"/>
                <a:ea typeface="Lato"/>
                <a:cs typeface="Lato"/>
                <a:sym typeface="Lato"/>
              </a:rPr>
              <a:t>The result of the full BUILD cycle is a high-quality, fully integrated, and resilient prototype that is ready for user validation.</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a:p>
        </p:txBody>
      </p:sp>
      <p:sp>
        <p:nvSpPr>
          <p:cNvPr id="1966" name="Google Shape;1966;g3c971b43cd0_0_10017: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2" name="Shape 1992"/>
        <p:cNvGrpSpPr/>
        <p:nvPr/>
      </p:nvGrpSpPr>
      <p:grpSpPr>
        <a:xfrm>
          <a:off x="0" y="0"/>
          <a:ext cx="0" cy="0"/>
          <a:chOff x="0" y="0"/>
          <a:chExt cx="0" cy="0"/>
        </a:xfrm>
      </p:grpSpPr>
      <p:sp>
        <p:nvSpPr>
          <p:cNvPr id="1993" name="Google Shape;1993;g3c971b43cd0_0_10760: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1994" name="Google Shape;1994;g3c971b43cd0_0_107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Let’s be clear about why you’re are here. You aren't learning Prompt Engineering so you can be better at chatting with a bot. You are learning it because </a:t>
            </a:r>
            <a:r>
              <a:rPr b="1" lang="en" sz="1200">
                <a:solidFill>
                  <a:schemeClr val="dk1"/>
                </a:solidFill>
                <a:latin typeface="Lato"/>
                <a:ea typeface="Lato"/>
                <a:cs typeface="Lato"/>
                <a:sym typeface="Lato"/>
              </a:rPr>
              <a:t>it is the highest-leverage skill for a modern PM.</a:t>
            </a:r>
            <a:endParaRPr b="1"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Think of prompting as an accelerator. In the old world, if you wanted to refine a prototype, you had to update a ticket, talk to a designer, and wait days for a new mock. Now, you just change the prompt. You move from "concept" to "interactive app" in the time it takes to type a sentence.</a:t>
            </a:r>
            <a:br>
              <a:rPr lang="en" sz="1200">
                <a:solidFill>
                  <a:schemeClr val="dk1"/>
                </a:solidFill>
                <a:latin typeface="Lato"/>
                <a:ea typeface="Lato"/>
                <a:cs typeface="Lato"/>
                <a:sym typeface="Lato"/>
              </a:rPr>
            </a:b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But there is a catch: </a:t>
            </a:r>
            <a:r>
              <a:rPr b="1" lang="en" sz="1200">
                <a:solidFill>
                  <a:schemeClr val="dk1"/>
                </a:solidFill>
                <a:latin typeface="Lato"/>
                <a:ea typeface="Lato"/>
                <a:cs typeface="Lato"/>
                <a:sym typeface="Lato"/>
              </a:rPr>
              <a:t>Vague prompts create vague prototypes.</a:t>
            </a:r>
            <a:r>
              <a:rPr lang="en" sz="1200">
                <a:solidFill>
                  <a:schemeClr val="dk1"/>
                </a:solidFill>
                <a:latin typeface="Lato"/>
                <a:ea typeface="Lato"/>
                <a:cs typeface="Lato"/>
                <a:sym typeface="Lato"/>
              </a:rPr>
              <a:t> If you treat the AI like a magic wand ("Make it better"), you get generic results. If you treat it like a programmable engine ("Set Intent, Shape Behavior, Drive Fidelity"), you get production-grade outputs.</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a:p>
            <a:pPr indent="0" lvl="0" marL="0" rtl="0" algn="l">
              <a:spcBef>
                <a:spcPts val="0"/>
              </a:spcBef>
              <a:spcAft>
                <a:spcPts val="0"/>
              </a:spcAft>
              <a:buNone/>
            </a:pPr>
            <a:r>
              <a:rPr lang="en" sz="1200">
                <a:solidFill>
                  <a:schemeClr val="dk1"/>
                </a:solidFill>
                <a:latin typeface="Lato"/>
                <a:ea typeface="Lato"/>
                <a:cs typeface="Lato"/>
                <a:sym typeface="Lato"/>
              </a:rPr>
              <a:t>So in this module, you are going to learn how to set intent to prevent hallucinations, shape behavior using structured logic, and drive fidelity to turn a generic mockup into a specific, testable product experience.</a:t>
            </a:r>
            <a:endParaRPr sz="1200">
              <a:solidFill>
                <a:schemeClr val="dk1"/>
              </a:solidFill>
              <a:latin typeface="Lato"/>
              <a:ea typeface="Lato"/>
              <a:cs typeface="Lato"/>
              <a:sym typeface="Lato"/>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9" name="Shape 2019"/>
        <p:cNvGrpSpPr/>
        <p:nvPr/>
      </p:nvGrpSpPr>
      <p:grpSpPr>
        <a:xfrm>
          <a:off x="0" y="0"/>
          <a:ext cx="0" cy="0"/>
          <a:chOff x="0" y="0"/>
          <a:chExt cx="0" cy="0"/>
        </a:xfrm>
      </p:grpSpPr>
      <p:sp>
        <p:nvSpPr>
          <p:cNvPr id="2020" name="Google Shape;2020;g3c971b43cd0_0_11130: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2021" name="Google Shape;2021;g3c971b43cd0_0_11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None/>
            </a:pPr>
            <a:r>
              <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None/>
            </a:pPr>
            <a:r>
              <a:rPr b="1" lang="en" sz="1200">
                <a:solidFill>
                  <a:srgbClr val="CC0000"/>
                </a:solidFill>
                <a:latin typeface="Lato"/>
                <a:ea typeface="Lato"/>
                <a:cs typeface="Lato"/>
                <a:sym typeface="Lato"/>
              </a:rPr>
              <a:t>📌 Note for instructors: </a:t>
            </a:r>
            <a:r>
              <a:rPr lang="en" sz="1200">
                <a:solidFill>
                  <a:srgbClr val="CC0000"/>
                </a:solidFill>
                <a:latin typeface="Lato"/>
                <a:ea typeface="Lato"/>
                <a:cs typeface="Lato"/>
                <a:sym typeface="Lato"/>
              </a:rPr>
              <a:t>This is an </a:t>
            </a:r>
            <a:r>
              <a:rPr i="1" lang="en" sz="1200">
                <a:solidFill>
                  <a:srgbClr val="CC0000"/>
                </a:solidFill>
                <a:latin typeface="Lato"/>
                <a:ea typeface="Lato"/>
                <a:cs typeface="Lato"/>
                <a:sym typeface="Lato"/>
              </a:rPr>
              <a:t>excellent</a:t>
            </a:r>
            <a:r>
              <a:rPr lang="en" sz="1200">
                <a:solidFill>
                  <a:srgbClr val="CC0000"/>
                </a:solidFill>
                <a:latin typeface="Lato"/>
                <a:ea typeface="Lato"/>
                <a:cs typeface="Lato"/>
                <a:sym typeface="Lato"/>
              </a:rPr>
              <a:t> place to pause and share your own product experience. Students love storytelling and hearing your own use cases, so use this moment to explain how, beyond learning prompts, you’ve had to think about the real product intent behind your actions and what the outcome was. It’s also ok to share failures OR success stories; both offer key learning and are welcomed by students.</a:t>
            </a:r>
            <a:endParaRPr sz="1200">
              <a:solidFill>
                <a:srgbClr val="CC0000"/>
              </a:solidFill>
              <a:latin typeface="Lato"/>
              <a:ea typeface="Lato"/>
              <a:cs typeface="Lato"/>
              <a:sym typeface="Lato"/>
            </a:endParaRPr>
          </a:p>
          <a:p>
            <a:pPr indent="0" lvl="0" marL="0" rtl="0" algn="l">
              <a:spcBef>
                <a:spcPts val="0"/>
              </a:spcBef>
              <a:spcAft>
                <a:spcPts val="0"/>
              </a:spcAft>
              <a:buNone/>
            </a:pPr>
            <a:r>
              <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None/>
            </a:pPr>
            <a:r>
              <a:rPr lang="en" sz="1200">
                <a:solidFill>
                  <a:schemeClr val="dk1"/>
                </a:solidFill>
                <a:latin typeface="Lato"/>
                <a:ea typeface="Lato"/>
                <a:cs typeface="Lato"/>
                <a:sym typeface="Lato"/>
              </a:rPr>
              <a:t>While changing the structure of your prompt can significantly alter your prototype, but the the technique matters less than the substance of your instruction. You can use the most advanced prompting technique, but if you haven't clearly defined the core product requirements, the AI will still produce a weak or misaligned prototype. Asking for a generic screen doesn't capture the necessary product context.</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a:p>
            <a:pPr indent="0" lvl="0" marL="0" rtl="0" algn="l">
              <a:spcBef>
                <a:spcPts val="0"/>
              </a:spcBef>
              <a:spcAft>
                <a:spcPts val="0"/>
              </a:spcAft>
              <a:buNone/>
            </a:pPr>
            <a:r>
              <a:rPr lang="en" sz="1200">
                <a:solidFill>
                  <a:schemeClr val="dk1"/>
                </a:solidFill>
                <a:latin typeface="Lato"/>
                <a:ea typeface="Lato"/>
                <a:cs typeface="Lato"/>
                <a:sym typeface="Lato"/>
              </a:rPr>
              <a:t>This is where your core Product Management skills become essential. Before choosing how to prompt, you need clarity on the fundamental product elements: </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Product Functionality</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Intended User Flow</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Desired Design Aesthetic</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Necessary Interaction Points</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a:p>
            <a:pPr indent="0" lvl="0" marL="0" rtl="0" algn="l">
              <a:spcBef>
                <a:spcPts val="0"/>
              </a:spcBef>
              <a:spcAft>
                <a:spcPts val="0"/>
              </a:spcAft>
              <a:buNone/>
            </a:pPr>
            <a:r>
              <a:rPr lang="en" sz="1200">
                <a:solidFill>
                  <a:schemeClr val="dk1"/>
                </a:solidFill>
                <a:latin typeface="Lato"/>
                <a:ea typeface="Lato"/>
                <a:cs typeface="Lato"/>
                <a:sym typeface="Lato"/>
              </a:rPr>
              <a:t>Let’s see what that means. </a:t>
            </a:r>
            <a:endParaRPr sz="1200">
              <a:solidFill>
                <a:schemeClr val="dk1"/>
              </a:solidFill>
              <a:latin typeface="Lato"/>
              <a:ea typeface="Lato"/>
              <a:cs typeface="Lato"/>
              <a:sym typeface="Lato"/>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3" name="Shape 2033"/>
        <p:cNvGrpSpPr/>
        <p:nvPr/>
      </p:nvGrpSpPr>
      <p:grpSpPr>
        <a:xfrm>
          <a:off x="0" y="0"/>
          <a:ext cx="0" cy="0"/>
          <a:chOff x="0" y="0"/>
          <a:chExt cx="0" cy="0"/>
        </a:xfrm>
      </p:grpSpPr>
      <p:sp>
        <p:nvSpPr>
          <p:cNvPr id="2034" name="Google Shape;2034;g3c971b43cd0_0_11143:notes"/>
          <p:cNvSpPr/>
          <p:nvPr>
            <p:ph idx="2" type="sldImg"/>
          </p:nvPr>
        </p:nvSpPr>
        <p:spPr>
          <a:xfrm>
            <a:off x="686100"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2035" name="Google Shape;2035;g3c971b43cd0_0_11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When crafting prompts for functional features, it’s important to break down the product’s core functionality and think about the different elements that make up your product, focusing on how they’ll work together. The FUDI framework isn't another prompting technique; it's a product thinking checklist to ensure your prompts are grounded in specific requirements for:</a:t>
            </a:r>
            <a:endParaRPr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b="1" lang="en" sz="1200">
                <a:solidFill>
                  <a:schemeClr val="dk1"/>
                </a:solidFill>
                <a:latin typeface="Lato"/>
                <a:ea typeface="Lato"/>
                <a:cs typeface="Lato"/>
                <a:sym typeface="Lato"/>
              </a:rPr>
              <a:t>Functionality:</a:t>
            </a:r>
            <a:r>
              <a:rPr lang="en" sz="1200">
                <a:solidFill>
                  <a:schemeClr val="dk1"/>
                </a:solidFill>
                <a:latin typeface="Lato"/>
                <a:ea typeface="Lato"/>
                <a:cs typeface="Lato"/>
                <a:sym typeface="Lato"/>
              </a:rPr>
              <a:t> What should the product do? Define the key actions users should be able to perform. This is the core purpose of the product.</a:t>
            </a:r>
            <a:endParaRPr sz="1200">
              <a:solidFill>
                <a:schemeClr val="dk1"/>
              </a:solidFill>
              <a:latin typeface="Lato"/>
              <a:ea typeface="Lato"/>
              <a:cs typeface="Lato"/>
              <a:sym typeface="Lato"/>
            </a:endParaRPr>
          </a:p>
          <a:p>
            <a:pPr indent="-304800" lvl="1" marL="9144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This will appear as your inputs, outputs and constraints on your Simplified PRD (coming up in Module 3!)</a:t>
            </a:r>
            <a:endParaRPr sz="1200">
              <a:solidFill>
                <a:schemeClr val="dk1"/>
              </a:solidFill>
              <a:latin typeface="Lato"/>
              <a:ea typeface="Lato"/>
              <a:cs typeface="Lato"/>
              <a:sym typeface="Lato"/>
            </a:endParaRPr>
          </a:p>
          <a:p>
            <a:pPr indent="-304800" lvl="1" marL="914400" rtl="0" algn="l">
              <a:spcBef>
                <a:spcPts val="0"/>
              </a:spcBef>
              <a:spcAft>
                <a:spcPts val="0"/>
              </a:spcAft>
              <a:buClr>
                <a:schemeClr val="dk1"/>
              </a:buClr>
              <a:buSzPts val="1200"/>
              <a:buFont typeface="Lato"/>
              <a:buChar char="○"/>
            </a:pPr>
            <a:r>
              <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b="1" lang="en" sz="1200">
                <a:solidFill>
                  <a:schemeClr val="dk1"/>
                </a:solidFill>
                <a:latin typeface="Lato"/>
                <a:ea typeface="Lato"/>
                <a:cs typeface="Lato"/>
                <a:sym typeface="Lato"/>
              </a:rPr>
              <a:t>User Flow: </a:t>
            </a:r>
            <a:r>
              <a:rPr lang="en" sz="1200">
                <a:solidFill>
                  <a:schemeClr val="dk1"/>
                </a:solidFill>
                <a:latin typeface="Lato"/>
                <a:ea typeface="Lato"/>
                <a:cs typeface="Lato"/>
                <a:sym typeface="Lato"/>
              </a:rPr>
              <a:t>What steps will users take when interacting with the product? Outline the sequence of actions users will follow to achieve their goal.</a:t>
            </a:r>
            <a:endParaRPr sz="1200">
              <a:solidFill>
                <a:schemeClr val="dk1"/>
              </a:solidFill>
              <a:latin typeface="Lato"/>
              <a:ea typeface="Lato"/>
              <a:cs typeface="Lato"/>
              <a:sym typeface="Lato"/>
            </a:endParaRPr>
          </a:p>
          <a:p>
            <a:pPr indent="-304800" lvl="1" marL="9144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This will appear as your user flow in your simplified PRD.</a:t>
            </a:r>
            <a:br>
              <a:rPr lang="en" sz="1200">
                <a:solidFill>
                  <a:schemeClr val="dk1"/>
                </a:solidFill>
                <a:latin typeface="Lato"/>
                <a:ea typeface="Lato"/>
                <a:cs typeface="Lato"/>
                <a:sym typeface="Lato"/>
              </a:rPr>
            </a:b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b="1" lang="en" sz="1200">
                <a:solidFill>
                  <a:schemeClr val="dk1"/>
                </a:solidFill>
                <a:latin typeface="Lato"/>
                <a:ea typeface="Lato"/>
                <a:cs typeface="Lato"/>
                <a:sym typeface="Lato"/>
              </a:rPr>
              <a:t>Design: </a:t>
            </a:r>
            <a:r>
              <a:rPr lang="en" sz="1200">
                <a:solidFill>
                  <a:schemeClr val="dk1"/>
                </a:solidFill>
                <a:latin typeface="Lato"/>
                <a:ea typeface="Lato"/>
                <a:cs typeface="Lato"/>
                <a:sym typeface="Lato"/>
              </a:rPr>
              <a:t>How should the product look and feel? Specify the visual style and user experience, focusing on simplicity and usability. If you’re unsure or not feeling inspired, you can even include screenshots from other products as a guide!</a:t>
            </a:r>
            <a:endParaRPr sz="1200">
              <a:solidFill>
                <a:schemeClr val="dk1"/>
              </a:solidFill>
              <a:latin typeface="Lato"/>
              <a:ea typeface="Lato"/>
              <a:cs typeface="Lato"/>
              <a:sym typeface="Lato"/>
            </a:endParaRPr>
          </a:p>
          <a:p>
            <a:pPr indent="-304800" lvl="1" marL="9144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This will be part of your design system.</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b="1" lang="en" sz="1200">
                <a:solidFill>
                  <a:schemeClr val="dk1"/>
                </a:solidFill>
                <a:latin typeface="Lato"/>
                <a:ea typeface="Lato"/>
                <a:cs typeface="Lato"/>
                <a:sym typeface="Lato"/>
              </a:rPr>
              <a:t>Interaction: </a:t>
            </a:r>
            <a:r>
              <a:rPr lang="en" sz="1200">
                <a:solidFill>
                  <a:schemeClr val="dk1"/>
                </a:solidFill>
                <a:latin typeface="Lato"/>
                <a:ea typeface="Lato"/>
                <a:cs typeface="Lato"/>
                <a:sym typeface="Lato"/>
              </a:rPr>
              <a:t>What features should be interactive? Highlight the elements that require user input, like buttons, forms, and fields.</a:t>
            </a:r>
            <a:endParaRPr sz="1200">
              <a:solidFill>
                <a:schemeClr val="dk1"/>
              </a:solidFill>
              <a:latin typeface="Lato"/>
              <a:ea typeface="Lato"/>
              <a:cs typeface="Lato"/>
              <a:sym typeface="Lato"/>
            </a:endParaRPr>
          </a:p>
          <a:p>
            <a:pPr indent="-304800" lvl="1" marL="914400" rtl="0" algn="l">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These are your smart behaviors in your simplified PRD. </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4" name="Shape 2084"/>
        <p:cNvGrpSpPr/>
        <p:nvPr/>
      </p:nvGrpSpPr>
      <p:grpSpPr>
        <a:xfrm>
          <a:off x="0" y="0"/>
          <a:ext cx="0" cy="0"/>
          <a:chOff x="0" y="0"/>
          <a:chExt cx="0" cy="0"/>
        </a:xfrm>
      </p:grpSpPr>
      <p:sp>
        <p:nvSpPr>
          <p:cNvPr id="2085" name="Google Shape;2085;g3c971b43cd0_0_11193: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p:spPr>
      </p:sp>
      <p:sp>
        <p:nvSpPr>
          <p:cNvPr id="2086" name="Google Shape;2086;g3c971b43cd0_0_1119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indent="0" lvl="0" marL="0" rtl="0" algn="l">
              <a:lnSpc>
                <a:spcPct val="115000"/>
              </a:lnSpc>
              <a:spcBef>
                <a:spcPts val="0"/>
              </a:spcBef>
              <a:spcAft>
                <a:spcPts val="0"/>
              </a:spcAft>
              <a:buNone/>
            </a:pPr>
            <a:br>
              <a:rPr lang="en" sz="1400">
                <a:solidFill>
                  <a:srgbClr val="7F7F7F"/>
                </a:solidFill>
                <a:latin typeface="Poppins SemiBold"/>
                <a:ea typeface="Poppins SemiBold"/>
                <a:cs typeface="Poppins SemiBold"/>
                <a:sym typeface="Poppins SemiBold"/>
              </a:rPr>
            </a:br>
            <a:r>
              <a:rPr lang="en" sz="1200">
                <a:solidFill>
                  <a:schemeClr val="dk1"/>
                </a:solidFill>
                <a:latin typeface="Lato"/>
                <a:ea typeface="Lato"/>
                <a:cs typeface="Lato"/>
                <a:sym typeface="Lato"/>
              </a:rPr>
              <a:t>Now let's see FUDI in action with a "Pro-Level" prompt. Notice the difference in fidelity. A junior prompt says "Make it look cool." This prompt acts like a specification document.</a:t>
            </a:r>
            <a:endParaRPr sz="1200">
              <a:solidFill>
                <a:schemeClr val="dk1"/>
              </a:solidFill>
              <a:latin typeface="Lato"/>
              <a:ea typeface="Lato"/>
              <a:cs typeface="Lato"/>
              <a:sym typeface="Lato"/>
            </a:endParaRPr>
          </a:p>
          <a:p>
            <a:pPr indent="0" lvl="0" marL="0" rtl="0" algn="l">
              <a:lnSpc>
                <a:spcPct val="115000"/>
              </a:lnSpc>
              <a:spcBef>
                <a:spcPts val="0"/>
              </a:spcBef>
              <a:spcAft>
                <a:spcPts val="0"/>
              </a:spcAft>
              <a:buNone/>
            </a:pPr>
            <a:r>
              <a:t/>
            </a:r>
            <a:endParaRPr sz="1200">
              <a:solidFill>
                <a:schemeClr val="dk1"/>
              </a:solidFill>
              <a:latin typeface="Lato"/>
              <a:ea typeface="Lato"/>
              <a:cs typeface="Lato"/>
              <a:sym typeface="Lato"/>
            </a:endParaRPr>
          </a:p>
          <a:p>
            <a:pPr indent="-304800" lvl="0" marL="457200" rtl="0" algn="l">
              <a:lnSpc>
                <a:spcPct val="115000"/>
              </a:lnSpc>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For Functionality: We didn't just ask for "goals." We defined the data model: Steps, Hydration, Time, Calories. And we defined the logic: Toggling the goal adjusts the targets dynamically.</a:t>
            </a:r>
            <a:endParaRPr sz="1200">
              <a:solidFill>
                <a:schemeClr val="dk1"/>
              </a:solidFill>
              <a:latin typeface="Lato"/>
              <a:ea typeface="Lato"/>
              <a:cs typeface="Lato"/>
              <a:sym typeface="Lato"/>
            </a:endParaRPr>
          </a:p>
          <a:p>
            <a:pPr indent="-304800" lvl="0" marL="457200" rtl="0" algn="l">
              <a:lnSpc>
                <a:spcPct val="115000"/>
              </a:lnSpc>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For User Flow: We defined the difference between a "Quick Add" (stay on page) and a "Detail View" (open modal). This prevents the AI from building a clunky navigation flow.</a:t>
            </a:r>
            <a:endParaRPr sz="1200">
              <a:solidFill>
                <a:schemeClr val="dk1"/>
              </a:solidFill>
              <a:latin typeface="Lato"/>
              <a:ea typeface="Lato"/>
              <a:cs typeface="Lato"/>
              <a:sym typeface="Lato"/>
            </a:endParaRPr>
          </a:p>
          <a:p>
            <a:pPr indent="-304800" lvl="0" marL="457200" rtl="0" algn="l">
              <a:lnSpc>
                <a:spcPct val="115000"/>
              </a:lnSpc>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For Design: We didn't just say "modern." We gave specific constraints: Dark mode, Neon rings, Teal vs. Blue. Now the AI acts as our Brand Designer.</a:t>
            </a:r>
            <a:endParaRPr sz="1200">
              <a:solidFill>
                <a:schemeClr val="dk1"/>
              </a:solidFill>
              <a:latin typeface="Lato"/>
              <a:ea typeface="Lato"/>
              <a:cs typeface="Lato"/>
              <a:sym typeface="Lato"/>
            </a:endParaRPr>
          </a:p>
          <a:p>
            <a:pPr indent="-304800" lvl="0" marL="457200" rtl="0" algn="l">
              <a:lnSpc>
                <a:spcPct val="115000"/>
              </a:lnSpc>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For Interaction: This is the polish. We asked for "particle effects" and "haptics." This turns a static web page into a mobile app experience.</a:t>
            </a:r>
            <a:endParaRPr sz="1200">
              <a:solidFill>
                <a:schemeClr val="dk1"/>
              </a:solidFill>
              <a:latin typeface="Lato"/>
              <a:ea typeface="Lato"/>
              <a:cs typeface="Lato"/>
              <a:sym typeface="Lato"/>
            </a:endParaRPr>
          </a:p>
          <a:p>
            <a:pPr indent="0" lvl="0" marL="0" rtl="0" algn="l">
              <a:lnSpc>
                <a:spcPct val="115000"/>
              </a:lnSpc>
              <a:spcBef>
                <a:spcPts val="0"/>
              </a:spcBef>
              <a:spcAft>
                <a:spcPts val="0"/>
              </a:spcAft>
              <a:buNone/>
            </a:pPr>
            <a:r>
              <a:t/>
            </a:r>
            <a:endParaRPr sz="1200">
              <a:solidFill>
                <a:schemeClr val="dk1"/>
              </a:solidFill>
              <a:latin typeface="Lato"/>
              <a:ea typeface="Lato"/>
              <a:cs typeface="Lato"/>
              <a:sym typeface="Lato"/>
            </a:endParaRPr>
          </a:p>
          <a:p>
            <a:pPr indent="0" lvl="0" marL="0" rtl="0" algn="l">
              <a:lnSpc>
                <a:spcPct val="115000"/>
              </a:lnSpc>
              <a:spcBef>
                <a:spcPts val="0"/>
              </a:spcBef>
              <a:spcAft>
                <a:spcPts val="0"/>
              </a:spcAft>
              <a:buNone/>
            </a:pPr>
            <a:r>
              <a:rPr lang="en" sz="1200">
                <a:solidFill>
                  <a:schemeClr val="dk1"/>
                </a:solidFill>
                <a:latin typeface="Lato"/>
                <a:ea typeface="Lato"/>
                <a:cs typeface="Lato"/>
                <a:sym typeface="Lato"/>
              </a:rPr>
              <a:t>When you return to your second lab and your new advanced prompt engineering knowledge, it should be </a:t>
            </a:r>
            <a:r>
              <a:rPr i="1" lang="en" sz="1200">
                <a:solidFill>
                  <a:schemeClr val="dk1"/>
                </a:solidFill>
                <a:latin typeface="Lato"/>
                <a:ea typeface="Lato"/>
                <a:cs typeface="Lato"/>
                <a:sym typeface="Lato"/>
              </a:rPr>
              <a:t>this specific</a:t>
            </a:r>
            <a:r>
              <a:rPr lang="en" sz="1200">
                <a:solidFill>
                  <a:schemeClr val="dk1"/>
                </a:solidFill>
                <a:latin typeface="Lato"/>
                <a:ea typeface="Lato"/>
                <a:cs typeface="Lato"/>
                <a:sym typeface="Lato"/>
              </a:rPr>
              <a:t>. Fill in the F-U-D-I blanks before you hit enter.</a:t>
            </a:r>
            <a:endParaRPr sz="1200">
              <a:solidFill>
                <a:schemeClr val="dk1"/>
              </a:solidFill>
              <a:latin typeface="Lato"/>
              <a:ea typeface="Lato"/>
              <a:cs typeface="Lato"/>
              <a:sym typeface="Lato"/>
            </a:endParaRPr>
          </a:p>
        </p:txBody>
      </p:sp>
      <p:sp>
        <p:nvSpPr>
          <p:cNvPr id="2087" name="Google Shape;2087;g3c971b43cd0_0_11193: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5" name="Shape 2115"/>
        <p:cNvGrpSpPr/>
        <p:nvPr/>
      </p:nvGrpSpPr>
      <p:grpSpPr>
        <a:xfrm>
          <a:off x="0" y="0"/>
          <a:ext cx="0" cy="0"/>
          <a:chOff x="0" y="0"/>
          <a:chExt cx="0" cy="0"/>
        </a:xfrm>
      </p:grpSpPr>
      <p:sp>
        <p:nvSpPr>
          <p:cNvPr id="2116" name="Google Shape;2116;g3c971b43cd0_0_11952:notes"/>
          <p:cNvSpPr/>
          <p:nvPr>
            <p:ph idx="2" type="sldImg"/>
          </p:nvPr>
        </p:nvSpPr>
        <p:spPr>
          <a:xfrm>
            <a:off x="960120" y="1143000"/>
            <a:ext cx="4937700" cy="3086100"/>
          </a:xfrm>
          <a:custGeom>
            <a:rect b="b" l="l" r="r" t="t"/>
            <a:pathLst>
              <a:path extrusionOk="0" h="120000" w="120000">
                <a:moveTo>
                  <a:pt x="0" y="0"/>
                </a:moveTo>
                <a:lnTo>
                  <a:pt x="120000" y="0"/>
                </a:lnTo>
                <a:lnTo>
                  <a:pt x="120000" y="120000"/>
                </a:lnTo>
                <a:lnTo>
                  <a:pt x="0" y="120000"/>
                </a:lnTo>
                <a:close/>
              </a:path>
            </a:pathLst>
          </a:custGeom>
        </p:spPr>
      </p:sp>
      <p:sp>
        <p:nvSpPr>
          <p:cNvPr id="2117" name="Google Shape;2117;g3c971b43cd0_0_1195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7F7F7F"/>
                </a:solidFill>
                <a:latin typeface="Poppins SemiBold"/>
                <a:ea typeface="Poppins SemiBold"/>
                <a:cs typeface="Poppins SemiBold"/>
                <a:sym typeface="Poppins SemiBold"/>
              </a:rPr>
              <a:t>Notes</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t/>
            </a:r>
            <a:endParaRPr sz="1400">
              <a:solidFill>
                <a:srgbClr val="7F7F7F"/>
              </a:solidFill>
              <a:latin typeface="Poppins SemiBold"/>
              <a:ea typeface="Poppins SemiBold"/>
              <a:cs typeface="Poppins SemiBold"/>
              <a:sym typeface="Poppins SemiBold"/>
            </a:endParaRPr>
          </a:p>
          <a:p>
            <a:pPr indent="0" lvl="0" marL="0" rtl="0" algn="l">
              <a:spcBef>
                <a:spcPts val="0"/>
              </a:spcBef>
              <a:spcAft>
                <a:spcPts val="0"/>
              </a:spcAft>
              <a:buClr>
                <a:schemeClr val="dk1"/>
              </a:buClr>
              <a:buSzPts val="1100"/>
              <a:buFont typeface="Arial"/>
              <a:buNone/>
            </a:pPr>
            <a:r>
              <a:rPr lang="en" sz="1200">
                <a:solidFill>
                  <a:schemeClr val="dk1"/>
                </a:solidFill>
                <a:latin typeface="Lato"/>
                <a:ea typeface="Lato"/>
                <a:cs typeface="Lato"/>
                <a:sym typeface="Lato"/>
              </a:rPr>
              <a:t>Not all AI tools are builders. To choose the right instrument, you must distinguish between tools that generate text and tools that deploy software. Your goal is to start at Tier 1 to plan, move to Tier 2 to build, and hand off to Tier 3 to scale.</a:t>
            </a:r>
            <a:endParaRPr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b="1" lang="en" sz="1200">
                <a:solidFill>
                  <a:schemeClr val="dk1"/>
                </a:solidFill>
                <a:latin typeface="Lato"/>
                <a:ea typeface="Lato"/>
                <a:cs typeface="Lato"/>
                <a:sym typeface="Lato"/>
              </a:rPr>
              <a:t>Tier 1 - Architecture: </a:t>
            </a:r>
            <a:r>
              <a:rPr lang="en" sz="1200">
                <a:solidFill>
                  <a:schemeClr val="dk1"/>
                </a:solidFill>
                <a:latin typeface="Lato"/>
                <a:ea typeface="Lato"/>
                <a:cs typeface="Lato"/>
                <a:sym typeface="Lato"/>
              </a:rPr>
              <a:t>This is the foundation of your prototype. You don't skip this. You use tools like ChatGPT or Claude to write your Simplified PRD and generate the complex prompts. You define the logic here so you don't have to think of it while you're building.</a:t>
            </a:r>
            <a:endParaRPr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b="1" lang="en" sz="1200">
                <a:solidFill>
                  <a:schemeClr val="dk1"/>
                </a:solidFill>
                <a:latin typeface="Lato"/>
                <a:ea typeface="Lato"/>
                <a:cs typeface="Lato"/>
                <a:sym typeface="Lato"/>
              </a:rPr>
              <a:t>Tier 2 - Prototyping: </a:t>
            </a:r>
            <a:r>
              <a:rPr lang="en" sz="1200">
                <a:solidFill>
                  <a:schemeClr val="dk1"/>
                </a:solidFill>
                <a:latin typeface="Lato"/>
                <a:ea typeface="Lato"/>
                <a:cs typeface="Lato"/>
                <a:sym typeface="Lato"/>
              </a:rPr>
              <a:t>This is our focus. You take the prompts you wrote in Tier 1 and feed them into tools like Lovable or Bolt. These tools give your logic a body—deploying actual web apps instantly. This is the sweet spot for PMs because it removes the technical barrier.</a:t>
            </a:r>
            <a:endParaRPr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Lato"/>
              <a:ea typeface="Lato"/>
              <a:cs typeface="Lato"/>
              <a:sym typeface="Lato"/>
            </a:endParaRPr>
          </a:p>
          <a:p>
            <a:pPr indent="-304800" lvl="0" marL="457200" rtl="0" algn="l">
              <a:spcBef>
                <a:spcPts val="0"/>
              </a:spcBef>
              <a:spcAft>
                <a:spcPts val="0"/>
              </a:spcAft>
              <a:buClr>
                <a:schemeClr val="dk1"/>
              </a:buClr>
              <a:buSzPts val="1200"/>
              <a:buFont typeface="Lato"/>
              <a:buChar char="●"/>
            </a:pPr>
            <a:r>
              <a:rPr b="1" lang="en" sz="1200">
                <a:solidFill>
                  <a:schemeClr val="dk1"/>
                </a:solidFill>
                <a:latin typeface="Lato"/>
                <a:ea typeface="Lato"/>
                <a:cs typeface="Lato"/>
                <a:sym typeface="Lato"/>
              </a:rPr>
              <a:t>Tier 3 - Production Hand-Off:</a:t>
            </a:r>
            <a:r>
              <a:rPr lang="en" sz="1200">
                <a:solidFill>
                  <a:schemeClr val="dk1"/>
                </a:solidFill>
                <a:latin typeface="Lato"/>
                <a:ea typeface="Lato"/>
                <a:cs typeface="Lato"/>
                <a:sym typeface="Lato"/>
              </a:rPr>
              <a:t> Tools like Cursor live on an engineer's laptop. They are for production scaling. Unless you are a former engineer, you will likely hand off your Tier 2 prototype to a developer using Tier 3 tools to take it to the enterprise/production level.</a:t>
            </a:r>
            <a:endParaRPr b="1"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t/>
            </a:r>
            <a:endParaRPr sz="1200">
              <a:solidFill>
                <a:schemeClr val="dk1"/>
              </a:solidFill>
              <a:latin typeface="Lato"/>
              <a:ea typeface="Lato"/>
              <a:cs typeface="Lato"/>
              <a:sym typeface="Lato"/>
            </a:endParaRPr>
          </a:p>
          <a:p>
            <a:pPr indent="0" lvl="0" marL="0" rtl="0" algn="l">
              <a:spcBef>
                <a:spcPts val="0"/>
              </a:spcBef>
              <a:spcAft>
                <a:spcPts val="0"/>
              </a:spcAft>
              <a:buClr>
                <a:schemeClr val="dk1"/>
              </a:buClr>
              <a:buSzPts val="1100"/>
              <a:buFont typeface="Arial"/>
              <a:buNone/>
            </a:pPr>
            <a:r>
              <a:rPr b="1" lang="en" sz="1200">
                <a:solidFill>
                  <a:schemeClr val="dk1"/>
                </a:solidFill>
                <a:latin typeface="Lato"/>
                <a:ea typeface="Lato"/>
                <a:cs typeface="Lato"/>
                <a:sym typeface="Lato"/>
              </a:rPr>
              <a:t>Keep in mind</a:t>
            </a:r>
            <a:r>
              <a:rPr lang="en" sz="1200">
                <a:solidFill>
                  <a:schemeClr val="dk1"/>
                </a:solidFill>
                <a:latin typeface="Lato"/>
                <a:ea typeface="Lato"/>
                <a:cs typeface="Lato"/>
                <a:sym typeface="Lato"/>
              </a:rPr>
              <a:t>: The AI landscape is rapidly evolving day-by-day. To be a great AI PM, you need to keep tabs on current tools and functionalities to stay on top and relevant. </a:t>
            </a:r>
            <a:endParaRPr sz="1200">
              <a:solidFill>
                <a:schemeClr val="dk1"/>
              </a:solidFill>
              <a:latin typeface="Lato"/>
              <a:ea typeface="Lato"/>
              <a:cs typeface="Lato"/>
              <a:sym typeface="Lato"/>
            </a:endParaRPr>
          </a:p>
          <a:p>
            <a:pPr indent="0" lvl="0" marL="0" rtl="0" algn="l">
              <a:spcBef>
                <a:spcPts val="0"/>
              </a:spcBef>
              <a:spcAft>
                <a:spcPts val="0"/>
              </a:spcAft>
              <a:buNone/>
            </a:pPr>
            <a:r>
              <a:t/>
            </a:r>
            <a:endParaRPr/>
          </a:p>
        </p:txBody>
      </p:sp>
      <p:sp>
        <p:nvSpPr>
          <p:cNvPr id="2118" name="Google Shape;2118;g3c971b43cd0_0_11952: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1.gi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6.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6.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6.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6.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6.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6.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6.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6.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6.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1.gif"/></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8.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6.png"/></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1.gif"/></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9.png"/></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8.png"/></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6.png"/></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6.png"/></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6.png"/></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6.png"/></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6.png"/></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6.png"/></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6.png"/></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6.png"/></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6.png"/></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6.png"/></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6.png"/></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6.png"/></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6.png"/></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6.png"/></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6.png"/></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6.png"/></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6.png"/></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6.png"/></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6.png"/></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6.png"/></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6.png"/></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6.png"/></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6.png"/></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6.png"/></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6.png"/></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2" title="Mesh Holographic Gradients - Dark Gradient 22.png"/>
          <p:cNvPicPr preferRelativeResize="0"/>
          <p:nvPr/>
        </p:nvPicPr>
        <p:blipFill rotWithShape="1">
          <a:blip r:embed="rId2">
            <a:alphaModFix/>
          </a:blip>
          <a:srcRect b="0" l="0" r="9999" t="0"/>
          <a:stretch/>
        </p:blipFill>
        <p:spPr>
          <a:xfrm>
            <a:off x="0" y="0"/>
            <a:ext cx="9143997" cy="5715000"/>
          </a:xfrm>
          <a:prstGeom prst="rect">
            <a:avLst/>
          </a:prstGeom>
          <a:noFill/>
          <a:ln>
            <a:noFill/>
          </a:ln>
        </p:spPr>
      </p:pic>
      <p:pic>
        <p:nvPicPr>
          <p:cNvPr id="10" name="Google Shape;10;p2"/>
          <p:cNvPicPr preferRelativeResize="0"/>
          <p:nvPr/>
        </p:nvPicPr>
        <p:blipFill rotWithShape="1">
          <a:blip r:embed="rId3">
            <a:alphaModFix/>
          </a:blip>
          <a:srcRect b="0" l="0" r="0" t="0"/>
          <a:stretch/>
        </p:blipFill>
        <p:spPr>
          <a:xfrm>
            <a:off x="457200" y="457209"/>
            <a:ext cx="316413" cy="390600"/>
          </a:xfrm>
          <a:prstGeom prst="rect">
            <a:avLst/>
          </a:prstGeom>
          <a:noFill/>
          <a:ln>
            <a:noFill/>
          </a:ln>
        </p:spPr>
      </p:pic>
      <p:sp>
        <p:nvSpPr>
          <p:cNvPr id="11" name="Google Shape;11;p2"/>
          <p:cNvSpPr/>
          <p:nvPr/>
        </p:nvSpPr>
        <p:spPr>
          <a:xfrm>
            <a:off x="984762" y="561375"/>
            <a:ext cx="203100" cy="225600"/>
          </a:xfrm>
          <a:prstGeom prst="plus">
            <a:avLst>
              <a:gd fmla="val 43366" name="adj"/>
            </a:avLst>
          </a:prstGeom>
          <a:solidFill>
            <a:srgbClr val="60A5FA"/>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Lato"/>
              <a:ea typeface="Lato"/>
              <a:cs typeface="Lato"/>
              <a:sym typeface="Lato"/>
            </a:endParaRPr>
          </a:p>
        </p:txBody>
      </p:sp>
      <p:sp>
        <p:nvSpPr>
          <p:cNvPr id="12" name="Google Shape;12;p2"/>
          <p:cNvSpPr txBox="1"/>
          <p:nvPr/>
        </p:nvSpPr>
        <p:spPr>
          <a:xfrm>
            <a:off x="8081975" y="4984033"/>
            <a:ext cx="614100" cy="2463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lang="en" sz="1600">
                <a:solidFill>
                  <a:schemeClr val="accent4"/>
                </a:solidFill>
                <a:latin typeface="Poppins Medium"/>
                <a:ea typeface="Poppins Medium"/>
                <a:cs typeface="Poppins Medium"/>
                <a:sym typeface="Poppins Medium"/>
              </a:rPr>
              <a:t>2025</a:t>
            </a:r>
            <a:endParaRPr sz="1600">
              <a:solidFill>
                <a:schemeClr val="accent4"/>
              </a:solidFill>
              <a:latin typeface="Poppins Medium"/>
              <a:ea typeface="Poppins Medium"/>
              <a:cs typeface="Poppins Medium"/>
              <a:sym typeface="Poppins Medium"/>
            </a:endParaRPr>
          </a:p>
        </p:txBody>
      </p:sp>
      <p:sp>
        <p:nvSpPr>
          <p:cNvPr id="13" name="Google Shape;13;p2"/>
          <p:cNvSpPr txBox="1"/>
          <p:nvPr>
            <p:ph type="title"/>
          </p:nvPr>
        </p:nvSpPr>
        <p:spPr>
          <a:xfrm>
            <a:off x="457200" y="3038000"/>
            <a:ext cx="6862800" cy="1734900"/>
          </a:xfrm>
          <a:prstGeom prst="rect">
            <a:avLst/>
          </a:prstGeom>
        </p:spPr>
        <p:txBody>
          <a:bodyPr anchorCtr="0" anchor="b" bIns="0" lIns="0" spcFirstLastPara="1" rIns="0" wrap="square" tIns="0">
            <a:noAutofit/>
          </a:bodyPr>
          <a:lstStyle>
            <a:lvl1pPr indent="0" lvl="0" marL="0" marR="0" rtl="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4" name="Google Shape;14;p2"/>
          <p:cNvSpPr txBox="1"/>
          <p:nvPr>
            <p:ph idx="1" type="subTitle"/>
          </p:nvPr>
        </p:nvSpPr>
        <p:spPr>
          <a:xfrm>
            <a:off x="457200" y="4823700"/>
            <a:ext cx="6862800" cy="434100"/>
          </a:xfrm>
          <a:prstGeom prst="rect">
            <a:avLst/>
          </a:prstGeom>
        </p:spPr>
        <p:txBody>
          <a:bodyPr anchorCtr="0" anchor="b" bIns="0" lIns="0" spcFirstLastPara="1" rIns="0" wrap="square" tIns="0">
            <a:noAutofit/>
          </a:bodyPr>
          <a:lstStyle>
            <a:lvl1pPr indent="0" lvl="0" marL="0" marR="0" rtl="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rtl="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rtl="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rtl="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rtl="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rtl="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rtl="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rtl="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rtl="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rtification covers">
  <p:cSld name="TITLE_1">
    <p:spTree>
      <p:nvGrpSpPr>
        <p:cNvPr id="15" name="Shape 15"/>
        <p:cNvGrpSpPr/>
        <p:nvPr/>
      </p:nvGrpSpPr>
      <p:grpSpPr>
        <a:xfrm>
          <a:off x="0" y="0"/>
          <a:ext cx="0" cy="0"/>
          <a:chOff x="0" y="0"/>
          <a:chExt cx="0" cy="0"/>
        </a:xfrm>
      </p:grpSpPr>
      <p:pic>
        <p:nvPicPr>
          <p:cNvPr id="16" name="Google Shape;16;p3" title="Mesh Holographic Gradients - Dark Gradient 22.png"/>
          <p:cNvPicPr preferRelativeResize="0"/>
          <p:nvPr/>
        </p:nvPicPr>
        <p:blipFill rotWithShape="1">
          <a:blip r:embed="rId2">
            <a:alphaModFix/>
          </a:blip>
          <a:srcRect b="0" l="0" r="9999" t="0"/>
          <a:stretch/>
        </p:blipFill>
        <p:spPr>
          <a:xfrm flipH="1" rot="10800000">
            <a:off x="0" y="0"/>
            <a:ext cx="9144003" cy="5715000"/>
          </a:xfrm>
          <a:prstGeom prst="rect">
            <a:avLst/>
          </a:prstGeom>
          <a:noFill/>
          <a:ln>
            <a:noFill/>
          </a:ln>
        </p:spPr>
      </p:pic>
      <p:pic>
        <p:nvPicPr>
          <p:cNvPr id="17" name="Google Shape;17;p3"/>
          <p:cNvPicPr preferRelativeResize="0"/>
          <p:nvPr/>
        </p:nvPicPr>
        <p:blipFill rotWithShape="1">
          <a:blip r:embed="rId3">
            <a:alphaModFix/>
          </a:blip>
          <a:srcRect b="0" l="0" r="0" t="0"/>
          <a:stretch/>
        </p:blipFill>
        <p:spPr>
          <a:xfrm>
            <a:off x="457200" y="531584"/>
            <a:ext cx="316413" cy="390600"/>
          </a:xfrm>
          <a:prstGeom prst="rect">
            <a:avLst/>
          </a:prstGeom>
          <a:noFill/>
          <a:ln>
            <a:noFill/>
          </a:ln>
        </p:spPr>
      </p:pic>
      <p:sp>
        <p:nvSpPr>
          <p:cNvPr id="18" name="Google Shape;18;p3"/>
          <p:cNvSpPr txBox="1"/>
          <p:nvPr>
            <p:ph type="title"/>
          </p:nvPr>
        </p:nvSpPr>
        <p:spPr>
          <a:xfrm>
            <a:off x="457200" y="3038000"/>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9" name="Google Shape;19;p3"/>
          <p:cNvSpPr txBox="1"/>
          <p:nvPr>
            <p:ph idx="1" type="subTitle"/>
          </p:nvPr>
        </p:nvSpPr>
        <p:spPr>
          <a:xfrm>
            <a:off x="457200" y="48237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type="secHead">
  <p:cSld name="SECTION_HEADER">
    <p:spTree>
      <p:nvGrpSpPr>
        <p:cNvPr id="20" name="Shape 20"/>
        <p:cNvGrpSpPr/>
        <p:nvPr/>
      </p:nvGrpSpPr>
      <p:grpSpPr>
        <a:xfrm>
          <a:off x="0" y="0"/>
          <a:ext cx="0" cy="0"/>
          <a:chOff x="0" y="0"/>
          <a:chExt cx="0" cy="0"/>
        </a:xfrm>
      </p:grpSpPr>
      <p:pic>
        <p:nvPicPr>
          <p:cNvPr id="21" name="Google Shape;21;p4" title="Mesh Holographic Gradients - Dark Gradient 22.png"/>
          <p:cNvPicPr preferRelativeResize="0"/>
          <p:nvPr/>
        </p:nvPicPr>
        <p:blipFill rotWithShape="1">
          <a:blip r:embed="rId2">
            <a:alphaModFix/>
          </a:blip>
          <a:srcRect b="0" l="0" r="9999" t="0"/>
          <a:stretch/>
        </p:blipFill>
        <p:spPr>
          <a:xfrm>
            <a:off x="0" y="0"/>
            <a:ext cx="9144003" cy="5715000"/>
          </a:xfrm>
          <a:prstGeom prst="rect">
            <a:avLst/>
          </a:prstGeom>
          <a:noFill/>
          <a:ln>
            <a:noFill/>
          </a:ln>
        </p:spPr>
      </p:pic>
      <p:sp>
        <p:nvSpPr>
          <p:cNvPr id="22" name="Google Shape;22;p4"/>
          <p:cNvSpPr txBox="1"/>
          <p:nvPr>
            <p:ph type="title"/>
          </p:nvPr>
        </p:nvSpPr>
        <p:spPr>
          <a:xfrm>
            <a:off x="457200" y="4271667"/>
            <a:ext cx="5023800" cy="935400"/>
          </a:xfrm>
          <a:prstGeom prst="rect">
            <a:avLst/>
          </a:prstGeom>
        </p:spPr>
        <p:txBody>
          <a:bodyPr anchorCtr="0" anchor="b" bIns="0" lIns="0" spcFirstLastPara="1" rIns="0" wrap="square" tIns="0">
            <a:sp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 slide">
  <p:cSld name="CUSTOM">
    <p:spTree>
      <p:nvGrpSpPr>
        <p:cNvPr id="23" name="Shape 23"/>
        <p:cNvGrpSpPr/>
        <p:nvPr/>
      </p:nvGrpSpPr>
      <p:grpSpPr>
        <a:xfrm>
          <a:off x="0" y="0"/>
          <a:ext cx="0" cy="0"/>
          <a:chOff x="0" y="0"/>
          <a:chExt cx="0" cy="0"/>
        </a:xfrm>
      </p:grpSpPr>
      <p:grpSp>
        <p:nvGrpSpPr>
          <p:cNvPr id="24" name="Google Shape;24;p5"/>
          <p:cNvGrpSpPr/>
          <p:nvPr/>
        </p:nvGrpSpPr>
        <p:grpSpPr>
          <a:xfrm>
            <a:off x="0" y="0"/>
            <a:ext cx="9143998" cy="5714776"/>
            <a:chOff x="0" y="-2"/>
            <a:chExt cx="10973237" cy="6858005"/>
          </a:xfrm>
        </p:grpSpPr>
        <p:pic>
          <p:nvPicPr>
            <p:cNvPr id="25" name="Google Shape;25;p5" title="Break.png"/>
            <p:cNvPicPr preferRelativeResize="0"/>
            <p:nvPr/>
          </p:nvPicPr>
          <p:blipFill rotWithShape="1">
            <a:blip r:embed="rId2">
              <a:alphaModFix/>
            </a:blip>
            <a:srcRect b="0" l="0" r="9999" t="0"/>
            <a:stretch/>
          </p:blipFill>
          <p:spPr>
            <a:xfrm>
              <a:off x="0" y="-2"/>
              <a:ext cx="10973237" cy="6858005"/>
            </a:xfrm>
            <a:prstGeom prst="rect">
              <a:avLst/>
            </a:prstGeom>
            <a:noFill/>
            <a:ln>
              <a:noFill/>
            </a:ln>
          </p:spPr>
        </p:pic>
        <p:pic>
          <p:nvPicPr>
            <p:cNvPr id="26" name="Google Shape;26;p5" title="Shapes01.png"/>
            <p:cNvPicPr preferRelativeResize="0"/>
            <p:nvPr/>
          </p:nvPicPr>
          <p:blipFill rotWithShape="1">
            <a:blip r:embed="rId3">
              <a:alphaModFix amt="64000"/>
            </a:blip>
            <a:srcRect b="0" l="0" r="9999" t="0"/>
            <a:stretch/>
          </p:blipFill>
          <p:spPr>
            <a:xfrm>
              <a:off x="0" y="-2"/>
              <a:ext cx="10973237" cy="6858005"/>
            </a:xfrm>
            <a:prstGeom prst="rect">
              <a:avLst/>
            </a:prstGeom>
            <a:noFill/>
            <a:ln>
              <a:noFill/>
            </a:ln>
          </p:spPr>
        </p:pic>
      </p:grpSp>
      <p:sp>
        <p:nvSpPr>
          <p:cNvPr id="27" name="Google Shape;27;p5"/>
          <p:cNvSpPr txBox="1"/>
          <p:nvPr/>
        </p:nvSpPr>
        <p:spPr>
          <a:xfrm>
            <a:off x="1367072" y="2080750"/>
            <a:ext cx="5486400" cy="738900"/>
          </a:xfrm>
          <a:prstGeom prst="rect">
            <a:avLst/>
          </a:prstGeom>
          <a:noFill/>
          <a:ln>
            <a:noFill/>
          </a:ln>
        </p:spPr>
        <p:txBody>
          <a:bodyPr anchorCtr="0" anchor="t" bIns="0" lIns="0" spcFirstLastPara="1" rIns="0" wrap="square" tIns="0">
            <a:spAutoFit/>
          </a:bodyPr>
          <a:lstStyle/>
          <a:p>
            <a:pPr indent="-304800" lvl="0" marL="0" marR="0" rtl="0" algn="l">
              <a:lnSpc>
                <a:spcPct val="100000"/>
              </a:lnSpc>
              <a:spcBef>
                <a:spcPts val="0"/>
              </a:spcBef>
              <a:spcAft>
                <a:spcPts val="0"/>
              </a:spcAft>
              <a:buClr>
                <a:schemeClr val="accent2"/>
              </a:buClr>
              <a:buSzPts val="4800"/>
              <a:buFont typeface="Poppins SemiBold"/>
              <a:buNone/>
            </a:pPr>
            <a:r>
              <a:rPr lang="en" sz="4800">
                <a:solidFill>
                  <a:schemeClr val="accent2"/>
                </a:solidFill>
                <a:latin typeface="Poppins SemiBold"/>
                <a:ea typeface="Poppins SemiBold"/>
                <a:cs typeface="Poppins SemiBold"/>
                <a:sym typeface="Poppins SemiBold"/>
              </a:rPr>
              <a:t>Break</a:t>
            </a:r>
            <a:endParaRPr sz="4800">
              <a:solidFill>
                <a:schemeClr val="accent2"/>
              </a:solidFill>
              <a:latin typeface="Poppins SemiBold"/>
              <a:ea typeface="Poppins SemiBold"/>
              <a:cs typeface="Poppins SemiBold"/>
              <a:sym typeface="Poppins SemiBold"/>
            </a:endParaRPr>
          </a:p>
        </p:txBody>
      </p:sp>
      <p:pic>
        <p:nvPicPr>
          <p:cNvPr id="28" name="Google Shape;28;p5"/>
          <p:cNvPicPr preferRelativeResize="0"/>
          <p:nvPr/>
        </p:nvPicPr>
        <p:blipFill rotWithShape="1">
          <a:blip r:embed="rId4">
            <a:alphaModFix/>
          </a:blip>
          <a:srcRect b="0" l="0" r="0" t="0"/>
          <a:stretch/>
        </p:blipFill>
        <p:spPr>
          <a:xfrm>
            <a:off x="1367087" y="2986403"/>
            <a:ext cx="277007" cy="276975"/>
          </a:xfrm>
          <a:prstGeom prst="rect">
            <a:avLst/>
          </a:prstGeom>
          <a:noFill/>
          <a:ln>
            <a:noFill/>
          </a:ln>
        </p:spPr>
      </p:pic>
      <p:sp>
        <p:nvSpPr>
          <p:cNvPr id="29" name="Google Shape;29;p5"/>
          <p:cNvSpPr txBox="1"/>
          <p:nvPr>
            <p:ph idx="1" type="body"/>
          </p:nvPr>
        </p:nvSpPr>
        <p:spPr>
          <a:xfrm>
            <a:off x="1810375" y="2900778"/>
            <a:ext cx="5043000" cy="479100"/>
          </a:xfrm>
          <a:prstGeom prst="rect">
            <a:avLst/>
          </a:prstGeom>
        </p:spPr>
        <p:txBody>
          <a:bodyPr anchorCtr="0" anchor="ctr" bIns="0" lIns="0" spcFirstLastPara="1" rIns="0" wrap="square" tIns="0">
            <a:sp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0" name="Shape 30"/>
        <p:cNvGrpSpPr/>
        <p:nvPr/>
      </p:nvGrpSpPr>
      <p:grpSpPr>
        <a:xfrm>
          <a:off x="0" y="0"/>
          <a:ext cx="0" cy="0"/>
          <a:chOff x="0" y="0"/>
          <a:chExt cx="0" cy="0"/>
        </a:xfrm>
      </p:grpSpPr>
      <p:sp>
        <p:nvSpPr>
          <p:cNvPr id="31" name="Google Shape;31;p6"/>
          <p:cNvSpPr txBox="1"/>
          <p:nvPr>
            <p:ph idx="1" type="body"/>
          </p:nvPr>
        </p:nvSpPr>
        <p:spPr>
          <a:xfrm>
            <a:off x="457200" y="1524425"/>
            <a:ext cx="3650100" cy="37335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32" name="Google Shape;32;p6"/>
          <p:cNvSpPr txBox="1"/>
          <p:nvPr>
            <p:ph type="title"/>
          </p:nvPr>
        </p:nvSpPr>
        <p:spPr>
          <a:xfrm>
            <a:off x="457200" y="457200"/>
            <a:ext cx="3650100" cy="10671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lumns" type="twoColTx">
  <p:cSld name="TITLE_AND_TWO_COLUMNS">
    <p:spTree>
      <p:nvGrpSpPr>
        <p:cNvPr id="33" name="Shape 33"/>
        <p:cNvGrpSpPr/>
        <p:nvPr/>
      </p:nvGrpSpPr>
      <p:grpSpPr>
        <a:xfrm>
          <a:off x="0" y="0"/>
          <a:ext cx="0" cy="0"/>
          <a:chOff x="0" y="0"/>
          <a:chExt cx="0" cy="0"/>
        </a:xfrm>
      </p:grpSpPr>
      <p:sp>
        <p:nvSpPr>
          <p:cNvPr id="34" name="Google Shape;34;p7"/>
          <p:cNvSpPr txBox="1"/>
          <p:nvPr>
            <p:ph idx="1" type="body"/>
          </p:nvPr>
        </p:nvSpPr>
        <p:spPr>
          <a:xfrm>
            <a:off x="4572000" y="1524425"/>
            <a:ext cx="3650100" cy="3733500"/>
          </a:xfrm>
          <a:prstGeom prst="rect">
            <a:avLst/>
          </a:prstGeom>
        </p:spPr>
        <p:txBody>
          <a:bodyPr anchorCtr="0" anchor="t" bIns="0" lIns="0" spcFirstLastPara="1" rIns="0" wrap="square" tIns="0">
            <a:spAutoFit/>
          </a:bodyPr>
          <a:lstStyle>
            <a:lvl1pPr indent="-317500" lvl="0" marL="457200" rtl="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rtl="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rtl="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rtl="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rtl="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rtl="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rtl="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rtl="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rtl="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35" name="Google Shape;35;p7"/>
          <p:cNvSpPr txBox="1"/>
          <p:nvPr>
            <p:ph idx="2" type="body"/>
          </p:nvPr>
        </p:nvSpPr>
        <p:spPr>
          <a:xfrm>
            <a:off x="457200" y="1524425"/>
            <a:ext cx="3650100" cy="37335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36" name="Google Shape;36;p7"/>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guide id="2" pos="2587">
          <p15:clr>
            <a:srgbClr val="E46962"/>
          </p15:clr>
        </p15:guide>
        <p15:guide id="3" pos="2880">
          <p15:clr>
            <a:srgbClr val="E46962"/>
          </p15:clr>
        </p15:guide>
        <p15:guide id="4" pos="5179">
          <p15:clr>
            <a:srgbClr val="E46962"/>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 name="Shape 37"/>
        <p:cNvGrpSpPr/>
        <p:nvPr/>
      </p:nvGrpSpPr>
      <p:grpSpPr>
        <a:xfrm>
          <a:off x="0" y="0"/>
          <a:ext cx="0" cy="0"/>
          <a:chOff x="0" y="0"/>
          <a:chExt cx="0" cy="0"/>
        </a:xfrm>
      </p:grpSpPr>
      <p:sp>
        <p:nvSpPr>
          <p:cNvPr id="38" name="Google Shape;38;p8"/>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p:cSld name="ONE_COLUMN_TEXT">
    <p:spTree>
      <p:nvGrpSpPr>
        <p:cNvPr id="39" name="Shape 39"/>
        <p:cNvGrpSpPr/>
        <p:nvPr/>
      </p:nvGrpSpPr>
      <p:grpSpPr>
        <a:xfrm>
          <a:off x="0" y="0"/>
          <a:ext cx="0" cy="0"/>
          <a:chOff x="0" y="0"/>
          <a:chExt cx="0" cy="0"/>
        </a:xfrm>
      </p:grpSpPr>
      <p:sp>
        <p:nvSpPr>
          <p:cNvPr id="40" name="Google Shape;40;p9"/>
          <p:cNvSpPr txBox="1"/>
          <p:nvPr>
            <p:ph idx="1" type="body"/>
          </p:nvPr>
        </p:nvSpPr>
        <p:spPr>
          <a:xfrm>
            <a:off x="457200" y="1524425"/>
            <a:ext cx="3204600" cy="37335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41" name="Google Shape;41;p9"/>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blipFill>
          <a:blip r:embed="rId2">
            <a:alphaModFix/>
          </a:blip>
          <a:stretch>
            <a:fillRect/>
          </a:stretch>
        </a:blipFill>
      </p:bgPr>
    </p:bg>
    <p:spTree>
      <p:nvGrpSpPr>
        <p:cNvPr id="42" name="Shape 42"/>
        <p:cNvGrpSpPr/>
        <p:nvPr/>
      </p:nvGrpSpPr>
      <p:grpSpPr>
        <a:xfrm>
          <a:off x="0" y="0"/>
          <a:ext cx="0" cy="0"/>
          <a:chOff x="0" y="0"/>
          <a:chExt cx="0" cy="0"/>
        </a:xfrm>
      </p:grpSpPr>
      <p:sp>
        <p:nvSpPr>
          <p:cNvPr id="43" name="Google Shape;43;p10"/>
          <p:cNvSpPr txBox="1"/>
          <p:nvPr>
            <p:ph type="title"/>
          </p:nvPr>
        </p:nvSpPr>
        <p:spPr>
          <a:xfrm>
            <a:off x="1378150" y="500167"/>
            <a:ext cx="6387600" cy="47067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4800"/>
              <a:buNone/>
              <a:defRPr sz="480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Section message">
  <p:cSld name="SECTION_TITLE_AND_DESCRIPTION">
    <p:spTree>
      <p:nvGrpSpPr>
        <p:cNvPr id="44" name="Shape 44"/>
        <p:cNvGrpSpPr/>
        <p:nvPr/>
      </p:nvGrpSpPr>
      <p:grpSpPr>
        <a:xfrm>
          <a:off x="0" y="0"/>
          <a:ext cx="0" cy="0"/>
          <a:chOff x="0" y="0"/>
          <a:chExt cx="0" cy="0"/>
        </a:xfrm>
      </p:grpSpPr>
      <p:sp>
        <p:nvSpPr>
          <p:cNvPr id="45" name="Google Shape;45;p11"/>
          <p:cNvSpPr/>
          <p:nvPr/>
        </p:nvSpPr>
        <p:spPr>
          <a:xfrm>
            <a:off x="4572000" y="457200"/>
            <a:ext cx="4114800" cy="4800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11"/>
          <p:cNvSpPr txBox="1"/>
          <p:nvPr>
            <p:ph idx="1" type="body"/>
          </p:nvPr>
        </p:nvSpPr>
        <p:spPr>
          <a:xfrm>
            <a:off x="4572000" y="457200"/>
            <a:ext cx="4114800" cy="4800600"/>
          </a:xfrm>
          <a:prstGeom prst="rect">
            <a:avLst/>
          </a:prstGeom>
        </p:spPr>
        <p:txBody>
          <a:bodyPr anchorCtr="0" anchor="ctr" bIns="182875" lIns="182875" spcFirstLastPara="1" rIns="182875" wrap="square" tIns="182875">
            <a:spAutoFit/>
          </a:bodyPr>
          <a:lstStyle>
            <a:lvl1pPr indent="-317500" lvl="0" marL="457200">
              <a:spcBef>
                <a:spcPts val="0"/>
              </a:spcBef>
              <a:spcAft>
                <a:spcPts val="0"/>
              </a:spcAft>
              <a:buClr>
                <a:schemeClr val="accent1"/>
              </a:buClr>
              <a:buSzPts val="14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47" name="Google Shape;47;p11"/>
          <p:cNvSpPr txBox="1"/>
          <p:nvPr>
            <p:ph type="title"/>
          </p:nvPr>
        </p:nvSpPr>
        <p:spPr>
          <a:xfrm>
            <a:off x="457200" y="457200"/>
            <a:ext cx="3656700" cy="2568000"/>
          </a:xfrm>
          <a:prstGeom prst="rect">
            <a:avLst/>
          </a:prstGeom>
          <a:noFill/>
          <a:ln>
            <a:noFill/>
          </a:ln>
        </p:spPr>
        <p:txBody>
          <a:bodyPr anchorCtr="0" anchor="t" bIns="0" lIns="0" spcFirstLastPara="1" rIns="0" wrap="square" tIns="0">
            <a:noAutofit/>
          </a:bodyPr>
          <a:lstStyle>
            <a:lvl1pPr lvl="0">
              <a:lnSpc>
                <a:spcPct val="80000"/>
              </a:lnSpc>
              <a:spcBef>
                <a:spcPts val="0"/>
              </a:spcBef>
              <a:spcAft>
                <a:spcPts val="0"/>
              </a:spcAft>
              <a:buSzPts val="4800"/>
              <a:buNone/>
              <a:defRPr sz="4800"/>
            </a:lvl1pPr>
            <a:lvl2pPr lvl="1">
              <a:lnSpc>
                <a:spcPct val="100000"/>
              </a:lnSpc>
              <a:spcBef>
                <a:spcPts val="0"/>
              </a:spcBef>
              <a:spcAft>
                <a:spcPts val="0"/>
              </a:spcAft>
              <a:buSzPts val="4400"/>
              <a:buNone/>
              <a:defRPr sz="4400"/>
            </a:lvl2pPr>
            <a:lvl3pPr lvl="2">
              <a:lnSpc>
                <a:spcPct val="100000"/>
              </a:lnSpc>
              <a:spcBef>
                <a:spcPts val="0"/>
              </a:spcBef>
              <a:spcAft>
                <a:spcPts val="0"/>
              </a:spcAft>
              <a:buSzPts val="4400"/>
              <a:buNone/>
              <a:defRPr sz="4400"/>
            </a:lvl3pPr>
            <a:lvl4pPr lvl="3">
              <a:lnSpc>
                <a:spcPct val="100000"/>
              </a:lnSpc>
              <a:spcBef>
                <a:spcPts val="0"/>
              </a:spcBef>
              <a:spcAft>
                <a:spcPts val="0"/>
              </a:spcAft>
              <a:buSzPts val="4400"/>
              <a:buNone/>
              <a:defRPr sz="4400"/>
            </a:lvl4pPr>
            <a:lvl5pPr lvl="4">
              <a:lnSpc>
                <a:spcPct val="100000"/>
              </a:lnSpc>
              <a:spcBef>
                <a:spcPts val="0"/>
              </a:spcBef>
              <a:spcAft>
                <a:spcPts val="0"/>
              </a:spcAft>
              <a:buSzPts val="4400"/>
              <a:buNone/>
              <a:defRPr sz="4400"/>
            </a:lvl5pPr>
            <a:lvl6pPr lvl="5">
              <a:lnSpc>
                <a:spcPct val="100000"/>
              </a:lnSpc>
              <a:spcBef>
                <a:spcPts val="0"/>
              </a:spcBef>
              <a:spcAft>
                <a:spcPts val="0"/>
              </a:spcAft>
              <a:buSzPts val="4400"/>
              <a:buNone/>
              <a:defRPr sz="4400"/>
            </a:lvl6pPr>
            <a:lvl7pPr lvl="6">
              <a:lnSpc>
                <a:spcPct val="100000"/>
              </a:lnSpc>
              <a:spcBef>
                <a:spcPts val="0"/>
              </a:spcBef>
              <a:spcAft>
                <a:spcPts val="0"/>
              </a:spcAft>
              <a:buSzPts val="4400"/>
              <a:buNone/>
              <a:defRPr sz="4400"/>
            </a:lvl7pPr>
            <a:lvl8pPr lvl="7">
              <a:lnSpc>
                <a:spcPct val="100000"/>
              </a:lnSpc>
              <a:spcBef>
                <a:spcPts val="0"/>
              </a:spcBef>
              <a:spcAft>
                <a:spcPts val="0"/>
              </a:spcAft>
              <a:buSzPts val="4400"/>
              <a:buNone/>
              <a:defRPr sz="4400"/>
            </a:lvl8pPr>
            <a:lvl9pPr lvl="8">
              <a:lnSpc>
                <a:spcPct val="100000"/>
              </a:lnSpc>
              <a:spcBef>
                <a:spcPts val="0"/>
              </a:spcBef>
              <a:spcAft>
                <a:spcPts val="0"/>
              </a:spcAft>
              <a:buSzPts val="4400"/>
              <a:buNone/>
              <a:defRPr sz="4400"/>
            </a:lvl9pPr>
          </a:lstStyle>
          <a:p/>
        </p:txBody>
      </p:sp>
      <p:sp>
        <p:nvSpPr>
          <p:cNvPr id="48" name="Google Shape;48;p11"/>
          <p:cNvSpPr txBox="1"/>
          <p:nvPr>
            <p:ph idx="2" type="subTitle"/>
          </p:nvPr>
        </p:nvSpPr>
        <p:spPr>
          <a:xfrm>
            <a:off x="457200" y="3025250"/>
            <a:ext cx="3656700" cy="2232600"/>
          </a:xfrm>
          <a:prstGeom prst="rect">
            <a:avLst/>
          </a:prstGeom>
        </p:spPr>
        <p:txBody>
          <a:bodyPr anchorCtr="0" anchor="t" bIns="0" lIns="0" spcFirstLastPara="1" rIns="0" wrap="square" tIns="0">
            <a:noAutofit/>
          </a:bodyPr>
          <a:lstStyle>
            <a:lvl1pPr indent="0" lvl="0"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Tree>
  </p:cSld>
  <p:clrMapOvr>
    <a:masterClrMapping/>
  </p:clrMapOvr>
  <p:extLst>
    <p:ext uri="{DCECCB84-F9BA-43D5-87BE-67443E8EF086}">
      <p15:sldGuideLst>
        <p15:guide id="1" orient="horz" pos="1906">
          <p15:clr>
            <a:srgbClr val="E46962"/>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dark)">
  <p:cSld name="TITLE_AND_BODY_1">
    <p:bg>
      <p:bgPr>
        <a:solidFill>
          <a:schemeClr val="dk1"/>
        </a:solidFill>
      </p:bgPr>
    </p:bg>
    <p:spTree>
      <p:nvGrpSpPr>
        <p:cNvPr id="50" name="Shape 50"/>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p:cSld name="Title + Body 1">
    <p:spTree>
      <p:nvGrpSpPr>
        <p:cNvPr id="51" name="Shape 51"/>
        <p:cNvGrpSpPr/>
        <p:nvPr/>
      </p:nvGrpSpPr>
      <p:grpSpPr>
        <a:xfrm>
          <a:off x="0" y="0"/>
          <a:ext cx="0" cy="0"/>
          <a:chOff x="0" y="0"/>
          <a:chExt cx="0" cy="0"/>
        </a:xfrm>
      </p:grpSpPr>
      <p:sp>
        <p:nvSpPr>
          <p:cNvPr id="52" name="Google Shape;52;p14"/>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b="1"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None/>
              <a:defRPr sz="1200">
                <a:solidFill>
                  <a:schemeClr val="accent1"/>
                </a:solidFill>
              </a:defRPr>
            </a:lvl2pPr>
            <a:lvl3pPr lvl="2" algn="l">
              <a:lnSpc>
                <a:spcPct val="115000"/>
              </a:lnSpc>
              <a:spcBef>
                <a:spcPts val="0"/>
              </a:spcBef>
              <a:spcAft>
                <a:spcPts val="0"/>
              </a:spcAft>
              <a:buClr>
                <a:schemeClr val="accent1"/>
              </a:buClr>
              <a:buSzPts val="1200"/>
              <a:buNone/>
              <a:defRPr sz="1200">
                <a:solidFill>
                  <a:schemeClr val="accent1"/>
                </a:solidFill>
              </a:defRPr>
            </a:lvl3pPr>
            <a:lvl4pPr lvl="3" algn="l">
              <a:lnSpc>
                <a:spcPct val="115000"/>
              </a:lnSpc>
              <a:spcBef>
                <a:spcPts val="0"/>
              </a:spcBef>
              <a:spcAft>
                <a:spcPts val="0"/>
              </a:spcAft>
              <a:buClr>
                <a:schemeClr val="accent1"/>
              </a:buClr>
              <a:buSzPts val="1200"/>
              <a:buNone/>
              <a:defRPr sz="1200">
                <a:solidFill>
                  <a:schemeClr val="accent1"/>
                </a:solidFill>
              </a:defRPr>
            </a:lvl4pPr>
            <a:lvl5pPr lvl="4" algn="l">
              <a:lnSpc>
                <a:spcPct val="115000"/>
              </a:lnSpc>
              <a:spcBef>
                <a:spcPts val="0"/>
              </a:spcBef>
              <a:spcAft>
                <a:spcPts val="0"/>
              </a:spcAft>
              <a:buClr>
                <a:schemeClr val="accent1"/>
              </a:buClr>
              <a:buSzPts val="1200"/>
              <a:buNone/>
              <a:defRPr sz="1200">
                <a:solidFill>
                  <a:schemeClr val="accent1"/>
                </a:solidFill>
              </a:defRPr>
            </a:lvl5pPr>
            <a:lvl6pPr lvl="5" algn="l">
              <a:lnSpc>
                <a:spcPct val="115000"/>
              </a:lnSpc>
              <a:spcBef>
                <a:spcPts val="0"/>
              </a:spcBef>
              <a:spcAft>
                <a:spcPts val="0"/>
              </a:spcAft>
              <a:buClr>
                <a:schemeClr val="accent1"/>
              </a:buClr>
              <a:buSzPts val="1200"/>
              <a:buNone/>
              <a:defRPr sz="1200">
                <a:solidFill>
                  <a:schemeClr val="accent1"/>
                </a:solidFill>
              </a:defRPr>
            </a:lvl6pPr>
            <a:lvl7pPr lvl="6" algn="l">
              <a:lnSpc>
                <a:spcPct val="115000"/>
              </a:lnSpc>
              <a:spcBef>
                <a:spcPts val="0"/>
              </a:spcBef>
              <a:spcAft>
                <a:spcPts val="0"/>
              </a:spcAft>
              <a:buClr>
                <a:schemeClr val="accent1"/>
              </a:buClr>
              <a:buSzPts val="1200"/>
              <a:buNone/>
              <a:defRPr sz="1200">
                <a:solidFill>
                  <a:schemeClr val="accent1"/>
                </a:solidFill>
              </a:defRPr>
            </a:lvl7pPr>
            <a:lvl8pPr lvl="7" algn="l">
              <a:lnSpc>
                <a:spcPct val="115000"/>
              </a:lnSpc>
              <a:spcBef>
                <a:spcPts val="0"/>
              </a:spcBef>
              <a:spcAft>
                <a:spcPts val="0"/>
              </a:spcAft>
              <a:buClr>
                <a:schemeClr val="accent1"/>
              </a:buClr>
              <a:buSzPts val="1200"/>
              <a:buNone/>
              <a:defRPr sz="1200">
                <a:solidFill>
                  <a:schemeClr val="accent1"/>
                </a:solidFill>
              </a:defRPr>
            </a:lvl8pPr>
            <a:lvl9pPr lvl="8" algn="l">
              <a:lnSpc>
                <a:spcPct val="115000"/>
              </a:lnSpc>
              <a:spcBef>
                <a:spcPts val="0"/>
              </a:spcBef>
              <a:spcAft>
                <a:spcPts val="0"/>
              </a:spcAft>
              <a:buClr>
                <a:schemeClr val="accent1"/>
              </a:buClr>
              <a:buSzPts val="1200"/>
              <a:buNone/>
              <a:defRPr sz="1200">
                <a:solidFill>
                  <a:schemeClr val="accent1"/>
                </a:solidFill>
              </a:defRPr>
            </a:lvl9pPr>
          </a:lstStyle>
          <a:p/>
        </p:txBody>
      </p:sp>
      <p:sp>
        <p:nvSpPr>
          <p:cNvPr id="53" name="Google Shape;53;p14"/>
          <p:cNvSpPr txBox="1"/>
          <p:nvPr>
            <p:ph idx="1"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54" name="Google Shape;54;p14"/>
          <p:cNvSpPr txBox="1"/>
          <p:nvPr>
            <p:ph idx="2" type="body"/>
          </p:nvPr>
        </p:nvSpPr>
        <p:spPr>
          <a:xfrm>
            <a:off x="457200" y="2139575"/>
            <a:ext cx="41148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55" name="Google Shape;55;p14"/>
          <p:cNvSpPr txBox="1"/>
          <p:nvPr>
            <p:ph idx="3"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2 columns">
  <p:cSld name="Body 2 Columns ">
    <p:spTree>
      <p:nvGrpSpPr>
        <p:cNvPr id="56" name="Shape 56"/>
        <p:cNvGrpSpPr/>
        <p:nvPr/>
      </p:nvGrpSpPr>
      <p:grpSpPr>
        <a:xfrm>
          <a:off x="0" y="0"/>
          <a:ext cx="0" cy="0"/>
          <a:chOff x="0" y="0"/>
          <a:chExt cx="0" cy="0"/>
        </a:xfrm>
      </p:grpSpPr>
      <p:sp>
        <p:nvSpPr>
          <p:cNvPr id="57" name="Google Shape;57;p15"/>
          <p:cNvSpPr txBox="1"/>
          <p:nvPr>
            <p:ph idx="1" type="body"/>
          </p:nvPr>
        </p:nvSpPr>
        <p:spPr>
          <a:xfrm>
            <a:off x="457200" y="2139575"/>
            <a:ext cx="41148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58" name="Google Shape;58;p15"/>
          <p:cNvSpPr txBox="1"/>
          <p:nvPr>
            <p:ph idx="2" type="body"/>
          </p:nvPr>
        </p:nvSpPr>
        <p:spPr>
          <a:xfrm>
            <a:off x="4572000" y="2139575"/>
            <a:ext cx="41148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59" name="Google Shape;59;p15"/>
          <p:cNvSpPr txBox="1"/>
          <p:nvPr>
            <p:ph idx="3"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60" name="Google Shape;60;p15"/>
          <p:cNvSpPr txBox="1"/>
          <p:nvPr>
            <p:ph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61" name="Google Shape;61;p15"/>
          <p:cNvSpPr txBox="1"/>
          <p:nvPr>
            <p:ph idx="4"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b="1"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None/>
              <a:defRPr sz="1200">
                <a:solidFill>
                  <a:schemeClr val="accent1"/>
                </a:solidFill>
              </a:defRPr>
            </a:lvl2pPr>
            <a:lvl3pPr lvl="2" algn="l">
              <a:lnSpc>
                <a:spcPct val="115000"/>
              </a:lnSpc>
              <a:spcBef>
                <a:spcPts val="0"/>
              </a:spcBef>
              <a:spcAft>
                <a:spcPts val="0"/>
              </a:spcAft>
              <a:buClr>
                <a:schemeClr val="accent1"/>
              </a:buClr>
              <a:buSzPts val="1200"/>
              <a:buNone/>
              <a:defRPr sz="1200">
                <a:solidFill>
                  <a:schemeClr val="accent1"/>
                </a:solidFill>
              </a:defRPr>
            </a:lvl3pPr>
            <a:lvl4pPr lvl="3" algn="l">
              <a:lnSpc>
                <a:spcPct val="115000"/>
              </a:lnSpc>
              <a:spcBef>
                <a:spcPts val="0"/>
              </a:spcBef>
              <a:spcAft>
                <a:spcPts val="0"/>
              </a:spcAft>
              <a:buClr>
                <a:schemeClr val="accent1"/>
              </a:buClr>
              <a:buSzPts val="1200"/>
              <a:buNone/>
              <a:defRPr sz="1200">
                <a:solidFill>
                  <a:schemeClr val="accent1"/>
                </a:solidFill>
              </a:defRPr>
            </a:lvl4pPr>
            <a:lvl5pPr lvl="4" algn="l">
              <a:lnSpc>
                <a:spcPct val="115000"/>
              </a:lnSpc>
              <a:spcBef>
                <a:spcPts val="0"/>
              </a:spcBef>
              <a:spcAft>
                <a:spcPts val="0"/>
              </a:spcAft>
              <a:buClr>
                <a:schemeClr val="accent1"/>
              </a:buClr>
              <a:buSzPts val="1200"/>
              <a:buNone/>
              <a:defRPr sz="1200">
                <a:solidFill>
                  <a:schemeClr val="accent1"/>
                </a:solidFill>
              </a:defRPr>
            </a:lvl5pPr>
            <a:lvl6pPr lvl="5" algn="l">
              <a:lnSpc>
                <a:spcPct val="115000"/>
              </a:lnSpc>
              <a:spcBef>
                <a:spcPts val="0"/>
              </a:spcBef>
              <a:spcAft>
                <a:spcPts val="0"/>
              </a:spcAft>
              <a:buClr>
                <a:schemeClr val="accent1"/>
              </a:buClr>
              <a:buSzPts val="1200"/>
              <a:buNone/>
              <a:defRPr sz="1200">
                <a:solidFill>
                  <a:schemeClr val="accent1"/>
                </a:solidFill>
              </a:defRPr>
            </a:lvl6pPr>
            <a:lvl7pPr lvl="6" algn="l">
              <a:lnSpc>
                <a:spcPct val="115000"/>
              </a:lnSpc>
              <a:spcBef>
                <a:spcPts val="0"/>
              </a:spcBef>
              <a:spcAft>
                <a:spcPts val="0"/>
              </a:spcAft>
              <a:buClr>
                <a:schemeClr val="accent1"/>
              </a:buClr>
              <a:buSzPts val="1200"/>
              <a:buNone/>
              <a:defRPr sz="1200">
                <a:solidFill>
                  <a:schemeClr val="accent1"/>
                </a:solidFill>
              </a:defRPr>
            </a:lvl7pPr>
            <a:lvl8pPr lvl="7" algn="l">
              <a:lnSpc>
                <a:spcPct val="115000"/>
              </a:lnSpc>
              <a:spcBef>
                <a:spcPts val="0"/>
              </a:spcBef>
              <a:spcAft>
                <a:spcPts val="0"/>
              </a:spcAft>
              <a:buClr>
                <a:schemeClr val="accent1"/>
              </a:buClr>
              <a:buSzPts val="1200"/>
              <a:buNone/>
              <a:defRPr sz="1200">
                <a:solidFill>
                  <a:schemeClr val="accent1"/>
                </a:solidFill>
              </a:defRPr>
            </a:lvl8pPr>
            <a:lvl9pPr lvl="8" algn="l">
              <a:lnSpc>
                <a:spcPct val="115000"/>
              </a:lnSpc>
              <a:spcBef>
                <a:spcPts val="0"/>
              </a:spcBef>
              <a:spcAft>
                <a:spcPts val="0"/>
              </a:spcAft>
              <a:buClr>
                <a:schemeClr val="accent1"/>
              </a:buClr>
              <a:buSzPts val="1200"/>
              <a:buNone/>
              <a:defRPr sz="1200">
                <a:solidFill>
                  <a:schemeClr val="accent1"/>
                </a:solidFill>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 Cover">
    <p:bg>
      <p:bgPr>
        <a:blipFill>
          <a:blip r:embed="rId2">
            <a:alphaModFix/>
          </a:blip>
          <a:stretch>
            <a:fillRect/>
          </a:stretch>
        </a:blipFill>
      </p:bgPr>
    </p:bg>
    <p:spTree>
      <p:nvGrpSpPr>
        <p:cNvPr id="62" name="Shape 62"/>
        <p:cNvGrpSpPr/>
        <p:nvPr/>
      </p:nvGrpSpPr>
      <p:grpSpPr>
        <a:xfrm>
          <a:off x="0" y="0"/>
          <a:ext cx="0" cy="0"/>
          <a:chOff x="0" y="0"/>
          <a:chExt cx="0" cy="0"/>
        </a:xfrm>
      </p:grpSpPr>
      <p:sp>
        <p:nvSpPr>
          <p:cNvPr id="63" name="Google Shape;63;p16"/>
          <p:cNvSpPr txBox="1"/>
          <p:nvPr>
            <p:ph type="title"/>
          </p:nvPr>
        </p:nvSpPr>
        <p:spPr>
          <a:xfrm>
            <a:off x="457200" y="3522900"/>
            <a:ext cx="5010300" cy="17349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64" name="Google Shape;64;p16"/>
          <p:cNvSpPr txBox="1"/>
          <p:nvPr>
            <p:ph idx="1" type="subTitle"/>
          </p:nvPr>
        </p:nvSpPr>
        <p:spPr>
          <a:xfrm>
            <a:off x="457200" y="3088800"/>
            <a:ext cx="5010300" cy="434100"/>
          </a:xfrm>
          <a:prstGeom prst="rect">
            <a:avLst/>
          </a:prstGeom>
        </p:spPr>
        <p:txBody>
          <a:bodyPr anchorCtr="0" anchor="ctr" bIns="0" lIns="0" spcFirstLastPara="1" rIns="0" wrap="square" tIns="0">
            <a:noAutofit/>
          </a:bodyPr>
          <a:lstStyle>
            <a:lvl1pPr indent="0" lvl="0" marL="0" marR="0" rtl="0" algn="l">
              <a:lnSpc>
                <a:spcPct val="115000"/>
              </a:lnSpc>
              <a:spcBef>
                <a:spcPts val="0"/>
              </a:spcBef>
              <a:spcAft>
                <a:spcPts val="0"/>
              </a:spcAft>
              <a:buNone/>
              <a:defRPr sz="2000">
                <a:solidFill>
                  <a:schemeClr val="lt1"/>
                </a:solidFill>
              </a:defRPr>
            </a:lvl1pPr>
            <a:lvl2pPr indent="0" lvl="1" marL="0" marR="0" rtl="0" algn="l">
              <a:lnSpc>
                <a:spcPct val="115000"/>
              </a:lnSpc>
              <a:spcBef>
                <a:spcPts val="0"/>
              </a:spcBef>
              <a:spcAft>
                <a:spcPts val="0"/>
              </a:spcAft>
              <a:buNone/>
              <a:defRPr sz="2000">
                <a:solidFill>
                  <a:schemeClr val="lt1"/>
                </a:solidFill>
              </a:defRPr>
            </a:lvl2pPr>
            <a:lvl3pPr indent="0" lvl="2" marL="0" marR="0" rtl="0" algn="l">
              <a:lnSpc>
                <a:spcPct val="115000"/>
              </a:lnSpc>
              <a:spcBef>
                <a:spcPts val="0"/>
              </a:spcBef>
              <a:spcAft>
                <a:spcPts val="0"/>
              </a:spcAft>
              <a:buNone/>
              <a:defRPr sz="2000">
                <a:solidFill>
                  <a:schemeClr val="lt1"/>
                </a:solidFill>
              </a:defRPr>
            </a:lvl3pPr>
            <a:lvl4pPr indent="0" lvl="3" marL="0" marR="0" rtl="0" algn="l">
              <a:lnSpc>
                <a:spcPct val="115000"/>
              </a:lnSpc>
              <a:spcBef>
                <a:spcPts val="0"/>
              </a:spcBef>
              <a:spcAft>
                <a:spcPts val="0"/>
              </a:spcAft>
              <a:buNone/>
              <a:defRPr sz="2000">
                <a:solidFill>
                  <a:schemeClr val="lt1"/>
                </a:solidFill>
              </a:defRPr>
            </a:lvl4pPr>
            <a:lvl5pPr indent="0" lvl="4" marL="0" marR="0" rtl="0" algn="l">
              <a:lnSpc>
                <a:spcPct val="115000"/>
              </a:lnSpc>
              <a:spcBef>
                <a:spcPts val="0"/>
              </a:spcBef>
              <a:spcAft>
                <a:spcPts val="0"/>
              </a:spcAft>
              <a:buNone/>
              <a:defRPr sz="2000">
                <a:solidFill>
                  <a:schemeClr val="lt1"/>
                </a:solidFill>
              </a:defRPr>
            </a:lvl5pPr>
            <a:lvl6pPr indent="0" lvl="5" marL="0" marR="0" rtl="0" algn="l">
              <a:lnSpc>
                <a:spcPct val="115000"/>
              </a:lnSpc>
              <a:spcBef>
                <a:spcPts val="0"/>
              </a:spcBef>
              <a:spcAft>
                <a:spcPts val="0"/>
              </a:spcAft>
              <a:buNone/>
              <a:defRPr sz="2000">
                <a:solidFill>
                  <a:schemeClr val="lt1"/>
                </a:solidFill>
              </a:defRPr>
            </a:lvl6pPr>
            <a:lvl7pPr indent="0" lvl="6" marL="0" marR="0" rtl="0" algn="l">
              <a:lnSpc>
                <a:spcPct val="115000"/>
              </a:lnSpc>
              <a:spcBef>
                <a:spcPts val="0"/>
              </a:spcBef>
              <a:spcAft>
                <a:spcPts val="0"/>
              </a:spcAft>
              <a:buNone/>
              <a:defRPr sz="2000">
                <a:solidFill>
                  <a:schemeClr val="lt1"/>
                </a:solidFill>
              </a:defRPr>
            </a:lvl7pPr>
            <a:lvl8pPr indent="0" lvl="7" marL="0" marR="0" rtl="0" algn="l">
              <a:lnSpc>
                <a:spcPct val="115000"/>
              </a:lnSpc>
              <a:spcBef>
                <a:spcPts val="0"/>
              </a:spcBef>
              <a:spcAft>
                <a:spcPts val="0"/>
              </a:spcAft>
              <a:buNone/>
              <a:defRPr sz="2000">
                <a:solidFill>
                  <a:schemeClr val="lt1"/>
                </a:solidFill>
              </a:defRPr>
            </a:lvl8pPr>
            <a:lvl9pPr indent="0" lvl="8" marL="0" marR="0" rtl="0" algn="l">
              <a:lnSpc>
                <a:spcPct val="115000"/>
              </a:lnSpc>
              <a:spcBef>
                <a:spcPts val="0"/>
              </a:spcBef>
              <a:spcAft>
                <a:spcPts val="0"/>
              </a:spcAft>
              <a:buNone/>
              <a:defRPr sz="2000">
                <a:solidFill>
                  <a:schemeClr val="lt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p:cSld name="Title + Subtitle">
    <p:spTree>
      <p:nvGrpSpPr>
        <p:cNvPr id="65" name="Shape 65"/>
        <p:cNvGrpSpPr/>
        <p:nvPr/>
      </p:nvGrpSpPr>
      <p:grpSpPr>
        <a:xfrm>
          <a:off x="0" y="0"/>
          <a:ext cx="0" cy="0"/>
          <a:chOff x="0" y="0"/>
          <a:chExt cx="0" cy="0"/>
        </a:xfrm>
      </p:grpSpPr>
      <p:sp>
        <p:nvSpPr>
          <p:cNvPr id="66" name="Google Shape;66;p17"/>
          <p:cNvSpPr txBox="1"/>
          <p:nvPr>
            <p:ph idx="1"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67" name="Google Shape;67;p17"/>
          <p:cNvSpPr txBox="1"/>
          <p:nvPr>
            <p:ph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Left">
  <p:cSld name="Text + Image 1">
    <p:spTree>
      <p:nvGrpSpPr>
        <p:cNvPr id="68" name="Shape 68"/>
        <p:cNvGrpSpPr/>
        <p:nvPr/>
      </p:nvGrpSpPr>
      <p:grpSpPr>
        <a:xfrm>
          <a:off x="0" y="0"/>
          <a:ext cx="0" cy="0"/>
          <a:chOff x="0" y="0"/>
          <a:chExt cx="0" cy="0"/>
        </a:xfrm>
      </p:grpSpPr>
      <p:sp>
        <p:nvSpPr>
          <p:cNvPr id="69" name="Google Shape;69;p18"/>
          <p:cNvSpPr/>
          <p:nvPr>
            <p:ph idx="2" type="pic"/>
          </p:nvPr>
        </p:nvSpPr>
        <p:spPr>
          <a:xfrm>
            <a:off x="76200" y="91667"/>
            <a:ext cx="4495800" cy="5531700"/>
          </a:xfrm>
          <a:prstGeom prst="roundRect">
            <a:avLst>
              <a:gd fmla="val 16667" name="adj"/>
            </a:avLst>
          </a:prstGeom>
          <a:noFill/>
          <a:ln>
            <a:noFill/>
          </a:ln>
        </p:spPr>
      </p:sp>
      <p:sp>
        <p:nvSpPr>
          <p:cNvPr id="70" name="Google Shape;70;p18"/>
          <p:cNvSpPr txBox="1"/>
          <p:nvPr>
            <p:ph idx="1" type="body"/>
          </p:nvPr>
        </p:nvSpPr>
        <p:spPr>
          <a:xfrm>
            <a:off x="5025300" y="1836224"/>
            <a:ext cx="3661500" cy="34215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71" name="Google Shape;71;p18"/>
          <p:cNvSpPr txBox="1"/>
          <p:nvPr>
            <p:ph idx="3" type="subTitle"/>
          </p:nvPr>
        </p:nvSpPr>
        <p:spPr>
          <a:xfrm>
            <a:off x="5025300" y="457175"/>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72" name="Google Shape;72;p18"/>
          <p:cNvSpPr txBox="1"/>
          <p:nvPr>
            <p:ph type="title"/>
          </p:nvPr>
        </p:nvSpPr>
        <p:spPr>
          <a:xfrm>
            <a:off x="5025300" y="891281"/>
            <a:ext cx="3661500" cy="636300"/>
          </a:xfrm>
          <a:prstGeom prst="rect">
            <a:avLst/>
          </a:prstGeom>
        </p:spPr>
        <p:txBody>
          <a:bodyPr anchorCtr="0" anchor="t"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Right">
  <p:cSld name="Text + Image">
    <p:spTree>
      <p:nvGrpSpPr>
        <p:cNvPr id="73" name="Shape 73"/>
        <p:cNvGrpSpPr/>
        <p:nvPr/>
      </p:nvGrpSpPr>
      <p:grpSpPr>
        <a:xfrm>
          <a:off x="0" y="0"/>
          <a:ext cx="0" cy="0"/>
          <a:chOff x="0" y="0"/>
          <a:chExt cx="0" cy="0"/>
        </a:xfrm>
      </p:grpSpPr>
      <p:sp>
        <p:nvSpPr>
          <p:cNvPr id="74" name="Google Shape;74;p19"/>
          <p:cNvSpPr/>
          <p:nvPr>
            <p:ph idx="2" type="pic"/>
          </p:nvPr>
        </p:nvSpPr>
        <p:spPr>
          <a:xfrm>
            <a:off x="4572000" y="91667"/>
            <a:ext cx="4495800" cy="5531700"/>
          </a:xfrm>
          <a:prstGeom prst="roundRect">
            <a:avLst>
              <a:gd fmla="val 16667" name="adj"/>
            </a:avLst>
          </a:prstGeom>
          <a:noFill/>
          <a:ln>
            <a:noFill/>
          </a:ln>
        </p:spPr>
      </p:sp>
      <p:sp>
        <p:nvSpPr>
          <p:cNvPr id="75" name="Google Shape;75;p19"/>
          <p:cNvSpPr txBox="1"/>
          <p:nvPr>
            <p:ph idx="1" type="body"/>
          </p:nvPr>
        </p:nvSpPr>
        <p:spPr>
          <a:xfrm>
            <a:off x="457200" y="1836224"/>
            <a:ext cx="3661500" cy="34215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76" name="Google Shape;76;p19"/>
          <p:cNvSpPr txBox="1"/>
          <p:nvPr>
            <p:ph idx="3" type="subTitle"/>
          </p:nvPr>
        </p:nvSpPr>
        <p:spPr>
          <a:xfrm>
            <a:off x="457200" y="457175"/>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77" name="Google Shape;77;p19"/>
          <p:cNvSpPr txBox="1"/>
          <p:nvPr>
            <p:ph type="title"/>
          </p:nvPr>
        </p:nvSpPr>
        <p:spPr>
          <a:xfrm>
            <a:off x="457200" y="891281"/>
            <a:ext cx="3661500" cy="63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Body: 1 column">
  <p:cSld name="Title + Body">
    <p:spTree>
      <p:nvGrpSpPr>
        <p:cNvPr id="78" name="Shape 78"/>
        <p:cNvGrpSpPr/>
        <p:nvPr/>
      </p:nvGrpSpPr>
      <p:grpSpPr>
        <a:xfrm>
          <a:off x="0" y="0"/>
          <a:ext cx="0" cy="0"/>
          <a:chOff x="0" y="0"/>
          <a:chExt cx="0" cy="0"/>
        </a:xfrm>
      </p:grpSpPr>
      <p:sp>
        <p:nvSpPr>
          <p:cNvPr id="79" name="Google Shape;79;p20"/>
          <p:cNvSpPr txBox="1"/>
          <p:nvPr>
            <p:ph idx="1" type="body"/>
          </p:nvPr>
        </p:nvSpPr>
        <p:spPr>
          <a:xfrm>
            <a:off x="457200" y="1836224"/>
            <a:ext cx="3661500" cy="34215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80" name="Google Shape;80;p20"/>
          <p:cNvSpPr txBox="1"/>
          <p:nvPr>
            <p:ph idx="2" type="subTitle"/>
          </p:nvPr>
        </p:nvSpPr>
        <p:spPr>
          <a:xfrm>
            <a:off x="457200" y="457175"/>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81" name="Google Shape;81;p20"/>
          <p:cNvSpPr txBox="1"/>
          <p:nvPr>
            <p:ph type="title"/>
          </p:nvPr>
        </p:nvSpPr>
        <p:spPr>
          <a:xfrm>
            <a:off x="457200" y="891281"/>
            <a:ext cx="3661500" cy="63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idea with notes">
  <p:cSld name="Slido">
    <p:spTree>
      <p:nvGrpSpPr>
        <p:cNvPr id="82" name="Shape 82"/>
        <p:cNvGrpSpPr/>
        <p:nvPr/>
      </p:nvGrpSpPr>
      <p:grpSpPr>
        <a:xfrm>
          <a:off x="0" y="0"/>
          <a:ext cx="0" cy="0"/>
          <a:chOff x="0" y="0"/>
          <a:chExt cx="0" cy="0"/>
        </a:xfrm>
      </p:grpSpPr>
      <p:sp>
        <p:nvSpPr>
          <p:cNvPr id="83" name="Google Shape;83;p21"/>
          <p:cNvSpPr txBox="1"/>
          <p:nvPr>
            <p:ph type="title"/>
          </p:nvPr>
        </p:nvSpPr>
        <p:spPr>
          <a:xfrm>
            <a:off x="5030100" y="457200"/>
            <a:ext cx="3656700" cy="2517300"/>
          </a:xfrm>
          <a:prstGeom prst="rect">
            <a:avLst/>
          </a:prstGeom>
          <a:noFill/>
          <a:ln>
            <a:noFill/>
          </a:ln>
        </p:spPr>
        <p:txBody>
          <a:bodyPr anchorCtr="0" anchor="t" bIns="0" lIns="0" spcFirstLastPara="1" rIns="0" wrap="square" tIns="0">
            <a:noAutofit/>
          </a:bodyPr>
          <a:lstStyle>
            <a:lvl1pPr lvl="0">
              <a:lnSpc>
                <a:spcPct val="80000"/>
              </a:lnSpc>
              <a:spcBef>
                <a:spcPts val="0"/>
              </a:spcBef>
              <a:spcAft>
                <a:spcPts val="0"/>
              </a:spcAft>
              <a:buSzPts val="4800"/>
              <a:buNone/>
              <a:defRPr sz="4800"/>
            </a:lvl1pPr>
            <a:lvl2pPr lvl="1">
              <a:lnSpc>
                <a:spcPct val="80000"/>
              </a:lnSpc>
              <a:spcBef>
                <a:spcPts val="0"/>
              </a:spcBef>
              <a:spcAft>
                <a:spcPts val="0"/>
              </a:spcAft>
              <a:buSzPts val="4800"/>
              <a:buNone/>
              <a:defRPr sz="4800"/>
            </a:lvl2pPr>
            <a:lvl3pPr lvl="2">
              <a:lnSpc>
                <a:spcPct val="80000"/>
              </a:lnSpc>
              <a:spcBef>
                <a:spcPts val="0"/>
              </a:spcBef>
              <a:spcAft>
                <a:spcPts val="0"/>
              </a:spcAft>
              <a:buSzPts val="4800"/>
              <a:buNone/>
              <a:defRPr sz="4800"/>
            </a:lvl3pPr>
            <a:lvl4pPr lvl="3">
              <a:lnSpc>
                <a:spcPct val="80000"/>
              </a:lnSpc>
              <a:spcBef>
                <a:spcPts val="0"/>
              </a:spcBef>
              <a:spcAft>
                <a:spcPts val="0"/>
              </a:spcAft>
              <a:buSzPts val="4800"/>
              <a:buNone/>
              <a:defRPr sz="4800"/>
            </a:lvl4pPr>
            <a:lvl5pPr lvl="4">
              <a:lnSpc>
                <a:spcPct val="80000"/>
              </a:lnSpc>
              <a:spcBef>
                <a:spcPts val="0"/>
              </a:spcBef>
              <a:spcAft>
                <a:spcPts val="0"/>
              </a:spcAft>
              <a:buSzPts val="4800"/>
              <a:buNone/>
              <a:defRPr sz="4800"/>
            </a:lvl5pPr>
            <a:lvl6pPr lvl="5">
              <a:lnSpc>
                <a:spcPct val="80000"/>
              </a:lnSpc>
              <a:spcBef>
                <a:spcPts val="0"/>
              </a:spcBef>
              <a:spcAft>
                <a:spcPts val="0"/>
              </a:spcAft>
              <a:buSzPts val="4800"/>
              <a:buNone/>
              <a:defRPr sz="4800"/>
            </a:lvl6pPr>
            <a:lvl7pPr lvl="6">
              <a:lnSpc>
                <a:spcPct val="80000"/>
              </a:lnSpc>
              <a:spcBef>
                <a:spcPts val="0"/>
              </a:spcBef>
              <a:spcAft>
                <a:spcPts val="0"/>
              </a:spcAft>
              <a:buSzPts val="4800"/>
              <a:buNone/>
              <a:defRPr sz="4800"/>
            </a:lvl7pPr>
            <a:lvl8pPr lvl="7">
              <a:lnSpc>
                <a:spcPct val="80000"/>
              </a:lnSpc>
              <a:spcBef>
                <a:spcPts val="0"/>
              </a:spcBef>
              <a:spcAft>
                <a:spcPts val="0"/>
              </a:spcAft>
              <a:buSzPts val="4800"/>
              <a:buNone/>
              <a:defRPr sz="4800"/>
            </a:lvl8pPr>
            <a:lvl9pPr lvl="8">
              <a:lnSpc>
                <a:spcPct val="80000"/>
              </a:lnSpc>
              <a:spcBef>
                <a:spcPts val="0"/>
              </a:spcBef>
              <a:spcAft>
                <a:spcPts val="0"/>
              </a:spcAft>
              <a:buSzPts val="4800"/>
              <a:buNone/>
              <a:defRPr sz="4800"/>
            </a:lvl9pPr>
          </a:lstStyle>
          <a:p/>
        </p:txBody>
      </p:sp>
      <p:sp>
        <p:nvSpPr>
          <p:cNvPr id="84" name="Google Shape;84;p21"/>
          <p:cNvSpPr txBox="1"/>
          <p:nvPr>
            <p:ph idx="1" type="subTitle"/>
          </p:nvPr>
        </p:nvSpPr>
        <p:spPr>
          <a:xfrm>
            <a:off x="5030100" y="3076200"/>
            <a:ext cx="3656700" cy="2181600"/>
          </a:xfrm>
          <a:prstGeom prst="rect">
            <a:avLst/>
          </a:prstGeom>
        </p:spPr>
        <p:txBody>
          <a:bodyPr anchorCtr="0" anchor="t" bIns="0" lIns="0" spcFirstLastPara="1" rIns="0" wrap="square" tIns="0">
            <a:noAutofit/>
          </a:bodyPr>
          <a:lstStyle>
            <a:lvl1pPr indent="0" lvl="0"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85" name="Google Shape;85;p21"/>
          <p:cNvSpPr/>
          <p:nvPr>
            <p:ph idx="2" type="pic"/>
          </p:nvPr>
        </p:nvSpPr>
        <p:spPr>
          <a:xfrm>
            <a:off x="76200" y="91667"/>
            <a:ext cx="4495800" cy="5531700"/>
          </a:xfrm>
          <a:prstGeom prst="roundRect">
            <a:avLst>
              <a:gd fmla="val 16667" name="adj"/>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mall Image + Text">
  <p:cSld name="Title + Small Image + Text">
    <p:spTree>
      <p:nvGrpSpPr>
        <p:cNvPr id="86" name="Shape 86"/>
        <p:cNvGrpSpPr/>
        <p:nvPr/>
      </p:nvGrpSpPr>
      <p:grpSpPr>
        <a:xfrm>
          <a:off x="0" y="0"/>
          <a:ext cx="0" cy="0"/>
          <a:chOff x="0" y="0"/>
          <a:chExt cx="0" cy="0"/>
        </a:xfrm>
      </p:grpSpPr>
      <p:sp>
        <p:nvSpPr>
          <p:cNvPr id="87" name="Google Shape;87;p22"/>
          <p:cNvSpPr/>
          <p:nvPr>
            <p:ph idx="2" type="pic"/>
          </p:nvPr>
        </p:nvSpPr>
        <p:spPr>
          <a:xfrm>
            <a:off x="0" y="2900000"/>
            <a:ext cx="9144000" cy="2814900"/>
          </a:xfrm>
          <a:prstGeom prst="roundRect">
            <a:avLst>
              <a:gd fmla="val 1254" name="adj"/>
            </a:avLst>
          </a:prstGeom>
          <a:noFill/>
          <a:ln>
            <a:noFill/>
          </a:ln>
        </p:spPr>
      </p:sp>
      <p:sp>
        <p:nvSpPr>
          <p:cNvPr id="88" name="Google Shape;88;p22"/>
          <p:cNvSpPr txBox="1"/>
          <p:nvPr>
            <p:ph type="title"/>
          </p:nvPr>
        </p:nvSpPr>
        <p:spPr>
          <a:xfrm>
            <a:off x="457200" y="1397679"/>
            <a:ext cx="3667500" cy="1080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9" name="Google Shape;89;p22"/>
          <p:cNvSpPr txBox="1"/>
          <p:nvPr>
            <p:ph idx="1" type="subTitle"/>
          </p:nvPr>
        </p:nvSpPr>
        <p:spPr>
          <a:xfrm>
            <a:off x="457200" y="879013"/>
            <a:ext cx="3667500" cy="434100"/>
          </a:xfrm>
          <a:prstGeom prst="rect">
            <a:avLst/>
          </a:prstGeom>
        </p:spPr>
        <p:txBody>
          <a:bodyPr anchorCtr="0" anchor="ctr"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90" name="Google Shape;90;p22"/>
          <p:cNvSpPr txBox="1"/>
          <p:nvPr>
            <p:ph idx="3" type="body"/>
          </p:nvPr>
        </p:nvSpPr>
        <p:spPr>
          <a:xfrm>
            <a:off x="4581600" y="457200"/>
            <a:ext cx="4105200" cy="24426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1830">
          <p15:clr>
            <a:srgbClr val="E46962"/>
          </p15:clr>
        </p15:guide>
        <p15:guide id="2" orient="horz" pos="1057">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2">
  <p:cSld name="Section Cover 2">
    <p:bg>
      <p:bgPr>
        <a:blipFill>
          <a:blip r:embed="rId2">
            <a:alphaModFix/>
          </a:blip>
          <a:stretch>
            <a:fillRect/>
          </a:stretch>
        </a:blipFill>
      </p:bgPr>
    </p:bg>
    <p:spTree>
      <p:nvGrpSpPr>
        <p:cNvPr id="91" name="Shape 91"/>
        <p:cNvGrpSpPr/>
        <p:nvPr/>
      </p:nvGrpSpPr>
      <p:grpSpPr>
        <a:xfrm>
          <a:off x="0" y="0"/>
          <a:ext cx="0" cy="0"/>
          <a:chOff x="0" y="0"/>
          <a:chExt cx="0" cy="0"/>
        </a:xfrm>
      </p:grpSpPr>
      <p:sp>
        <p:nvSpPr>
          <p:cNvPr id="92" name="Google Shape;92;p23"/>
          <p:cNvSpPr txBox="1"/>
          <p:nvPr>
            <p:ph type="title"/>
          </p:nvPr>
        </p:nvSpPr>
        <p:spPr>
          <a:xfrm>
            <a:off x="457200" y="4138500"/>
            <a:ext cx="5010300" cy="1119300"/>
          </a:xfrm>
          <a:prstGeom prst="rect">
            <a:avLst/>
          </a:prstGeom>
        </p:spPr>
        <p:txBody>
          <a:bodyPr anchorCtr="0" anchor="t" bIns="0" lIns="0" spcFirstLastPara="1" rIns="0" wrap="square" tIns="0">
            <a:spAutoFit/>
          </a:bodyPr>
          <a:lstStyle>
            <a:lvl1pPr indent="0" lvl="0" marL="0" marR="0">
              <a:lnSpc>
                <a:spcPct val="8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93" name="Google Shape;93;p23"/>
          <p:cNvSpPr txBox="1"/>
          <p:nvPr>
            <p:ph idx="1" type="subTitle"/>
          </p:nvPr>
        </p:nvSpPr>
        <p:spPr>
          <a:xfrm>
            <a:off x="457200" y="3552000"/>
            <a:ext cx="5010300" cy="434100"/>
          </a:xfrm>
          <a:prstGeom prst="rect">
            <a:avLst/>
          </a:prstGeom>
        </p:spPr>
        <p:txBody>
          <a:bodyPr anchorCtr="0" anchor="ctr" bIns="0" lIns="0" spcFirstLastPara="1" rIns="0" wrap="square" tIns="0">
            <a:spAutoFit/>
          </a:bodyPr>
          <a:lstStyle>
            <a:lvl1pPr indent="0" lvl="0" marL="0" marR="0">
              <a:lnSpc>
                <a:spcPct val="115000"/>
              </a:lnSpc>
              <a:spcBef>
                <a:spcPts val="0"/>
              </a:spcBef>
              <a:spcAft>
                <a:spcPts val="0"/>
              </a:spcAft>
              <a:buNone/>
              <a:defRPr sz="2000">
                <a:solidFill>
                  <a:schemeClr val="lt1"/>
                </a:solidFill>
              </a:defRPr>
            </a:lvl1pPr>
            <a:lvl2pPr indent="0" lvl="1" marL="0" marR="0">
              <a:lnSpc>
                <a:spcPct val="115000"/>
              </a:lnSpc>
              <a:spcBef>
                <a:spcPts val="0"/>
              </a:spcBef>
              <a:spcAft>
                <a:spcPts val="0"/>
              </a:spcAft>
              <a:buNone/>
              <a:defRPr sz="2000">
                <a:solidFill>
                  <a:schemeClr val="lt1"/>
                </a:solidFill>
              </a:defRPr>
            </a:lvl2pPr>
            <a:lvl3pPr indent="0" lvl="2" marL="0" marR="0">
              <a:lnSpc>
                <a:spcPct val="115000"/>
              </a:lnSpc>
              <a:spcBef>
                <a:spcPts val="0"/>
              </a:spcBef>
              <a:spcAft>
                <a:spcPts val="0"/>
              </a:spcAft>
              <a:buNone/>
              <a:defRPr sz="2000">
                <a:solidFill>
                  <a:schemeClr val="lt1"/>
                </a:solidFill>
              </a:defRPr>
            </a:lvl3pPr>
            <a:lvl4pPr indent="0" lvl="3" marL="0" marR="0">
              <a:lnSpc>
                <a:spcPct val="115000"/>
              </a:lnSpc>
              <a:spcBef>
                <a:spcPts val="0"/>
              </a:spcBef>
              <a:spcAft>
                <a:spcPts val="0"/>
              </a:spcAft>
              <a:buNone/>
              <a:defRPr sz="2000">
                <a:solidFill>
                  <a:schemeClr val="lt1"/>
                </a:solidFill>
              </a:defRPr>
            </a:lvl4pPr>
            <a:lvl5pPr indent="0" lvl="4" marL="0" marR="0">
              <a:lnSpc>
                <a:spcPct val="115000"/>
              </a:lnSpc>
              <a:spcBef>
                <a:spcPts val="0"/>
              </a:spcBef>
              <a:spcAft>
                <a:spcPts val="0"/>
              </a:spcAft>
              <a:buNone/>
              <a:defRPr sz="2000">
                <a:solidFill>
                  <a:schemeClr val="lt1"/>
                </a:solidFill>
              </a:defRPr>
            </a:lvl5pPr>
            <a:lvl6pPr indent="0" lvl="5" marL="0" marR="0">
              <a:lnSpc>
                <a:spcPct val="115000"/>
              </a:lnSpc>
              <a:spcBef>
                <a:spcPts val="0"/>
              </a:spcBef>
              <a:spcAft>
                <a:spcPts val="0"/>
              </a:spcAft>
              <a:buNone/>
              <a:defRPr sz="2000">
                <a:solidFill>
                  <a:schemeClr val="lt1"/>
                </a:solidFill>
              </a:defRPr>
            </a:lvl6pPr>
            <a:lvl7pPr indent="0" lvl="6" marL="0" marR="0">
              <a:lnSpc>
                <a:spcPct val="115000"/>
              </a:lnSpc>
              <a:spcBef>
                <a:spcPts val="0"/>
              </a:spcBef>
              <a:spcAft>
                <a:spcPts val="0"/>
              </a:spcAft>
              <a:buNone/>
              <a:defRPr sz="2000">
                <a:solidFill>
                  <a:schemeClr val="lt1"/>
                </a:solidFill>
              </a:defRPr>
            </a:lvl7pPr>
            <a:lvl8pPr indent="0" lvl="7" marL="0" marR="0">
              <a:lnSpc>
                <a:spcPct val="115000"/>
              </a:lnSpc>
              <a:spcBef>
                <a:spcPts val="0"/>
              </a:spcBef>
              <a:spcAft>
                <a:spcPts val="0"/>
              </a:spcAft>
              <a:buNone/>
              <a:defRPr sz="2000">
                <a:solidFill>
                  <a:schemeClr val="lt1"/>
                </a:solidFill>
              </a:defRPr>
            </a:lvl8pPr>
            <a:lvl9pPr indent="0" lvl="8" marL="0" marR="0">
              <a:lnSpc>
                <a:spcPct val="115000"/>
              </a:lnSpc>
              <a:spcBef>
                <a:spcPts val="0"/>
              </a:spcBef>
              <a:spcAft>
                <a:spcPts val="0"/>
              </a:spcAft>
              <a:buNone/>
              <a:defRPr sz="2000">
                <a:solidFill>
                  <a:schemeClr val="lt1"/>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s with icons 1">
  <p:cSld name="Highlights with icons 1">
    <p:spTree>
      <p:nvGrpSpPr>
        <p:cNvPr id="94" name="Shape 94"/>
        <p:cNvGrpSpPr/>
        <p:nvPr/>
      </p:nvGrpSpPr>
      <p:grpSpPr>
        <a:xfrm>
          <a:off x="0" y="0"/>
          <a:ext cx="0" cy="0"/>
          <a:chOff x="0" y="0"/>
          <a:chExt cx="0" cy="0"/>
        </a:xfrm>
      </p:grpSpPr>
      <p:sp>
        <p:nvSpPr>
          <p:cNvPr id="95" name="Google Shape;95;p24"/>
          <p:cNvSpPr txBox="1"/>
          <p:nvPr>
            <p:ph idx="12" type="sldNum"/>
          </p:nvPr>
        </p:nvSpPr>
        <p:spPr>
          <a:xfrm>
            <a:off x="8572500" y="5080004"/>
            <a:ext cx="571500" cy="635100"/>
          </a:xfrm>
          <a:prstGeom prst="rect">
            <a:avLst/>
          </a:prstGeom>
          <a:noFill/>
          <a:ln>
            <a:noFill/>
          </a:ln>
        </p:spPr>
        <p:txBody>
          <a:bodyPr anchorCtr="0" anchor="t" bIns="121900" lIns="121900" spcFirstLastPara="1" rIns="121900" wrap="square" tIns="1219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96" name="Google Shape;96;p24"/>
          <p:cNvSpPr/>
          <p:nvPr>
            <p:ph idx="2" type="pic"/>
          </p:nvPr>
        </p:nvSpPr>
        <p:spPr>
          <a:xfrm>
            <a:off x="0" y="0"/>
            <a:ext cx="9144000" cy="2814900"/>
          </a:xfrm>
          <a:prstGeom prst="roundRect">
            <a:avLst>
              <a:gd fmla="val 1254" name="adj"/>
            </a:avLst>
          </a:prstGeom>
          <a:noFill/>
          <a:ln>
            <a:noFill/>
          </a:ln>
        </p:spPr>
      </p:sp>
      <p:sp>
        <p:nvSpPr>
          <p:cNvPr id="97" name="Google Shape;97;p24"/>
          <p:cNvSpPr txBox="1"/>
          <p:nvPr>
            <p:ph type="title"/>
          </p:nvPr>
        </p:nvSpPr>
        <p:spPr>
          <a:xfrm>
            <a:off x="457200" y="3755379"/>
            <a:ext cx="3667500" cy="1080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8" name="Google Shape;98;p24"/>
          <p:cNvSpPr txBox="1"/>
          <p:nvPr>
            <p:ph idx="1" type="subTitle"/>
          </p:nvPr>
        </p:nvSpPr>
        <p:spPr>
          <a:xfrm>
            <a:off x="457200" y="3236713"/>
            <a:ext cx="3667500" cy="434100"/>
          </a:xfrm>
          <a:prstGeom prst="rect">
            <a:avLst/>
          </a:prstGeom>
        </p:spPr>
        <p:txBody>
          <a:bodyPr anchorCtr="0" anchor="ctr"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99" name="Google Shape;99;p24"/>
          <p:cNvSpPr txBox="1"/>
          <p:nvPr>
            <p:ph idx="3" type="body"/>
          </p:nvPr>
        </p:nvSpPr>
        <p:spPr>
          <a:xfrm>
            <a:off x="4581600" y="2814900"/>
            <a:ext cx="4105200" cy="24426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1767">
          <p15:clr>
            <a:srgbClr val="E46962"/>
          </p15:clr>
        </p15:guide>
        <p15:guide id="2" orient="horz" pos="2542">
          <p15:clr>
            <a:srgbClr val="E46962"/>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3">
  <p:cSld name="Content title and three columns 3">
    <p:spTree>
      <p:nvGrpSpPr>
        <p:cNvPr id="100" name="Shape 100"/>
        <p:cNvGrpSpPr/>
        <p:nvPr/>
      </p:nvGrpSpPr>
      <p:grpSpPr>
        <a:xfrm>
          <a:off x="0" y="0"/>
          <a:ext cx="0" cy="0"/>
          <a:chOff x="0" y="0"/>
          <a:chExt cx="0" cy="0"/>
        </a:xfrm>
      </p:grpSpPr>
      <p:sp>
        <p:nvSpPr>
          <p:cNvPr id="101" name="Google Shape;101;p25"/>
          <p:cNvSpPr txBox="1"/>
          <p:nvPr>
            <p:ph type="title"/>
          </p:nvPr>
        </p:nvSpPr>
        <p:spPr>
          <a:xfrm>
            <a:off x="457200" y="1525575"/>
            <a:ext cx="25881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02" name="Google Shape;102;p25"/>
          <p:cNvSpPr txBox="1"/>
          <p:nvPr>
            <p:ph idx="2" type="title"/>
          </p:nvPr>
        </p:nvSpPr>
        <p:spPr>
          <a:xfrm>
            <a:off x="3277943" y="1525575"/>
            <a:ext cx="2588100" cy="614100"/>
          </a:xfrm>
          <a:prstGeom prst="rect">
            <a:avLst/>
          </a:prstGeom>
          <a:noFill/>
          <a:ln>
            <a:noFill/>
          </a:ln>
        </p:spPr>
        <p:txBody>
          <a:bodyPr anchorCtr="0" anchor="ctr" bIns="0" lIns="0" spcFirstLastPara="1" rIns="0" wrap="square" tIns="0">
            <a:noAutofit/>
          </a:bodyPr>
          <a:lstStyle>
            <a:lvl1pPr lvl="0"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03" name="Google Shape;103;p25"/>
          <p:cNvSpPr txBox="1"/>
          <p:nvPr>
            <p:ph idx="3" type="title"/>
          </p:nvPr>
        </p:nvSpPr>
        <p:spPr>
          <a:xfrm>
            <a:off x="6098709" y="1525575"/>
            <a:ext cx="2588100" cy="614100"/>
          </a:xfrm>
          <a:prstGeom prst="rect">
            <a:avLst/>
          </a:prstGeom>
          <a:noFill/>
          <a:ln>
            <a:noFill/>
          </a:ln>
        </p:spPr>
        <p:txBody>
          <a:bodyPr anchorCtr="0" anchor="ctr" bIns="0" lIns="0" spcFirstLastPara="1" rIns="0" wrap="square" tIns="0">
            <a:noAutofit/>
          </a:bodyPr>
          <a:lstStyle>
            <a:lvl1pPr lvl="0"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04" name="Google Shape;104;p25"/>
          <p:cNvSpPr txBox="1"/>
          <p:nvPr>
            <p:ph idx="1" type="body"/>
          </p:nvPr>
        </p:nvSpPr>
        <p:spPr>
          <a:xfrm>
            <a:off x="457200" y="2139575"/>
            <a:ext cx="25881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105" name="Google Shape;105;p25"/>
          <p:cNvSpPr txBox="1"/>
          <p:nvPr>
            <p:ph idx="4" type="body"/>
          </p:nvPr>
        </p:nvSpPr>
        <p:spPr>
          <a:xfrm>
            <a:off x="3277940" y="2139575"/>
            <a:ext cx="2588100" cy="3118200"/>
          </a:xfrm>
          <a:prstGeom prst="rect">
            <a:avLst/>
          </a:prstGeom>
        </p:spPr>
        <p:txBody>
          <a:bodyPr anchorCtr="0" anchor="t" bIns="0" lIns="0" spcFirstLastPara="1" rIns="0" wrap="square" tIns="0">
            <a:spAutoFit/>
          </a:bodyPr>
          <a:lstStyle>
            <a:lvl1pPr indent="-317500" lvl="0" marL="4572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106" name="Google Shape;106;p25"/>
          <p:cNvSpPr txBox="1"/>
          <p:nvPr>
            <p:ph idx="5" type="body"/>
          </p:nvPr>
        </p:nvSpPr>
        <p:spPr>
          <a:xfrm>
            <a:off x="6098703" y="2139575"/>
            <a:ext cx="2588100" cy="3118200"/>
          </a:xfrm>
          <a:prstGeom prst="rect">
            <a:avLst/>
          </a:prstGeom>
        </p:spPr>
        <p:txBody>
          <a:bodyPr anchorCtr="0" anchor="t" bIns="0" lIns="0" spcFirstLastPara="1" rIns="0" wrap="square" tIns="0">
            <a:spAutoFit/>
          </a:bodyPr>
          <a:lstStyle>
            <a:lvl1pPr indent="-317500" lvl="0" marL="4572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107" name="Google Shape;107;p25"/>
          <p:cNvSpPr txBox="1"/>
          <p:nvPr>
            <p:ph idx="6"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wo columns">
  <p:cSld name="Chapter title and two columns">
    <p:spTree>
      <p:nvGrpSpPr>
        <p:cNvPr id="108" name="Shape 108"/>
        <p:cNvGrpSpPr/>
        <p:nvPr/>
      </p:nvGrpSpPr>
      <p:grpSpPr>
        <a:xfrm>
          <a:off x="0" y="0"/>
          <a:ext cx="0" cy="0"/>
          <a:chOff x="0" y="0"/>
          <a:chExt cx="0" cy="0"/>
        </a:xfrm>
      </p:grpSpPr>
      <p:sp>
        <p:nvSpPr>
          <p:cNvPr id="109" name="Google Shape;109;p26"/>
          <p:cNvSpPr txBox="1"/>
          <p:nvPr>
            <p:ph type="title"/>
          </p:nvPr>
        </p:nvSpPr>
        <p:spPr>
          <a:xfrm>
            <a:off x="4572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10" name="Google Shape;110;p26"/>
          <p:cNvSpPr txBox="1"/>
          <p:nvPr>
            <p:ph idx="1" type="body"/>
          </p:nvPr>
        </p:nvSpPr>
        <p:spPr>
          <a:xfrm>
            <a:off x="4572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111" name="Google Shape;111;p26"/>
          <p:cNvSpPr txBox="1"/>
          <p:nvPr>
            <p:ph idx="2" type="title"/>
          </p:nvPr>
        </p:nvSpPr>
        <p:spPr>
          <a:xfrm>
            <a:off x="4561700" y="1525575"/>
            <a:ext cx="3661500" cy="614100"/>
          </a:xfrm>
          <a:prstGeom prst="rect">
            <a:avLst/>
          </a:prstGeom>
          <a:noFill/>
          <a:ln>
            <a:noFill/>
          </a:ln>
        </p:spPr>
        <p:txBody>
          <a:bodyPr anchorCtr="0" anchor="ctr" bIns="0" lIns="0" spcFirstLastPara="1" rIns="0" wrap="square" tIns="0">
            <a:noAutofit/>
          </a:bodyPr>
          <a:lstStyle>
            <a:lvl1pPr lvl="0"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12" name="Google Shape;112;p26"/>
          <p:cNvSpPr txBox="1"/>
          <p:nvPr>
            <p:ph idx="3" type="body"/>
          </p:nvPr>
        </p:nvSpPr>
        <p:spPr>
          <a:xfrm>
            <a:off x="4561700" y="2139575"/>
            <a:ext cx="3661500" cy="3118200"/>
          </a:xfrm>
          <a:prstGeom prst="rect">
            <a:avLst/>
          </a:prstGeom>
        </p:spPr>
        <p:txBody>
          <a:bodyPr anchorCtr="0" anchor="t" bIns="0" lIns="0" spcFirstLastPara="1" rIns="0" wrap="square" tIns="0">
            <a:spAutoFit/>
          </a:bodyPr>
          <a:lstStyle>
            <a:lvl1pPr indent="-317500" lvl="0" marL="4572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rtl="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113" name="Google Shape;113;p26"/>
          <p:cNvSpPr txBox="1"/>
          <p:nvPr>
            <p:ph idx="4"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four columns 2">
  <p:cSld name="Content title and four columns 2">
    <p:spTree>
      <p:nvGrpSpPr>
        <p:cNvPr id="114" name="Shape 114"/>
        <p:cNvGrpSpPr/>
        <p:nvPr/>
      </p:nvGrpSpPr>
      <p:grpSpPr>
        <a:xfrm>
          <a:off x="0" y="0"/>
          <a:ext cx="0" cy="0"/>
          <a:chOff x="0" y="0"/>
          <a:chExt cx="0" cy="0"/>
        </a:xfrm>
      </p:grpSpPr>
      <p:sp>
        <p:nvSpPr>
          <p:cNvPr id="115" name="Google Shape;115;p27"/>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16" name="Google Shape;116;p27"/>
          <p:cNvSpPr txBox="1"/>
          <p:nvPr>
            <p:ph type="title"/>
          </p:nvPr>
        </p:nvSpPr>
        <p:spPr>
          <a:xfrm>
            <a:off x="457200" y="1525583"/>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17" name="Google Shape;117;p27"/>
          <p:cNvSpPr txBox="1"/>
          <p:nvPr>
            <p:ph idx="2" type="title"/>
          </p:nvPr>
        </p:nvSpPr>
        <p:spPr>
          <a:xfrm>
            <a:off x="457200" y="2462663"/>
            <a:ext cx="3201900" cy="734700"/>
          </a:xfrm>
          <a:prstGeom prst="rect">
            <a:avLst/>
          </a:prstGeom>
          <a:noFill/>
          <a:ln>
            <a:noFill/>
          </a:ln>
        </p:spPr>
        <p:txBody>
          <a:bodyPr anchorCtr="0" anchor="ctr" bIns="0" lIns="0" spcFirstLastPara="1" rIns="182875" wrap="square" tIns="0">
            <a:noAutofit/>
          </a:bodyPr>
          <a:lstStyle>
            <a:lvl1pPr lvl="0"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18" name="Google Shape;118;p27"/>
          <p:cNvSpPr txBox="1"/>
          <p:nvPr>
            <p:ph idx="3" type="title"/>
          </p:nvPr>
        </p:nvSpPr>
        <p:spPr>
          <a:xfrm>
            <a:off x="457200" y="3399743"/>
            <a:ext cx="3201900" cy="734700"/>
          </a:xfrm>
          <a:prstGeom prst="rect">
            <a:avLst/>
          </a:prstGeom>
          <a:noFill/>
          <a:ln>
            <a:noFill/>
          </a:ln>
        </p:spPr>
        <p:txBody>
          <a:bodyPr anchorCtr="0" anchor="ctr" bIns="0" lIns="0" spcFirstLastPara="1" rIns="182875" wrap="square" tIns="0">
            <a:noAutofit/>
          </a:bodyPr>
          <a:lstStyle>
            <a:lvl1pPr lvl="0"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19" name="Google Shape;119;p27"/>
          <p:cNvSpPr txBox="1"/>
          <p:nvPr>
            <p:ph idx="4" type="title"/>
          </p:nvPr>
        </p:nvSpPr>
        <p:spPr>
          <a:xfrm>
            <a:off x="457200" y="4336822"/>
            <a:ext cx="3201900" cy="734700"/>
          </a:xfrm>
          <a:prstGeom prst="rect">
            <a:avLst/>
          </a:prstGeom>
          <a:noFill/>
          <a:ln>
            <a:noFill/>
          </a:ln>
        </p:spPr>
        <p:txBody>
          <a:bodyPr anchorCtr="0" anchor="ctr" bIns="0" lIns="0" spcFirstLastPara="1" rIns="182875" wrap="square" tIns="0">
            <a:noAutofit/>
          </a:bodyPr>
          <a:lstStyle>
            <a:lvl1pPr lvl="0"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rt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20" name="Google Shape;120;p27"/>
          <p:cNvSpPr txBox="1"/>
          <p:nvPr>
            <p:ph idx="1" type="body"/>
          </p:nvPr>
        </p:nvSpPr>
        <p:spPr>
          <a:xfrm>
            <a:off x="3664275" y="4336833"/>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121" name="Google Shape;121;p27"/>
          <p:cNvSpPr txBox="1"/>
          <p:nvPr>
            <p:ph idx="5" type="body"/>
          </p:nvPr>
        </p:nvSpPr>
        <p:spPr>
          <a:xfrm>
            <a:off x="3664275" y="3399750"/>
            <a:ext cx="4105200" cy="734700"/>
          </a:xfrm>
          <a:prstGeom prst="rect">
            <a:avLst/>
          </a:prstGeom>
        </p:spPr>
        <p:txBody>
          <a:bodyPr anchorCtr="0" anchor="ctr" bIns="91425" lIns="0" spcFirstLastPara="1" rIns="0" wrap="square" tIns="0">
            <a:noAutofit/>
          </a:bodyPr>
          <a:lstStyle>
            <a:lvl1pPr indent="-304800" lvl="0" marL="4572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122" name="Google Shape;122;p27"/>
          <p:cNvSpPr txBox="1"/>
          <p:nvPr>
            <p:ph idx="6" type="body"/>
          </p:nvPr>
        </p:nvSpPr>
        <p:spPr>
          <a:xfrm>
            <a:off x="3664275" y="2462667"/>
            <a:ext cx="4105200" cy="734700"/>
          </a:xfrm>
          <a:prstGeom prst="rect">
            <a:avLst/>
          </a:prstGeom>
        </p:spPr>
        <p:txBody>
          <a:bodyPr anchorCtr="0" anchor="ctr" bIns="91425" lIns="0" spcFirstLastPara="1" rIns="0" wrap="square" tIns="0">
            <a:noAutofit/>
          </a:bodyPr>
          <a:lstStyle>
            <a:lvl1pPr indent="-304800" lvl="0" marL="4572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123" name="Google Shape;123;p27"/>
          <p:cNvSpPr txBox="1"/>
          <p:nvPr>
            <p:ph idx="7" type="body"/>
          </p:nvPr>
        </p:nvSpPr>
        <p:spPr>
          <a:xfrm>
            <a:off x="3664275" y="1525583"/>
            <a:ext cx="4105200" cy="734700"/>
          </a:xfrm>
          <a:prstGeom prst="rect">
            <a:avLst/>
          </a:prstGeom>
        </p:spPr>
        <p:txBody>
          <a:bodyPr anchorCtr="0" anchor="ctr" bIns="91425" lIns="0" spcFirstLastPara="1" rIns="0" wrap="square" tIns="0">
            <a:noAutofit/>
          </a:bodyPr>
          <a:lstStyle>
            <a:lvl1pPr indent="-304800" lvl="0" marL="4572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rtl="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124" name="Google Shape;124;p27"/>
          <p:cNvSpPr txBox="1"/>
          <p:nvPr>
            <p:ph idx="8"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ig picture">
  <p:cSld name="Title and big picture">
    <p:bg>
      <p:bgPr>
        <a:blipFill>
          <a:blip r:embed="rId2">
            <a:alphaModFix/>
          </a:blip>
          <a:stretch>
            <a:fillRect/>
          </a:stretch>
        </a:blipFill>
      </p:bgPr>
    </p:bg>
    <p:spTree>
      <p:nvGrpSpPr>
        <p:cNvPr id="125" name="Shape 125"/>
        <p:cNvGrpSpPr/>
        <p:nvPr/>
      </p:nvGrpSpPr>
      <p:grpSpPr>
        <a:xfrm>
          <a:off x="0" y="0"/>
          <a:ext cx="0" cy="0"/>
          <a:chOff x="0" y="0"/>
          <a:chExt cx="0" cy="0"/>
        </a:xfrm>
      </p:grpSpPr>
      <p:pic>
        <p:nvPicPr>
          <p:cNvPr id="126" name="Google Shape;126;p28" title="Mesh Holographic Gradients - Dark Gradient 28.png"/>
          <p:cNvPicPr preferRelativeResize="0"/>
          <p:nvPr/>
        </p:nvPicPr>
        <p:blipFill rotWithShape="1">
          <a:blip r:embed="rId2">
            <a:alphaModFix/>
          </a:blip>
          <a:srcRect b="0" l="0" r="9877" t="0"/>
          <a:stretch/>
        </p:blipFill>
        <p:spPr>
          <a:xfrm flipH="1" rot="10800000">
            <a:off x="0" y="350"/>
            <a:ext cx="9156298" cy="5714650"/>
          </a:xfrm>
          <a:prstGeom prst="rect">
            <a:avLst/>
          </a:prstGeom>
          <a:noFill/>
          <a:ln>
            <a:noFill/>
          </a:ln>
        </p:spPr>
      </p:pic>
      <p:sp>
        <p:nvSpPr>
          <p:cNvPr id="127" name="Google Shape;127;p28"/>
          <p:cNvSpPr txBox="1"/>
          <p:nvPr>
            <p:ph type="title"/>
          </p:nvPr>
        </p:nvSpPr>
        <p:spPr>
          <a:xfrm>
            <a:off x="457200" y="3472000"/>
            <a:ext cx="5010300" cy="17349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out logo 2">
  <p:cSld name="Cover without logo 2">
    <p:bg>
      <p:bgPr>
        <a:blipFill>
          <a:blip r:embed="rId2">
            <a:alphaModFix/>
          </a:blip>
          <a:stretch>
            <a:fillRect/>
          </a:stretch>
        </a:blipFill>
      </p:bgPr>
    </p:bg>
    <p:spTree>
      <p:nvGrpSpPr>
        <p:cNvPr id="128" name="Shape 128"/>
        <p:cNvGrpSpPr/>
        <p:nvPr/>
      </p:nvGrpSpPr>
      <p:grpSpPr>
        <a:xfrm>
          <a:off x="0" y="0"/>
          <a:ext cx="0" cy="0"/>
          <a:chOff x="0" y="0"/>
          <a:chExt cx="0" cy="0"/>
        </a:xfrm>
      </p:grpSpPr>
      <p:pic>
        <p:nvPicPr>
          <p:cNvPr id="129" name="Google Shape;129;p29" title="Mesh Holographic Gradients - Dark Gradient 24.png"/>
          <p:cNvPicPr preferRelativeResize="0"/>
          <p:nvPr/>
        </p:nvPicPr>
        <p:blipFill rotWithShape="1">
          <a:blip r:embed="rId2">
            <a:alphaModFix/>
          </a:blip>
          <a:srcRect b="0" l="5284" r="5293" t="0"/>
          <a:stretch/>
        </p:blipFill>
        <p:spPr>
          <a:xfrm rot="10800000">
            <a:off x="10602" y="-11749"/>
            <a:ext cx="9122798" cy="5738499"/>
          </a:xfrm>
          <a:prstGeom prst="rect">
            <a:avLst/>
          </a:prstGeom>
          <a:noFill/>
          <a:ln>
            <a:noFill/>
          </a:ln>
        </p:spPr>
      </p:pic>
      <p:sp>
        <p:nvSpPr>
          <p:cNvPr id="130" name="Google Shape;130;p29"/>
          <p:cNvSpPr txBox="1"/>
          <p:nvPr>
            <p:ph type="title"/>
          </p:nvPr>
        </p:nvSpPr>
        <p:spPr>
          <a:xfrm>
            <a:off x="2066850" y="1688333"/>
            <a:ext cx="5010300" cy="1734900"/>
          </a:xfrm>
          <a:prstGeom prst="rect">
            <a:avLst/>
          </a:prstGeom>
        </p:spPr>
        <p:txBody>
          <a:bodyPr anchorCtr="0" anchor="b" bIns="0" lIns="0" spcFirstLastPara="1" rIns="0" wrap="square" tIns="0">
            <a:noAutofit/>
          </a:bodyPr>
          <a:lstStyle>
            <a:lvl1pPr indent="0" lvl="0" marL="0" marR="0" algn="ctr">
              <a:lnSpc>
                <a:spcPct val="100000"/>
              </a:lnSpc>
              <a:spcBef>
                <a:spcPts val="0"/>
              </a:spcBef>
              <a:spcAft>
                <a:spcPts val="0"/>
              </a:spcAft>
              <a:buNone/>
              <a:defRPr sz="4800">
                <a:solidFill>
                  <a:schemeClr val="lt1"/>
                </a:solidFill>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131" name="Google Shape;131;p29"/>
          <p:cNvSpPr txBox="1"/>
          <p:nvPr>
            <p:ph idx="1" type="subTitle"/>
          </p:nvPr>
        </p:nvSpPr>
        <p:spPr>
          <a:xfrm>
            <a:off x="2066850" y="3592667"/>
            <a:ext cx="5010300" cy="434100"/>
          </a:xfrm>
          <a:prstGeom prst="rect">
            <a:avLst/>
          </a:prstGeom>
        </p:spPr>
        <p:txBody>
          <a:bodyPr anchorCtr="0" anchor="b" bIns="0" lIns="0" spcFirstLastPara="1" rIns="0" wrap="square" tIns="0">
            <a:noAutofit/>
          </a:bodyPr>
          <a:lstStyle>
            <a:lvl1pPr indent="0" lvl="0" marL="0" marR="0" algn="ctr">
              <a:lnSpc>
                <a:spcPct val="100000"/>
              </a:lnSpc>
              <a:spcBef>
                <a:spcPts val="0"/>
              </a:spcBef>
              <a:spcAft>
                <a:spcPts val="0"/>
              </a:spcAft>
              <a:buNone/>
              <a:defRPr sz="2000">
                <a:solidFill>
                  <a:schemeClr val="lt1"/>
                </a:solidFill>
              </a:defRPr>
            </a:lvl1pPr>
            <a:lvl2pPr indent="0" lvl="1" marL="0" marR="0" algn="ctr">
              <a:lnSpc>
                <a:spcPct val="100000"/>
              </a:lnSpc>
              <a:spcBef>
                <a:spcPts val="0"/>
              </a:spcBef>
              <a:spcAft>
                <a:spcPts val="0"/>
              </a:spcAft>
              <a:buNone/>
              <a:defRPr sz="2000">
                <a:solidFill>
                  <a:schemeClr val="lt1"/>
                </a:solidFill>
              </a:defRPr>
            </a:lvl2pPr>
            <a:lvl3pPr indent="0" lvl="2" marL="0" marR="0" algn="ctr">
              <a:lnSpc>
                <a:spcPct val="100000"/>
              </a:lnSpc>
              <a:spcBef>
                <a:spcPts val="0"/>
              </a:spcBef>
              <a:spcAft>
                <a:spcPts val="0"/>
              </a:spcAft>
              <a:buNone/>
              <a:defRPr sz="2000">
                <a:solidFill>
                  <a:schemeClr val="lt1"/>
                </a:solidFill>
              </a:defRPr>
            </a:lvl3pPr>
            <a:lvl4pPr indent="0" lvl="3" marL="0" marR="0" algn="ctr">
              <a:lnSpc>
                <a:spcPct val="100000"/>
              </a:lnSpc>
              <a:spcBef>
                <a:spcPts val="0"/>
              </a:spcBef>
              <a:spcAft>
                <a:spcPts val="0"/>
              </a:spcAft>
              <a:buNone/>
              <a:defRPr sz="2000">
                <a:solidFill>
                  <a:schemeClr val="lt1"/>
                </a:solidFill>
              </a:defRPr>
            </a:lvl4pPr>
            <a:lvl5pPr indent="0" lvl="4" marL="0" marR="0" algn="ctr">
              <a:lnSpc>
                <a:spcPct val="100000"/>
              </a:lnSpc>
              <a:spcBef>
                <a:spcPts val="0"/>
              </a:spcBef>
              <a:spcAft>
                <a:spcPts val="0"/>
              </a:spcAft>
              <a:buNone/>
              <a:defRPr sz="2000">
                <a:solidFill>
                  <a:schemeClr val="lt1"/>
                </a:solidFill>
              </a:defRPr>
            </a:lvl5pPr>
            <a:lvl6pPr indent="0" lvl="5" marL="0" marR="0" algn="ctr">
              <a:lnSpc>
                <a:spcPct val="100000"/>
              </a:lnSpc>
              <a:spcBef>
                <a:spcPts val="0"/>
              </a:spcBef>
              <a:spcAft>
                <a:spcPts val="0"/>
              </a:spcAft>
              <a:buNone/>
              <a:defRPr sz="2000">
                <a:solidFill>
                  <a:schemeClr val="lt1"/>
                </a:solidFill>
              </a:defRPr>
            </a:lvl6pPr>
            <a:lvl7pPr indent="0" lvl="6" marL="0" marR="0" algn="ctr">
              <a:lnSpc>
                <a:spcPct val="100000"/>
              </a:lnSpc>
              <a:spcBef>
                <a:spcPts val="0"/>
              </a:spcBef>
              <a:spcAft>
                <a:spcPts val="0"/>
              </a:spcAft>
              <a:buNone/>
              <a:defRPr sz="2000">
                <a:solidFill>
                  <a:schemeClr val="lt1"/>
                </a:solidFill>
              </a:defRPr>
            </a:lvl7pPr>
            <a:lvl8pPr indent="0" lvl="7" marL="0" marR="0" algn="ctr">
              <a:lnSpc>
                <a:spcPct val="100000"/>
              </a:lnSpc>
              <a:spcBef>
                <a:spcPts val="0"/>
              </a:spcBef>
              <a:spcAft>
                <a:spcPts val="0"/>
              </a:spcAft>
              <a:buNone/>
              <a:defRPr sz="2000">
                <a:solidFill>
                  <a:schemeClr val="lt1"/>
                </a:solidFill>
              </a:defRPr>
            </a:lvl8pPr>
            <a:lvl9pPr indent="0" lvl="8" marL="0" marR="0" algn="ctr">
              <a:lnSpc>
                <a:spcPct val="100000"/>
              </a:lnSpc>
              <a:spcBef>
                <a:spcPts val="0"/>
              </a:spcBef>
              <a:spcAft>
                <a:spcPts val="0"/>
              </a:spcAft>
              <a:buNone/>
              <a:defRPr sz="2000">
                <a:solidFill>
                  <a:schemeClr val="lt1"/>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out logo 2 1">
  <p:cSld name="Cover without logo 2_1">
    <p:bg>
      <p:bgPr>
        <a:solidFill>
          <a:srgbClr val="07182C"/>
        </a:solidFill>
      </p:bgPr>
    </p:bg>
    <p:spTree>
      <p:nvGrpSpPr>
        <p:cNvPr id="132" name="Shape 132"/>
        <p:cNvGrpSpPr/>
        <p:nvPr/>
      </p:nvGrpSpPr>
      <p:grpSpPr>
        <a:xfrm>
          <a:off x="0" y="0"/>
          <a:ext cx="0" cy="0"/>
          <a:chOff x="0" y="0"/>
          <a:chExt cx="0" cy="0"/>
        </a:xfrm>
      </p:grpSpPr>
      <p:pic>
        <p:nvPicPr>
          <p:cNvPr id="133" name="Google Shape;133;p30" title="Mesh Holographic Gradients - Dark Gradient 22.png"/>
          <p:cNvPicPr preferRelativeResize="0"/>
          <p:nvPr/>
        </p:nvPicPr>
        <p:blipFill rotWithShape="1">
          <a:blip r:embed="rId2">
            <a:alphaModFix/>
          </a:blip>
          <a:srcRect b="0" l="0" r="10176" t="0"/>
          <a:stretch/>
        </p:blipFill>
        <p:spPr>
          <a:xfrm flipH="1" rot="10800000">
            <a:off x="0" y="-13876"/>
            <a:ext cx="9147848" cy="5728876"/>
          </a:xfrm>
          <a:prstGeom prst="rect">
            <a:avLst/>
          </a:prstGeom>
          <a:noFill/>
          <a:ln>
            <a:noFill/>
          </a:ln>
        </p:spPr>
      </p:pic>
      <p:pic>
        <p:nvPicPr>
          <p:cNvPr id="134" name="Google Shape;134;p30"/>
          <p:cNvPicPr preferRelativeResize="0"/>
          <p:nvPr/>
        </p:nvPicPr>
        <p:blipFill rotWithShape="1">
          <a:blip r:embed="rId3">
            <a:alphaModFix/>
          </a:blip>
          <a:srcRect b="0" l="0" r="0" t="0"/>
          <a:stretch/>
        </p:blipFill>
        <p:spPr>
          <a:xfrm>
            <a:off x="457200" y="4773000"/>
            <a:ext cx="316413" cy="390600"/>
          </a:xfrm>
          <a:prstGeom prst="rect">
            <a:avLst/>
          </a:prstGeom>
          <a:noFill/>
          <a:ln>
            <a:noFill/>
          </a:ln>
        </p:spPr>
      </p:pic>
      <p:sp>
        <p:nvSpPr>
          <p:cNvPr id="135" name="Google Shape;135;p30"/>
          <p:cNvSpPr/>
          <p:nvPr/>
        </p:nvSpPr>
        <p:spPr>
          <a:xfrm>
            <a:off x="984762" y="4877167"/>
            <a:ext cx="203100" cy="225600"/>
          </a:xfrm>
          <a:prstGeom prst="plus">
            <a:avLst>
              <a:gd fmla="val 43366" name="adj"/>
            </a:avLst>
          </a:prstGeom>
          <a:solidFill>
            <a:srgbClr val="60A5FA"/>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Lato"/>
              <a:ea typeface="Lato"/>
              <a:cs typeface="Lato"/>
              <a:sym typeface="Lato"/>
            </a:endParaRPr>
          </a:p>
        </p:txBody>
      </p:sp>
      <p:sp>
        <p:nvSpPr>
          <p:cNvPr id="136" name="Google Shape;136;p30"/>
          <p:cNvSpPr txBox="1"/>
          <p:nvPr>
            <p:ph type="title"/>
          </p:nvPr>
        </p:nvSpPr>
        <p:spPr>
          <a:xfrm>
            <a:off x="457200" y="457200"/>
            <a:ext cx="5010300" cy="1376700"/>
          </a:xfrm>
          <a:prstGeom prst="rect">
            <a:avLst/>
          </a:prstGeom>
        </p:spPr>
        <p:txBody>
          <a:bodyPr anchorCtr="0" anchor="t"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7" name="Google Shape;137;p30"/>
          <p:cNvSpPr txBox="1"/>
          <p:nvPr>
            <p:ph idx="1" type="subTitle"/>
          </p:nvPr>
        </p:nvSpPr>
        <p:spPr>
          <a:xfrm>
            <a:off x="457200" y="1833900"/>
            <a:ext cx="50103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
        <p:nvSpPr>
          <p:cNvPr id="138" name="Google Shape;138;p30"/>
          <p:cNvSpPr txBox="1"/>
          <p:nvPr>
            <p:ph idx="2" type="subTitle"/>
          </p:nvPr>
        </p:nvSpPr>
        <p:spPr>
          <a:xfrm>
            <a:off x="3676500" y="4823692"/>
            <a:ext cx="5010300" cy="434100"/>
          </a:xfrm>
          <a:prstGeom prst="rect">
            <a:avLst/>
          </a:prstGeom>
        </p:spPr>
        <p:txBody>
          <a:bodyPr anchorCtr="0" anchor="b" bIns="0" lIns="0" spcFirstLastPara="1" rIns="0" wrap="square" tIns="0">
            <a:noAutofit/>
          </a:bodyPr>
          <a:lstStyle>
            <a:lvl1pPr indent="0" lvl="0" marL="0" marR="0" algn="r">
              <a:lnSpc>
                <a:spcPct val="100000"/>
              </a:lnSpc>
              <a:spcBef>
                <a:spcPts val="0"/>
              </a:spcBef>
              <a:spcAft>
                <a:spcPts val="0"/>
              </a:spcAft>
              <a:buNone/>
              <a:defRPr sz="1600">
                <a:solidFill>
                  <a:schemeClr val="lt1"/>
                </a:solidFill>
              </a:defRPr>
            </a:lvl1pPr>
            <a:lvl2pPr indent="0" lvl="1" marL="0" marR="0" algn="r">
              <a:lnSpc>
                <a:spcPct val="100000"/>
              </a:lnSpc>
              <a:spcBef>
                <a:spcPts val="0"/>
              </a:spcBef>
              <a:spcAft>
                <a:spcPts val="0"/>
              </a:spcAft>
              <a:buNone/>
              <a:defRPr sz="1600">
                <a:solidFill>
                  <a:schemeClr val="lt1"/>
                </a:solidFill>
              </a:defRPr>
            </a:lvl2pPr>
            <a:lvl3pPr indent="0" lvl="2" marL="0" marR="0" algn="r">
              <a:lnSpc>
                <a:spcPct val="100000"/>
              </a:lnSpc>
              <a:spcBef>
                <a:spcPts val="0"/>
              </a:spcBef>
              <a:spcAft>
                <a:spcPts val="0"/>
              </a:spcAft>
              <a:buNone/>
              <a:defRPr sz="1600">
                <a:solidFill>
                  <a:schemeClr val="lt1"/>
                </a:solidFill>
              </a:defRPr>
            </a:lvl3pPr>
            <a:lvl4pPr indent="0" lvl="3" marL="0" marR="0" algn="r">
              <a:lnSpc>
                <a:spcPct val="100000"/>
              </a:lnSpc>
              <a:spcBef>
                <a:spcPts val="0"/>
              </a:spcBef>
              <a:spcAft>
                <a:spcPts val="0"/>
              </a:spcAft>
              <a:buNone/>
              <a:defRPr sz="1600">
                <a:solidFill>
                  <a:schemeClr val="lt1"/>
                </a:solidFill>
              </a:defRPr>
            </a:lvl4pPr>
            <a:lvl5pPr indent="0" lvl="4" marL="0" marR="0" algn="r">
              <a:lnSpc>
                <a:spcPct val="100000"/>
              </a:lnSpc>
              <a:spcBef>
                <a:spcPts val="0"/>
              </a:spcBef>
              <a:spcAft>
                <a:spcPts val="0"/>
              </a:spcAft>
              <a:buNone/>
              <a:defRPr sz="1600">
                <a:solidFill>
                  <a:schemeClr val="lt1"/>
                </a:solidFill>
              </a:defRPr>
            </a:lvl5pPr>
            <a:lvl6pPr indent="0" lvl="5" marL="0" marR="0" algn="r">
              <a:lnSpc>
                <a:spcPct val="100000"/>
              </a:lnSpc>
              <a:spcBef>
                <a:spcPts val="0"/>
              </a:spcBef>
              <a:spcAft>
                <a:spcPts val="0"/>
              </a:spcAft>
              <a:buNone/>
              <a:defRPr sz="1600">
                <a:solidFill>
                  <a:schemeClr val="lt1"/>
                </a:solidFill>
              </a:defRPr>
            </a:lvl6pPr>
            <a:lvl7pPr indent="0" lvl="6" marL="0" marR="0" algn="r">
              <a:lnSpc>
                <a:spcPct val="100000"/>
              </a:lnSpc>
              <a:spcBef>
                <a:spcPts val="0"/>
              </a:spcBef>
              <a:spcAft>
                <a:spcPts val="0"/>
              </a:spcAft>
              <a:buNone/>
              <a:defRPr sz="1600">
                <a:solidFill>
                  <a:schemeClr val="lt1"/>
                </a:solidFill>
              </a:defRPr>
            </a:lvl7pPr>
            <a:lvl8pPr indent="0" lvl="7" marL="0" marR="0" algn="r">
              <a:lnSpc>
                <a:spcPct val="100000"/>
              </a:lnSpc>
              <a:spcBef>
                <a:spcPts val="0"/>
              </a:spcBef>
              <a:spcAft>
                <a:spcPts val="0"/>
              </a:spcAft>
              <a:buNone/>
              <a:defRPr sz="1600">
                <a:solidFill>
                  <a:schemeClr val="lt1"/>
                </a:solidFill>
              </a:defRPr>
            </a:lvl8pPr>
            <a:lvl9pPr indent="0" lvl="8" marL="0" marR="0" algn="r">
              <a:lnSpc>
                <a:spcPct val="100000"/>
              </a:lnSpc>
              <a:spcBef>
                <a:spcPts val="0"/>
              </a:spcBef>
              <a:spcAft>
                <a:spcPts val="0"/>
              </a:spcAft>
              <a:buNone/>
              <a:defRPr sz="1600">
                <a:solidFill>
                  <a:schemeClr val="lt1"/>
                </a:solidFill>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items - contrast">
  <p:cSld name="Title + Subtitle_1">
    <p:bg>
      <p:bgPr>
        <a:solidFill>
          <a:schemeClr val="accent2"/>
        </a:solidFill>
      </p:bgPr>
    </p:bg>
    <p:spTree>
      <p:nvGrpSpPr>
        <p:cNvPr id="139" name="Shape 139"/>
        <p:cNvGrpSpPr/>
        <p:nvPr/>
      </p:nvGrpSpPr>
      <p:grpSpPr>
        <a:xfrm>
          <a:off x="0" y="0"/>
          <a:ext cx="0" cy="0"/>
          <a:chOff x="0" y="0"/>
          <a:chExt cx="0" cy="0"/>
        </a:xfrm>
      </p:grpSpPr>
      <p:sp>
        <p:nvSpPr>
          <p:cNvPr id="140" name="Google Shape;140;p31"/>
          <p:cNvSpPr/>
          <p:nvPr>
            <p:ph idx="2" type="pic"/>
          </p:nvPr>
        </p:nvSpPr>
        <p:spPr>
          <a:xfrm>
            <a:off x="457200" y="1524000"/>
            <a:ext cx="1827300" cy="1827300"/>
          </a:xfrm>
          <a:prstGeom prst="roundRect">
            <a:avLst>
              <a:gd fmla="val 4137" name="adj"/>
            </a:avLst>
          </a:prstGeom>
          <a:noFill/>
          <a:ln>
            <a:noFill/>
          </a:ln>
        </p:spPr>
      </p:sp>
      <p:sp>
        <p:nvSpPr>
          <p:cNvPr id="141" name="Google Shape;141;p31"/>
          <p:cNvSpPr/>
          <p:nvPr>
            <p:ph idx="3" type="pic"/>
          </p:nvPr>
        </p:nvSpPr>
        <p:spPr>
          <a:xfrm>
            <a:off x="2591313" y="1524000"/>
            <a:ext cx="1827300" cy="1827300"/>
          </a:xfrm>
          <a:prstGeom prst="roundRect">
            <a:avLst>
              <a:gd fmla="val 4137" name="adj"/>
            </a:avLst>
          </a:prstGeom>
          <a:noFill/>
          <a:ln>
            <a:noFill/>
          </a:ln>
        </p:spPr>
      </p:sp>
      <p:sp>
        <p:nvSpPr>
          <p:cNvPr id="142" name="Google Shape;142;p31"/>
          <p:cNvSpPr/>
          <p:nvPr>
            <p:ph idx="4" type="pic"/>
          </p:nvPr>
        </p:nvSpPr>
        <p:spPr>
          <a:xfrm>
            <a:off x="4725450" y="1524000"/>
            <a:ext cx="1827300" cy="1827300"/>
          </a:xfrm>
          <a:prstGeom prst="roundRect">
            <a:avLst>
              <a:gd fmla="val 4137" name="adj"/>
            </a:avLst>
          </a:prstGeom>
          <a:noFill/>
          <a:ln>
            <a:noFill/>
          </a:ln>
        </p:spPr>
      </p:sp>
      <p:sp>
        <p:nvSpPr>
          <p:cNvPr id="143" name="Google Shape;143;p31"/>
          <p:cNvSpPr/>
          <p:nvPr>
            <p:ph idx="5" type="pic"/>
          </p:nvPr>
        </p:nvSpPr>
        <p:spPr>
          <a:xfrm>
            <a:off x="6859563" y="1524000"/>
            <a:ext cx="1827300" cy="1827300"/>
          </a:xfrm>
          <a:prstGeom prst="roundRect">
            <a:avLst>
              <a:gd fmla="val 4137" name="adj"/>
            </a:avLst>
          </a:prstGeom>
          <a:noFill/>
          <a:ln>
            <a:noFill/>
          </a:ln>
        </p:spPr>
      </p:sp>
      <p:sp>
        <p:nvSpPr>
          <p:cNvPr id="144" name="Google Shape;144;p31"/>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Clr>
                <a:schemeClr val="lt1"/>
              </a:buClr>
              <a:buSzPts val="3000"/>
              <a:buNone/>
              <a:defRPr sz="3000">
                <a:solidFill>
                  <a:schemeClr val="lt1"/>
                </a:solidFill>
              </a:defRPr>
            </a:lvl1pPr>
            <a:lvl2pPr lvl="1" algn="l">
              <a:lnSpc>
                <a:spcPct val="100000"/>
              </a:lnSpc>
              <a:spcBef>
                <a:spcPts val="0"/>
              </a:spcBef>
              <a:spcAft>
                <a:spcPts val="0"/>
              </a:spcAft>
              <a:buClr>
                <a:schemeClr val="lt1"/>
              </a:buClr>
              <a:buSzPts val="3000"/>
              <a:buNone/>
              <a:defRPr sz="3000">
                <a:solidFill>
                  <a:schemeClr val="lt1"/>
                </a:solidFill>
              </a:defRPr>
            </a:lvl2pPr>
            <a:lvl3pPr lvl="2" algn="l">
              <a:lnSpc>
                <a:spcPct val="100000"/>
              </a:lnSpc>
              <a:spcBef>
                <a:spcPts val="0"/>
              </a:spcBef>
              <a:spcAft>
                <a:spcPts val="0"/>
              </a:spcAft>
              <a:buClr>
                <a:schemeClr val="lt1"/>
              </a:buClr>
              <a:buSzPts val="3000"/>
              <a:buNone/>
              <a:defRPr sz="3000">
                <a:solidFill>
                  <a:schemeClr val="lt1"/>
                </a:solidFill>
              </a:defRPr>
            </a:lvl3pPr>
            <a:lvl4pPr lvl="3" algn="l">
              <a:lnSpc>
                <a:spcPct val="100000"/>
              </a:lnSpc>
              <a:spcBef>
                <a:spcPts val="0"/>
              </a:spcBef>
              <a:spcAft>
                <a:spcPts val="0"/>
              </a:spcAft>
              <a:buClr>
                <a:schemeClr val="lt1"/>
              </a:buClr>
              <a:buSzPts val="3000"/>
              <a:buNone/>
              <a:defRPr sz="3000">
                <a:solidFill>
                  <a:schemeClr val="lt1"/>
                </a:solidFill>
              </a:defRPr>
            </a:lvl4pPr>
            <a:lvl5pPr lvl="4" algn="l">
              <a:lnSpc>
                <a:spcPct val="100000"/>
              </a:lnSpc>
              <a:spcBef>
                <a:spcPts val="0"/>
              </a:spcBef>
              <a:spcAft>
                <a:spcPts val="0"/>
              </a:spcAft>
              <a:buClr>
                <a:schemeClr val="lt1"/>
              </a:buClr>
              <a:buSzPts val="3000"/>
              <a:buNone/>
              <a:defRPr sz="3000">
                <a:solidFill>
                  <a:schemeClr val="lt1"/>
                </a:solidFill>
              </a:defRPr>
            </a:lvl5pPr>
            <a:lvl6pPr lvl="5" algn="l">
              <a:lnSpc>
                <a:spcPct val="100000"/>
              </a:lnSpc>
              <a:spcBef>
                <a:spcPts val="0"/>
              </a:spcBef>
              <a:spcAft>
                <a:spcPts val="0"/>
              </a:spcAft>
              <a:buClr>
                <a:schemeClr val="lt1"/>
              </a:buClr>
              <a:buSzPts val="3000"/>
              <a:buNone/>
              <a:defRPr sz="3000">
                <a:solidFill>
                  <a:schemeClr val="lt1"/>
                </a:solidFill>
              </a:defRPr>
            </a:lvl6pPr>
            <a:lvl7pPr lvl="6" algn="l">
              <a:lnSpc>
                <a:spcPct val="100000"/>
              </a:lnSpc>
              <a:spcBef>
                <a:spcPts val="0"/>
              </a:spcBef>
              <a:spcAft>
                <a:spcPts val="0"/>
              </a:spcAft>
              <a:buClr>
                <a:schemeClr val="lt1"/>
              </a:buClr>
              <a:buSzPts val="3000"/>
              <a:buNone/>
              <a:defRPr sz="3000">
                <a:solidFill>
                  <a:schemeClr val="lt1"/>
                </a:solidFill>
              </a:defRPr>
            </a:lvl7pPr>
            <a:lvl8pPr lvl="7" algn="l">
              <a:lnSpc>
                <a:spcPct val="100000"/>
              </a:lnSpc>
              <a:spcBef>
                <a:spcPts val="0"/>
              </a:spcBef>
              <a:spcAft>
                <a:spcPts val="0"/>
              </a:spcAft>
              <a:buClr>
                <a:schemeClr val="lt1"/>
              </a:buClr>
              <a:buSzPts val="3000"/>
              <a:buNone/>
              <a:defRPr sz="3000">
                <a:solidFill>
                  <a:schemeClr val="lt1"/>
                </a:solidFill>
              </a:defRPr>
            </a:lvl8pPr>
            <a:lvl9pPr lvl="8" algn="l">
              <a:lnSpc>
                <a:spcPct val="100000"/>
              </a:lnSpc>
              <a:spcBef>
                <a:spcPts val="0"/>
              </a:spcBef>
              <a:spcAft>
                <a:spcPts val="0"/>
              </a:spcAft>
              <a:buClr>
                <a:schemeClr val="lt1"/>
              </a:buClr>
              <a:buSzPts val="3000"/>
              <a:buNone/>
              <a:defRPr sz="3000">
                <a:solidFill>
                  <a:schemeClr val="lt1"/>
                </a:solidFill>
              </a:defRPr>
            </a:lvl9pPr>
          </a:lstStyle>
          <a:p/>
        </p:txBody>
      </p:sp>
      <p:sp>
        <p:nvSpPr>
          <p:cNvPr id="145" name="Google Shape;145;p31"/>
          <p:cNvSpPr txBox="1"/>
          <p:nvPr>
            <p:ph idx="1" type="body"/>
          </p:nvPr>
        </p:nvSpPr>
        <p:spPr>
          <a:xfrm>
            <a:off x="457200"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146" name="Google Shape;146;p31"/>
          <p:cNvSpPr txBox="1"/>
          <p:nvPr>
            <p:ph idx="6" type="body"/>
          </p:nvPr>
        </p:nvSpPr>
        <p:spPr>
          <a:xfrm>
            <a:off x="2591318"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147" name="Google Shape;147;p31"/>
          <p:cNvSpPr txBox="1"/>
          <p:nvPr>
            <p:ph idx="7" type="body"/>
          </p:nvPr>
        </p:nvSpPr>
        <p:spPr>
          <a:xfrm>
            <a:off x="4725435"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148" name="Google Shape;148;p31"/>
          <p:cNvSpPr txBox="1"/>
          <p:nvPr>
            <p:ph idx="8" type="body"/>
          </p:nvPr>
        </p:nvSpPr>
        <p:spPr>
          <a:xfrm>
            <a:off x="6866700"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149" name="Google Shape;149;p31"/>
          <p:cNvSpPr txBox="1"/>
          <p:nvPr>
            <p:ph idx="9" type="title"/>
          </p:nvPr>
        </p:nvSpPr>
        <p:spPr>
          <a:xfrm>
            <a:off x="4572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150" name="Google Shape;150;p31"/>
          <p:cNvSpPr txBox="1"/>
          <p:nvPr>
            <p:ph idx="13" type="title"/>
          </p:nvPr>
        </p:nvSpPr>
        <p:spPr>
          <a:xfrm>
            <a:off x="25913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151" name="Google Shape;151;p31"/>
          <p:cNvSpPr txBox="1"/>
          <p:nvPr>
            <p:ph idx="14" type="title"/>
          </p:nvPr>
        </p:nvSpPr>
        <p:spPr>
          <a:xfrm>
            <a:off x="47254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152" name="Google Shape;152;p31"/>
          <p:cNvSpPr txBox="1"/>
          <p:nvPr>
            <p:ph idx="15" type="title"/>
          </p:nvPr>
        </p:nvSpPr>
        <p:spPr>
          <a:xfrm>
            <a:off x="68595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Tree>
  </p:cSld>
  <p:clrMapOvr>
    <a:masterClrMapping/>
  </p:clrMapOvr>
  <p:extLst>
    <p:ext uri="{DCECCB84-F9BA-43D5-87BE-67443E8EF086}">
      <p15:sldGuideLst>
        <p15:guide id="1" pos="2880">
          <p15:clr>
            <a:srgbClr val="E46962"/>
          </p15:clr>
        </p15:guide>
        <p15:guide id="2" orient="horz" pos="960">
          <p15:clr>
            <a:srgbClr val="E46962"/>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bio">
  <p:cSld name="TITLE_AND_BODY_1_1">
    <p:bg>
      <p:bgPr>
        <a:solidFill>
          <a:schemeClr val="accent2"/>
        </a:solidFill>
      </p:bgPr>
    </p:bg>
    <p:spTree>
      <p:nvGrpSpPr>
        <p:cNvPr id="153" name="Shape 153"/>
        <p:cNvGrpSpPr/>
        <p:nvPr/>
      </p:nvGrpSpPr>
      <p:grpSpPr>
        <a:xfrm>
          <a:off x="0" y="0"/>
          <a:ext cx="0" cy="0"/>
          <a:chOff x="0" y="0"/>
          <a:chExt cx="0" cy="0"/>
        </a:xfrm>
      </p:grpSpPr>
      <p:sp>
        <p:nvSpPr>
          <p:cNvPr id="154" name="Google Shape;154;p32"/>
          <p:cNvSpPr/>
          <p:nvPr/>
        </p:nvSpPr>
        <p:spPr>
          <a:xfrm>
            <a:off x="4583975" y="0"/>
            <a:ext cx="4567500" cy="5715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55" name="Google Shape;155;p32"/>
          <p:cNvSpPr/>
          <p:nvPr>
            <p:ph idx="2" type="pic"/>
          </p:nvPr>
        </p:nvSpPr>
        <p:spPr>
          <a:xfrm flipH="1">
            <a:off x="953803" y="1184556"/>
            <a:ext cx="2664300" cy="3336300"/>
          </a:xfrm>
          <a:prstGeom prst="rect">
            <a:avLst/>
          </a:prstGeom>
          <a:noFill/>
          <a:ln>
            <a:noFill/>
          </a:ln>
        </p:spPr>
      </p:sp>
      <p:sp>
        <p:nvSpPr>
          <p:cNvPr id="156" name="Google Shape;156;p32"/>
          <p:cNvSpPr txBox="1"/>
          <p:nvPr>
            <p:ph type="title"/>
          </p:nvPr>
        </p:nvSpPr>
        <p:spPr>
          <a:xfrm>
            <a:off x="5036975"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57" name="Google Shape;157;p32"/>
          <p:cNvSpPr txBox="1"/>
          <p:nvPr>
            <p:ph idx="1" type="subTitle"/>
          </p:nvPr>
        </p:nvSpPr>
        <p:spPr>
          <a:xfrm>
            <a:off x="5036975"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58" name="Google Shape;158;p32"/>
          <p:cNvSpPr txBox="1"/>
          <p:nvPr>
            <p:ph idx="3" type="body"/>
          </p:nvPr>
        </p:nvSpPr>
        <p:spPr>
          <a:xfrm>
            <a:off x="5036975"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7">
    <p:spTree>
      <p:nvGrpSpPr>
        <p:cNvPr id="159" name="Shape 159"/>
        <p:cNvGrpSpPr/>
        <p:nvPr/>
      </p:nvGrpSpPr>
      <p:grpSpPr>
        <a:xfrm>
          <a:off x="0" y="0"/>
          <a:ext cx="0" cy="0"/>
          <a:chOff x="0" y="0"/>
          <a:chExt cx="0" cy="0"/>
        </a:xfrm>
      </p:grpSpPr>
      <p:sp>
        <p:nvSpPr>
          <p:cNvPr id="160" name="Google Shape;160;p33"/>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1">
  <p:cSld name="Title + Subtitle_2">
    <p:spTree>
      <p:nvGrpSpPr>
        <p:cNvPr id="161" name="Shape 161"/>
        <p:cNvGrpSpPr/>
        <p:nvPr/>
      </p:nvGrpSpPr>
      <p:grpSpPr>
        <a:xfrm>
          <a:off x="0" y="0"/>
          <a:ext cx="0" cy="0"/>
          <a:chOff x="0" y="0"/>
          <a:chExt cx="0" cy="0"/>
        </a:xfrm>
      </p:grpSpPr>
      <p:sp>
        <p:nvSpPr>
          <p:cNvPr id="162" name="Google Shape;162;p34"/>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63" name="Google Shape;163;p34"/>
          <p:cNvSpPr txBox="1"/>
          <p:nvPr>
            <p:ph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1">
  <p:cSld name="ONE_COLUMN_TEXT_1">
    <p:spTree>
      <p:nvGrpSpPr>
        <p:cNvPr id="164" name="Shape 164"/>
        <p:cNvGrpSpPr/>
        <p:nvPr/>
      </p:nvGrpSpPr>
      <p:grpSpPr>
        <a:xfrm>
          <a:off x="0" y="0"/>
          <a:ext cx="0" cy="0"/>
          <a:chOff x="0" y="0"/>
          <a:chExt cx="0" cy="0"/>
        </a:xfrm>
      </p:grpSpPr>
      <p:sp>
        <p:nvSpPr>
          <p:cNvPr id="165" name="Google Shape;165;p35"/>
          <p:cNvSpPr txBox="1"/>
          <p:nvPr>
            <p:ph type="title"/>
          </p:nvPr>
        </p:nvSpPr>
        <p:spPr>
          <a:xfrm>
            <a:off x="457200" y="518667"/>
            <a:ext cx="3204600" cy="10056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66" name="Google Shape;166;p35"/>
          <p:cNvSpPr txBox="1"/>
          <p:nvPr>
            <p:ph idx="1" type="body"/>
          </p:nvPr>
        </p:nvSpPr>
        <p:spPr>
          <a:xfrm>
            <a:off x="457200" y="1524417"/>
            <a:ext cx="32046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Right 1">
  <p:cSld name="Text + Image_1">
    <p:spTree>
      <p:nvGrpSpPr>
        <p:cNvPr id="167" name="Shape 167"/>
        <p:cNvGrpSpPr/>
        <p:nvPr/>
      </p:nvGrpSpPr>
      <p:grpSpPr>
        <a:xfrm>
          <a:off x="0" y="0"/>
          <a:ext cx="0" cy="0"/>
          <a:chOff x="0" y="0"/>
          <a:chExt cx="0" cy="0"/>
        </a:xfrm>
      </p:grpSpPr>
      <p:sp>
        <p:nvSpPr>
          <p:cNvPr id="168" name="Google Shape;168;p36"/>
          <p:cNvSpPr/>
          <p:nvPr>
            <p:ph idx="2" type="pic"/>
          </p:nvPr>
        </p:nvSpPr>
        <p:spPr>
          <a:xfrm>
            <a:off x="4572000" y="91667"/>
            <a:ext cx="4495800" cy="5531700"/>
          </a:xfrm>
          <a:prstGeom prst="roundRect">
            <a:avLst>
              <a:gd fmla="val 16667" name="adj"/>
            </a:avLst>
          </a:prstGeom>
          <a:noFill/>
          <a:ln>
            <a:noFill/>
          </a:ln>
        </p:spPr>
      </p:sp>
      <p:sp>
        <p:nvSpPr>
          <p:cNvPr id="169" name="Google Shape;169;p36"/>
          <p:cNvSpPr txBox="1"/>
          <p:nvPr>
            <p:ph type="title"/>
          </p:nvPr>
        </p:nvSpPr>
        <p:spPr>
          <a:xfrm>
            <a:off x="457200"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70" name="Google Shape;170;p36"/>
          <p:cNvSpPr txBox="1"/>
          <p:nvPr>
            <p:ph idx="1" type="subTitle"/>
          </p:nvPr>
        </p:nvSpPr>
        <p:spPr>
          <a:xfrm>
            <a:off x="457200"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71" name="Google Shape;171;p36"/>
          <p:cNvSpPr txBox="1"/>
          <p:nvPr>
            <p:ph idx="3" type="body"/>
          </p:nvPr>
        </p:nvSpPr>
        <p:spPr>
          <a:xfrm>
            <a:off x="457200"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1">
  <p:cSld name="Title + Body 1_1">
    <p:spTree>
      <p:nvGrpSpPr>
        <p:cNvPr id="172" name="Shape 172"/>
        <p:cNvGrpSpPr/>
        <p:nvPr/>
      </p:nvGrpSpPr>
      <p:grpSpPr>
        <a:xfrm>
          <a:off x="0" y="0"/>
          <a:ext cx="0" cy="0"/>
          <a:chOff x="0" y="0"/>
          <a:chExt cx="0" cy="0"/>
        </a:xfrm>
      </p:grpSpPr>
      <p:sp>
        <p:nvSpPr>
          <p:cNvPr id="173" name="Google Shape;173;p37"/>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174" name="Google Shape;174;p37"/>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75" name="Google Shape;175;p37"/>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76" name="Google Shape;176;p37"/>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6">
    <p:spTree>
      <p:nvGrpSpPr>
        <p:cNvPr id="177" name="Shape 177"/>
        <p:cNvGrpSpPr/>
        <p:nvPr/>
      </p:nvGrpSpPr>
      <p:grpSpPr>
        <a:xfrm>
          <a:off x="0" y="0"/>
          <a:ext cx="0" cy="0"/>
          <a:chOff x="0" y="0"/>
          <a:chExt cx="0" cy="0"/>
        </a:xfrm>
      </p:grpSpPr>
      <p:sp>
        <p:nvSpPr>
          <p:cNvPr id="178" name="Google Shape;178;p38"/>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79" name="Google Shape;179;p38"/>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8">
    <p:spTree>
      <p:nvGrpSpPr>
        <p:cNvPr id="180" name="Shape 180"/>
        <p:cNvGrpSpPr/>
        <p:nvPr/>
      </p:nvGrpSpPr>
      <p:grpSpPr>
        <a:xfrm>
          <a:off x="0" y="0"/>
          <a:ext cx="0" cy="0"/>
          <a:chOff x="0" y="0"/>
          <a:chExt cx="0" cy="0"/>
        </a:xfrm>
      </p:grpSpPr>
      <p:sp>
        <p:nvSpPr>
          <p:cNvPr id="181" name="Google Shape;181;p39"/>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Title and text">
    <p:spTree>
      <p:nvGrpSpPr>
        <p:cNvPr id="182" name="Shape 182"/>
        <p:cNvGrpSpPr/>
        <p:nvPr/>
      </p:nvGrpSpPr>
      <p:grpSpPr>
        <a:xfrm>
          <a:off x="0" y="0"/>
          <a:ext cx="0" cy="0"/>
          <a:chOff x="0" y="0"/>
          <a:chExt cx="0" cy="0"/>
        </a:xfrm>
      </p:grpSpPr>
      <p:sp>
        <p:nvSpPr>
          <p:cNvPr id="183" name="Google Shape;183;p40"/>
          <p:cNvSpPr txBox="1"/>
          <p:nvPr>
            <p:ph type="title"/>
          </p:nvPr>
        </p:nvSpPr>
        <p:spPr>
          <a:xfrm>
            <a:off x="571500" y="889000"/>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9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900">
                <a:solidFill>
                  <a:schemeClr val="dk1"/>
                </a:solidFill>
              </a:defRPr>
            </a:lvl2pPr>
            <a:lvl3pPr lvl="2" algn="l">
              <a:lnSpc>
                <a:spcPct val="115000"/>
              </a:lnSpc>
              <a:spcBef>
                <a:spcPts val="0"/>
              </a:spcBef>
              <a:spcAft>
                <a:spcPts val="0"/>
              </a:spcAft>
              <a:buClr>
                <a:schemeClr val="dk1"/>
              </a:buClr>
              <a:buSzPts val="1400"/>
              <a:buNone/>
              <a:defRPr sz="1900">
                <a:solidFill>
                  <a:schemeClr val="dk1"/>
                </a:solidFill>
              </a:defRPr>
            </a:lvl3pPr>
            <a:lvl4pPr lvl="3" algn="l">
              <a:lnSpc>
                <a:spcPct val="115000"/>
              </a:lnSpc>
              <a:spcBef>
                <a:spcPts val="0"/>
              </a:spcBef>
              <a:spcAft>
                <a:spcPts val="0"/>
              </a:spcAft>
              <a:buClr>
                <a:schemeClr val="dk1"/>
              </a:buClr>
              <a:buSzPts val="1400"/>
              <a:buNone/>
              <a:defRPr sz="1900">
                <a:solidFill>
                  <a:schemeClr val="dk1"/>
                </a:solidFill>
              </a:defRPr>
            </a:lvl4pPr>
            <a:lvl5pPr lvl="4" algn="l">
              <a:lnSpc>
                <a:spcPct val="115000"/>
              </a:lnSpc>
              <a:spcBef>
                <a:spcPts val="0"/>
              </a:spcBef>
              <a:spcAft>
                <a:spcPts val="0"/>
              </a:spcAft>
              <a:buClr>
                <a:schemeClr val="dk1"/>
              </a:buClr>
              <a:buSzPts val="1400"/>
              <a:buNone/>
              <a:defRPr sz="1900">
                <a:solidFill>
                  <a:schemeClr val="dk1"/>
                </a:solidFill>
              </a:defRPr>
            </a:lvl5pPr>
            <a:lvl6pPr lvl="5" algn="l">
              <a:lnSpc>
                <a:spcPct val="115000"/>
              </a:lnSpc>
              <a:spcBef>
                <a:spcPts val="0"/>
              </a:spcBef>
              <a:spcAft>
                <a:spcPts val="0"/>
              </a:spcAft>
              <a:buClr>
                <a:schemeClr val="dk1"/>
              </a:buClr>
              <a:buSzPts val="1400"/>
              <a:buNone/>
              <a:defRPr sz="1900">
                <a:solidFill>
                  <a:schemeClr val="dk1"/>
                </a:solidFill>
              </a:defRPr>
            </a:lvl6pPr>
            <a:lvl7pPr lvl="6" algn="l">
              <a:lnSpc>
                <a:spcPct val="115000"/>
              </a:lnSpc>
              <a:spcBef>
                <a:spcPts val="0"/>
              </a:spcBef>
              <a:spcAft>
                <a:spcPts val="0"/>
              </a:spcAft>
              <a:buClr>
                <a:schemeClr val="dk1"/>
              </a:buClr>
              <a:buSzPts val="1400"/>
              <a:buNone/>
              <a:defRPr sz="1900">
                <a:solidFill>
                  <a:schemeClr val="dk1"/>
                </a:solidFill>
              </a:defRPr>
            </a:lvl7pPr>
            <a:lvl8pPr lvl="7" algn="l">
              <a:lnSpc>
                <a:spcPct val="115000"/>
              </a:lnSpc>
              <a:spcBef>
                <a:spcPts val="0"/>
              </a:spcBef>
              <a:spcAft>
                <a:spcPts val="0"/>
              </a:spcAft>
              <a:buClr>
                <a:schemeClr val="dk1"/>
              </a:buClr>
              <a:buSzPts val="1400"/>
              <a:buNone/>
              <a:defRPr sz="1900">
                <a:solidFill>
                  <a:schemeClr val="dk1"/>
                </a:solidFill>
              </a:defRPr>
            </a:lvl8pPr>
            <a:lvl9pPr lvl="8" algn="l">
              <a:lnSpc>
                <a:spcPct val="115000"/>
              </a:lnSpc>
              <a:spcBef>
                <a:spcPts val="0"/>
              </a:spcBef>
              <a:spcAft>
                <a:spcPts val="0"/>
              </a:spcAft>
              <a:buClr>
                <a:schemeClr val="dk1"/>
              </a:buClr>
              <a:buSzPts val="1400"/>
              <a:buNone/>
              <a:defRPr sz="1900">
                <a:solidFill>
                  <a:schemeClr val="dk1"/>
                </a:solidFill>
              </a:defRPr>
            </a:lvl9pPr>
          </a:lstStyle>
          <a:p/>
        </p:txBody>
      </p:sp>
      <p:sp>
        <p:nvSpPr>
          <p:cNvPr id="184" name="Google Shape;184;p40"/>
          <p:cNvSpPr txBox="1"/>
          <p:nvPr>
            <p:ph idx="1" type="body"/>
          </p:nvPr>
        </p:nvSpPr>
        <p:spPr>
          <a:xfrm>
            <a:off x="571500" y="1905000"/>
            <a:ext cx="40005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
        <p:nvSpPr>
          <p:cNvPr id="185" name="Google Shape;185;p40"/>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one column 1">
  <p:cSld name="Sub header, one column">
    <p:spTree>
      <p:nvGrpSpPr>
        <p:cNvPr id="186" name="Shape 186"/>
        <p:cNvGrpSpPr/>
        <p:nvPr/>
      </p:nvGrpSpPr>
      <p:grpSpPr>
        <a:xfrm>
          <a:off x="0" y="0"/>
          <a:ext cx="0" cy="0"/>
          <a:chOff x="0" y="0"/>
          <a:chExt cx="0" cy="0"/>
        </a:xfrm>
      </p:grpSpPr>
      <p:sp>
        <p:nvSpPr>
          <p:cNvPr id="187" name="Google Shape;187;p41"/>
          <p:cNvSpPr txBox="1"/>
          <p:nvPr>
            <p:ph idx="1" type="subTitle"/>
          </p:nvPr>
        </p:nvSpPr>
        <p:spPr>
          <a:xfrm>
            <a:off x="5715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
        <p:nvSpPr>
          <p:cNvPr id="188" name="Google Shape;188;p41"/>
          <p:cNvSpPr txBox="1"/>
          <p:nvPr>
            <p:ph type="title"/>
          </p:nvPr>
        </p:nvSpPr>
        <p:spPr>
          <a:xfrm>
            <a:off x="571500" y="889006"/>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b="1"/>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89" name="Google Shape;189;p41"/>
          <p:cNvSpPr txBox="1"/>
          <p:nvPr>
            <p:ph idx="2" type="body"/>
          </p:nvPr>
        </p:nvSpPr>
        <p:spPr>
          <a:xfrm>
            <a:off x="5715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190" name="Google Shape;190;p41"/>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s with icons 1 1">
  <p:cSld name="Highlights with icons 1_1">
    <p:spTree>
      <p:nvGrpSpPr>
        <p:cNvPr id="191" name="Shape 191"/>
        <p:cNvGrpSpPr/>
        <p:nvPr/>
      </p:nvGrpSpPr>
      <p:grpSpPr>
        <a:xfrm>
          <a:off x="0" y="0"/>
          <a:ext cx="0" cy="0"/>
          <a:chOff x="0" y="0"/>
          <a:chExt cx="0" cy="0"/>
        </a:xfrm>
      </p:grpSpPr>
      <p:sp>
        <p:nvSpPr>
          <p:cNvPr id="192" name="Google Shape;192;p42"/>
          <p:cNvSpPr txBox="1"/>
          <p:nvPr>
            <p:ph idx="12" type="sldNum"/>
          </p:nvPr>
        </p:nvSpPr>
        <p:spPr>
          <a:xfrm>
            <a:off x="8572500" y="5080004"/>
            <a:ext cx="571500" cy="635100"/>
          </a:xfrm>
          <a:prstGeom prst="rect">
            <a:avLst/>
          </a:prstGeom>
          <a:noFill/>
          <a:ln>
            <a:noFill/>
          </a:ln>
        </p:spPr>
        <p:txBody>
          <a:bodyPr anchorCtr="0" anchor="t" bIns="126400" lIns="126400" spcFirstLastPara="1" rIns="126400" wrap="square" tIns="1264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93" name="Google Shape;193;p42"/>
          <p:cNvSpPr/>
          <p:nvPr>
            <p:ph idx="2" type="pic"/>
          </p:nvPr>
        </p:nvSpPr>
        <p:spPr>
          <a:xfrm>
            <a:off x="0" y="0"/>
            <a:ext cx="9144000" cy="2814900"/>
          </a:xfrm>
          <a:prstGeom prst="roundRect">
            <a:avLst>
              <a:gd fmla="val 1254" name="adj"/>
            </a:avLst>
          </a:prstGeom>
          <a:noFill/>
          <a:ln>
            <a:noFill/>
          </a:ln>
        </p:spPr>
      </p:sp>
      <p:sp>
        <p:nvSpPr>
          <p:cNvPr id="194" name="Google Shape;194;p42"/>
          <p:cNvSpPr txBox="1"/>
          <p:nvPr>
            <p:ph type="title"/>
          </p:nvPr>
        </p:nvSpPr>
        <p:spPr>
          <a:xfrm>
            <a:off x="457200" y="3730167"/>
            <a:ext cx="3667500" cy="1080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95" name="Google Shape;195;p42"/>
          <p:cNvSpPr txBox="1"/>
          <p:nvPr>
            <p:ph idx="1" type="subTitle"/>
          </p:nvPr>
        </p:nvSpPr>
        <p:spPr>
          <a:xfrm>
            <a:off x="457200" y="3211500"/>
            <a:ext cx="36675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96" name="Google Shape;196;p42"/>
          <p:cNvSpPr txBox="1"/>
          <p:nvPr>
            <p:ph idx="3" type="body"/>
          </p:nvPr>
        </p:nvSpPr>
        <p:spPr>
          <a:xfrm>
            <a:off x="4581600" y="2815000"/>
            <a:ext cx="4105200" cy="2391900"/>
          </a:xfrm>
          <a:prstGeom prst="rect">
            <a:avLst/>
          </a:prstGeom>
        </p:spPr>
        <p:txBody>
          <a:bodyPr anchorCtr="0" anchor="t" bIns="0" lIns="0" spcFirstLastPara="1" rIns="0" wrap="square" tIns="94800">
            <a:sp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2">
  <p:cSld name="TITLE_AND_BODY_3_2">
    <p:spTree>
      <p:nvGrpSpPr>
        <p:cNvPr id="197" name="Shape 197"/>
        <p:cNvGrpSpPr/>
        <p:nvPr/>
      </p:nvGrpSpPr>
      <p:grpSpPr>
        <a:xfrm>
          <a:off x="0" y="0"/>
          <a:ext cx="0" cy="0"/>
          <a:chOff x="0" y="0"/>
          <a:chExt cx="0" cy="0"/>
        </a:xfrm>
      </p:grpSpPr>
      <p:sp>
        <p:nvSpPr>
          <p:cNvPr id="198" name="Google Shape;198;p43"/>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99" name="Google Shape;199;p43"/>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9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900">
                <a:solidFill>
                  <a:schemeClr val="dk1"/>
                </a:solidFill>
              </a:defRPr>
            </a:lvl2pPr>
            <a:lvl3pPr lvl="2" algn="l">
              <a:lnSpc>
                <a:spcPct val="115000"/>
              </a:lnSpc>
              <a:spcBef>
                <a:spcPts val="0"/>
              </a:spcBef>
              <a:spcAft>
                <a:spcPts val="0"/>
              </a:spcAft>
              <a:buClr>
                <a:schemeClr val="dk1"/>
              </a:buClr>
              <a:buSzPts val="1400"/>
              <a:buNone/>
              <a:defRPr sz="1900">
                <a:solidFill>
                  <a:schemeClr val="dk1"/>
                </a:solidFill>
              </a:defRPr>
            </a:lvl3pPr>
            <a:lvl4pPr lvl="3" algn="l">
              <a:lnSpc>
                <a:spcPct val="115000"/>
              </a:lnSpc>
              <a:spcBef>
                <a:spcPts val="0"/>
              </a:spcBef>
              <a:spcAft>
                <a:spcPts val="0"/>
              </a:spcAft>
              <a:buClr>
                <a:schemeClr val="dk1"/>
              </a:buClr>
              <a:buSzPts val="1400"/>
              <a:buNone/>
              <a:defRPr sz="1900">
                <a:solidFill>
                  <a:schemeClr val="dk1"/>
                </a:solidFill>
              </a:defRPr>
            </a:lvl4pPr>
            <a:lvl5pPr lvl="4" algn="l">
              <a:lnSpc>
                <a:spcPct val="115000"/>
              </a:lnSpc>
              <a:spcBef>
                <a:spcPts val="0"/>
              </a:spcBef>
              <a:spcAft>
                <a:spcPts val="0"/>
              </a:spcAft>
              <a:buClr>
                <a:schemeClr val="dk1"/>
              </a:buClr>
              <a:buSzPts val="1400"/>
              <a:buNone/>
              <a:defRPr sz="1900">
                <a:solidFill>
                  <a:schemeClr val="dk1"/>
                </a:solidFill>
              </a:defRPr>
            </a:lvl5pPr>
            <a:lvl6pPr lvl="5" algn="l">
              <a:lnSpc>
                <a:spcPct val="115000"/>
              </a:lnSpc>
              <a:spcBef>
                <a:spcPts val="0"/>
              </a:spcBef>
              <a:spcAft>
                <a:spcPts val="0"/>
              </a:spcAft>
              <a:buClr>
                <a:schemeClr val="dk1"/>
              </a:buClr>
              <a:buSzPts val="1400"/>
              <a:buNone/>
              <a:defRPr sz="1900">
                <a:solidFill>
                  <a:schemeClr val="dk1"/>
                </a:solidFill>
              </a:defRPr>
            </a:lvl6pPr>
            <a:lvl7pPr lvl="6" algn="l">
              <a:lnSpc>
                <a:spcPct val="115000"/>
              </a:lnSpc>
              <a:spcBef>
                <a:spcPts val="0"/>
              </a:spcBef>
              <a:spcAft>
                <a:spcPts val="0"/>
              </a:spcAft>
              <a:buClr>
                <a:schemeClr val="dk1"/>
              </a:buClr>
              <a:buSzPts val="1400"/>
              <a:buNone/>
              <a:defRPr sz="1900">
                <a:solidFill>
                  <a:schemeClr val="dk1"/>
                </a:solidFill>
              </a:defRPr>
            </a:lvl7pPr>
            <a:lvl8pPr lvl="7" algn="l">
              <a:lnSpc>
                <a:spcPct val="115000"/>
              </a:lnSpc>
              <a:spcBef>
                <a:spcPts val="0"/>
              </a:spcBef>
              <a:spcAft>
                <a:spcPts val="0"/>
              </a:spcAft>
              <a:buClr>
                <a:schemeClr val="dk1"/>
              </a:buClr>
              <a:buSzPts val="1400"/>
              <a:buNone/>
              <a:defRPr sz="1900">
                <a:solidFill>
                  <a:schemeClr val="dk1"/>
                </a:solidFill>
              </a:defRPr>
            </a:lvl8pPr>
            <a:lvl9pPr lvl="8" algn="l">
              <a:lnSpc>
                <a:spcPct val="115000"/>
              </a:lnSpc>
              <a:spcBef>
                <a:spcPts val="0"/>
              </a:spcBef>
              <a:spcAft>
                <a:spcPts val="0"/>
              </a:spcAft>
              <a:buClr>
                <a:schemeClr val="dk1"/>
              </a:buClr>
              <a:buSzPts val="1400"/>
              <a:buNone/>
              <a:defRPr sz="1900">
                <a:solidFill>
                  <a:schemeClr val="dk1"/>
                </a:solidFill>
              </a:defRPr>
            </a:lvl9pPr>
          </a:lstStyle>
          <a:p/>
        </p:txBody>
      </p:sp>
      <p:sp>
        <p:nvSpPr>
          <p:cNvPr id="200" name="Google Shape;200;p43"/>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2">
  <p:cSld name="ONE_COLUMN_TEXT_2">
    <p:spTree>
      <p:nvGrpSpPr>
        <p:cNvPr id="201" name="Shape 201"/>
        <p:cNvGrpSpPr/>
        <p:nvPr/>
      </p:nvGrpSpPr>
      <p:grpSpPr>
        <a:xfrm>
          <a:off x="0" y="0"/>
          <a:ext cx="0" cy="0"/>
          <a:chOff x="0" y="0"/>
          <a:chExt cx="0" cy="0"/>
        </a:xfrm>
      </p:grpSpPr>
      <p:sp>
        <p:nvSpPr>
          <p:cNvPr id="202" name="Google Shape;202;p44"/>
          <p:cNvSpPr txBox="1"/>
          <p:nvPr>
            <p:ph type="title"/>
          </p:nvPr>
        </p:nvSpPr>
        <p:spPr>
          <a:xfrm>
            <a:off x="457200" y="518667"/>
            <a:ext cx="3204600" cy="1005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203" name="Google Shape;203;p44"/>
          <p:cNvSpPr txBox="1"/>
          <p:nvPr>
            <p:ph idx="1" type="body"/>
          </p:nvPr>
        </p:nvSpPr>
        <p:spPr>
          <a:xfrm>
            <a:off x="457200" y="1524417"/>
            <a:ext cx="32046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2">
  <p:cSld name="Title + Body 1_2">
    <p:spTree>
      <p:nvGrpSpPr>
        <p:cNvPr id="204" name="Shape 204"/>
        <p:cNvGrpSpPr/>
        <p:nvPr/>
      </p:nvGrpSpPr>
      <p:grpSpPr>
        <a:xfrm>
          <a:off x="0" y="0"/>
          <a:ext cx="0" cy="0"/>
          <a:chOff x="0" y="0"/>
          <a:chExt cx="0" cy="0"/>
        </a:xfrm>
      </p:grpSpPr>
      <p:sp>
        <p:nvSpPr>
          <p:cNvPr id="205" name="Google Shape;205;p45"/>
          <p:cNvSpPr txBox="1"/>
          <p:nvPr>
            <p:ph type="title"/>
          </p:nvPr>
        </p:nvSpPr>
        <p:spPr>
          <a:xfrm>
            <a:off x="457200" y="1694917"/>
            <a:ext cx="4114800" cy="4449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206" name="Google Shape;206;p45"/>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207" name="Google Shape;207;p45"/>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208" name="Google Shape;208;p45"/>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two columns 1">
  <p:cSld name="Sub header, two columns">
    <p:spTree>
      <p:nvGrpSpPr>
        <p:cNvPr id="209" name="Shape 209"/>
        <p:cNvGrpSpPr/>
        <p:nvPr/>
      </p:nvGrpSpPr>
      <p:grpSpPr>
        <a:xfrm>
          <a:off x="0" y="0"/>
          <a:ext cx="0" cy="0"/>
          <a:chOff x="0" y="0"/>
          <a:chExt cx="0" cy="0"/>
        </a:xfrm>
      </p:grpSpPr>
      <p:sp>
        <p:nvSpPr>
          <p:cNvPr id="210" name="Google Shape;210;p46"/>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211" name="Google Shape;211;p46"/>
          <p:cNvSpPr txBox="1"/>
          <p:nvPr>
            <p:ph type="title"/>
          </p:nvPr>
        </p:nvSpPr>
        <p:spPr>
          <a:xfrm>
            <a:off x="571500" y="889006"/>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b="1"/>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12" name="Google Shape;212;p46"/>
          <p:cNvSpPr txBox="1"/>
          <p:nvPr>
            <p:ph idx="1" type="body"/>
          </p:nvPr>
        </p:nvSpPr>
        <p:spPr>
          <a:xfrm>
            <a:off x="5715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213" name="Google Shape;213;p46"/>
          <p:cNvSpPr txBox="1"/>
          <p:nvPr>
            <p:ph idx="2" type="body"/>
          </p:nvPr>
        </p:nvSpPr>
        <p:spPr>
          <a:xfrm>
            <a:off x="45720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214" name="Google Shape;214;p46"/>
          <p:cNvSpPr txBox="1"/>
          <p:nvPr>
            <p:ph idx="3" type="subTitle"/>
          </p:nvPr>
        </p:nvSpPr>
        <p:spPr>
          <a:xfrm>
            <a:off x="5715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
        <p:nvSpPr>
          <p:cNvPr id="215" name="Google Shape;215;p46"/>
          <p:cNvSpPr txBox="1"/>
          <p:nvPr>
            <p:ph idx="4" type="subTitle"/>
          </p:nvPr>
        </p:nvSpPr>
        <p:spPr>
          <a:xfrm>
            <a:off x="45720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ullet points 1">
  <p:cSld name="Title and bullet points_1">
    <p:spTree>
      <p:nvGrpSpPr>
        <p:cNvPr id="216" name="Shape 216"/>
        <p:cNvGrpSpPr/>
        <p:nvPr/>
      </p:nvGrpSpPr>
      <p:grpSpPr>
        <a:xfrm>
          <a:off x="0" y="0"/>
          <a:ext cx="0" cy="0"/>
          <a:chOff x="0" y="0"/>
          <a:chExt cx="0" cy="0"/>
        </a:xfrm>
      </p:grpSpPr>
      <p:sp>
        <p:nvSpPr>
          <p:cNvPr id="217" name="Google Shape;217;p47"/>
          <p:cNvSpPr txBox="1"/>
          <p:nvPr>
            <p:ph idx="12" type="sldNum"/>
          </p:nvPr>
        </p:nvSpPr>
        <p:spPr>
          <a:xfrm>
            <a:off x="8572500" y="5080004"/>
            <a:ext cx="571500" cy="635100"/>
          </a:xfrm>
          <a:prstGeom prst="rect">
            <a:avLst/>
          </a:prstGeom>
          <a:noFill/>
          <a:ln>
            <a:noFill/>
          </a:ln>
        </p:spPr>
        <p:txBody>
          <a:bodyPr anchorCtr="0" anchor="t" bIns="94800" lIns="94800" spcFirstLastPara="1" rIns="94800" wrap="square" tIns="948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218" name="Google Shape;218;p47"/>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9">
    <p:spTree>
      <p:nvGrpSpPr>
        <p:cNvPr id="219" name="Shape 219"/>
        <p:cNvGrpSpPr/>
        <p:nvPr/>
      </p:nvGrpSpPr>
      <p:grpSpPr>
        <a:xfrm>
          <a:off x="0" y="0"/>
          <a:ext cx="0" cy="0"/>
          <a:chOff x="0" y="0"/>
          <a:chExt cx="0" cy="0"/>
        </a:xfrm>
      </p:grpSpPr>
      <p:sp>
        <p:nvSpPr>
          <p:cNvPr id="220" name="Google Shape;220;p48"/>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3">
  <p:cSld name="TITLE_AND_BODY_3_3">
    <p:spTree>
      <p:nvGrpSpPr>
        <p:cNvPr id="221" name="Shape 221"/>
        <p:cNvGrpSpPr/>
        <p:nvPr/>
      </p:nvGrpSpPr>
      <p:grpSpPr>
        <a:xfrm>
          <a:off x="0" y="0"/>
          <a:ext cx="0" cy="0"/>
          <a:chOff x="0" y="0"/>
          <a:chExt cx="0" cy="0"/>
        </a:xfrm>
      </p:grpSpPr>
      <p:sp>
        <p:nvSpPr>
          <p:cNvPr id="222" name="Google Shape;222;p49"/>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223" name="Google Shape;223;p49"/>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9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900">
                <a:solidFill>
                  <a:schemeClr val="dk1"/>
                </a:solidFill>
              </a:defRPr>
            </a:lvl2pPr>
            <a:lvl3pPr lvl="2" algn="l">
              <a:lnSpc>
                <a:spcPct val="115000"/>
              </a:lnSpc>
              <a:spcBef>
                <a:spcPts val="0"/>
              </a:spcBef>
              <a:spcAft>
                <a:spcPts val="0"/>
              </a:spcAft>
              <a:buClr>
                <a:schemeClr val="dk1"/>
              </a:buClr>
              <a:buSzPts val="1400"/>
              <a:buNone/>
              <a:defRPr sz="1900">
                <a:solidFill>
                  <a:schemeClr val="dk1"/>
                </a:solidFill>
              </a:defRPr>
            </a:lvl3pPr>
            <a:lvl4pPr lvl="3" algn="l">
              <a:lnSpc>
                <a:spcPct val="115000"/>
              </a:lnSpc>
              <a:spcBef>
                <a:spcPts val="0"/>
              </a:spcBef>
              <a:spcAft>
                <a:spcPts val="0"/>
              </a:spcAft>
              <a:buClr>
                <a:schemeClr val="dk1"/>
              </a:buClr>
              <a:buSzPts val="1400"/>
              <a:buNone/>
              <a:defRPr sz="1900">
                <a:solidFill>
                  <a:schemeClr val="dk1"/>
                </a:solidFill>
              </a:defRPr>
            </a:lvl4pPr>
            <a:lvl5pPr lvl="4" algn="l">
              <a:lnSpc>
                <a:spcPct val="115000"/>
              </a:lnSpc>
              <a:spcBef>
                <a:spcPts val="0"/>
              </a:spcBef>
              <a:spcAft>
                <a:spcPts val="0"/>
              </a:spcAft>
              <a:buClr>
                <a:schemeClr val="dk1"/>
              </a:buClr>
              <a:buSzPts val="1400"/>
              <a:buNone/>
              <a:defRPr sz="1900">
                <a:solidFill>
                  <a:schemeClr val="dk1"/>
                </a:solidFill>
              </a:defRPr>
            </a:lvl5pPr>
            <a:lvl6pPr lvl="5" algn="l">
              <a:lnSpc>
                <a:spcPct val="115000"/>
              </a:lnSpc>
              <a:spcBef>
                <a:spcPts val="0"/>
              </a:spcBef>
              <a:spcAft>
                <a:spcPts val="0"/>
              </a:spcAft>
              <a:buClr>
                <a:schemeClr val="dk1"/>
              </a:buClr>
              <a:buSzPts val="1400"/>
              <a:buNone/>
              <a:defRPr sz="1900">
                <a:solidFill>
                  <a:schemeClr val="dk1"/>
                </a:solidFill>
              </a:defRPr>
            </a:lvl6pPr>
            <a:lvl7pPr lvl="6" algn="l">
              <a:lnSpc>
                <a:spcPct val="115000"/>
              </a:lnSpc>
              <a:spcBef>
                <a:spcPts val="0"/>
              </a:spcBef>
              <a:spcAft>
                <a:spcPts val="0"/>
              </a:spcAft>
              <a:buClr>
                <a:schemeClr val="dk1"/>
              </a:buClr>
              <a:buSzPts val="1400"/>
              <a:buNone/>
              <a:defRPr sz="1900">
                <a:solidFill>
                  <a:schemeClr val="dk1"/>
                </a:solidFill>
              </a:defRPr>
            </a:lvl7pPr>
            <a:lvl8pPr lvl="7" algn="l">
              <a:lnSpc>
                <a:spcPct val="115000"/>
              </a:lnSpc>
              <a:spcBef>
                <a:spcPts val="0"/>
              </a:spcBef>
              <a:spcAft>
                <a:spcPts val="0"/>
              </a:spcAft>
              <a:buClr>
                <a:schemeClr val="dk1"/>
              </a:buClr>
              <a:buSzPts val="1400"/>
              <a:buNone/>
              <a:defRPr sz="1900">
                <a:solidFill>
                  <a:schemeClr val="dk1"/>
                </a:solidFill>
              </a:defRPr>
            </a:lvl8pPr>
            <a:lvl9pPr lvl="8" algn="l">
              <a:lnSpc>
                <a:spcPct val="115000"/>
              </a:lnSpc>
              <a:spcBef>
                <a:spcPts val="0"/>
              </a:spcBef>
              <a:spcAft>
                <a:spcPts val="0"/>
              </a:spcAft>
              <a:buClr>
                <a:schemeClr val="dk1"/>
              </a:buClr>
              <a:buSzPts val="1400"/>
              <a:buNone/>
              <a:defRPr sz="1900">
                <a:solidFill>
                  <a:schemeClr val="dk1"/>
                </a:solidFill>
              </a:defRPr>
            </a:lvl9pPr>
          </a:lstStyle>
          <a:p/>
        </p:txBody>
      </p:sp>
      <p:sp>
        <p:nvSpPr>
          <p:cNvPr id="224" name="Google Shape;224;p49"/>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3">
  <p:cSld name="ONE_COLUMN_TEXT_3">
    <p:spTree>
      <p:nvGrpSpPr>
        <p:cNvPr id="225" name="Shape 225"/>
        <p:cNvGrpSpPr/>
        <p:nvPr/>
      </p:nvGrpSpPr>
      <p:grpSpPr>
        <a:xfrm>
          <a:off x="0" y="0"/>
          <a:ext cx="0" cy="0"/>
          <a:chOff x="0" y="0"/>
          <a:chExt cx="0" cy="0"/>
        </a:xfrm>
      </p:grpSpPr>
      <p:sp>
        <p:nvSpPr>
          <p:cNvPr id="226" name="Google Shape;226;p50"/>
          <p:cNvSpPr txBox="1"/>
          <p:nvPr>
            <p:ph type="title"/>
          </p:nvPr>
        </p:nvSpPr>
        <p:spPr>
          <a:xfrm>
            <a:off x="457200" y="518667"/>
            <a:ext cx="3204600" cy="1005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227" name="Google Shape;227;p50"/>
          <p:cNvSpPr txBox="1"/>
          <p:nvPr>
            <p:ph idx="1" type="body"/>
          </p:nvPr>
        </p:nvSpPr>
        <p:spPr>
          <a:xfrm>
            <a:off x="457200" y="1524417"/>
            <a:ext cx="32046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7">
    <p:spTree>
      <p:nvGrpSpPr>
        <p:cNvPr id="228" name="Shape 228"/>
        <p:cNvGrpSpPr/>
        <p:nvPr/>
      </p:nvGrpSpPr>
      <p:grpSpPr>
        <a:xfrm>
          <a:off x="0" y="0"/>
          <a:ext cx="0" cy="0"/>
          <a:chOff x="0" y="0"/>
          <a:chExt cx="0" cy="0"/>
        </a:xfrm>
      </p:grpSpPr>
      <p:sp>
        <p:nvSpPr>
          <p:cNvPr id="229" name="Google Shape;229;p51"/>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230" name="Google Shape;230;p51"/>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8">
  <p:cSld name="TITLE_ONLY_12">
    <p:spTree>
      <p:nvGrpSpPr>
        <p:cNvPr id="231" name="Shape 231"/>
        <p:cNvGrpSpPr/>
        <p:nvPr/>
      </p:nvGrpSpPr>
      <p:grpSpPr>
        <a:xfrm>
          <a:off x="0" y="0"/>
          <a:ext cx="0" cy="0"/>
          <a:chOff x="0" y="0"/>
          <a:chExt cx="0" cy="0"/>
        </a:xfrm>
      </p:grpSpPr>
      <p:sp>
        <p:nvSpPr>
          <p:cNvPr id="232" name="Google Shape;232;p52"/>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wo columns 1">
  <p:cSld name="Chapter title and two columns_1">
    <p:spTree>
      <p:nvGrpSpPr>
        <p:cNvPr id="233" name="Shape 233"/>
        <p:cNvGrpSpPr/>
        <p:nvPr/>
      </p:nvGrpSpPr>
      <p:grpSpPr>
        <a:xfrm>
          <a:off x="0" y="0"/>
          <a:ext cx="0" cy="0"/>
          <a:chOff x="0" y="0"/>
          <a:chExt cx="0" cy="0"/>
        </a:xfrm>
      </p:grpSpPr>
      <p:sp>
        <p:nvSpPr>
          <p:cNvPr id="234" name="Google Shape;234;p53"/>
          <p:cNvSpPr txBox="1"/>
          <p:nvPr>
            <p:ph type="title"/>
          </p:nvPr>
        </p:nvSpPr>
        <p:spPr>
          <a:xfrm>
            <a:off x="4572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235" name="Google Shape;235;p53"/>
          <p:cNvSpPr txBox="1"/>
          <p:nvPr>
            <p:ph idx="1" type="body"/>
          </p:nvPr>
        </p:nvSpPr>
        <p:spPr>
          <a:xfrm>
            <a:off x="4572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236" name="Google Shape;236;p53"/>
          <p:cNvSpPr txBox="1"/>
          <p:nvPr>
            <p:ph idx="2"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237" name="Google Shape;237;p53"/>
          <p:cNvSpPr txBox="1"/>
          <p:nvPr>
            <p:ph idx="3" type="title"/>
          </p:nvPr>
        </p:nvSpPr>
        <p:spPr>
          <a:xfrm>
            <a:off x="45617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238" name="Google Shape;238;p53"/>
          <p:cNvSpPr txBox="1"/>
          <p:nvPr>
            <p:ph idx="4" type="body"/>
          </p:nvPr>
        </p:nvSpPr>
        <p:spPr>
          <a:xfrm>
            <a:off x="45617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1">
  <p:cSld name="TITLE_ONLY_6_1">
    <p:spTree>
      <p:nvGrpSpPr>
        <p:cNvPr id="239" name="Shape 239"/>
        <p:cNvGrpSpPr/>
        <p:nvPr/>
      </p:nvGrpSpPr>
      <p:grpSpPr>
        <a:xfrm>
          <a:off x="0" y="0"/>
          <a:ext cx="0" cy="0"/>
          <a:chOff x="0" y="0"/>
          <a:chExt cx="0" cy="0"/>
        </a:xfrm>
      </p:grpSpPr>
      <p:sp>
        <p:nvSpPr>
          <p:cNvPr id="240" name="Google Shape;240;p54"/>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7 1">
  <p:cSld name="TITLE_ONLY_7_1">
    <p:spTree>
      <p:nvGrpSpPr>
        <p:cNvPr id="241" name="Shape 241"/>
        <p:cNvGrpSpPr/>
        <p:nvPr/>
      </p:nvGrpSpPr>
      <p:grpSpPr>
        <a:xfrm>
          <a:off x="0" y="0"/>
          <a:ext cx="0" cy="0"/>
          <a:chOff x="0" y="0"/>
          <a:chExt cx="0" cy="0"/>
        </a:xfrm>
      </p:grpSpPr>
      <p:sp>
        <p:nvSpPr>
          <p:cNvPr id="242" name="Google Shape;242;p55"/>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1 1">
  <p:cSld name="Title + Subtitle_1_1">
    <p:spTree>
      <p:nvGrpSpPr>
        <p:cNvPr id="243" name="Shape 243"/>
        <p:cNvGrpSpPr/>
        <p:nvPr/>
      </p:nvGrpSpPr>
      <p:grpSpPr>
        <a:xfrm>
          <a:off x="0" y="0"/>
          <a:ext cx="0" cy="0"/>
          <a:chOff x="0" y="0"/>
          <a:chExt cx="0" cy="0"/>
        </a:xfrm>
      </p:grpSpPr>
      <p:sp>
        <p:nvSpPr>
          <p:cNvPr id="244" name="Google Shape;244;p56"/>
          <p:cNvSpPr txBox="1"/>
          <p:nvPr>
            <p:ph idx="1"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245" name="Google Shape;245;p56"/>
          <p:cNvSpPr txBox="1"/>
          <p:nvPr>
            <p:ph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4">
  <p:cSld name="TITLE_AND_BODY_8">
    <p:spTree>
      <p:nvGrpSpPr>
        <p:cNvPr id="246" name="Shape 246"/>
        <p:cNvGrpSpPr/>
        <p:nvPr/>
      </p:nvGrpSpPr>
      <p:grpSpPr>
        <a:xfrm>
          <a:off x="0" y="0"/>
          <a:ext cx="0" cy="0"/>
          <a:chOff x="0" y="0"/>
          <a:chExt cx="0" cy="0"/>
        </a:xfrm>
      </p:grpSpPr>
      <p:sp>
        <p:nvSpPr>
          <p:cNvPr id="247" name="Google Shape;247;p57"/>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248" name="Google Shape;248;p57"/>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one column">
  <p:cSld name="CUSTOM_3_1">
    <p:spTree>
      <p:nvGrpSpPr>
        <p:cNvPr id="249" name="Shape 249"/>
        <p:cNvGrpSpPr/>
        <p:nvPr/>
      </p:nvGrpSpPr>
      <p:grpSpPr>
        <a:xfrm>
          <a:off x="0" y="0"/>
          <a:ext cx="0" cy="0"/>
          <a:chOff x="0" y="0"/>
          <a:chExt cx="0" cy="0"/>
        </a:xfrm>
      </p:grpSpPr>
      <p:sp>
        <p:nvSpPr>
          <p:cNvPr id="250" name="Google Shape;250;p58"/>
          <p:cNvSpPr txBox="1"/>
          <p:nvPr>
            <p:ph idx="1" type="subTitle"/>
          </p:nvPr>
        </p:nvSpPr>
        <p:spPr>
          <a:xfrm>
            <a:off x="571500" y="1905000"/>
            <a:ext cx="3093000" cy="3987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251" name="Google Shape;251;p58"/>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52" name="Google Shape;252;p58"/>
          <p:cNvSpPr txBox="1"/>
          <p:nvPr>
            <p:ph idx="2" type="body"/>
          </p:nvPr>
        </p:nvSpPr>
        <p:spPr>
          <a:xfrm>
            <a:off x="571500" y="2406917"/>
            <a:ext cx="3093000" cy="26730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53" name="Google Shape;253;p58"/>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ncepts - horizontal">
  <p:cSld name="TITLE_AND_TWO_COLUMNS_1_1">
    <p:spTree>
      <p:nvGrpSpPr>
        <p:cNvPr id="254" name="Shape 254"/>
        <p:cNvGrpSpPr/>
        <p:nvPr/>
      </p:nvGrpSpPr>
      <p:grpSpPr>
        <a:xfrm>
          <a:off x="0" y="0"/>
          <a:ext cx="0" cy="0"/>
          <a:chOff x="0" y="0"/>
          <a:chExt cx="0" cy="0"/>
        </a:xfrm>
      </p:grpSpPr>
      <p:sp>
        <p:nvSpPr>
          <p:cNvPr id="255" name="Google Shape;255;p59"/>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56" name="Google Shape;256;p59"/>
          <p:cNvSpPr txBox="1"/>
          <p:nvPr>
            <p:ph idx="1" type="body"/>
          </p:nvPr>
        </p:nvSpPr>
        <p:spPr>
          <a:xfrm>
            <a:off x="5715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57" name="Google Shape;257;p59"/>
          <p:cNvSpPr txBox="1"/>
          <p:nvPr>
            <p:ph idx="2" type="subTitle"/>
          </p:nvPr>
        </p:nvSpPr>
        <p:spPr>
          <a:xfrm>
            <a:off x="5715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rgbClr val="97B1CE"/>
              </a:buClr>
              <a:buSzPts val="1000"/>
              <a:buFont typeface="Poppins SemiBold"/>
              <a:buNone/>
              <a:defRPr sz="1000">
                <a:solidFill>
                  <a:srgbClr val="97B1CE"/>
                </a:solidFill>
                <a:latin typeface="Poppins SemiBold"/>
                <a:ea typeface="Poppins SemiBold"/>
                <a:cs typeface="Poppins SemiBold"/>
                <a:sym typeface="Poppins SemiBold"/>
              </a:defRPr>
            </a:lvl1pPr>
            <a:lvl2pPr lvl="1">
              <a:lnSpc>
                <a:spcPct val="100000"/>
              </a:lnSpc>
              <a:spcBef>
                <a:spcPts val="0"/>
              </a:spcBef>
              <a:spcAft>
                <a:spcPts val="0"/>
              </a:spcAft>
              <a:buClr>
                <a:srgbClr val="97B1CE"/>
              </a:buClr>
              <a:buSzPts val="1400"/>
              <a:buNone/>
              <a:defRPr>
                <a:solidFill>
                  <a:srgbClr val="97B1CE"/>
                </a:solidFill>
              </a:defRPr>
            </a:lvl2pPr>
            <a:lvl3pPr lvl="2">
              <a:lnSpc>
                <a:spcPct val="100000"/>
              </a:lnSpc>
              <a:spcBef>
                <a:spcPts val="0"/>
              </a:spcBef>
              <a:spcAft>
                <a:spcPts val="0"/>
              </a:spcAft>
              <a:buClr>
                <a:srgbClr val="97B1CE"/>
              </a:buClr>
              <a:buSzPts val="1400"/>
              <a:buNone/>
              <a:defRPr>
                <a:solidFill>
                  <a:srgbClr val="97B1CE"/>
                </a:solidFill>
              </a:defRPr>
            </a:lvl3pPr>
            <a:lvl4pPr lvl="3">
              <a:lnSpc>
                <a:spcPct val="100000"/>
              </a:lnSpc>
              <a:spcBef>
                <a:spcPts val="0"/>
              </a:spcBef>
              <a:spcAft>
                <a:spcPts val="0"/>
              </a:spcAft>
              <a:buClr>
                <a:srgbClr val="97B1CE"/>
              </a:buClr>
              <a:buSzPts val="1400"/>
              <a:buNone/>
              <a:defRPr>
                <a:solidFill>
                  <a:srgbClr val="97B1CE"/>
                </a:solidFill>
              </a:defRPr>
            </a:lvl4pPr>
            <a:lvl5pPr lvl="4">
              <a:lnSpc>
                <a:spcPct val="100000"/>
              </a:lnSpc>
              <a:spcBef>
                <a:spcPts val="0"/>
              </a:spcBef>
              <a:spcAft>
                <a:spcPts val="0"/>
              </a:spcAft>
              <a:buClr>
                <a:srgbClr val="97B1CE"/>
              </a:buClr>
              <a:buSzPts val="1400"/>
              <a:buNone/>
              <a:defRPr>
                <a:solidFill>
                  <a:srgbClr val="97B1CE"/>
                </a:solidFill>
              </a:defRPr>
            </a:lvl5pPr>
            <a:lvl6pPr lvl="5">
              <a:lnSpc>
                <a:spcPct val="100000"/>
              </a:lnSpc>
              <a:spcBef>
                <a:spcPts val="0"/>
              </a:spcBef>
              <a:spcAft>
                <a:spcPts val="0"/>
              </a:spcAft>
              <a:buClr>
                <a:srgbClr val="97B1CE"/>
              </a:buClr>
              <a:buSzPts val="1400"/>
              <a:buNone/>
              <a:defRPr>
                <a:solidFill>
                  <a:srgbClr val="97B1CE"/>
                </a:solidFill>
              </a:defRPr>
            </a:lvl6pPr>
            <a:lvl7pPr lvl="6">
              <a:lnSpc>
                <a:spcPct val="100000"/>
              </a:lnSpc>
              <a:spcBef>
                <a:spcPts val="0"/>
              </a:spcBef>
              <a:spcAft>
                <a:spcPts val="0"/>
              </a:spcAft>
              <a:buClr>
                <a:srgbClr val="97B1CE"/>
              </a:buClr>
              <a:buSzPts val="1400"/>
              <a:buNone/>
              <a:defRPr>
                <a:solidFill>
                  <a:srgbClr val="97B1CE"/>
                </a:solidFill>
              </a:defRPr>
            </a:lvl7pPr>
            <a:lvl8pPr lvl="7">
              <a:lnSpc>
                <a:spcPct val="100000"/>
              </a:lnSpc>
              <a:spcBef>
                <a:spcPts val="0"/>
              </a:spcBef>
              <a:spcAft>
                <a:spcPts val="0"/>
              </a:spcAft>
              <a:buClr>
                <a:srgbClr val="97B1CE"/>
              </a:buClr>
              <a:buSzPts val="1400"/>
              <a:buNone/>
              <a:defRPr>
                <a:solidFill>
                  <a:srgbClr val="97B1CE"/>
                </a:solidFill>
              </a:defRPr>
            </a:lvl8pPr>
            <a:lvl9pPr lvl="8">
              <a:lnSpc>
                <a:spcPct val="100000"/>
              </a:lnSpc>
              <a:spcBef>
                <a:spcPts val="0"/>
              </a:spcBef>
              <a:spcAft>
                <a:spcPts val="0"/>
              </a:spcAft>
              <a:buClr>
                <a:srgbClr val="97B1CE"/>
              </a:buClr>
              <a:buSzPts val="1400"/>
              <a:buNone/>
              <a:defRPr>
                <a:solidFill>
                  <a:srgbClr val="97B1CE"/>
                </a:solidFill>
              </a:defRPr>
            </a:lvl9pPr>
          </a:lstStyle>
          <a:p/>
        </p:txBody>
      </p:sp>
      <p:sp>
        <p:nvSpPr>
          <p:cNvPr id="258" name="Google Shape;258;p59"/>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59" name="Google Shape;259;p59"/>
          <p:cNvSpPr txBox="1"/>
          <p:nvPr>
            <p:ph idx="3" type="body"/>
          </p:nvPr>
        </p:nvSpPr>
        <p:spPr>
          <a:xfrm>
            <a:off x="26677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60" name="Google Shape;260;p59"/>
          <p:cNvSpPr txBox="1"/>
          <p:nvPr>
            <p:ph idx="4" type="subTitle"/>
          </p:nvPr>
        </p:nvSpPr>
        <p:spPr>
          <a:xfrm>
            <a:off x="26677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rgbClr val="97B1CE"/>
              </a:buClr>
              <a:buSzPts val="1000"/>
              <a:buFont typeface="Poppins SemiBold"/>
              <a:buNone/>
              <a:defRPr sz="1000">
                <a:solidFill>
                  <a:srgbClr val="97B1CE"/>
                </a:solidFill>
                <a:latin typeface="Poppins SemiBold"/>
                <a:ea typeface="Poppins SemiBold"/>
                <a:cs typeface="Poppins SemiBold"/>
                <a:sym typeface="Poppins SemiBold"/>
              </a:defRPr>
            </a:lvl1pPr>
            <a:lvl2pPr lvl="1">
              <a:lnSpc>
                <a:spcPct val="100000"/>
              </a:lnSpc>
              <a:spcBef>
                <a:spcPts val="0"/>
              </a:spcBef>
              <a:spcAft>
                <a:spcPts val="0"/>
              </a:spcAft>
              <a:buClr>
                <a:srgbClr val="97B1CE"/>
              </a:buClr>
              <a:buSzPts val="1400"/>
              <a:buNone/>
              <a:defRPr>
                <a:solidFill>
                  <a:srgbClr val="97B1CE"/>
                </a:solidFill>
              </a:defRPr>
            </a:lvl2pPr>
            <a:lvl3pPr lvl="2">
              <a:lnSpc>
                <a:spcPct val="100000"/>
              </a:lnSpc>
              <a:spcBef>
                <a:spcPts val="0"/>
              </a:spcBef>
              <a:spcAft>
                <a:spcPts val="0"/>
              </a:spcAft>
              <a:buClr>
                <a:srgbClr val="97B1CE"/>
              </a:buClr>
              <a:buSzPts val="1400"/>
              <a:buNone/>
              <a:defRPr>
                <a:solidFill>
                  <a:srgbClr val="97B1CE"/>
                </a:solidFill>
              </a:defRPr>
            </a:lvl3pPr>
            <a:lvl4pPr lvl="3">
              <a:lnSpc>
                <a:spcPct val="100000"/>
              </a:lnSpc>
              <a:spcBef>
                <a:spcPts val="0"/>
              </a:spcBef>
              <a:spcAft>
                <a:spcPts val="0"/>
              </a:spcAft>
              <a:buClr>
                <a:srgbClr val="97B1CE"/>
              </a:buClr>
              <a:buSzPts val="1400"/>
              <a:buNone/>
              <a:defRPr>
                <a:solidFill>
                  <a:srgbClr val="97B1CE"/>
                </a:solidFill>
              </a:defRPr>
            </a:lvl4pPr>
            <a:lvl5pPr lvl="4">
              <a:lnSpc>
                <a:spcPct val="100000"/>
              </a:lnSpc>
              <a:spcBef>
                <a:spcPts val="0"/>
              </a:spcBef>
              <a:spcAft>
                <a:spcPts val="0"/>
              </a:spcAft>
              <a:buClr>
                <a:srgbClr val="97B1CE"/>
              </a:buClr>
              <a:buSzPts val="1400"/>
              <a:buNone/>
              <a:defRPr>
                <a:solidFill>
                  <a:srgbClr val="97B1CE"/>
                </a:solidFill>
              </a:defRPr>
            </a:lvl5pPr>
            <a:lvl6pPr lvl="5">
              <a:lnSpc>
                <a:spcPct val="100000"/>
              </a:lnSpc>
              <a:spcBef>
                <a:spcPts val="0"/>
              </a:spcBef>
              <a:spcAft>
                <a:spcPts val="0"/>
              </a:spcAft>
              <a:buClr>
                <a:srgbClr val="97B1CE"/>
              </a:buClr>
              <a:buSzPts val="1400"/>
              <a:buNone/>
              <a:defRPr>
                <a:solidFill>
                  <a:srgbClr val="97B1CE"/>
                </a:solidFill>
              </a:defRPr>
            </a:lvl6pPr>
            <a:lvl7pPr lvl="6">
              <a:lnSpc>
                <a:spcPct val="100000"/>
              </a:lnSpc>
              <a:spcBef>
                <a:spcPts val="0"/>
              </a:spcBef>
              <a:spcAft>
                <a:spcPts val="0"/>
              </a:spcAft>
              <a:buClr>
                <a:srgbClr val="97B1CE"/>
              </a:buClr>
              <a:buSzPts val="1400"/>
              <a:buNone/>
              <a:defRPr>
                <a:solidFill>
                  <a:srgbClr val="97B1CE"/>
                </a:solidFill>
              </a:defRPr>
            </a:lvl7pPr>
            <a:lvl8pPr lvl="7">
              <a:lnSpc>
                <a:spcPct val="100000"/>
              </a:lnSpc>
              <a:spcBef>
                <a:spcPts val="0"/>
              </a:spcBef>
              <a:spcAft>
                <a:spcPts val="0"/>
              </a:spcAft>
              <a:buClr>
                <a:srgbClr val="97B1CE"/>
              </a:buClr>
              <a:buSzPts val="1400"/>
              <a:buNone/>
              <a:defRPr>
                <a:solidFill>
                  <a:srgbClr val="97B1CE"/>
                </a:solidFill>
              </a:defRPr>
            </a:lvl8pPr>
            <a:lvl9pPr lvl="8">
              <a:lnSpc>
                <a:spcPct val="100000"/>
              </a:lnSpc>
              <a:spcBef>
                <a:spcPts val="0"/>
              </a:spcBef>
              <a:spcAft>
                <a:spcPts val="0"/>
              </a:spcAft>
              <a:buClr>
                <a:srgbClr val="97B1CE"/>
              </a:buClr>
              <a:buSzPts val="1400"/>
              <a:buNone/>
              <a:defRPr>
                <a:solidFill>
                  <a:srgbClr val="97B1CE"/>
                </a:solidFill>
              </a:defRPr>
            </a:lvl9pPr>
          </a:lstStyle>
          <a:p/>
        </p:txBody>
      </p:sp>
      <p:sp>
        <p:nvSpPr>
          <p:cNvPr id="261" name="Google Shape;261;p59"/>
          <p:cNvSpPr txBox="1"/>
          <p:nvPr>
            <p:ph idx="5" type="body"/>
          </p:nvPr>
        </p:nvSpPr>
        <p:spPr>
          <a:xfrm>
            <a:off x="47639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62" name="Google Shape;262;p59"/>
          <p:cNvSpPr txBox="1"/>
          <p:nvPr>
            <p:ph idx="6" type="subTitle"/>
          </p:nvPr>
        </p:nvSpPr>
        <p:spPr>
          <a:xfrm>
            <a:off x="47639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rgbClr val="97B1CE"/>
              </a:buClr>
              <a:buSzPts val="1000"/>
              <a:buFont typeface="Poppins SemiBold"/>
              <a:buNone/>
              <a:defRPr sz="1000">
                <a:solidFill>
                  <a:srgbClr val="97B1CE"/>
                </a:solidFill>
                <a:latin typeface="Poppins SemiBold"/>
                <a:ea typeface="Poppins SemiBold"/>
                <a:cs typeface="Poppins SemiBold"/>
                <a:sym typeface="Poppins SemiBold"/>
              </a:defRPr>
            </a:lvl1pPr>
            <a:lvl2pPr lvl="1">
              <a:lnSpc>
                <a:spcPct val="100000"/>
              </a:lnSpc>
              <a:spcBef>
                <a:spcPts val="0"/>
              </a:spcBef>
              <a:spcAft>
                <a:spcPts val="0"/>
              </a:spcAft>
              <a:buClr>
                <a:srgbClr val="97B1CE"/>
              </a:buClr>
              <a:buSzPts val="1400"/>
              <a:buNone/>
              <a:defRPr>
                <a:solidFill>
                  <a:srgbClr val="97B1CE"/>
                </a:solidFill>
              </a:defRPr>
            </a:lvl2pPr>
            <a:lvl3pPr lvl="2">
              <a:lnSpc>
                <a:spcPct val="100000"/>
              </a:lnSpc>
              <a:spcBef>
                <a:spcPts val="0"/>
              </a:spcBef>
              <a:spcAft>
                <a:spcPts val="0"/>
              </a:spcAft>
              <a:buClr>
                <a:srgbClr val="97B1CE"/>
              </a:buClr>
              <a:buSzPts val="1400"/>
              <a:buNone/>
              <a:defRPr>
                <a:solidFill>
                  <a:srgbClr val="97B1CE"/>
                </a:solidFill>
              </a:defRPr>
            </a:lvl3pPr>
            <a:lvl4pPr lvl="3">
              <a:lnSpc>
                <a:spcPct val="100000"/>
              </a:lnSpc>
              <a:spcBef>
                <a:spcPts val="0"/>
              </a:spcBef>
              <a:spcAft>
                <a:spcPts val="0"/>
              </a:spcAft>
              <a:buClr>
                <a:srgbClr val="97B1CE"/>
              </a:buClr>
              <a:buSzPts val="1400"/>
              <a:buNone/>
              <a:defRPr>
                <a:solidFill>
                  <a:srgbClr val="97B1CE"/>
                </a:solidFill>
              </a:defRPr>
            </a:lvl4pPr>
            <a:lvl5pPr lvl="4">
              <a:lnSpc>
                <a:spcPct val="100000"/>
              </a:lnSpc>
              <a:spcBef>
                <a:spcPts val="0"/>
              </a:spcBef>
              <a:spcAft>
                <a:spcPts val="0"/>
              </a:spcAft>
              <a:buClr>
                <a:srgbClr val="97B1CE"/>
              </a:buClr>
              <a:buSzPts val="1400"/>
              <a:buNone/>
              <a:defRPr>
                <a:solidFill>
                  <a:srgbClr val="97B1CE"/>
                </a:solidFill>
              </a:defRPr>
            </a:lvl5pPr>
            <a:lvl6pPr lvl="5">
              <a:lnSpc>
                <a:spcPct val="100000"/>
              </a:lnSpc>
              <a:spcBef>
                <a:spcPts val="0"/>
              </a:spcBef>
              <a:spcAft>
                <a:spcPts val="0"/>
              </a:spcAft>
              <a:buClr>
                <a:srgbClr val="97B1CE"/>
              </a:buClr>
              <a:buSzPts val="1400"/>
              <a:buNone/>
              <a:defRPr>
                <a:solidFill>
                  <a:srgbClr val="97B1CE"/>
                </a:solidFill>
              </a:defRPr>
            </a:lvl6pPr>
            <a:lvl7pPr lvl="6">
              <a:lnSpc>
                <a:spcPct val="100000"/>
              </a:lnSpc>
              <a:spcBef>
                <a:spcPts val="0"/>
              </a:spcBef>
              <a:spcAft>
                <a:spcPts val="0"/>
              </a:spcAft>
              <a:buClr>
                <a:srgbClr val="97B1CE"/>
              </a:buClr>
              <a:buSzPts val="1400"/>
              <a:buNone/>
              <a:defRPr>
                <a:solidFill>
                  <a:srgbClr val="97B1CE"/>
                </a:solidFill>
              </a:defRPr>
            </a:lvl7pPr>
            <a:lvl8pPr lvl="7">
              <a:lnSpc>
                <a:spcPct val="100000"/>
              </a:lnSpc>
              <a:spcBef>
                <a:spcPts val="0"/>
              </a:spcBef>
              <a:spcAft>
                <a:spcPts val="0"/>
              </a:spcAft>
              <a:buClr>
                <a:srgbClr val="97B1CE"/>
              </a:buClr>
              <a:buSzPts val="1400"/>
              <a:buNone/>
              <a:defRPr>
                <a:solidFill>
                  <a:srgbClr val="97B1CE"/>
                </a:solidFill>
              </a:defRPr>
            </a:lvl8pPr>
            <a:lvl9pPr lvl="8">
              <a:lnSpc>
                <a:spcPct val="100000"/>
              </a:lnSpc>
              <a:spcBef>
                <a:spcPts val="0"/>
              </a:spcBef>
              <a:spcAft>
                <a:spcPts val="0"/>
              </a:spcAft>
              <a:buClr>
                <a:srgbClr val="97B1CE"/>
              </a:buClr>
              <a:buSzPts val="1400"/>
              <a:buNone/>
              <a:defRPr>
                <a:solidFill>
                  <a:srgbClr val="97B1CE"/>
                </a:solidFill>
              </a:defRPr>
            </a:lvl9pPr>
          </a:lstStyle>
          <a:p/>
        </p:txBody>
      </p:sp>
      <p:sp>
        <p:nvSpPr>
          <p:cNvPr id="263" name="Google Shape;263;p59"/>
          <p:cNvSpPr txBox="1"/>
          <p:nvPr>
            <p:ph idx="7" type="body"/>
          </p:nvPr>
        </p:nvSpPr>
        <p:spPr>
          <a:xfrm>
            <a:off x="68601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64" name="Google Shape;264;p59"/>
          <p:cNvSpPr txBox="1"/>
          <p:nvPr>
            <p:ph idx="8" type="subTitle"/>
          </p:nvPr>
        </p:nvSpPr>
        <p:spPr>
          <a:xfrm>
            <a:off x="68601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rgbClr val="97B1CE"/>
              </a:buClr>
              <a:buSzPts val="1000"/>
              <a:buFont typeface="Poppins SemiBold"/>
              <a:buNone/>
              <a:defRPr sz="1000">
                <a:solidFill>
                  <a:srgbClr val="97B1CE"/>
                </a:solidFill>
                <a:latin typeface="Poppins SemiBold"/>
                <a:ea typeface="Poppins SemiBold"/>
                <a:cs typeface="Poppins SemiBold"/>
                <a:sym typeface="Poppins SemiBold"/>
              </a:defRPr>
            </a:lvl1pPr>
            <a:lvl2pPr lvl="1">
              <a:lnSpc>
                <a:spcPct val="100000"/>
              </a:lnSpc>
              <a:spcBef>
                <a:spcPts val="0"/>
              </a:spcBef>
              <a:spcAft>
                <a:spcPts val="0"/>
              </a:spcAft>
              <a:buClr>
                <a:srgbClr val="97B1CE"/>
              </a:buClr>
              <a:buSzPts val="1400"/>
              <a:buNone/>
              <a:defRPr>
                <a:solidFill>
                  <a:srgbClr val="97B1CE"/>
                </a:solidFill>
              </a:defRPr>
            </a:lvl2pPr>
            <a:lvl3pPr lvl="2">
              <a:lnSpc>
                <a:spcPct val="100000"/>
              </a:lnSpc>
              <a:spcBef>
                <a:spcPts val="0"/>
              </a:spcBef>
              <a:spcAft>
                <a:spcPts val="0"/>
              </a:spcAft>
              <a:buClr>
                <a:srgbClr val="97B1CE"/>
              </a:buClr>
              <a:buSzPts val="1400"/>
              <a:buNone/>
              <a:defRPr>
                <a:solidFill>
                  <a:srgbClr val="97B1CE"/>
                </a:solidFill>
              </a:defRPr>
            </a:lvl3pPr>
            <a:lvl4pPr lvl="3">
              <a:lnSpc>
                <a:spcPct val="100000"/>
              </a:lnSpc>
              <a:spcBef>
                <a:spcPts val="0"/>
              </a:spcBef>
              <a:spcAft>
                <a:spcPts val="0"/>
              </a:spcAft>
              <a:buClr>
                <a:srgbClr val="97B1CE"/>
              </a:buClr>
              <a:buSzPts val="1400"/>
              <a:buNone/>
              <a:defRPr>
                <a:solidFill>
                  <a:srgbClr val="97B1CE"/>
                </a:solidFill>
              </a:defRPr>
            </a:lvl4pPr>
            <a:lvl5pPr lvl="4">
              <a:lnSpc>
                <a:spcPct val="100000"/>
              </a:lnSpc>
              <a:spcBef>
                <a:spcPts val="0"/>
              </a:spcBef>
              <a:spcAft>
                <a:spcPts val="0"/>
              </a:spcAft>
              <a:buClr>
                <a:srgbClr val="97B1CE"/>
              </a:buClr>
              <a:buSzPts val="1400"/>
              <a:buNone/>
              <a:defRPr>
                <a:solidFill>
                  <a:srgbClr val="97B1CE"/>
                </a:solidFill>
              </a:defRPr>
            </a:lvl5pPr>
            <a:lvl6pPr lvl="5">
              <a:lnSpc>
                <a:spcPct val="100000"/>
              </a:lnSpc>
              <a:spcBef>
                <a:spcPts val="0"/>
              </a:spcBef>
              <a:spcAft>
                <a:spcPts val="0"/>
              </a:spcAft>
              <a:buClr>
                <a:srgbClr val="97B1CE"/>
              </a:buClr>
              <a:buSzPts val="1400"/>
              <a:buNone/>
              <a:defRPr>
                <a:solidFill>
                  <a:srgbClr val="97B1CE"/>
                </a:solidFill>
              </a:defRPr>
            </a:lvl6pPr>
            <a:lvl7pPr lvl="6">
              <a:lnSpc>
                <a:spcPct val="100000"/>
              </a:lnSpc>
              <a:spcBef>
                <a:spcPts val="0"/>
              </a:spcBef>
              <a:spcAft>
                <a:spcPts val="0"/>
              </a:spcAft>
              <a:buClr>
                <a:srgbClr val="97B1CE"/>
              </a:buClr>
              <a:buSzPts val="1400"/>
              <a:buNone/>
              <a:defRPr>
                <a:solidFill>
                  <a:srgbClr val="97B1CE"/>
                </a:solidFill>
              </a:defRPr>
            </a:lvl7pPr>
            <a:lvl8pPr lvl="7">
              <a:lnSpc>
                <a:spcPct val="100000"/>
              </a:lnSpc>
              <a:spcBef>
                <a:spcPts val="0"/>
              </a:spcBef>
              <a:spcAft>
                <a:spcPts val="0"/>
              </a:spcAft>
              <a:buClr>
                <a:srgbClr val="97B1CE"/>
              </a:buClr>
              <a:buSzPts val="1400"/>
              <a:buNone/>
              <a:defRPr>
                <a:solidFill>
                  <a:srgbClr val="97B1CE"/>
                </a:solidFill>
              </a:defRPr>
            </a:lvl8pPr>
            <a:lvl9pPr lvl="8">
              <a:lnSpc>
                <a:spcPct val="100000"/>
              </a:lnSpc>
              <a:spcBef>
                <a:spcPts val="0"/>
              </a:spcBef>
              <a:spcAft>
                <a:spcPts val="0"/>
              </a:spcAft>
              <a:buClr>
                <a:srgbClr val="97B1CE"/>
              </a:buClr>
              <a:buSzPts val="1400"/>
              <a:buNone/>
              <a:defRPr>
                <a:solidFill>
                  <a:srgbClr val="97B1CE"/>
                </a:solidFill>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3 master">
  <p:cSld name="Slide 13 master">
    <p:spTree>
      <p:nvGrpSpPr>
        <p:cNvPr id="265" name="Shape 265"/>
        <p:cNvGrpSpPr/>
        <p:nvPr/>
      </p:nvGrpSpPr>
      <p:grpSpPr>
        <a:xfrm>
          <a:off x="0" y="0"/>
          <a:ext cx="0" cy="0"/>
          <a:chOff x="0" y="0"/>
          <a:chExt cx="0" cy="0"/>
        </a:xfrm>
      </p:grpSpPr>
      <p:pic>
        <p:nvPicPr>
          <p:cNvPr descr="preencoded.png" id="266" name="Google Shape;266;p60"/>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267" name="Google Shape;267;p60"/>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6 master">
  <p:cSld name="Slide 16 master">
    <p:spTree>
      <p:nvGrpSpPr>
        <p:cNvPr id="268" name="Shape 268"/>
        <p:cNvGrpSpPr/>
        <p:nvPr/>
      </p:nvGrpSpPr>
      <p:grpSpPr>
        <a:xfrm>
          <a:off x="0" y="0"/>
          <a:ext cx="0" cy="0"/>
          <a:chOff x="0" y="0"/>
          <a:chExt cx="0" cy="0"/>
        </a:xfrm>
      </p:grpSpPr>
      <p:pic>
        <p:nvPicPr>
          <p:cNvPr descr="preencoded.png" id="269" name="Google Shape;269;p61"/>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270" name="Google Shape;270;p61"/>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1">
  <p:cSld name="TITLE_ONLY_4">
    <p:spTree>
      <p:nvGrpSpPr>
        <p:cNvPr id="271" name="Shape 271"/>
        <p:cNvGrpSpPr/>
        <p:nvPr/>
      </p:nvGrpSpPr>
      <p:grpSpPr>
        <a:xfrm>
          <a:off x="0" y="0"/>
          <a:ext cx="0" cy="0"/>
          <a:chOff x="0" y="0"/>
          <a:chExt cx="0" cy="0"/>
        </a:xfrm>
      </p:grpSpPr>
      <p:sp>
        <p:nvSpPr>
          <p:cNvPr id="272" name="Google Shape;272;p62"/>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screen quote">
  <p:cSld name="CUSTOM_8_1">
    <p:spTree>
      <p:nvGrpSpPr>
        <p:cNvPr id="273" name="Shape 273"/>
        <p:cNvGrpSpPr/>
        <p:nvPr/>
      </p:nvGrpSpPr>
      <p:grpSpPr>
        <a:xfrm>
          <a:off x="0" y="0"/>
          <a:ext cx="0" cy="0"/>
          <a:chOff x="0" y="0"/>
          <a:chExt cx="0" cy="0"/>
        </a:xfrm>
      </p:grpSpPr>
      <p:sp>
        <p:nvSpPr>
          <p:cNvPr id="274" name="Google Shape;274;p63"/>
          <p:cNvSpPr txBox="1"/>
          <p:nvPr>
            <p:ph type="title"/>
          </p:nvPr>
        </p:nvSpPr>
        <p:spPr>
          <a:xfrm>
            <a:off x="5139900" y="2026361"/>
            <a:ext cx="3089700" cy="1937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400"/>
              <a:buFont typeface="Poppins SemiBold"/>
              <a:buNone/>
              <a:defRPr b="0" sz="1400">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9pPr>
          </a:lstStyle>
          <a:p/>
        </p:txBody>
      </p:sp>
      <p:sp>
        <p:nvSpPr>
          <p:cNvPr id="275" name="Google Shape;275;p63"/>
          <p:cNvSpPr txBox="1"/>
          <p:nvPr>
            <p:ph idx="2"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276" name="Google Shape;276;p63"/>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277" name="Google Shape;277;p63"/>
          <p:cNvSpPr txBox="1"/>
          <p:nvPr>
            <p:ph idx="3" type="title"/>
          </p:nvPr>
        </p:nvSpPr>
        <p:spPr>
          <a:xfrm>
            <a:off x="5139900" y="4564667"/>
            <a:ext cx="3089700" cy="2577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000"/>
              <a:buFont typeface="Poppins SemiBold"/>
              <a:buNone/>
              <a:defRPr b="0" sz="1000">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9pPr>
          </a:lstStyle>
          <a:p/>
        </p:txBody>
      </p:sp>
      <p:sp>
        <p:nvSpPr>
          <p:cNvPr id="278" name="Google Shape;278;p63"/>
          <p:cNvSpPr txBox="1"/>
          <p:nvPr>
            <p:ph idx="4" type="body"/>
          </p:nvPr>
        </p:nvSpPr>
        <p:spPr>
          <a:xfrm>
            <a:off x="5139900" y="4822333"/>
            <a:ext cx="3089700" cy="2577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Lato"/>
              <a:buChar char="●"/>
              <a:defRPr sz="1000">
                <a:solidFill>
                  <a:schemeClr val="lt1"/>
                </a:solidFill>
                <a:latin typeface="Lato"/>
                <a:ea typeface="Lato"/>
                <a:cs typeface="Lato"/>
                <a:sym typeface="Lato"/>
              </a:defRPr>
            </a:lvl1pPr>
            <a:lvl2pPr indent="-292100" lvl="1" marL="914400">
              <a:lnSpc>
                <a:spcPct val="115000"/>
              </a:lnSpc>
              <a:spcBef>
                <a:spcPts val="1000"/>
              </a:spcBef>
              <a:spcAft>
                <a:spcPts val="0"/>
              </a:spcAft>
              <a:buClr>
                <a:schemeClr val="lt1"/>
              </a:buClr>
              <a:buSzPts val="1000"/>
              <a:buFont typeface="Lato"/>
              <a:buChar char="○"/>
              <a:defRPr sz="1000">
                <a:solidFill>
                  <a:schemeClr val="lt1"/>
                </a:solidFill>
                <a:latin typeface="Lato"/>
                <a:ea typeface="Lato"/>
                <a:cs typeface="Lato"/>
                <a:sym typeface="Lato"/>
              </a:defRPr>
            </a:lvl2pPr>
            <a:lvl3pPr indent="-317500" lvl="2" marL="13716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3pPr>
            <a:lvl4pPr indent="-317500" lvl="3" marL="18288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4pPr>
            <a:lvl5pPr indent="-317500" lvl="4" marL="22860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5pPr>
            <a:lvl6pPr indent="-317500" lvl="5" marL="27432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6pPr>
            <a:lvl7pPr indent="-317500" lvl="6" marL="32004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7pPr>
            <a:lvl8pPr indent="-317500" lvl="7" marL="36576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8pPr>
            <a:lvl9pPr indent="-317500" lvl="8" marL="4114800">
              <a:lnSpc>
                <a:spcPct val="115000"/>
              </a:lnSpc>
              <a:spcBef>
                <a:spcPts val="1000"/>
              </a:spcBef>
              <a:spcAft>
                <a:spcPts val="1000"/>
              </a:spcAft>
              <a:buClr>
                <a:schemeClr val="lt1"/>
              </a:buClr>
              <a:buSzPts val="1400"/>
              <a:buFont typeface="Lato"/>
              <a:buChar char="■"/>
              <a:defRPr>
                <a:solidFill>
                  <a:schemeClr val="lt1"/>
                </a:solidFill>
                <a:latin typeface="Lato"/>
                <a:ea typeface="Lato"/>
                <a:cs typeface="Lato"/>
                <a:sym typeface="Lato"/>
              </a:defRPr>
            </a:lvl9pPr>
          </a:lstStyle>
          <a:p/>
        </p:txBody>
      </p:sp>
      <p:sp>
        <p:nvSpPr>
          <p:cNvPr id="279" name="Google Shape;279;p63"/>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76">
          <p15:clr>
            <a:srgbClr val="E46962"/>
          </p15:clr>
        </p15:guide>
        <p15:guide id="2" pos="5184">
          <p15:clr>
            <a:srgbClr val="E46962"/>
          </p15:clr>
        </p15:guide>
      </p15:sldGuideLst>
    </p:ext>
  </p:extLst>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2">
  <p:cSld name="TITLE_AND_BODY_4">
    <p:spTree>
      <p:nvGrpSpPr>
        <p:cNvPr id="280" name="Shape 280"/>
        <p:cNvGrpSpPr/>
        <p:nvPr/>
      </p:nvGrpSpPr>
      <p:grpSpPr>
        <a:xfrm>
          <a:off x="0" y="0"/>
          <a:ext cx="0" cy="0"/>
          <a:chOff x="0" y="0"/>
          <a:chExt cx="0" cy="0"/>
        </a:xfrm>
      </p:grpSpPr>
      <p:sp>
        <p:nvSpPr>
          <p:cNvPr id="281" name="Google Shape;281;p64"/>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82" name="Google Shape;282;p64"/>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283" name="Google Shape;283;p64"/>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ercise">
  <p:cSld name="CUSTOM_7">
    <p:spTree>
      <p:nvGrpSpPr>
        <p:cNvPr id="284" name="Shape 284"/>
        <p:cNvGrpSpPr/>
        <p:nvPr/>
      </p:nvGrpSpPr>
      <p:grpSpPr>
        <a:xfrm>
          <a:off x="0" y="0"/>
          <a:ext cx="0" cy="0"/>
          <a:chOff x="0" y="0"/>
          <a:chExt cx="0" cy="0"/>
        </a:xfrm>
      </p:grpSpPr>
      <p:sp>
        <p:nvSpPr>
          <p:cNvPr id="285" name="Google Shape;285;p65"/>
          <p:cNvSpPr txBox="1"/>
          <p:nvPr>
            <p:ph idx="1" type="subTitle"/>
          </p:nvPr>
        </p:nvSpPr>
        <p:spPr>
          <a:xfrm>
            <a:off x="571500" y="4736333"/>
            <a:ext cx="3259200" cy="343800"/>
          </a:xfrm>
          <a:prstGeom prst="rect">
            <a:avLst/>
          </a:prstGeom>
          <a:solidFill>
            <a:schemeClr val="accent6"/>
          </a:solidFill>
        </p:spPr>
        <p:txBody>
          <a:bodyPr anchorCtr="0" anchor="ctr" bIns="91425" lIns="91425" spcFirstLastPara="1" rIns="91425" wrap="square" tIns="91425">
            <a:spAutoFit/>
          </a:bodyPr>
          <a:lstStyle>
            <a:lvl1pPr lvl="0">
              <a:spcBef>
                <a:spcPts val="0"/>
              </a:spcBef>
              <a:spcAft>
                <a:spcPts val="0"/>
              </a:spcAft>
              <a:buSzPts val="14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6" name="Google Shape;286;p65"/>
          <p:cNvSpPr txBox="1"/>
          <p:nvPr>
            <p:ph type="title"/>
          </p:nvPr>
        </p:nvSpPr>
        <p:spPr>
          <a:xfrm>
            <a:off x="571500" y="889000"/>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7" name="Google Shape;287;p65"/>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184">
          <p15:clr>
            <a:srgbClr val="E46962"/>
          </p15:clr>
        </p15:guide>
        <p15:guide id="2" pos="576">
          <p15:clr>
            <a:srgbClr val="E46962"/>
          </p15:clr>
        </p15:guide>
      </p15:sldGuideLst>
    </p:ext>
  </p:extLst>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9">
    <p:spTree>
      <p:nvGrpSpPr>
        <p:cNvPr id="288" name="Shape 288"/>
        <p:cNvGrpSpPr/>
        <p:nvPr/>
      </p:nvGrpSpPr>
      <p:grpSpPr>
        <a:xfrm>
          <a:off x="0" y="0"/>
          <a:ext cx="0" cy="0"/>
          <a:chOff x="0" y="0"/>
          <a:chExt cx="0" cy="0"/>
        </a:xfrm>
      </p:grpSpPr>
      <p:sp>
        <p:nvSpPr>
          <p:cNvPr id="289" name="Google Shape;289;p66"/>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90" name="Google Shape;290;p66"/>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3 1">
  <p:cSld name="TITLE_AND_TWO_COLUMNS_1_3_1">
    <p:spTree>
      <p:nvGrpSpPr>
        <p:cNvPr id="291" name="Shape 291"/>
        <p:cNvGrpSpPr/>
        <p:nvPr/>
      </p:nvGrpSpPr>
      <p:grpSpPr>
        <a:xfrm>
          <a:off x="0" y="0"/>
          <a:ext cx="0" cy="0"/>
          <a:chOff x="0" y="0"/>
          <a:chExt cx="0" cy="0"/>
        </a:xfrm>
      </p:grpSpPr>
      <p:sp>
        <p:nvSpPr>
          <p:cNvPr id="292" name="Google Shape;292;p67"/>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93" name="Google Shape;293;p67"/>
          <p:cNvSpPr txBox="1"/>
          <p:nvPr>
            <p:ph type="title"/>
          </p:nvPr>
        </p:nvSpPr>
        <p:spPr>
          <a:xfrm>
            <a:off x="607200" y="1140611"/>
            <a:ext cx="3936000" cy="596400"/>
          </a:xfrm>
          <a:prstGeom prst="rect">
            <a:avLst/>
          </a:prstGeom>
        </p:spPr>
        <p:txBody>
          <a:bodyPr anchorCtr="0" anchor="ctr" bIns="0" lIns="0" spcFirstLastPara="1" rIns="0" wrap="square" tIns="0">
            <a:spAutoFit/>
          </a:bodyPr>
          <a:lstStyle>
            <a:lvl1pPr lvl="0">
              <a:spcBef>
                <a:spcPts val="0"/>
              </a:spcBef>
              <a:spcAft>
                <a:spcPts val="0"/>
              </a:spcAft>
              <a:buSzPts val="3000"/>
              <a:buNone/>
              <a:defRPr b="1" sz="18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94" name="Google Shape;294;p67"/>
          <p:cNvSpPr txBox="1"/>
          <p:nvPr>
            <p:ph idx="1" type="body"/>
          </p:nvPr>
        </p:nvSpPr>
        <p:spPr>
          <a:xfrm>
            <a:off x="607200" y="3520806"/>
            <a:ext cx="1951500" cy="16134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0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5" name="Google Shape;295;p67"/>
          <p:cNvSpPr txBox="1"/>
          <p:nvPr>
            <p:ph idx="2" type="body"/>
          </p:nvPr>
        </p:nvSpPr>
        <p:spPr>
          <a:xfrm>
            <a:off x="2759850" y="3520806"/>
            <a:ext cx="1951500" cy="16134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0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6" name="Google Shape;296;p67"/>
          <p:cNvSpPr txBox="1"/>
          <p:nvPr>
            <p:ph idx="3" type="body"/>
          </p:nvPr>
        </p:nvSpPr>
        <p:spPr>
          <a:xfrm>
            <a:off x="4912500" y="3520806"/>
            <a:ext cx="1951500" cy="16134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0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7" name="Google Shape;297;p67"/>
          <p:cNvSpPr txBox="1"/>
          <p:nvPr>
            <p:ph idx="4" type="subTitle"/>
          </p:nvPr>
        </p:nvSpPr>
        <p:spPr>
          <a:xfrm>
            <a:off x="607200" y="3084639"/>
            <a:ext cx="1951500" cy="398700"/>
          </a:xfrm>
          <a:prstGeom prst="rect">
            <a:avLst/>
          </a:prstGeom>
        </p:spPr>
        <p:txBody>
          <a:bodyPr anchorCtr="0" anchor="t" bIns="0" lIns="0" spcFirstLastPara="1" rIns="0" wrap="square" tIns="0">
            <a:spAutoFit/>
          </a:bodyPr>
          <a:lstStyle>
            <a:lvl1pPr lvl="0">
              <a:spcBef>
                <a:spcPts val="0"/>
              </a:spcBef>
              <a:spcAft>
                <a:spcPts val="0"/>
              </a:spcAft>
              <a:buSzPts val="1400"/>
              <a:buNone/>
              <a:defRPr b="1" sz="1000">
                <a:solidFill>
                  <a:schemeClr val="accent4"/>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8" name="Google Shape;298;p67"/>
          <p:cNvSpPr txBox="1"/>
          <p:nvPr>
            <p:ph idx="5" type="subTitle"/>
          </p:nvPr>
        </p:nvSpPr>
        <p:spPr>
          <a:xfrm>
            <a:off x="4912500" y="3084639"/>
            <a:ext cx="1951500" cy="398700"/>
          </a:xfrm>
          <a:prstGeom prst="rect">
            <a:avLst/>
          </a:prstGeom>
        </p:spPr>
        <p:txBody>
          <a:bodyPr anchorCtr="0" anchor="t" bIns="0" lIns="0" spcFirstLastPara="1" rIns="0" wrap="square" tIns="0">
            <a:spAutoFit/>
          </a:bodyPr>
          <a:lstStyle>
            <a:lvl1pPr lvl="0">
              <a:spcBef>
                <a:spcPts val="0"/>
              </a:spcBef>
              <a:spcAft>
                <a:spcPts val="0"/>
              </a:spcAft>
              <a:buSzPts val="1400"/>
              <a:buNone/>
              <a:defRPr b="1" sz="1000">
                <a:solidFill>
                  <a:schemeClr val="accent4"/>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9" name="Google Shape;299;p67"/>
          <p:cNvSpPr txBox="1"/>
          <p:nvPr>
            <p:ph idx="6" type="subTitle"/>
          </p:nvPr>
        </p:nvSpPr>
        <p:spPr>
          <a:xfrm>
            <a:off x="2759850" y="3084639"/>
            <a:ext cx="1951500" cy="398700"/>
          </a:xfrm>
          <a:prstGeom prst="rect">
            <a:avLst/>
          </a:prstGeom>
        </p:spPr>
        <p:txBody>
          <a:bodyPr anchorCtr="0" anchor="t" bIns="0" lIns="0" spcFirstLastPara="1" rIns="0" wrap="square" tIns="0">
            <a:spAutoFit/>
          </a:bodyPr>
          <a:lstStyle>
            <a:lvl1pPr lvl="0">
              <a:spcBef>
                <a:spcPts val="0"/>
              </a:spcBef>
              <a:spcAft>
                <a:spcPts val="0"/>
              </a:spcAft>
              <a:buSzPts val="1400"/>
              <a:buNone/>
              <a:defRPr b="1" sz="1000">
                <a:solidFill>
                  <a:schemeClr val="accent4"/>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3">
  <p:cSld name="TITLE_AND_BODY_5">
    <p:spTree>
      <p:nvGrpSpPr>
        <p:cNvPr id="300" name="Shape 300"/>
        <p:cNvGrpSpPr/>
        <p:nvPr/>
      </p:nvGrpSpPr>
      <p:grpSpPr>
        <a:xfrm>
          <a:off x="0" y="0"/>
          <a:ext cx="0" cy="0"/>
          <a:chOff x="0" y="0"/>
          <a:chExt cx="0" cy="0"/>
        </a:xfrm>
      </p:grpSpPr>
      <p:sp>
        <p:nvSpPr>
          <p:cNvPr id="301" name="Google Shape;301;p68"/>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02" name="Google Shape;302;p68"/>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303" name="Google Shape;303;p68"/>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 Alt 6">
  <p:cSld name="CUSTOM_11">
    <p:bg>
      <p:bgPr>
        <a:solidFill>
          <a:schemeClr val="lt2"/>
        </a:solidFill>
      </p:bgPr>
    </p:bg>
    <p:spTree>
      <p:nvGrpSpPr>
        <p:cNvPr id="304" name="Shape 304"/>
        <p:cNvGrpSpPr/>
        <p:nvPr/>
      </p:nvGrpSpPr>
      <p:grpSpPr>
        <a:xfrm>
          <a:off x="0" y="0"/>
          <a:ext cx="0" cy="0"/>
          <a:chOff x="0" y="0"/>
          <a:chExt cx="0" cy="0"/>
        </a:xfrm>
      </p:grpSpPr>
      <p:sp>
        <p:nvSpPr>
          <p:cNvPr id="305" name="Google Shape;305;p69"/>
          <p:cNvSpPr txBox="1"/>
          <p:nvPr>
            <p:ph idx="1" type="subTitle"/>
          </p:nvPr>
        </p:nvSpPr>
        <p:spPr>
          <a:xfrm>
            <a:off x="6600775" y="2845802"/>
            <a:ext cx="1877400" cy="539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4800"/>
              <a:buFont typeface="IBM Plex Sans"/>
              <a:buNone/>
              <a:defRPr sz="4800">
                <a:solidFill>
                  <a:schemeClr val="lt1"/>
                </a:solidFill>
              </a:defRPr>
            </a:lvl1pPr>
            <a:lvl2pPr lvl="1" algn="ctr">
              <a:spcBef>
                <a:spcPts val="0"/>
              </a:spcBef>
              <a:spcAft>
                <a:spcPts val="0"/>
              </a:spcAft>
              <a:buClr>
                <a:schemeClr val="lt1"/>
              </a:buClr>
              <a:buSzPts val="4800"/>
              <a:buFont typeface="IBM Plex Sans"/>
              <a:buNone/>
              <a:defRPr sz="4800">
                <a:solidFill>
                  <a:schemeClr val="lt1"/>
                </a:solidFill>
              </a:defRPr>
            </a:lvl2pPr>
            <a:lvl3pPr lvl="2" algn="ctr">
              <a:spcBef>
                <a:spcPts val="0"/>
              </a:spcBef>
              <a:spcAft>
                <a:spcPts val="0"/>
              </a:spcAft>
              <a:buClr>
                <a:schemeClr val="lt1"/>
              </a:buClr>
              <a:buSzPts val="4800"/>
              <a:buFont typeface="IBM Plex Sans"/>
              <a:buNone/>
              <a:defRPr sz="4800">
                <a:solidFill>
                  <a:schemeClr val="lt1"/>
                </a:solidFill>
              </a:defRPr>
            </a:lvl3pPr>
            <a:lvl4pPr lvl="3" algn="ctr">
              <a:spcBef>
                <a:spcPts val="0"/>
              </a:spcBef>
              <a:spcAft>
                <a:spcPts val="0"/>
              </a:spcAft>
              <a:buClr>
                <a:schemeClr val="lt1"/>
              </a:buClr>
              <a:buSzPts val="4800"/>
              <a:buFont typeface="IBM Plex Sans"/>
              <a:buNone/>
              <a:defRPr sz="4800">
                <a:solidFill>
                  <a:schemeClr val="lt1"/>
                </a:solidFill>
              </a:defRPr>
            </a:lvl4pPr>
            <a:lvl5pPr lvl="4" algn="ctr">
              <a:spcBef>
                <a:spcPts val="0"/>
              </a:spcBef>
              <a:spcAft>
                <a:spcPts val="0"/>
              </a:spcAft>
              <a:buClr>
                <a:schemeClr val="lt1"/>
              </a:buClr>
              <a:buSzPts val="4800"/>
              <a:buFont typeface="IBM Plex Sans"/>
              <a:buNone/>
              <a:defRPr sz="4800">
                <a:solidFill>
                  <a:schemeClr val="lt1"/>
                </a:solidFill>
              </a:defRPr>
            </a:lvl5pPr>
            <a:lvl6pPr lvl="5" algn="ctr">
              <a:spcBef>
                <a:spcPts val="0"/>
              </a:spcBef>
              <a:spcAft>
                <a:spcPts val="0"/>
              </a:spcAft>
              <a:buClr>
                <a:schemeClr val="lt1"/>
              </a:buClr>
              <a:buSzPts val="4800"/>
              <a:buFont typeface="IBM Plex Sans"/>
              <a:buNone/>
              <a:defRPr sz="4800">
                <a:solidFill>
                  <a:schemeClr val="lt1"/>
                </a:solidFill>
              </a:defRPr>
            </a:lvl6pPr>
            <a:lvl7pPr lvl="6" algn="ctr">
              <a:spcBef>
                <a:spcPts val="0"/>
              </a:spcBef>
              <a:spcAft>
                <a:spcPts val="0"/>
              </a:spcAft>
              <a:buClr>
                <a:schemeClr val="lt1"/>
              </a:buClr>
              <a:buSzPts val="4800"/>
              <a:buFont typeface="IBM Plex Sans"/>
              <a:buNone/>
              <a:defRPr sz="4800">
                <a:solidFill>
                  <a:schemeClr val="lt1"/>
                </a:solidFill>
              </a:defRPr>
            </a:lvl7pPr>
            <a:lvl8pPr lvl="7" algn="ctr">
              <a:spcBef>
                <a:spcPts val="0"/>
              </a:spcBef>
              <a:spcAft>
                <a:spcPts val="0"/>
              </a:spcAft>
              <a:buClr>
                <a:schemeClr val="lt1"/>
              </a:buClr>
              <a:buSzPts val="4800"/>
              <a:buFont typeface="IBM Plex Sans"/>
              <a:buNone/>
              <a:defRPr sz="4800">
                <a:solidFill>
                  <a:schemeClr val="lt1"/>
                </a:solidFill>
              </a:defRPr>
            </a:lvl8pPr>
            <a:lvl9pPr lvl="8" algn="ctr">
              <a:spcBef>
                <a:spcPts val="0"/>
              </a:spcBef>
              <a:spcAft>
                <a:spcPts val="0"/>
              </a:spcAft>
              <a:buClr>
                <a:schemeClr val="lt1"/>
              </a:buClr>
              <a:buSzPts val="4800"/>
              <a:buFont typeface="IBM Plex Sans"/>
              <a:buNone/>
              <a:defRPr sz="4800">
                <a:solidFill>
                  <a:schemeClr val="lt1"/>
                </a:solidFill>
              </a:defRPr>
            </a:lvl9pPr>
          </a:lstStyle>
          <a:p/>
        </p:txBody>
      </p:sp>
      <p:sp>
        <p:nvSpPr>
          <p:cNvPr id="306" name="Google Shape;306;p69"/>
          <p:cNvSpPr txBox="1"/>
          <p:nvPr>
            <p:ph idx="2" type="body"/>
          </p:nvPr>
        </p:nvSpPr>
        <p:spPr>
          <a:xfrm>
            <a:off x="3479850" y="4591333"/>
            <a:ext cx="2271000" cy="864600"/>
          </a:xfrm>
          <a:prstGeom prst="rect">
            <a:avLst/>
          </a:prstGeom>
        </p:spPr>
        <p:txBody>
          <a:bodyPr anchorCtr="0" anchor="t" bIns="91425" lIns="0" spcFirstLastPara="1" rIns="0" wrap="square" tIns="0">
            <a:spAutoFit/>
          </a:bodyPr>
          <a:lstStyle>
            <a:lvl1pPr indent="-304800" lvl="0" marL="457200" algn="ctr">
              <a:spcBef>
                <a:spcPts val="0"/>
              </a:spcBef>
              <a:spcAft>
                <a:spcPts val="0"/>
              </a:spcAft>
              <a:buClr>
                <a:schemeClr val="lt1"/>
              </a:buClr>
              <a:buSzPts val="1200"/>
              <a:buFont typeface="IBM Plex Sans"/>
              <a:buChar char="●"/>
              <a:defRPr sz="1200">
                <a:solidFill>
                  <a:schemeClr val="lt1"/>
                </a:solidFill>
              </a:defRPr>
            </a:lvl1pPr>
            <a:lvl2pPr indent="-304800" lvl="1" marL="914400" algn="ctr">
              <a:spcBef>
                <a:spcPts val="1200"/>
              </a:spcBef>
              <a:spcAft>
                <a:spcPts val="0"/>
              </a:spcAft>
              <a:buClr>
                <a:schemeClr val="lt1"/>
              </a:buClr>
              <a:buSzPts val="1200"/>
              <a:buFont typeface="IBM Plex Sans"/>
              <a:buChar char="○"/>
              <a:defRPr sz="1200">
                <a:solidFill>
                  <a:schemeClr val="lt1"/>
                </a:solidFill>
              </a:defRPr>
            </a:lvl2pPr>
            <a:lvl3pPr indent="-304800" lvl="2" marL="1371600" algn="ctr">
              <a:spcBef>
                <a:spcPts val="1200"/>
              </a:spcBef>
              <a:spcAft>
                <a:spcPts val="0"/>
              </a:spcAft>
              <a:buClr>
                <a:schemeClr val="lt1"/>
              </a:buClr>
              <a:buSzPts val="1200"/>
              <a:buFont typeface="IBM Plex Sans"/>
              <a:buChar char="■"/>
              <a:defRPr sz="1200">
                <a:solidFill>
                  <a:schemeClr val="lt1"/>
                </a:solidFill>
              </a:defRPr>
            </a:lvl3pPr>
            <a:lvl4pPr indent="-304800" lvl="3" marL="1828800" algn="ctr">
              <a:spcBef>
                <a:spcPts val="1200"/>
              </a:spcBef>
              <a:spcAft>
                <a:spcPts val="0"/>
              </a:spcAft>
              <a:buClr>
                <a:schemeClr val="lt1"/>
              </a:buClr>
              <a:buSzPts val="1200"/>
              <a:buFont typeface="IBM Plex Sans"/>
              <a:buChar char="●"/>
              <a:defRPr sz="1200">
                <a:solidFill>
                  <a:schemeClr val="lt1"/>
                </a:solidFill>
              </a:defRPr>
            </a:lvl4pPr>
            <a:lvl5pPr indent="-304800" lvl="4" marL="2286000" algn="ctr">
              <a:spcBef>
                <a:spcPts val="1200"/>
              </a:spcBef>
              <a:spcAft>
                <a:spcPts val="0"/>
              </a:spcAft>
              <a:buClr>
                <a:schemeClr val="lt1"/>
              </a:buClr>
              <a:buSzPts val="1200"/>
              <a:buFont typeface="IBM Plex Sans"/>
              <a:buChar char="○"/>
              <a:defRPr sz="1200">
                <a:solidFill>
                  <a:schemeClr val="lt1"/>
                </a:solidFill>
              </a:defRPr>
            </a:lvl5pPr>
            <a:lvl6pPr indent="-304800" lvl="5" marL="2743200" algn="ctr">
              <a:spcBef>
                <a:spcPts val="1200"/>
              </a:spcBef>
              <a:spcAft>
                <a:spcPts val="0"/>
              </a:spcAft>
              <a:buClr>
                <a:schemeClr val="lt1"/>
              </a:buClr>
              <a:buSzPts val="1200"/>
              <a:buFont typeface="IBM Plex Sans"/>
              <a:buChar char="■"/>
              <a:defRPr sz="1200">
                <a:solidFill>
                  <a:schemeClr val="lt1"/>
                </a:solidFill>
              </a:defRPr>
            </a:lvl6pPr>
            <a:lvl7pPr indent="-304800" lvl="6" marL="3200400" algn="ctr">
              <a:spcBef>
                <a:spcPts val="1200"/>
              </a:spcBef>
              <a:spcAft>
                <a:spcPts val="0"/>
              </a:spcAft>
              <a:buClr>
                <a:schemeClr val="lt1"/>
              </a:buClr>
              <a:buSzPts val="1200"/>
              <a:buFont typeface="IBM Plex Sans"/>
              <a:buChar char="●"/>
              <a:defRPr sz="1200">
                <a:solidFill>
                  <a:schemeClr val="lt1"/>
                </a:solidFill>
              </a:defRPr>
            </a:lvl7pPr>
            <a:lvl8pPr indent="-304800" lvl="7" marL="3657600" algn="ctr">
              <a:spcBef>
                <a:spcPts val="1200"/>
              </a:spcBef>
              <a:spcAft>
                <a:spcPts val="0"/>
              </a:spcAft>
              <a:buClr>
                <a:schemeClr val="lt1"/>
              </a:buClr>
              <a:buSzPts val="1200"/>
              <a:buFont typeface="IBM Plex Sans"/>
              <a:buChar char="○"/>
              <a:defRPr sz="1200">
                <a:solidFill>
                  <a:schemeClr val="lt1"/>
                </a:solidFill>
              </a:defRPr>
            </a:lvl8pPr>
            <a:lvl9pPr indent="-304800" lvl="8" marL="4114800" algn="ctr">
              <a:spcBef>
                <a:spcPts val="1200"/>
              </a:spcBef>
              <a:spcAft>
                <a:spcPts val="1200"/>
              </a:spcAft>
              <a:buClr>
                <a:schemeClr val="lt1"/>
              </a:buClr>
              <a:buSzPts val="1200"/>
              <a:buFont typeface="IBM Plex Sans"/>
              <a:buChar char="■"/>
              <a:defRPr sz="1200">
                <a:solidFill>
                  <a:schemeClr val="lt1"/>
                </a:solidFill>
              </a:defRPr>
            </a:lvl9pPr>
          </a:lstStyle>
          <a:p/>
        </p:txBody>
      </p:sp>
      <p:sp>
        <p:nvSpPr>
          <p:cNvPr id="307" name="Google Shape;307;p69"/>
          <p:cNvSpPr txBox="1"/>
          <p:nvPr>
            <p:ph idx="3" type="subTitle"/>
          </p:nvPr>
        </p:nvSpPr>
        <p:spPr>
          <a:xfrm>
            <a:off x="440575" y="2969668"/>
            <a:ext cx="2366700" cy="287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308" name="Google Shape;308;p69"/>
          <p:cNvSpPr txBox="1"/>
          <p:nvPr>
            <p:ph idx="4" type="body"/>
          </p:nvPr>
        </p:nvSpPr>
        <p:spPr>
          <a:xfrm>
            <a:off x="436800" y="3489741"/>
            <a:ext cx="2366700" cy="1968300"/>
          </a:xfrm>
          <a:prstGeom prst="rect">
            <a:avLst/>
          </a:prstGeom>
        </p:spPr>
        <p:txBody>
          <a:bodyPr anchorCtr="0" anchor="t" bIns="91425" lIns="0" spcFirstLastPara="1" rIns="0" wrap="square" tIns="0">
            <a:sp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1200"/>
              </a:spcBef>
              <a:spcAft>
                <a:spcPts val="0"/>
              </a:spcAft>
              <a:buClr>
                <a:schemeClr val="lt1"/>
              </a:buClr>
              <a:buSzPts val="1000"/>
              <a:buFont typeface="IBM Plex Sans"/>
              <a:buChar char="○"/>
              <a:defRPr>
                <a:solidFill>
                  <a:schemeClr val="lt1"/>
                </a:solidFill>
              </a:defRPr>
            </a:lvl2pPr>
            <a:lvl3pPr indent="-292100" lvl="2" marL="1371600">
              <a:spcBef>
                <a:spcPts val="1200"/>
              </a:spcBef>
              <a:spcAft>
                <a:spcPts val="0"/>
              </a:spcAft>
              <a:buClr>
                <a:schemeClr val="lt1"/>
              </a:buClr>
              <a:buSzPts val="1000"/>
              <a:buFont typeface="IBM Plex Sans"/>
              <a:buChar char="■"/>
              <a:defRPr>
                <a:solidFill>
                  <a:schemeClr val="lt1"/>
                </a:solidFill>
              </a:defRPr>
            </a:lvl3pPr>
            <a:lvl4pPr indent="-292100" lvl="3" marL="1828800">
              <a:spcBef>
                <a:spcPts val="1200"/>
              </a:spcBef>
              <a:spcAft>
                <a:spcPts val="0"/>
              </a:spcAft>
              <a:buClr>
                <a:schemeClr val="lt1"/>
              </a:buClr>
              <a:buSzPts val="1000"/>
              <a:buFont typeface="IBM Plex Sans"/>
              <a:buChar char="●"/>
              <a:defRPr>
                <a:solidFill>
                  <a:schemeClr val="lt1"/>
                </a:solidFill>
              </a:defRPr>
            </a:lvl4pPr>
            <a:lvl5pPr indent="-292100" lvl="4" marL="2286000">
              <a:spcBef>
                <a:spcPts val="1200"/>
              </a:spcBef>
              <a:spcAft>
                <a:spcPts val="0"/>
              </a:spcAft>
              <a:buClr>
                <a:schemeClr val="lt1"/>
              </a:buClr>
              <a:buSzPts val="1000"/>
              <a:buFont typeface="IBM Plex Sans"/>
              <a:buChar char="○"/>
              <a:defRPr>
                <a:solidFill>
                  <a:schemeClr val="lt1"/>
                </a:solidFill>
              </a:defRPr>
            </a:lvl5pPr>
            <a:lvl6pPr indent="-292100" lvl="5" marL="2743200">
              <a:spcBef>
                <a:spcPts val="1200"/>
              </a:spcBef>
              <a:spcAft>
                <a:spcPts val="0"/>
              </a:spcAft>
              <a:buClr>
                <a:schemeClr val="lt1"/>
              </a:buClr>
              <a:buSzPts val="1000"/>
              <a:buFont typeface="IBM Plex Sans"/>
              <a:buChar char="■"/>
              <a:defRPr>
                <a:solidFill>
                  <a:schemeClr val="lt1"/>
                </a:solidFill>
              </a:defRPr>
            </a:lvl6pPr>
            <a:lvl7pPr indent="-292100" lvl="6" marL="3200400">
              <a:spcBef>
                <a:spcPts val="1200"/>
              </a:spcBef>
              <a:spcAft>
                <a:spcPts val="0"/>
              </a:spcAft>
              <a:buClr>
                <a:schemeClr val="lt1"/>
              </a:buClr>
              <a:buSzPts val="1000"/>
              <a:buFont typeface="IBM Plex Sans"/>
              <a:buChar char="●"/>
              <a:defRPr>
                <a:solidFill>
                  <a:schemeClr val="lt1"/>
                </a:solidFill>
              </a:defRPr>
            </a:lvl7pPr>
            <a:lvl8pPr indent="-292100" lvl="7" marL="3657600">
              <a:spcBef>
                <a:spcPts val="1200"/>
              </a:spcBef>
              <a:spcAft>
                <a:spcPts val="0"/>
              </a:spcAft>
              <a:buClr>
                <a:schemeClr val="lt1"/>
              </a:buClr>
              <a:buSzPts val="1000"/>
              <a:buFont typeface="IBM Plex Sans"/>
              <a:buChar char="○"/>
              <a:defRPr>
                <a:solidFill>
                  <a:schemeClr val="lt1"/>
                </a:solidFill>
              </a:defRPr>
            </a:lvl8pPr>
            <a:lvl9pPr indent="-292100" lvl="8" marL="4114800">
              <a:spcBef>
                <a:spcPts val="1200"/>
              </a:spcBef>
              <a:spcAft>
                <a:spcPts val="1200"/>
              </a:spcAft>
              <a:buClr>
                <a:schemeClr val="lt1"/>
              </a:buClr>
              <a:buSzPts val="1000"/>
              <a:buFont typeface="IBM Plex Sans"/>
              <a:buChar char="■"/>
              <a:defRPr>
                <a:solidFill>
                  <a:schemeClr val="lt1"/>
                </a:solidFill>
              </a:defRPr>
            </a:lvl9pPr>
          </a:lstStyle>
          <a:p/>
        </p:txBody>
      </p:sp>
      <p:sp>
        <p:nvSpPr>
          <p:cNvPr id="309" name="Google Shape;309;p69"/>
          <p:cNvSpPr txBox="1"/>
          <p:nvPr>
            <p:ph idx="5" type="subTitle"/>
          </p:nvPr>
        </p:nvSpPr>
        <p:spPr>
          <a:xfrm>
            <a:off x="3633300" y="3612944"/>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310" name="Google Shape;310;p69"/>
          <p:cNvSpPr txBox="1"/>
          <p:nvPr>
            <p:ph idx="6" type="subTitle"/>
          </p:nvPr>
        </p:nvSpPr>
        <p:spPr>
          <a:xfrm>
            <a:off x="6600775" y="3612944"/>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311" name="Google Shape;311;p69"/>
          <p:cNvSpPr txBox="1"/>
          <p:nvPr>
            <p:ph idx="7" type="subTitle"/>
          </p:nvPr>
        </p:nvSpPr>
        <p:spPr>
          <a:xfrm>
            <a:off x="6600775" y="5077028"/>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312" name="Google Shape;312;p69"/>
          <p:cNvSpPr txBox="1"/>
          <p:nvPr>
            <p:ph idx="8" type="subTitle"/>
          </p:nvPr>
        </p:nvSpPr>
        <p:spPr>
          <a:xfrm>
            <a:off x="3633300" y="2845802"/>
            <a:ext cx="1877400" cy="539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4800"/>
              <a:buFont typeface="IBM Plex Sans"/>
              <a:buNone/>
              <a:defRPr sz="4800">
                <a:solidFill>
                  <a:schemeClr val="lt1"/>
                </a:solidFill>
              </a:defRPr>
            </a:lvl1pPr>
            <a:lvl2pPr lvl="1" algn="ctr">
              <a:spcBef>
                <a:spcPts val="0"/>
              </a:spcBef>
              <a:spcAft>
                <a:spcPts val="0"/>
              </a:spcAft>
              <a:buClr>
                <a:schemeClr val="lt1"/>
              </a:buClr>
              <a:buSzPts val="4800"/>
              <a:buFont typeface="IBM Plex Sans"/>
              <a:buNone/>
              <a:defRPr sz="4800">
                <a:solidFill>
                  <a:schemeClr val="lt1"/>
                </a:solidFill>
              </a:defRPr>
            </a:lvl2pPr>
            <a:lvl3pPr lvl="2" algn="ctr">
              <a:spcBef>
                <a:spcPts val="0"/>
              </a:spcBef>
              <a:spcAft>
                <a:spcPts val="0"/>
              </a:spcAft>
              <a:buClr>
                <a:schemeClr val="lt1"/>
              </a:buClr>
              <a:buSzPts val="4800"/>
              <a:buFont typeface="IBM Plex Sans"/>
              <a:buNone/>
              <a:defRPr sz="4800">
                <a:solidFill>
                  <a:schemeClr val="lt1"/>
                </a:solidFill>
              </a:defRPr>
            </a:lvl3pPr>
            <a:lvl4pPr lvl="3" algn="ctr">
              <a:spcBef>
                <a:spcPts val="0"/>
              </a:spcBef>
              <a:spcAft>
                <a:spcPts val="0"/>
              </a:spcAft>
              <a:buClr>
                <a:schemeClr val="lt1"/>
              </a:buClr>
              <a:buSzPts val="4800"/>
              <a:buFont typeface="IBM Plex Sans"/>
              <a:buNone/>
              <a:defRPr sz="4800">
                <a:solidFill>
                  <a:schemeClr val="lt1"/>
                </a:solidFill>
              </a:defRPr>
            </a:lvl4pPr>
            <a:lvl5pPr lvl="4" algn="ctr">
              <a:spcBef>
                <a:spcPts val="0"/>
              </a:spcBef>
              <a:spcAft>
                <a:spcPts val="0"/>
              </a:spcAft>
              <a:buClr>
                <a:schemeClr val="lt1"/>
              </a:buClr>
              <a:buSzPts val="4800"/>
              <a:buFont typeface="IBM Plex Sans"/>
              <a:buNone/>
              <a:defRPr sz="4800">
                <a:solidFill>
                  <a:schemeClr val="lt1"/>
                </a:solidFill>
              </a:defRPr>
            </a:lvl5pPr>
            <a:lvl6pPr lvl="5" algn="ctr">
              <a:spcBef>
                <a:spcPts val="0"/>
              </a:spcBef>
              <a:spcAft>
                <a:spcPts val="0"/>
              </a:spcAft>
              <a:buClr>
                <a:schemeClr val="lt1"/>
              </a:buClr>
              <a:buSzPts val="4800"/>
              <a:buFont typeface="IBM Plex Sans"/>
              <a:buNone/>
              <a:defRPr sz="4800">
                <a:solidFill>
                  <a:schemeClr val="lt1"/>
                </a:solidFill>
              </a:defRPr>
            </a:lvl6pPr>
            <a:lvl7pPr lvl="6" algn="ctr">
              <a:spcBef>
                <a:spcPts val="0"/>
              </a:spcBef>
              <a:spcAft>
                <a:spcPts val="0"/>
              </a:spcAft>
              <a:buClr>
                <a:schemeClr val="lt1"/>
              </a:buClr>
              <a:buSzPts val="4800"/>
              <a:buFont typeface="IBM Plex Sans"/>
              <a:buNone/>
              <a:defRPr sz="4800">
                <a:solidFill>
                  <a:schemeClr val="lt1"/>
                </a:solidFill>
              </a:defRPr>
            </a:lvl7pPr>
            <a:lvl8pPr lvl="7" algn="ctr">
              <a:spcBef>
                <a:spcPts val="0"/>
              </a:spcBef>
              <a:spcAft>
                <a:spcPts val="0"/>
              </a:spcAft>
              <a:buClr>
                <a:schemeClr val="lt1"/>
              </a:buClr>
              <a:buSzPts val="4800"/>
              <a:buFont typeface="IBM Plex Sans"/>
              <a:buNone/>
              <a:defRPr sz="4800">
                <a:solidFill>
                  <a:schemeClr val="lt1"/>
                </a:solidFill>
              </a:defRPr>
            </a:lvl8pPr>
            <a:lvl9pPr lvl="8" algn="ctr">
              <a:spcBef>
                <a:spcPts val="0"/>
              </a:spcBef>
              <a:spcAft>
                <a:spcPts val="0"/>
              </a:spcAft>
              <a:buClr>
                <a:schemeClr val="lt1"/>
              </a:buClr>
              <a:buSzPts val="4800"/>
              <a:buFont typeface="IBM Plex Sans"/>
              <a:buNone/>
              <a:defRPr sz="4800">
                <a:solidFill>
                  <a:schemeClr val="lt1"/>
                </a:solidFill>
              </a:defRPr>
            </a:lvl9pPr>
          </a:lstStyle>
          <a:p/>
        </p:txBody>
      </p:sp>
      <p:sp>
        <p:nvSpPr>
          <p:cNvPr id="313" name="Google Shape;313;p69"/>
          <p:cNvSpPr txBox="1"/>
          <p:nvPr>
            <p:ph idx="9" type="subTitle"/>
          </p:nvPr>
        </p:nvSpPr>
        <p:spPr>
          <a:xfrm>
            <a:off x="436725" y="905333"/>
            <a:ext cx="4182300" cy="287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314" name="Google Shape;314;p69"/>
          <p:cNvSpPr txBox="1"/>
          <p:nvPr>
            <p:ph type="title"/>
          </p:nvPr>
        </p:nvSpPr>
        <p:spPr>
          <a:xfrm>
            <a:off x="436725" y="1368694"/>
            <a:ext cx="4182300" cy="653100"/>
          </a:xfrm>
          <a:prstGeom prst="rect">
            <a:avLst/>
          </a:prstGeom>
        </p:spPr>
        <p:txBody>
          <a:bodyPr anchorCtr="0" anchor="ctr" bIns="0" lIns="0" spcFirstLastPara="1" rIns="0" wrap="square" tIns="0">
            <a:spAutoFit/>
          </a:bodyPr>
          <a:lstStyle>
            <a:lvl1pPr lvl="0">
              <a:spcBef>
                <a:spcPts val="0"/>
              </a:spcBef>
              <a:spcAft>
                <a:spcPts val="0"/>
              </a:spcAft>
              <a:buNone/>
              <a:defRPr sz="1800">
                <a:solidFill>
                  <a:schemeClr val="lt1"/>
                </a:solidFill>
              </a:defRPr>
            </a:lvl1pPr>
            <a:lvl2pPr lvl="1">
              <a:spcBef>
                <a:spcPts val="0"/>
              </a:spcBef>
              <a:spcAft>
                <a:spcPts val="0"/>
              </a:spcAft>
              <a:buNone/>
              <a:defRPr>
                <a:solidFill>
                  <a:schemeClr val="lt1"/>
                </a:solidFill>
              </a:defRPr>
            </a:lvl2pPr>
            <a:lvl3pPr lvl="2">
              <a:spcBef>
                <a:spcPts val="0"/>
              </a:spcBef>
              <a:spcAft>
                <a:spcPts val="0"/>
              </a:spcAft>
              <a:buNone/>
              <a:defRPr>
                <a:solidFill>
                  <a:schemeClr val="lt1"/>
                </a:solidFill>
              </a:defRPr>
            </a:lvl3pPr>
            <a:lvl4pPr lvl="3">
              <a:spcBef>
                <a:spcPts val="0"/>
              </a:spcBef>
              <a:spcAft>
                <a:spcPts val="0"/>
              </a:spcAft>
              <a:buNone/>
              <a:defRPr>
                <a:solidFill>
                  <a:schemeClr val="lt1"/>
                </a:solidFill>
              </a:defRPr>
            </a:lvl4pPr>
            <a:lvl5pPr lvl="4">
              <a:spcBef>
                <a:spcPts val="0"/>
              </a:spcBef>
              <a:spcAft>
                <a:spcPts val="0"/>
              </a:spcAft>
              <a:buNone/>
              <a:defRPr>
                <a:solidFill>
                  <a:schemeClr val="lt1"/>
                </a:solidFill>
              </a:defRPr>
            </a:lvl5pPr>
            <a:lvl6pPr lvl="5">
              <a:spcBef>
                <a:spcPts val="0"/>
              </a:spcBef>
              <a:spcAft>
                <a:spcPts val="0"/>
              </a:spcAft>
              <a:buNone/>
              <a:defRPr>
                <a:solidFill>
                  <a:schemeClr val="lt1"/>
                </a:solidFill>
              </a:defRPr>
            </a:lvl6pPr>
            <a:lvl7pPr lvl="6">
              <a:spcBef>
                <a:spcPts val="0"/>
              </a:spcBef>
              <a:spcAft>
                <a:spcPts val="0"/>
              </a:spcAft>
              <a:buNone/>
              <a:defRPr>
                <a:solidFill>
                  <a:schemeClr val="lt1"/>
                </a:solidFill>
              </a:defRPr>
            </a:lvl7pPr>
            <a:lvl8pPr lvl="7">
              <a:spcBef>
                <a:spcPts val="0"/>
              </a:spcBef>
              <a:spcAft>
                <a:spcPts val="0"/>
              </a:spcAft>
              <a:buNone/>
              <a:defRPr>
                <a:solidFill>
                  <a:schemeClr val="lt1"/>
                </a:solidFill>
              </a:defRPr>
            </a:lvl8pPr>
            <a:lvl9pPr lvl="8">
              <a:spcBef>
                <a:spcPts val="0"/>
              </a:spcBef>
              <a:spcAft>
                <a:spcPts val="0"/>
              </a:spcAft>
              <a:buNone/>
              <a:defRPr>
                <a:solidFill>
                  <a:schemeClr val="lt1"/>
                </a:solidFill>
              </a:defRPr>
            </a:lvl9pPr>
          </a:lstStyle>
          <a:p/>
        </p:txBody>
      </p:sp>
      <p:sp>
        <p:nvSpPr>
          <p:cNvPr id="315" name="Google Shape;315;p69"/>
          <p:cNvSpPr txBox="1"/>
          <p:nvPr>
            <p:ph idx="12" type="sldNum"/>
          </p:nvPr>
        </p:nvSpPr>
        <p:spPr>
          <a:xfrm>
            <a:off x="8280600" y="254000"/>
            <a:ext cx="386400" cy="254100"/>
          </a:xfrm>
          <a:prstGeom prst="rect">
            <a:avLst/>
          </a:prstGeom>
          <a:noFill/>
          <a:ln>
            <a:noFill/>
          </a:ln>
        </p:spPr>
        <p:txBody>
          <a:bodyPr anchorCtr="0" anchor="t" bIns="0" lIns="0" spcFirstLastPara="1" rIns="0" wrap="square" tIns="0">
            <a:noAutofit/>
          </a:bodyPr>
          <a:lstStyle>
            <a:lvl1pPr lvl="0" algn="r">
              <a:buClr>
                <a:schemeClr val="lt1"/>
              </a:buClr>
              <a:buSzPts val="800"/>
              <a:buNone/>
              <a:defRPr sz="800">
                <a:solidFill>
                  <a:schemeClr val="lt1"/>
                </a:solidFill>
                <a:latin typeface="IBM Plex Sans"/>
                <a:ea typeface="IBM Plex Sans"/>
                <a:cs typeface="IBM Plex Sans"/>
                <a:sym typeface="IBM Plex Sans"/>
              </a:defRPr>
            </a:lvl1pPr>
            <a:lvl2pPr lvl="1" algn="r">
              <a:buClr>
                <a:schemeClr val="lt1"/>
              </a:buClr>
              <a:buSzPts val="800"/>
              <a:buNone/>
              <a:defRPr sz="800">
                <a:solidFill>
                  <a:schemeClr val="lt1"/>
                </a:solidFill>
                <a:latin typeface="IBM Plex Sans"/>
                <a:ea typeface="IBM Plex Sans"/>
                <a:cs typeface="IBM Plex Sans"/>
                <a:sym typeface="IBM Plex Sans"/>
              </a:defRPr>
            </a:lvl2pPr>
            <a:lvl3pPr lvl="2" algn="r">
              <a:buClr>
                <a:schemeClr val="lt1"/>
              </a:buClr>
              <a:buSzPts val="800"/>
              <a:buNone/>
              <a:defRPr sz="800">
                <a:solidFill>
                  <a:schemeClr val="lt1"/>
                </a:solidFill>
                <a:latin typeface="IBM Plex Sans"/>
                <a:ea typeface="IBM Plex Sans"/>
                <a:cs typeface="IBM Plex Sans"/>
                <a:sym typeface="IBM Plex Sans"/>
              </a:defRPr>
            </a:lvl3pPr>
            <a:lvl4pPr lvl="3" algn="r">
              <a:buClr>
                <a:schemeClr val="lt1"/>
              </a:buClr>
              <a:buSzPts val="800"/>
              <a:buNone/>
              <a:defRPr sz="800">
                <a:solidFill>
                  <a:schemeClr val="lt1"/>
                </a:solidFill>
                <a:latin typeface="IBM Plex Sans"/>
                <a:ea typeface="IBM Plex Sans"/>
                <a:cs typeface="IBM Plex Sans"/>
                <a:sym typeface="IBM Plex Sans"/>
              </a:defRPr>
            </a:lvl4pPr>
            <a:lvl5pPr lvl="4" algn="r">
              <a:buClr>
                <a:schemeClr val="lt1"/>
              </a:buClr>
              <a:buSzPts val="800"/>
              <a:buNone/>
              <a:defRPr sz="800">
                <a:solidFill>
                  <a:schemeClr val="lt1"/>
                </a:solidFill>
                <a:latin typeface="IBM Plex Sans"/>
                <a:ea typeface="IBM Plex Sans"/>
                <a:cs typeface="IBM Plex Sans"/>
                <a:sym typeface="IBM Plex Sans"/>
              </a:defRPr>
            </a:lvl5pPr>
            <a:lvl6pPr lvl="5" algn="r">
              <a:buClr>
                <a:schemeClr val="lt1"/>
              </a:buClr>
              <a:buSzPts val="800"/>
              <a:buNone/>
              <a:defRPr sz="800">
                <a:solidFill>
                  <a:schemeClr val="lt1"/>
                </a:solidFill>
                <a:latin typeface="IBM Plex Sans"/>
                <a:ea typeface="IBM Plex Sans"/>
                <a:cs typeface="IBM Plex Sans"/>
                <a:sym typeface="IBM Plex Sans"/>
              </a:defRPr>
            </a:lvl6pPr>
            <a:lvl7pPr lvl="6" algn="r">
              <a:buClr>
                <a:schemeClr val="lt1"/>
              </a:buClr>
              <a:buSzPts val="800"/>
              <a:buNone/>
              <a:defRPr sz="800">
                <a:solidFill>
                  <a:schemeClr val="lt1"/>
                </a:solidFill>
                <a:latin typeface="IBM Plex Sans"/>
                <a:ea typeface="IBM Plex Sans"/>
                <a:cs typeface="IBM Plex Sans"/>
                <a:sym typeface="IBM Plex Sans"/>
              </a:defRPr>
            </a:lvl7pPr>
            <a:lvl8pPr lvl="7" algn="r">
              <a:buClr>
                <a:schemeClr val="lt1"/>
              </a:buClr>
              <a:buSzPts val="800"/>
              <a:buNone/>
              <a:defRPr sz="800">
                <a:solidFill>
                  <a:schemeClr val="lt1"/>
                </a:solidFill>
                <a:latin typeface="IBM Plex Sans"/>
                <a:ea typeface="IBM Plex Sans"/>
                <a:cs typeface="IBM Plex Sans"/>
                <a:sym typeface="IBM Plex Sans"/>
              </a:defRPr>
            </a:lvl8pPr>
            <a:lvl9pPr lvl="8" algn="r">
              <a:buClr>
                <a:schemeClr val="lt1"/>
              </a:buClr>
              <a:buSzPts val="800"/>
              <a:buNone/>
              <a:defRPr sz="800">
                <a:solidFill>
                  <a:schemeClr val="lt1"/>
                </a:solidFill>
                <a:latin typeface="IBM Plex Sans"/>
                <a:ea typeface="IBM Plex Sans"/>
                <a:cs typeface="IBM Plex Sans"/>
                <a:sym typeface="IBM Plex Sans"/>
              </a:defRPr>
            </a:lvl9pPr>
          </a:lstStyle>
          <a:p>
            <a:pPr indent="-50800" lvl="0" marL="0" rtl="0" algn="r">
              <a:spcBef>
                <a:spcPts val="0"/>
              </a:spcBef>
              <a:spcAft>
                <a:spcPts val="0"/>
              </a:spcAft>
              <a:buClr>
                <a:schemeClr val="lt1"/>
              </a:buClr>
              <a:buSzPts val="800"/>
              <a:buFont typeface="IBM Plex Sans"/>
              <a:buNone/>
            </a:pPr>
            <a:fld id="{00000000-1234-1234-1234-123412341234}" type="slidenum">
              <a:rPr lang="en"/>
              <a:t>‹#›</a:t>
            </a:fld>
            <a:endParaRPr/>
          </a:p>
        </p:txBody>
      </p:sp>
      <p:sp>
        <p:nvSpPr>
          <p:cNvPr id="316" name="Google Shape;316;p69"/>
          <p:cNvSpPr txBox="1"/>
          <p:nvPr>
            <p:ph idx="13" type="subTitle"/>
          </p:nvPr>
        </p:nvSpPr>
        <p:spPr>
          <a:xfrm>
            <a:off x="6802800" y="256333"/>
            <a:ext cx="1050600" cy="162000"/>
          </a:xfrm>
          <a:prstGeom prst="rect">
            <a:avLst/>
          </a:prstGeom>
        </p:spPr>
        <p:txBody>
          <a:bodyPr anchorCtr="0" anchor="t" bIns="0" lIns="0" spcFirstLastPara="1" rIns="0" wrap="square" tIns="0">
            <a:spAutoFit/>
          </a:bodyPr>
          <a:lstStyle>
            <a:lvl1pPr lvl="0" algn="r">
              <a:spcBef>
                <a:spcPts val="0"/>
              </a:spcBef>
              <a:spcAft>
                <a:spcPts val="0"/>
              </a:spcAft>
              <a:buClr>
                <a:schemeClr val="lt1"/>
              </a:buClr>
              <a:buSzPts val="800"/>
              <a:buFont typeface="IBM Plex Sans"/>
              <a:buNone/>
              <a:defRPr sz="800">
                <a:solidFill>
                  <a:schemeClr val="lt1"/>
                </a:solidFill>
              </a:defRPr>
            </a:lvl1pPr>
            <a:lvl2pPr lvl="1" algn="r">
              <a:spcBef>
                <a:spcPts val="0"/>
              </a:spcBef>
              <a:spcAft>
                <a:spcPts val="0"/>
              </a:spcAft>
              <a:buClr>
                <a:schemeClr val="lt1"/>
              </a:buClr>
              <a:buSzPts val="800"/>
              <a:buFont typeface="IBM Plex Sans"/>
              <a:buNone/>
              <a:defRPr sz="800">
                <a:solidFill>
                  <a:schemeClr val="lt1"/>
                </a:solidFill>
              </a:defRPr>
            </a:lvl2pPr>
            <a:lvl3pPr lvl="2" algn="r">
              <a:spcBef>
                <a:spcPts val="0"/>
              </a:spcBef>
              <a:spcAft>
                <a:spcPts val="0"/>
              </a:spcAft>
              <a:buClr>
                <a:schemeClr val="lt1"/>
              </a:buClr>
              <a:buSzPts val="800"/>
              <a:buFont typeface="IBM Plex Sans"/>
              <a:buNone/>
              <a:defRPr sz="800">
                <a:solidFill>
                  <a:schemeClr val="lt1"/>
                </a:solidFill>
              </a:defRPr>
            </a:lvl3pPr>
            <a:lvl4pPr lvl="3" algn="r">
              <a:spcBef>
                <a:spcPts val="0"/>
              </a:spcBef>
              <a:spcAft>
                <a:spcPts val="0"/>
              </a:spcAft>
              <a:buClr>
                <a:schemeClr val="lt1"/>
              </a:buClr>
              <a:buSzPts val="800"/>
              <a:buFont typeface="IBM Plex Sans"/>
              <a:buNone/>
              <a:defRPr sz="800">
                <a:solidFill>
                  <a:schemeClr val="lt1"/>
                </a:solidFill>
              </a:defRPr>
            </a:lvl4pPr>
            <a:lvl5pPr lvl="4" algn="r">
              <a:spcBef>
                <a:spcPts val="0"/>
              </a:spcBef>
              <a:spcAft>
                <a:spcPts val="0"/>
              </a:spcAft>
              <a:buClr>
                <a:schemeClr val="lt1"/>
              </a:buClr>
              <a:buSzPts val="800"/>
              <a:buFont typeface="IBM Plex Sans"/>
              <a:buNone/>
              <a:defRPr sz="800">
                <a:solidFill>
                  <a:schemeClr val="lt1"/>
                </a:solidFill>
              </a:defRPr>
            </a:lvl5pPr>
            <a:lvl6pPr lvl="5" algn="r">
              <a:spcBef>
                <a:spcPts val="0"/>
              </a:spcBef>
              <a:spcAft>
                <a:spcPts val="0"/>
              </a:spcAft>
              <a:buClr>
                <a:schemeClr val="lt1"/>
              </a:buClr>
              <a:buSzPts val="800"/>
              <a:buFont typeface="IBM Plex Sans"/>
              <a:buNone/>
              <a:defRPr sz="800">
                <a:solidFill>
                  <a:schemeClr val="lt1"/>
                </a:solidFill>
              </a:defRPr>
            </a:lvl6pPr>
            <a:lvl7pPr lvl="6" algn="r">
              <a:spcBef>
                <a:spcPts val="0"/>
              </a:spcBef>
              <a:spcAft>
                <a:spcPts val="0"/>
              </a:spcAft>
              <a:buClr>
                <a:schemeClr val="lt1"/>
              </a:buClr>
              <a:buSzPts val="800"/>
              <a:buFont typeface="IBM Plex Sans"/>
              <a:buNone/>
              <a:defRPr sz="800">
                <a:solidFill>
                  <a:schemeClr val="lt1"/>
                </a:solidFill>
              </a:defRPr>
            </a:lvl7pPr>
            <a:lvl8pPr lvl="7" algn="r">
              <a:spcBef>
                <a:spcPts val="0"/>
              </a:spcBef>
              <a:spcAft>
                <a:spcPts val="0"/>
              </a:spcAft>
              <a:buClr>
                <a:schemeClr val="lt1"/>
              </a:buClr>
              <a:buSzPts val="800"/>
              <a:buFont typeface="IBM Plex Sans"/>
              <a:buNone/>
              <a:defRPr sz="800">
                <a:solidFill>
                  <a:schemeClr val="lt1"/>
                </a:solidFill>
              </a:defRPr>
            </a:lvl8pPr>
            <a:lvl9pPr lvl="8" algn="r">
              <a:spcBef>
                <a:spcPts val="0"/>
              </a:spcBef>
              <a:spcAft>
                <a:spcPts val="0"/>
              </a:spcAft>
              <a:buClr>
                <a:schemeClr val="lt1"/>
              </a:buClr>
              <a:buSzPts val="800"/>
              <a:buFont typeface="IBM Plex Sans"/>
              <a:buNone/>
              <a:defRPr sz="800">
                <a:solidFill>
                  <a:schemeClr val="lt1"/>
                </a:solidFill>
              </a:defRPr>
            </a:lvl9pPr>
          </a:lstStyle>
          <a:p/>
        </p:txBody>
      </p:sp>
      <p:sp>
        <p:nvSpPr>
          <p:cNvPr id="317" name="Google Shape;317;p69"/>
          <p:cNvSpPr txBox="1"/>
          <p:nvPr>
            <p:ph idx="14" type="subTitle"/>
          </p:nvPr>
        </p:nvSpPr>
        <p:spPr>
          <a:xfrm>
            <a:off x="436725" y="256333"/>
            <a:ext cx="1893000" cy="254100"/>
          </a:xfrm>
          <a:prstGeom prst="rect">
            <a:avLst/>
          </a:prstGeom>
        </p:spPr>
        <p:txBody>
          <a:bodyPr anchorCtr="0" anchor="t" bIns="0" lIns="0" spcFirstLastPara="1" rIns="91425" wrap="square" tIns="0">
            <a:spAutoFit/>
          </a:bodyPr>
          <a:lstStyle>
            <a:lvl1pPr lvl="0">
              <a:spcBef>
                <a:spcPts val="0"/>
              </a:spcBef>
              <a:spcAft>
                <a:spcPts val="0"/>
              </a:spcAft>
              <a:buClr>
                <a:schemeClr val="lt1"/>
              </a:buClr>
              <a:buSzPts val="800"/>
              <a:buFont typeface="IBM Plex Sans"/>
              <a:buNone/>
              <a:defRPr sz="800">
                <a:solidFill>
                  <a:schemeClr val="lt1"/>
                </a:solidFill>
              </a:defRPr>
            </a:lvl1pPr>
            <a:lvl2pPr lvl="1">
              <a:spcBef>
                <a:spcPts val="0"/>
              </a:spcBef>
              <a:spcAft>
                <a:spcPts val="0"/>
              </a:spcAft>
              <a:buClr>
                <a:schemeClr val="lt1"/>
              </a:buClr>
              <a:buSzPts val="800"/>
              <a:buFont typeface="IBM Plex Sans"/>
              <a:buNone/>
              <a:defRPr sz="800">
                <a:solidFill>
                  <a:schemeClr val="lt1"/>
                </a:solidFill>
              </a:defRPr>
            </a:lvl2pPr>
            <a:lvl3pPr lvl="2">
              <a:spcBef>
                <a:spcPts val="0"/>
              </a:spcBef>
              <a:spcAft>
                <a:spcPts val="0"/>
              </a:spcAft>
              <a:buClr>
                <a:schemeClr val="lt1"/>
              </a:buClr>
              <a:buSzPts val="800"/>
              <a:buFont typeface="IBM Plex Sans"/>
              <a:buNone/>
              <a:defRPr sz="800">
                <a:solidFill>
                  <a:schemeClr val="lt1"/>
                </a:solidFill>
              </a:defRPr>
            </a:lvl3pPr>
            <a:lvl4pPr lvl="3">
              <a:spcBef>
                <a:spcPts val="0"/>
              </a:spcBef>
              <a:spcAft>
                <a:spcPts val="0"/>
              </a:spcAft>
              <a:buClr>
                <a:schemeClr val="lt1"/>
              </a:buClr>
              <a:buSzPts val="800"/>
              <a:buFont typeface="IBM Plex Sans"/>
              <a:buNone/>
              <a:defRPr sz="800">
                <a:solidFill>
                  <a:schemeClr val="lt1"/>
                </a:solidFill>
              </a:defRPr>
            </a:lvl4pPr>
            <a:lvl5pPr lvl="4">
              <a:spcBef>
                <a:spcPts val="0"/>
              </a:spcBef>
              <a:spcAft>
                <a:spcPts val="0"/>
              </a:spcAft>
              <a:buClr>
                <a:schemeClr val="lt1"/>
              </a:buClr>
              <a:buSzPts val="800"/>
              <a:buFont typeface="IBM Plex Sans"/>
              <a:buNone/>
              <a:defRPr sz="800">
                <a:solidFill>
                  <a:schemeClr val="lt1"/>
                </a:solidFill>
              </a:defRPr>
            </a:lvl5pPr>
            <a:lvl6pPr lvl="5">
              <a:spcBef>
                <a:spcPts val="0"/>
              </a:spcBef>
              <a:spcAft>
                <a:spcPts val="0"/>
              </a:spcAft>
              <a:buClr>
                <a:schemeClr val="lt1"/>
              </a:buClr>
              <a:buSzPts val="800"/>
              <a:buFont typeface="IBM Plex Sans"/>
              <a:buNone/>
              <a:defRPr sz="800">
                <a:solidFill>
                  <a:schemeClr val="lt1"/>
                </a:solidFill>
              </a:defRPr>
            </a:lvl6pPr>
            <a:lvl7pPr lvl="6">
              <a:spcBef>
                <a:spcPts val="0"/>
              </a:spcBef>
              <a:spcAft>
                <a:spcPts val="0"/>
              </a:spcAft>
              <a:buClr>
                <a:schemeClr val="lt1"/>
              </a:buClr>
              <a:buSzPts val="800"/>
              <a:buFont typeface="IBM Plex Sans"/>
              <a:buNone/>
              <a:defRPr sz="800">
                <a:solidFill>
                  <a:schemeClr val="lt1"/>
                </a:solidFill>
              </a:defRPr>
            </a:lvl7pPr>
            <a:lvl8pPr lvl="7">
              <a:spcBef>
                <a:spcPts val="0"/>
              </a:spcBef>
              <a:spcAft>
                <a:spcPts val="0"/>
              </a:spcAft>
              <a:buClr>
                <a:schemeClr val="lt1"/>
              </a:buClr>
              <a:buSzPts val="800"/>
              <a:buFont typeface="IBM Plex Sans"/>
              <a:buNone/>
              <a:defRPr sz="800">
                <a:solidFill>
                  <a:schemeClr val="lt1"/>
                </a:solidFill>
              </a:defRPr>
            </a:lvl8pPr>
            <a:lvl9pPr lvl="8">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5">
  <p:cSld name="TITLE_AND_BODY_10">
    <p:spTree>
      <p:nvGrpSpPr>
        <p:cNvPr id="318" name="Shape 318"/>
        <p:cNvGrpSpPr/>
        <p:nvPr/>
      </p:nvGrpSpPr>
      <p:grpSpPr>
        <a:xfrm>
          <a:off x="0" y="0"/>
          <a:ext cx="0" cy="0"/>
          <a:chOff x="0" y="0"/>
          <a:chExt cx="0" cy="0"/>
        </a:xfrm>
      </p:grpSpPr>
      <p:sp>
        <p:nvSpPr>
          <p:cNvPr id="319" name="Google Shape;319;p70"/>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320" name="Google Shape;320;p70"/>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321" name="Shape 321"/>
        <p:cNvGrpSpPr/>
        <p:nvPr/>
      </p:nvGrpSpPr>
      <p:grpSpPr>
        <a:xfrm>
          <a:off x="0" y="0"/>
          <a:ext cx="0" cy="0"/>
          <a:chOff x="0" y="0"/>
          <a:chExt cx="0" cy="0"/>
        </a:xfrm>
      </p:grpSpPr>
      <p:pic>
        <p:nvPicPr>
          <p:cNvPr descr="preencoded.png" id="322" name="Google Shape;322;p71"/>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323" name="Google Shape;323;p71"/>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324" name="Shape 324"/>
        <p:cNvGrpSpPr/>
        <p:nvPr/>
      </p:nvGrpSpPr>
      <p:grpSpPr>
        <a:xfrm>
          <a:off x="0" y="0"/>
          <a:ext cx="0" cy="0"/>
          <a:chOff x="0" y="0"/>
          <a:chExt cx="0" cy="0"/>
        </a:xfrm>
      </p:grpSpPr>
      <p:pic>
        <p:nvPicPr>
          <p:cNvPr descr="preencoded.png" id="325" name="Google Shape;325;p72"/>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326" name="Google Shape;326;p72"/>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p:cSld name="TITLE_AND_BODY_3_4">
    <p:spTree>
      <p:nvGrpSpPr>
        <p:cNvPr id="327" name="Shape 327"/>
        <p:cNvGrpSpPr/>
        <p:nvPr/>
      </p:nvGrpSpPr>
      <p:grpSpPr>
        <a:xfrm>
          <a:off x="0" y="0"/>
          <a:ext cx="0" cy="0"/>
          <a:chOff x="0" y="0"/>
          <a:chExt cx="0" cy="0"/>
        </a:xfrm>
      </p:grpSpPr>
      <p:sp>
        <p:nvSpPr>
          <p:cNvPr id="328" name="Google Shape;328;p73"/>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29" name="Google Shape;329;p73"/>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330" name="Google Shape;330;p73"/>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331" name="Shape 331"/>
        <p:cNvGrpSpPr/>
        <p:nvPr/>
      </p:nvGrpSpPr>
      <p:grpSpPr>
        <a:xfrm>
          <a:off x="0" y="0"/>
          <a:ext cx="0" cy="0"/>
          <a:chOff x="0" y="0"/>
          <a:chExt cx="0" cy="0"/>
        </a:xfrm>
      </p:grpSpPr>
      <p:pic>
        <p:nvPicPr>
          <p:cNvPr descr="preencoded.png" id="332" name="Google Shape;332;p74"/>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333" name="Google Shape;333;p74"/>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334" name="Shape 334"/>
        <p:cNvGrpSpPr/>
        <p:nvPr/>
      </p:nvGrpSpPr>
      <p:grpSpPr>
        <a:xfrm>
          <a:off x="0" y="0"/>
          <a:ext cx="0" cy="0"/>
          <a:chOff x="0" y="0"/>
          <a:chExt cx="0" cy="0"/>
        </a:xfrm>
      </p:grpSpPr>
      <p:pic>
        <p:nvPicPr>
          <p:cNvPr descr="preencoded.png" id="335" name="Google Shape;335;p75"/>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336" name="Google Shape;336;p75"/>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37" name="Shape 337"/>
        <p:cNvGrpSpPr/>
        <p:nvPr/>
      </p:nvGrpSpPr>
      <p:grpSpPr>
        <a:xfrm>
          <a:off x="0" y="0"/>
          <a:ext cx="0" cy="0"/>
          <a:chOff x="0" y="0"/>
          <a:chExt cx="0" cy="0"/>
        </a:xfrm>
      </p:grpSpPr>
      <p:pic>
        <p:nvPicPr>
          <p:cNvPr descr="preencoded.png" id="338" name="Google Shape;338;p76"/>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339" name="Google Shape;339;p76"/>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340" name="Shape 340"/>
        <p:cNvGrpSpPr/>
        <p:nvPr/>
      </p:nvGrpSpPr>
      <p:grpSpPr>
        <a:xfrm>
          <a:off x="0" y="0"/>
          <a:ext cx="0" cy="0"/>
          <a:chOff x="0" y="0"/>
          <a:chExt cx="0" cy="0"/>
        </a:xfrm>
      </p:grpSpPr>
      <p:pic>
        <p:nvPicPr>
          <p:cNvPr descr="preencoded.png" id="341" name="Google Shape;341;p77"/>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342" name="Google Shape;342;p77"/>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spTree>
      <p:nvGrpSpPr>
        <p:cNvPr id="343" name="Shape 343"/>
        <p:cNvGrpSpPr/>
        <p:nvPr/>
      </p:nvGrpSpPr>
      <p:grpSpPr>
        <a:xfrm>
          <a:off x="0" y="0"/>
          <a:ext cx="0" cy="0"/>
          <a:chOff x="0" y="0"/>
          <a:chExt cx="0" cy="0"/>
        </a:xfrm>
      </p:grpSpPr>
      <p:pic>
        <p:nvPicPr>
          <p:cNvPr descr="preencoded.png" id="344" name="Google Shape;344;p78"/>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345" name="Google Shape;345;p78"/>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49" name="Shape 349"/>
        <p:cNvGrpSpPr/>
        <p:nvPr/>
      </p:nvGrpSpPr>
      <p:grpSpPr>
        <a:xfrm>
          <a:off x="0" y="0"/>
          <a:ext cx="0" cy="0"/>
          <a:chOff x="0" y="0"/>
          <a:chExt cx="0" cy="0"/>
        </a:xfrm>
      </p:grpSpPr>
      <p:pic>
        <p:nvPicPr>
          <p:cNvPr id="350" name="Google Shape;350;p80" title="Mesh Holographic Gradients - Dark Gradient 22.png"/>
          <p:cNvPicPr preferRelativeResize="0"/>
          <p:nvPr/>
        </p:nvPicPr>
        <p:blipFill rotWithShape="1">
          <a:blip r:embed="rId2">
            <a:alphaModFix/>
          </a:blip>
          <a:srcRect b="0" l="0" r="9999" t="0"/>
          <a:stretch/>
        </p:blipFill>
        <p:spPr>
          <a:xfrm>
            <a:off x="0" y="0"/>
            <a:ext cx="9143997" cy="5715000"/>
          </a:xfrm>
          <a:prstGeom prst="rect">
            <a:avLst/>
          </a:prstGeom>
          <a:noFill/>
          <a:ln>
            <a:noFill/>
          </a:ln>
        </p:spPr>
      </p:pic>
      <p:pic>
        <p:nvPicPr>
          <p:cNvPr id="351" name="Google Shape;351;p80"/>
          <p:cNvPicPr preferRelativeResize="0"/>
          <p:nvPr/>
        </p:nvPicPr>
        <p:blipFill rotWithShape="1">
          <a:blip r:embed="rId3">
            <a:alphaModFix/>
          </a:blip>
          <a:srcRect b="0" l="0" r="0" t="0"/>
          <a:stretch/>
        </p:blipFill>
        <p:spPr>
          <a:xfrm>
            <a:off x="457200" y="457209"/>
            <a:ext cx="316413" cy="390600"/>
          </a:xfrm>
          <a:prstGeom prst="rect">
            <a:avLst/>
          </a:prstGeom>
          <a:noFill/>
          <a:ln>
            <a:noFill/>
          </a:ln>
        </p:spPr>
      </p:pic>
      <p:sp>
        <p:nvSpPr>
          <p:cNvPr id="352" name="Google Shape;352;p80"/>
          <p:cNvSpPr/>
          <p:nvPr/>
        </p:nvSpPr>
        <p:spPr>
          <a:xfrm>
            <a:off x="984762" y="561375"/>
            <a:ext cx="203100" cy="225600"/>
          </a:xfrm>
          <a:prstGeom prst="plus">
            <a:avLst>
              <a:gd fmla="val 43366" name="adj"/>
            </a:avLst>
          </a:prstGeom>
          <a:solidFill>
            <a:srgbClr val="60A5FA"/>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Lato"/>
              <a:ea typeface="Lato"/>
              <a:cs typeface="Lato"/>
              <a:sym typeface="Lato"/>
            </a:endParaRPr>
          </a:p>
        </p:txBody>
      </p:sp>
      <p:sp>
        <p:nvSpPr>
          <p:cNvPr id="353" name="Google Shape;353;p80"/>
          <p:cNvSpPr txBox="1"/>
          <p:nvPr/>
        </p:nvSpPr>
        <p:spPr>
          <a:xfrm>
            <a:off x="8081975" y="4984033"/>
            <a:ext cx="614100" cy="2463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lang="en" sz="1600">
                <a:solidFill>
                  <a:schemeClr val="accent4"/>
                </a:solidFill>
                <a:latin typeface="Poppins Medium"/>
                <a:ea typeface="Poppins Medium"/>
                <a:cs typeface="Poppins Medium"/>
                <a:sym typeface="Poppins Medium"/>
              </a:rPr>
              <a:t>2025</a:t>
            </a:r>
            <a:endParaRPr sz="1600">
              <a:solidFill>
                <a:schemeClr val="accent4"/>
              </a:solidFill>
              <a:latin typeface="Poppins Medium"/>
              <a:ea typeface="Poppins Medium"/>
              <a:cs typeface="Poppins Medium"/>
              <a:sym typeface="Poppins Medium"/>
            </a:endParaRPr>
          </a:p>
        </p:txBody>
      </p:sp>
      <p:sp>
        <p:nvSpPr>
          <p:cNvPr id="354" name="Google Shape;354;p80"/>
          <p:cNvSpPr txBox="1"/>
          <p:nvPr>
            <p:ph type="title"/>
          </p:nvPr>
        </p:nvSpPr>
        <p:spPr>
          <a:xfrm>
            <a:off x="457200" y="3038000"/>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355" name="Google Shape;355;p80"/>
          <p:cNvSpPr txBox="1"/>
          <p:nvPr>
            <p:ph idx="1" type="subTitle"/>
          </p:nvPr>
        </p:nvSpPr>
        <p:spPr>
          <a:xfrm>
            <a:off x="457200" y="48237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rtification covers">
  <p:cSld name="TITLE_1">
    <p:spTree>
      <p:nvGrpSpPr>
        <p:cNvPr id="356" name="Shape 356"/>
        <p:cNvGrpSpPr/>
        <p:nvPr/>
      </p:nvGrpSpPr>
      <p:grpSpPr>
        <a:xfrm>
          <a:off x="0" y="0"/>
          <a:ext cx="0" cy="0"/>
          <a:chOff x="0" y="0"/>
          <a:chExt cx="0" cy="0"/>
        </a:xfrm>
      </p:grpSpPr>
      <p:pic>
        <p:nvPicPr>
          <p:cNvPr id="357" name="Google Shape;357;p81" title="Mesh Holographic Gradients - Dark Gradient 22.png"/>
          <p:cNvPicPr preferRelativeResize="0"/>
          <p:nvPr/>
        </p:nvPicPr>
        <p:blipFill rotWithShape="1">
          <a:blip r:embed="rId2">
            <a:alphaModFix/>
          </a:blip>
          <a:srcRect b="0" l="0" r="9999" t="0"/>
          <a:stretch/>
        </p:blipFill>
        <p:spPr>
          <a:xfrm flipH="1" rot="10800000">
            <a:off x="0" y="0"/>
            <a:ext cx="9144003" cy="5715000"/>
          </a:xfrm>
          <a:prstGeom prst="rect">
            <a:avLst/>
          </a:prstGeom>
          <a:noFill/>
          <a:ln>
            <a:noFill/>
          </a:ln>
        </p:spPr>
      </p:pic>
      <p:pic>
        <p:nvPicPr>
          <p:cNvPr id="358" name="Google Shape;358;p81"/>
          <p:cNvPicPr preferRelativeResize="0"/>
          <p:nvPr/>
        </p:nvPicPr>
        <p:blipFill rotWithShape="1">
          <a:blip r:embed="rId3">
            <a:alphaModFix/>
          </a:blip>
          <a:srcRect b="0" l="0" r="0" t="0"/>
          <a:stretch/>
        </p:blipFill>
        <p:spPr>
          <a:xfrm>
            <a:off x="457200" y="531584"/>
            <a:ext cx="316413" cy="390600"/>
          </a:xfrm>
          <a:prstGeom prst="rect">
            <a:avLst/>
          </a:prstGeom>
          <a:noFill/>
          <a:ln>
            <a:noFill/>
          </a:ln>
        </p:spPr>
      </p:pic>
      <p:sp>
        <p:nvSpPr>
          <p:cNvPr id="359" name="Google Shape;359;p81"/>
          <p:cNvSpPr txBox="1"/>
          <p:nvPr>
            <p:ph type="title"/>
          </p:nvPr>
        </p:nvSpPr>
        <p:spPr>
          <a:xfrm>
            <a:off x="457200" y="3038000"/>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360" name="Google Shape;360;p81"/>
          <p:cNvSpPr txBox="1"/>
          <p:nvPr>
            <p:ph idx="1" type="subTitle"/>
          </p:nvPr>
        </p:nvSpPr>
        <p:spPr>
          <a:xfrm>
            <a:off x="457200" y="48237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type="secHead">
  <p:cSld name="SECTION_HEADER">
    <p:spTree>
      <p:nvGrpSpPr>
        <p:cNvPr id="361" name="Shape 361"/>
        <p:cNvGrpSpPr/>
        <p:nvPr/>
      </p:nvGrpSpPr>
      <p:grpSpPr>
        <a:xfrm>
          <a:off x="0" y="0"/>
          <a:ext cx="0" cy="0"/>
          <a:chOff x="0" y="0"/>
          <a:chExt cx="0" cy="0"/>
        </a:xfrm>
      </p:grpSpPr>
      <p:pic>
        <p:nvPicPr>
          <p:cNvPr id="362" name="Google Shape;362;p82" title="Mesh Holographic Gradients - Dark Gradient 22.png"/>
          <p:cNvPicPr preferRelativeResize="0"/>
          <p:nvPr/>
        </p:nvPicPr>
        <p:blipFill rotWithShape="1">
          <a:blip r:embed="rId2">
            <a:alphaModFix/>
          </a:blip>
          <a:srcRect b="0" l="0" r="9999" t="0"/>
          <a:stretch/>
        </p:blipFill>
        <p:spPr>
          <a:xfrm>
            <a:off x="0" y="0"/>
            <a:ext cx="9144003" cy="5715000"/>
          </a:xfrm>
          <a:prstGeom prst="rect">
            <a:avLst/>
          </a:prstGeom>
          <a:noFill/>
          <a:ln>
            <a:noFill/>
          </a:ln>
        </p:spPr>
      </p:pic>
      <p:sp>
        <p:nvSpPr>
          <p:cNvPr id="363" name="Google Shape;363;p82"/>
          <p:cNvSpPr txBox="1"/>
          <p:nvPr>
            <p:ph type="title"/>
          </p:nvPr>
        </p:nvSpPr>
        <p:spPr>
          <a:xfrm>
            <a:off x="457200" y="4271667"/>
            <a:ext cx="5023800" cy="935400"/>
          </a:xfrm>
          <a:prstGeom prst="rect">
            <a:avLst/>
          </a:prstGeom>
        </p:spPr>
        <p:txBody>
          <a:bodyPr anchorCtr="0" anchor="b" bIns="0" lIns="0" spcFirstLastPara="1" rIns="0" wrap="square" tIns="0">
            <a:sp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 slide">
  <p:cSld name="CUSTOM">
    <p:spTree>
      <p:nvGrpSpPr>
        <p:cNvPr id="364" name="Shape 364"/>
        <p:cNvGrpSpPr/>
        <p:nvPr/>
      </p:nvGrpSpPr>
      <p:grpSpPr>
        <a:xfrm>
          <a:off x="0" y="0"/>
          <a:ext cx="0" cy="0"/>
          <a:chOff x="0" y="0"/>
          <a:chExt cx="0" cy="0"/>
        </a:xfrm>
      </p:grpSpPr>
      <p:grpSp>
        <p:nvGrpSpPr>
          <p:cNvPr id="365" name="Google Shape;365;p83"/>
          <p:cNvGrpSpPr/>
          <p:nvPr/>
        </p:nvGrpSpPr>
        <p:grpSpPr>
          <a:xfrm>
            <a:off x="0" y="0"/>
            <a:ext cx="9143998" cy="5714776"/>
            <a:chOff x="0" y="-2"/>
            <a:chExt cx="10973237" cy="6858005"/>
          </a:xfrm>
        </p:grpSpPr>
        <p:pic>
          <p:nvPicPr>
            <p:cNvPr id="366" name="Google Shape;366;p83" title="Break.png"/>
            <p:cNvPicPr preferRelativeResize="0"/>
            <p:nvPr/>
          </p:nvPicPr>
          <p:blipFill rotWithShape="1">
            <a:blip r:embed="rId2">
              <a:alphaModFix/>
            </a:blip>
            <a:srcRect b="0" l="0" r="9999" t="0"/>
            <a:stretch/>
          </p:blipFill>
          <p:spPr>
            <a:xfrm>
              <a:off x="0" y="-2"/>
              <a:ext cx="10973237" cy="6858005"/>
            </a:xfrm>
            <a:prstGeom prst="rect">
              <a:avLst/>
            </a:prstGeom>
            <a:noFill/>
            <a:ln>
              <a:noFill/>
            </a:ln>
          </p:spPr>
        </p:pic>
        <p:pic>
          <p:nvPicPr>
            <p:cNvPr id="367" name="Google Shape;367;p83" title="Shapes01.png"/>
            <p:cNvPicPr preferRelativeResize="0"/>
            <p:nvPr/>
          </p:nvPicPr>
          <p:blipFill rotWithShape="1">
            <a:blip r:embed="rId3">
              <a:alphaModFix amt="64000"/>
            </a:blip>
            <a:srcRect b="0" l="0" r="9999" t="0"/>
            <a:stretch/>
          </p:blipFill>
          <p:spPr>
            <a:xfrm>
              <a:off x="0" y="-2"/>
              <a:ext cx="10973237" cy="6858005"/>
            </a:xfrm>
            <a:prstGeom prst="rect">
              <a:avLst/>
            </a:prstGeom>
            <a:noFill/>
            <a:ln>
              <a:noFill/>
            </a:ln>
          </p:spPr>
        </p:pic>
      </p:grpSp>
      <p:sp>
        <p:nvSpPr>
          <p:cNvPr id="368" name="Google Shape;368;p83"/>
          <p:cNvSpPr txBox="1"/>
          <p:nvPr/>
        </p:nvSpPr>
        <p:spPr>
          <a:xfrm>
            <a:off x="1367072" y="2080750"/>
            <a:ext cx="5486400" cy="738900"/>
          </a:xfrm>
          <a:prstGeom prst="rect">
            <a:avLst/>
          </a:prstGeom>
          <a:noFill/>
          <a:ln>
            <a:noFill/>
          </a:ln>
        </p:spPr>
        <p:txBody>
          <a:bodyPr anchorCtr="0" anchor="t" bIns="0" lIns="0" spcFirstLastPara="1" rIns="0" wrap="square" tIns="0">
            <a:spAutoFit/>
          </a:bodyPr>
          <a:lstStyle/>
          <a:p>
            <a:pPr indent="-304800" lvl="0" marL="0" marR="0" rtl="0" algn="l">
              <a:lnSpc>
                <a:spcPct val="100000"/>
              </a:lnSpc>
              <a:spcBef>
                <a:spcPts val="0"/>
              </a:spcBef>
              <a:spcAft>
                <a:spcPts val="0"/>
              </a:spcAft>
              <a:buClr>
                <a:schemeClr val="accent2"/>
              </a:buClr>
              <a:buSzPts val="4800"/>
              <a:buFont typeface="Poppins SemiBold"/>
              <a:buNone/>
            </a:pPr>
            <a:r>
              <a:rPr lang="en" sz="4800">
                <a:solidFill>
                  <a:schemeClr val="accent2"/>
                </a:solidFill>
                <a:latin typeface="Poppins SemiBold"/>
                <a:ea typeface="Poppins SemiBold"/>
                <a:cs typeface="Poppins SemiBold"/>
                <a:sym typeface="Poppins SemiBold"/>
              </a:rPr>
              <a:t>Break</a:t>
            </a:r>
            <a:endParaRPr sz="4800">
              <a:solidFill>
                <a:schemeClr val="accent2"/>
              </a:solidFill>
              <a:latin typeface="Poppins SemiBold"/>
              <a:ea typeface="Poppins SemiBold"/>
              <a:cs typeface="Poppins SemiBold"/>
              <a:sym typeface="Poppins SemiBold"/>
            </a:endParaRPr>
          </a:p>
        </p:txBody>
      </p:sp>
      <p:pic>
        <p:nvPicPr>
          <p:cNvPr id="369" name="Google Shape;369;p83"/>
          <p:cNvPicPr preferRelativeResize="0"/>
          <p:nvPr/>
        </p:nvPicPr>
        <p:blipFill rotWithShape="1">
          <a:blip r:embed="rId4">
            <a:alphaModFix/>
          </a:blip>
          <a:srcRect b="0" l="0" r="0" t="0"/>
          <a:stretch/>
        </p:blipFill>
        <p:spPr>
          <a:xfrm>
            <a:off x="1367087" y="2986403"/>
            <a:ext cx="277007" cy="276975"/>
          </a:xfrm>
          <a:prstGeom prst="rect">
            <a:avLst/>
          </a:prstGeom>
          <a:noFill/>
          <a:ln>
            <a:noFill/>
          </a:ln>
        </p:spPr>
      </p:pic>
      <p:sp>
        <p:nvSpPr>
          <p:cNvPr id="370" name="Google Shape;370;p83"/>
          <p:cNvSpPr txBox="1"/>
          <p:nvPr>
            <p:ph idx="1" type="body"/>
          </p:nvPr>
        </p:nvSpPr>
        <p:spPr>
          <a:xfrm>
            <a:off x="1810375" y="2900778"/>
            <a:ext cx="5043000" cy="479100"/>
          </a:xfrm>
          <a:prstGeom prst="rect">
            <a:avLst/>
          </a:prstGeom>
        </p:spPr>
        <p:txBody>
          <a:bodyPr anchorCtr="0" anchor="ctr" bIns="0" lIns="0" spcFirstLastPara="1" rIns="0" wrap="square" tIns="0">
            <a:sp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71" name="Shape 371"/>
        <p:cNvGrpSpPr/>
        <p:nvPr/>
      </p:nvGrpSpPr>
      <p:grpSpPr>
        <a:xfrm>
          <a:off x="0" y="0"/>
          <a:ext cx="0" cy="0"/>
          <a:chOff x="0" y="0"/>
          <a:chExt cx="0" cy="0"/>
        </a:xfrm>
      </p:grpSpPr>
      <p:sp>
        <p:nvSpPr>
          <p:cNvPr id="372" name="Google Shape;372;p84"/>
          <p:cNvSpPr txBox="1"/>
          <p:nvPr>
            <p:ph idx="1" type="body"/>
          </p:nvPr>
        </p:nvSpPr>
        <p:spPr>
          <a:xfrm>
            <a:off x="457200" y="1524425"/>
            <a:ext cx="3650100" cy="37335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1pPr>
            <a:lvl2pPr indent="-342900" lvl="1" marL="914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2pPr>
            <a:lvl3pPr indent="-342900" lvl="2" marL="1371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3pPr>
            <a:lvl4pPr indent="-342900" lvl="3" marL="1828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4pPr>
            <a:lvl5pPr indent="-342900" lvl="4" marL="22860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5pPr>
            <a:lvl6pPr indent="-342900" lvl="5" marL="2743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6pPr>
            <a:lvl7pPr indent="-342900" lvl="6" marL="3200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7pPr>
            <a:lvl8pPr indent="-342900" lvl="7" marL="3657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8pPr>
            <a:lvl9pPr indent="-342900" lvl="8" marL="4114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9pPr>
          </a:lstStyle>
          <a:p/>
        </p:txBody>
      </p:sp>
      <p:sp>
        <p:nvSpPr>
          <p:cNvPr id="373" name="Google Shape;373;p84"/>
          <p:cNvSpPr txBox="1"/>
          <p:nvPr>
            <p:ph type="title"/>
          </p:nvPr>
        </p:nvSpPr>
        <p:spPr>
          <a:xfrm>
            <a:off x="457200" y="457200"/>
            <a:ext cx="3650100" cy="10671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lumns" type="twoColTx">
  <p:cSld name="TITLE_AND_TWO_COLUMNS">
    <p:spTree>
      <p:nvGrpSpPr>
        <p:cNvPr id="374" name="Shape 374"/>
        <p:cNvGrpSpPr/>
        <p:nvPr/>
      </p:nvGrpSpPr>
      <p:grpSpPr>
        <a:xfrm>
          <a:off x="0" y="0"/>
          <a:ext cx="0" cy="0"/>
          <a:chOff x="0" y="0"/>
          <a:chExt cx="0" cy="0"/>
        </a:xfrm>
      </p:grpSpPr>
      <p:sp>
        <p:nvSpPr>
          <p:cNvPr id="375" name="Google Shape;375;p85"/>
          <p:cNvSpPr txBox="1"/>
          <p:nvPr>
            <p:ph idx="1" type="body"/>
          </p:nvPr>
        </p:nvSpPr>
        <p:spPr>
          <a:xfrm>
            <a:off x="4572000" y="1524425"/>
            <a:ext cx="3650100" cy="37335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376" name="Google Shape;376;p85"/>
          <p:cNvSpPr txBox="1"/>
          <p:nvPr>
            <p:ph idx="2" type="body"/>
          </p:nvPr>
        </p:nvSpPr>
        <p:spPr>
          <a:xfrm>
            <a:off x="457200" y="1524425"/>
            <a:ext cx="3650100" cy="37335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1pPr>
            <a:lvl2pPr indent="-342900" lvl="1" marL="914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2pPr>
            <a:lvl3pPr indent="-342900" lvl="2" marL="1371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3pPr>
            <a:lvl4pPr indent="-342900" lvl="3" marL="1828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4pPr>
            <a:lvl5pPr indent="-342900" lvl="4" marL="22860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5pPr>
            <a:lvl6pPr indent="-342900" lvl="5" marL="2743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6pPr>
            <a:lvl7pPr indent="-342900" lvl="6" marL="3200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7pPr>
            <a:lvl8pPr indent="-342900" lvl="7" marL="3657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8pPr>
            <a:lvl9pPr indent="-342900" lvl="8" marL="4114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9pPr>
          </a:lstStyle>
          <a:p/>
        </p:txBody>
      </p:sp>
      <p:sp>
        <p:nvSpPr>
          <p:cNvPr id="377" name="Google Shape;377;p85"/>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guide id="2" pos="2587">
          <p15:clr>
            <a:srgbClr val="E46962"/>
          </p15:clr>
        </p15:guide>
        <p15:guide id="3" pos="2880">
          <p15:clr>
            <a:srgbClr val="E46962"/>
          </p15:clr>
        </p15:guide>
        <p15:guide id="4" pos="5179">
          <p15:clr>
            <a:srgbClr val="E46962"/>
          </p15:clr>
        </p15:guide>
      </p15:sldGuideLst>
    </p:ext>
  </p:extLst>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8" name="Shape 378"/>
        <p:cNvGrpSpPr/>
        <p:nvPr/>
      </p:nvGrpSpPr>
      <p:grpSpPr>
        <a:xfrm>
          <a:off x="0" y="0"/>
          <a:ext cx="0" cy="0"/>
          <a:chOff x="0" y="0"/>
          <a:chExt cx="0" cy="0"/>
        </a:xfrm>
      </p:grpSpPr>
      <p:sp>
        <p:nvSpPr>
          <p:cNvPr id="379" name="Google Shape;379;p86"/>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p:cSld name="ONE_COLUMN_TEXT">
    <p:spTree>
      <p:nvGrpSpPr>
        <p:cNvPr id="380" name="Shape 380"/>
        <p:cNvGrpSpPr/>
        <p:nvPr/>
      </p:nvGrpSpPr>
      <p:grpSpPr>
        <a:xfrm>
          <a:off x="0" y="0"/>
          <a:ext cx="0" cy="0"/>
          <a:chOff x="0" y="0"/>
          <a:chExt cx="0" cy="0"/>
        </a:xfrm>
      </p:grpSpPr>
      <p:sp>
        <p:nvSpPr>
          <p:cNvPr id="381" name="Google Shape;381;p87"/>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382" name="Google Shape;382;p87"/>
          <p:cNvSpPr txBox="1"/>
          <p:nvPr>
            <p:ph idx="1" type="body"/>
          </p:nvPr>
        </p:nvSpPr>
        <p:spPr>
          <a:xfrm>
            <a:off x="457200" y="1524425"/>
            <a:ext cx="3204600" cy="37335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1pPr>
            <a:lvl2pPr indent="-342900" lvl="1" marL="914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2pPr>
            <a:lvl3pPr indent="-342900" lvl="2" marL="1371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3pPr>
            <a:lvl4pPr indent="-342900" lvl="3" marL="1828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4pPr>
            <a:lvl5pPr indent="-342900" lvl="4" marL="22860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5pPr>
            <a:lvl6pPr indent="-342900" lvl="5" marL="2743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6pPr>
            <a:lvl7pPr indent="-342900" lvl="6" marL="3200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7pPr>
            <a:lvl8pPr indent="-342900" lvl="7" marL="3657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8pPr>
            <a:lvl9pPr indent="-342900" lvl="8" marL="4114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blipFill>
          <a:blip r:embed="rId2">
            <a:alphaModFix/>
          </a:blip>
          <a:stretch>
            <a:fillRect/>
          </a:stretch>
        </a:blipFill>
      </p:bgPr>
    </p:bg>
    <p:spTree>
      <p:nvGrpSpPr>
        <p:cNvPr id="383" name="Shape 383"/>
        <p:cNvGrpSpPr/>
        <p:nvPr/>
      </p:nvGrpSpPr>
      <p:grpSpPr>
        <a:xfrm>
          <a:off x="0" y="0"/>
          <a:ext cx="0" cy="0"/>
          <a:chOff x="0" y="0"/>
          <a:chExt cx="0" cy="0"/>
        </a:xfrm>
      </p:grpSpPr>
      <p:sp>
        <p:nvSpPr>
          <p:cNvPr id="384" name="Google Shape;384;p88"/>
          <p:cNvSpPr txBox="1"/>
          <p:nvPr>
            <p:ph type="title"/>
          </p:nvPr>
        </p:nvSpPr>
        <p:spPr>
          <a:xfrm>
            <a:off x="1378150" y="500167"/>
            <a:ext cx="6387600" cy="4706700"/>
          </a:xfrm>
          <a:prstGeom prst="rect">
            <a:avLst/>
          </a:prstGeom>
        </p:spPr>
        <p:txBody>
          <a:bodyPr anchorCtr="0" anchor="ctr" bIns="0" lIns="0" spcFirstLastPara="1" rIns="0" wrap="square" tIns="0">
            <a:spAutoFit/>
          </a:bodyPr>
          <a:lstStyle>
            <a:lvl1pPr lvl="0" algn="ctr">
              <a:spcBef>
                <a:spcPts val="0"/>
              </a:spcBef>
              <a:spcAft>
                <a:spcPts val="0"/>
              </a:spcAft>
              <a:buClr>
                <a:schemeClr val="lt1"/>
              </a:buClr>
              <a:buSzPts val="4800"/>
              <a:buNone/>
              <a:defRPr sz="480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Section message">
  <p:cSld name="SECTION_TITLE_AND_DESCRIPTION">
    <p:spTree>
      <p:nvGrpSpPr>
        <p:cNvPr id="385" name="Shape 385"/>
        <p:cNvGrpSpPr/>
        <p:nvPr/>
      </p:nvGrpSpPr>
      <p:grpSpPr>
        <a:xfrm>
          <a:off x="0" y="0"/>
          <a:ext cx="0" cy="0"/>
          <a:chOff x="0" y="0"/>
          <a:chExt cx="0" cy="0"/>
        </a:xfrm>
      </p:grpSpPr>
      <p:sp>
        <p:nvSpPr>
          <p:cNvPr id="386" name="Google Shape;386;p89"/>
          <p:cNvSpPr/>
          <p:nvPr/>
        </p:nvSpPr>
        <p:spPr>
          <a:xfrm>
            <a:off x="4572000" y="457200"/>
            <a:ext cx="4114800" cy="4800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89"/>
          <p:cNvSpPr txBox="1"/>
          <p:nvPr>
            <p:ph idx="1" type="body"/>
          </p:nvPr>
        </p:nvSpPr>
        <p:spPr>
          <a:xfrm>
            <a:off x="4572000" y="457200"/>
            <a:ext cx="4114800" cy="4800600"/>
          </a:xfrm>
          <a:prstGeom prst="rect">
            <a:avLst/>
          </a:prstGeom>
        </p:spPr>
        <p:txBody>
          <a:bodyPr anchorCtr="0" anchor="ctr" bIns="182875" lIns="182875" spcFirstLastPara="1" rIns="182875" wrap="square" tIns="182875">
            <a:spAutoFit/>
          </a:bodyPr>
          <a:lstStyle>
            <a:lvl1pPr indent="-317500" lvl="0" marL="457200">
              <a:spcBef>
                <a:spcPts val="0"/>
              </a:spcBef>
              <a:spcAft>
                <a:spcPts val="0"/>
              </a:spcAft>
              <a:buClr>
                <a:schemeClr val="accent1"/>
              </a:buClr>
              <a:buSzPts val="14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388" name="Google Shape;388;p89"/>
          <p:cNvSpPr txBox="1"/>
          <p:nvPr>
            <p:ph type="title"/>
          </p:nvPr>
        </p:nvSpPr>
        <p:spPr>
          <a:xfrm>
            <a:off x="457200" y="457200"/>
            <a:ext cx="3656700" cy="2568000"/>
          </a:xfrm>
          <a:prstGeom prst="rect">
            <a:avLst/>
          </a:prstGeom>
          <a:noFill/>
          <a:ln>
            <a:noFill/>
          </a:ln>
        </p:spPr>
        <p:txBody>
          <a:bodyPr anchorCtr="0" anchor="t" bIns="0" lIns="0" spcFirstLastPara="1" rIns="0" wrap="square" tIns="0">
            <a:noAutofit/>
          </a:bodyPr>
          <a:lstStyle>
            <a:lvl1pPr lvl="0">
              <a:lnSpc>
                <a:spcPct val="100000"/>
              </a:lnSpc>
              <a:spcBef>
                <a:spcPts val="0"/>
              </a:spcBef>
              <a:spcAft>
                <a:spcPts val="0"/>
              </a:spcAft>
              <a:buSzPts val="4400"/>
              <a:buNone/>
              <a:defRPr sz="4400"/>
            </a:lvl1pPr>
            <a:lvl2pPr lvl="1">
              <a:lnSpc>
                <a:spcPct val="100000"/>
              </a:lnSpc>
              <a:spcBef>
                <a:spcPts val="0"/>
              </a:spcBef>
              <a:spcAft>
                <a:spcPts val="0"/>
              </a:spcAft>
              <a:buSzPts val="4400"/>
              <a:buNone/>
              <a:defRPr sz="4400"/>
            </a:lvl2pPr>
            <a:lvl3pPr lvl="2">
              <a:lnSpc>
                <a:spcPct val="100000"/>
              </a:lnSpc>
              <a:spcBef>
                <a:spcPts val="0"/>
              </a:spcBef>
              <a:spcAft>
                <a:spcPts val="0"/>
              </a:spcAft>
              <a:buSzPts val="4400"/>
              <a:buNone/>
              <a:defRPr sz="4400"/>
            </a:lvl3pPr>
            <a:lvl4pPr lvl="3">
              <a:lnSpc>
                <a:spcPct val="100000"/>
              </a:lnSpc>
              <a:spcBef>
                <a:spcPts val="0"/>
              </a:spcBef>
              <a:spcAft>
                <a:spcPts val="0"/>
              </a:spcAft>
              <a:buSzPts val="4400"/>
              <a:buNone/>
              <a:defRPr sz="4400"/>
            </a:lvl4pPr>
            <a:lvl5pPr lvl="4">
              <a:lnSpc>
                <a:spcPct val="100000"/>
              </a:lnSpc>
              <a:spcBef>
                <a:spcPts val="0"/>
              </a:spcBef>
              <a:spcAft>
                <a:spcPts val="0"/>
              </a:spcAft>
              <a:buSzPts val="4400"/>
              <a:buNone/>
              <a:defRPr sz="4400"/>
            </a:lvl5pPr>
            <a:lvl6pPr lvl="5">
              <a:lnSpc>
                <a:spcPct val="100000"/>
              </a:lnSpc>
              <a:spcBef>
                <a:spcPts val="0"/>
              </a:spcBef>
              <a:spcAft>
                <a:spcPts val="0"/>
              </a:spcAft>
              <a:buSzPts val="4400"/>
              <a:buNone/>
              <a:defRPr sz="4400"/>
            </a:lvl6pPr>
            <a:lvl7pPr lvl="6">
              <a:lnSpc>
                <a:spcPct val="100000"/>
              </a:lnSpc>
              <a:spcBef>
                <a:spcPts val="0"/>
              </a:spcBef>
              <a:spcAft>
                <a:spcPts val="0"/>
              </a:spcAft>
              <a:buSzPts val="4400"/>
              <a:buNone/>
              <a:defRPr sz="4400"/>
            </a:lvl7pPr>
            <a:lvl8pPr lvl="7">
              <a:lnSpc>
                <a:spcPct val="100000"/>
              </a:lnSpc>
              <a:spcBef>
                <a:spcPts val="0"/>
              </a:spcBef>
              <a:spcAft>
                <a:spcPts val="0"/>
              </a:spcAft>
              <a:buSzPts val="4400"/>
              <a:buNone/>
              <a:defRPr sz="4400"/>
            </a:lvl8pPr>
            <a:lvl9pPr lvl="8">
              <a:lnSpc>
                <a:spcPct val="100000"/>
              </a:lnSpc>
              <a:spcBef>
                <a:spcPts val="0"/>
              </a:spcBef>
              <a:spcAft>
                <a:spcPts val="0"/>
              </a:spcAft>
              <a:buSzPts val="4400"/>
              <a:buNone/>
              <a:defRPr sz="4400"/>
            </a:lvl9pPr>
          </a:lstStyle>
          <a:p/>
        </p:txBody>
      </p:sp>
      <p:sp>
        <p:nvSpPr>
          <p:cNvPr id="389" name="Google Shape;389;p89"/>
          <p:cNvSpPr txBox="1"/>
          <p:nvPr>
            <p:ph idx="2" type="subTitle"/>
          </p:nvPr>
        </p:nvSpPr>
        <p:spPr>
          <a:xfrm>
            <a:off x="457200" y="3025250"/>
            <a:ext cx="3656700" cy="2232600"/>
          </a:xfrm>
          <a:prstGeom prst="rect">
            <a:avLst/>
          </a:prstGeom>
        </p:spPr>
        <p:txBody>
          <a:bodyPr anchorCtr="0" anchor="t" bIns="0" lIns="0" spcFirstLastPara="1" rIns="0" wrap="square" tIns="0">
            <a:noAutofit/>
          </a:bodyPr>
          <a:lstStyle>
            <a:lvl1pPr indent="0" lvl="0"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Tree>
  </p:cSld>
  <p:clrMapOvr>
    <a:masterClrMapping/>
  </p:clrMapOvr>
  <p:extLst>
    <p:ext uri="{DCECCB84-F9BA-43D5-87BE-67443E8EF086}">
      <p15:sldGuideLst>
        <p15:guide id="1" orient="horz" pos="1906">
          <p15:clr>
            <a:srgbClr val="E46962"/>
          </p15:clr>
        </p15:guide>
      </p15:sldGuideLst>
    </p:ext>
  </p:extLst>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90" name="Shape 390"/>
        <p:cNvGrpSpPr/>
        <p:nvPr/>
      </p:nvGrpSpPr>
      <p:grpSpPr>
        <a:xfrm>
          <a:off x="0" y="0"/>
          <a:ext cx="0" cy="0"/>
          <a:chOff x="0" y="0"/>
          <a:chExt cx="0" cy="0"/>
        </a:xfrm>
      </p:grpSpPr>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dark)">
  <p:cSld name="TITLE_AND_BODY_1">
    <p:bg>
      <p:bgPr>
        <a:solidFill>
          <a:schemeClr val="dk1"/>
        </a:solidFill>
      </p:bgPr>
    </p:bg>
    <p:spTree>
      <p:nvGrpSpPr>
        <p:cNvPr id="391" name="Shape 391"/>
        <p:cNvGrpSpPr/>
        <p:nvPr/>
      </p:nvGrpSpPr>
      <p:grpSpPr>
        <a:xfrm>
          <a:off x="0" y="0"/>
          <a:ext cx="0" cy="0"/>
          <a:chOff x="0" y="0"/>
          <a:chExt cx="0" cy="0"/>
        </a:xfrm>
      </p:grpSpPr>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p:cSld name="Title + Body 1">
    <p:spTree>
      <p:nvGrpSpPr>
        <p:cNvPr id="392" name="Shape 392"/>
        <p:cNvGrpSpPr/>
        <p:nvPr/>
      </p:nvGrpSpPr>
      <p:grpSpPr>
        <a:xfrm>
          <a:off x="0" y="0"/>
          <a:ext cx="0" cy="0"/>
          <a:chOff x="0" y="0"/>
          <a:chExt cx="0" cy="0"/>
        </a:xfrm>
      </p:grpSpPr>
      <p:sp>
        <p:nvSpPr>
          <p:cNvPr id="393" name="Google Shape;393;p92"/>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394" name="Google Shape;394;p92"/>
          <p:cNvSpPr txBox="1"/>
          <p:nvPr>
            <p:ph idx="1"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395" name="Google Shape;395;p92"/>
          <p:cNvSpPr txBox="1"/>
          <p:nvPr>
            <p:ph idx="2" type="body"/>
          </p:nvPr>
        </p:nvSpPr>
        <p:spPr>
          <a:xfrm>
            <a:off x="457200" y="2139575"/>
            <a:ext cx="41148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396" name="Google Shape;396;p92"/>
          <p:cNvSpPr txBox="1"/>
          <p:nvPr>
            <p:ph idx="3"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2 columns">
  <p:cSld name="Body 2 Columns ">
    <p:spTree>
      <p:nvGrpSpPr>
        <p:cNvPr id="397" name="Shape 397"/>
        <p:cNvGrpSpPr/>
        <p:nvPr/>
      </p:nvGrpSpPr>
      <p:grpSpPr>
        <a:xfrm>
          <a:off x="0" y="0"/>
          <a:ext cx="0" cy="0"/>
          <a:chOff x="0" y="0"/>
          <a:chExt cx="0" cy="0"/>
        </a:xfrm>
      </p:grpSpPr>
      <p:sp>
        <p:nvSpPr>
          <p:cNvPr id="398" name="Google Shape;398;p93"/>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399" name="Google Shape;399;p93"/>
          <p:cNvSpPr txBox="1"/>
          <p:nvPr>
            <p:ph idx="1" type="body"/>
          </p:nvPr>
        </p:nvSpPr>
        <p:spPr>
          <a:xfrm>
            <a:off x="457200" y="2139575"/>
            <a:ext cx="41148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400" name="Google Shape;400;p93"/>
          <p:cNvSpPr txBox="1"/>
          <p:nvPr>
            <p:ph idx="2" type="body"/>
          </p:nvPr>
        </p:nvSpPr>
        <p:spPr>
          <a:xfrm>
            <a:off x="4572000" y="2139575"/>
            <a:ext cx="41148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401" name="Google Shape;401;p93"/>
          <p:cNvSpPr txBox="1"/>
          <p:nvPr>
            <p:ph idx="3"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402" name="Google Shape;402;p93"/>
          <p:cNvSpPr txBox="1"/>
          <p:nvPr>
            <p:ph idx="4"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 Cover">
    <p:bg>
      <p:bgPr>
        <a:blipFill>
          <a:blip r:embed="rId2">
            <a:alphaModFix/>
          </a:blip>
          <a:stretch>
            <a:fillRect/>
          </a:stretch>
        </a:blipFill>
      </p:bgPr>
    </p:bg>
    <p:spTree>
      <p:nvGrpSpPr>
        <p:cNvPr id="403" name="Shape 403"/>
        <p:cNvGrpSpPr/>
        <p:nvPr/>
      </p:nvGrpSpPr>
      <p:grpSpPr>
        <a:xfrm>
          <a:off x="0" y="0"/>
          <a:ext cx="0" cy="0"/>
          <a:chOff x="0" y="0"/>
          <a:chExt cx="0" cy="0"/>
        </a:xfrm>
      </p:grpSpPr>
      <p:sp>
        <p:nvSpPr>
          <p:cNvPr id="404" name="Google Shape;404;p94"/>
          <p:cNvSpPr txBox="1"/>
          <p:nvPr>
            <p:ph type="title"/>
          </p:nvPr>
        </p:nvSpPr>
        <p:spPr>
          <a:xfrm>
            <a:off x="457200" y="891300"/>
            <a:ext cx="5010300" cy="17349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405" name="Google Shape;405;p94"/>
          <p:cNvSpPr txBox="1"/>
          <p:nvPr>
            <p:ph idx="1" type="subTitle"/>
          </p:nvPr>
        </p:nvSpPr>
        <p:spPr>
          <a:xfrm>
            <a:off x="457200" y="457200"/>
            <a:ext cx="5010300" cy="434100"/>
          </a:xfrm>
          <a:prstGeom prst="rect">
            <a:avLst/>
          </a:prstGeom>
        </p:spPr>
        <p:txBody>
          <a:bodyPr anchorCtr="0" anchor="ctr" bIns="0" lIns="0" spcFirstLastPara="1" rIns="0" wrap="square" tIns="0">
            <a:noAutofit/>
          </a:bodyPr>
          <a:lstStyle>
            <a:lvl1pPr indent="0" lvl="0" marL="0" marR="0" algn="l">
              <a:lnSpc>
                <a:spcPct val="115000"/>
              </a:lnSpc>
              <a:spcBef>
                <a:spcPts val="0"/>
              </a:spcBef>
              <a:spcAft>
                <a:spcPts val="0"/>
              </a:spcAft>
              <a:buNone/>
              <a:defRPr sz="2000">
                <a:solidFill>
                  <a:schemeClr val="lt1"/>
                </a:solidFill>
              </a:defRPr>
            </a:lvl1pPr>
            <a:lvl2pPr indent="0" lvl="1" marL="0" marR="0" algn="l">
              <a:lnSpc>
                <a:spcPct val="115000"/>
              </a:lnSpc>
              <a:spcBef>
                <a:spcPts val="0"/>
              </a:spcBef>
              <a:spcAft>
                <a:spcPts val="0"/>
              </a:spcAft>
              <a:buNone/>
              <a:defRPr sz="2000">
                <a:solidFill>
                  <a:schemeClr val="lt1"/>
                </a:solidFill>
              </a:defRPr>
            </a:lvl2pPr>
            <a:lvl3pPr indent="0" lvl="2" marL="0" marR="0" algn="l">
              <a:lnSpc>
                <a:spcPct val="115000"/>
              </a:lnSpc>
              <a:spcBef>
                <a:spcPts val="0"/>
              </a:spcBef>
              <a:spcAft>
                <a:spcPts val="0"/>
              </a:spcAft>
              <a:buNone/>
              <a:defRPr sz="2000">
                <a:solidFill>
                  <a:schemeClr val="lt1"/>
                </a:solidFill>
              </a:defRPr>
            </a:lvl3pPr>
            <a:lvl4pPr indent="0" lvl="3" marL="0" marR="0" algn="l">
              <a:lnSpc>
                <a:spcPct val="115000"/>
              </a:lnSpc>
              <a:spcBef>
                <a:spcPts val="0"/>
              </a:spcBef>
              <a:spcAft>
                <a:spcPts val="0"/>
              </a:spcAft>
              <a:buNone/>
              <a:defRPr sz="2000">
                <a:solidFill>
                  <a:schemeClr val="lt1"/>
                </a:solidFill>
              </a:defRPr>
            </a:lvl4pPr>
            <a:lvl5pPr indent="0" lvl="4" marL="0" marR="0" algn="l">
              <a:lnSpc>
                <a:spcPct val="115000"/>
              </a:lnSpc>
              <a:spcBef>
                <a:spcPts val="0"/>
              </a:spcBef>
              <a:spcAft>
                <a:spcPts val="0"/>
              </a:spcAft>
              <a:buNone/>
              <a:defRPr sz="2000">
                <a:solidFill>
                  <a:schemeClr val="lt1"/>
                </a:solidFill>
              </a:defRPr>
            </a:lvl5pPr>
            <a:lvl6pPr indent="0" lvl="5" marL="0" marR="0" algn="l">
              <a:lnSpc>
                <a:spcPct val="115000"/>
              </a:lnSpc>
              <a:spcBef>
                <a:spcPts val="0"/>
              </a:spcBef>
              <a:spcAft>
                <a:spcPts val="0"/>
              </a:spcAft>
              <a:buNone/>
              <a:defRPr sz="2000">
                <a:solidFill>
                  <a:schemeClr val="lt1"/>
                </a:solidFill>
              </a:defRPr>
            </a:lvl6pPr>
            <a:lvl7pPr indent="0" lvl="6" marL="0" marR="0" algn="l">
              <a:lnSpc>
                <a:spcPct val="115000"/>
              </a:lnSpc>
              <a:spcBef>
                <a:spcPts val="0"/>
              </a:spcBef>
              <a:spcAft>
                <a:spcPts val="0"/>
              </a:spcAft>
              <a:buNone/>
              <a:defRPr sz="2000">
                <a:solidFill>
                  <a:schemeClr val="lt1"/>
                </a:solidFill>
              </a:defRPr>
            </a:lvl7pPr>
            <a:lvl8pPr indent="0" lvl="7" marL="0" marR="0" algn="l">
              <a:lnSpc>
                <a:spcPct val="115000"/>
              </a:lnSpc>
              <a:spcBef>
                <a:spcPts val="0"/>
              </a:spcBef>
              <a:spcAft>
                <a:spcPts val="0"/>
              </a:spcAft>
              <a:buNone/>
              <a:defRPr sz="2000">
                <a:solidFill>
                  <a:schemeClr val="lt1"/>
                </a:solidFill>
              </a:defRPr>
            </a:lvl8pPr>
            <a:lvl9pPr indent="0" lvl="8" marL="0" marR="0" algn="l">
              <a:lnSpc>
                <a:spcPct val="115000"/>
              </a:lnSpc>
              <a:spcBef>
                <a:spcPts val="0"/>
              </a:spcBef>
              <a:spcAft>
                <a:spcPts val="0"/>
              </a:spcAft>
              <a:buNone/>
              <a:defRPr sz="2000">
                <a:solidFill>
                  <a:schemeClr val="lt1"/>
                </a:solidFill>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p:cSld name="Title + Subtitle">
    <p:spTree>
      <p:nvGrpSpPr>
        <p:cNvPr id="406" name="Shape 406"/>
        <p:cNvGrpSpPr/>
        <p:nvPr/>
      </p:nvGrpSpPr>
      <p:grpSpPr>
        <a:xfrm>
          <a:off x="0" y="0"/>
          <a:ext cx="0" cy="0"/>
          <a:chOff x="0" y="0"/>
          <a:chExt cx="0" cy="0"/>
        </a:xfrm>
      </p:grpSpPr>
      <p:sp>
        <p:nvSpPr>
          <p:cNvPr id="407" name="Google Shape;407;p95"/>
          <p:cNvSpPr txBox="1"/>
          <p:nvPr>
            <p:ph idx="1"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408" name="Google Shape;408;p95"/>
          <p:cNvSpPr txBox="1"/>
          <p:nvPr>
            <p:ph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Left">
  <p:cSld name="Text + Image 1">
    <p:spTree>
      <p:nvGrpSpPr>
        <p:cNvPr id="409" name="Shape 409"/>
        <p:cNvGrpSpPr/>
        <p:nvPr/>
      </p:nvGrpSpPr>
      <p:grpSpPr>
        <a:xfrm>
          <a:off x="0" y="0"/>
          <a:ext cx="0" cy="0"/>
          <a:chOff x="0" y="0"/>
          <a:chExt cx="0" cy="0"/>
        </a:xfrm>
      </p:grpSpPr>
      <p:sp>
        <p:nvSpPr>
          <p:cNvPr id="410" name="Google Shape;410;p96"/>
          <p:cNvSpPr/>
          <p:nvPr>
            <p:ph idx="2" type="pic"/>
          </p:nvPr>
        </p:nvSpPr>
        <p:spPr>
          <a:xfrm>
            <a:off x="76200" y="91667"/>
            <a:ext cx="4495800" cy="5531700"/>
          </a:xfrm>
          <a:prstGeom prst="roundRect">
            <a:avLst>
              <a:gd fmla="val 16667" name="adj"/>
            </a:avLst>
          </a:prstGeom>
          <a:noFill/>
          <a:ln>
            <a:noFill/>
          </a:ln>
        </p:spPr>
      </p:sp>
      <p:sp>
        <p:nvSpPr>
          <p:cNvPr id="411" name="Google Shape;411;p96"/>
          <p:cNvSpPr txBox="1"/>
          <p:nvPr>
            <p:ph idx="1" type="body"/>
          </p:nvPr>
        </p:nvSpPr>
        <p:spPr>
          <a:xfrm>
            <a:off x="5025300" y="2190008"/>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412" name="Google Shape;412;p96"/>
          <p:cNvSpPr txBox="1"/>
          <p:nvPr>
            <p:ph idx="3" type="subTitle"/>
          </p:nvPr>
        </p:nvSpPr>
        <p:spPr>
          <a:xfrm>
            <a:off x="5025300" y="457175"/>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413" name="Google Shape;413;p96"/>
          <p:cNvSpPr txBox="1"/>
          <p:nvPr>
            <p:ph type="title"/>
          </p:nvPr>
        </p:nvSpPr>
        <p:spPr>
          <a:xfrm>
            <a:off x="5025300" y="891281"/>
            <a:ext cx="3661500" cy="63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Right">
  <p:cSld name="Text + Image">
    <p:spTree>
      <p:nvGrpSpPr>
        <p:cNvPr id="414" name="Shape 414"/>
        <p:cNvGrpSpPr/>
        <p:nvPr/>
      </p:nvGrpSpPr>
      <p:grpSpPr>
        <a:xfrm>
          <a:off x="0" y="0"/>
          <a:ext cx="0" cy="0"/>
          <a:chOff x="0" y="0"/>
          <a:chExt cx="0" cy="0"/>
        </a:xfrm>
      </p:grpSpPr>
      <p:sp>
        <p:nvSpPr>
          <p:cNvPr id="415" name="Google Shape;415;p97"/>
          <p:cNvSpPr/>
          <p:nvPr>
            <p:ph idx="2" type="pic"/>
          </p:nvPr>
        </p:nvSpPr>
        <p:spPr>
          <a:xfrm>
            <a:off x="4572000" y="91667"/>
            <a:ext cx="4495800" cy="5531700"/>
          </a:xfrm>
          <a:prstGeom prst="roundRect">
            <a:avLst>
              <a:gd fmla="val 16667" name="adj"/>
            </a:avLst>
          </a:prstGeom>
          <a:noFill/>
          <a:ln>
            <a:noFill/>
          </a:ln>
        </p:spPr>
      </p:sp>
      <p:sp>
        <p:nvSpPr>
          <p:cNvPr id="416" name="Google Shape;416;p97"/>
          <p:cNvSpPr txBox="1"/>
          <p:nvPr>
            <p:ph idx="1" type="body"/>
          </p:nvPr>
        </p:nvSpPr>
        <p:spPr>
          <a:xfrm>
            <a:off x="457200" y="2190008"/>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417" name="Google Shape;417;p97"/>
          <p:cNvSpPr txBox="1"/>
          <p:nvPr>
            <p:ph idx="3" type="subTitle"/>
          </p:nvPr>
        </p:nvSpPr>
        <p:spPr>
          <a:xfrm>
            <a:off x="457200" y="457175"/>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418" name="Google Shape;418;p97"/>
          <p:cNvSpPr txBox="1"/>
          <p:nvPr>
            <p:ph type="title"/>
          </p:nvPr>
        </p:nvSpPr>
        <p:spPr>
          <a:xfrm>
            <a:off x="457200" y="891281"/>
            <a:ext cx="3661500" cy="63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Body: 1 column">
  <p:cSld name="Title + Body">
    <p:spTree>
      <p:nvGrpSpPr>
        <p:cNvPr id="419" name="Shape 419"/>
        <p:cNvGrpSpPr/>
        <p:nvPr/>
      </p:nvGrpSpPr>
      <p:grpSpPr>
        <a:xfrm>
          <a:off x="0" y="0"/>
          <a:ext cx="0" cy="0"/>
          <a:chOff x="0" y="0"/>
          <a:chExt cx="0" cy="0"/>
        </a:xfrm>
      </p:grpSpPr>
      <p:sp>
        <p:nvSpPr>
          <p:cNvPr id="420" name="Google Shape;420;p98"/>
          <p:cNvSpPr txBox="1"/>
          <p:nvPr>
            <p:ph idx="1" type="body"/>
          </p:nvPr>
        </p:nvSpPr>
        <p:spPr>
          <a:xfrm>
            <a:off x="457200" y="2190008"/>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421" name="Google Shape;421;p98"/>
          <p:cNvSpPr txBox="1"/>
          <p:nvPr>
            <p:ph idx="2" type="subTitle"/>
          </p:nvPr>
        </p:nvSpPr>
        <p:spPr>
          <a:xfrm>
            <a:off x="457200" y="457175"/>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422" name="Google Shape;422;p98"/>
          <p:cNvSpPr txBox="1"/>
          <p:nvPr>
            <p:ph type="title"/>
          </p:nvPr>
        </p:nvSpPr>
        <p:spPr>
          <a:xfrm>
            <a:off x="457200" y="891281"/>
            <a:ext cx="3661500" cy="63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idea with notes">
  <p:cSld name="Slido">
    <p:spTree>
      <p:nvGrpSpPr>
        <p:cNvPr id="423" name="Shape 423"/>
        <p:cNvGrpSpPr/>
        <p:nvPr/>
      </p:nvGrpSpPr>
      <p:grpSpPr>
        <a:xfrm>
          <a:off x="0" y="0"/>
          <a:ext cx="0" cy="0"/>
          <a:chOff x="0" y="0"/>
          <a:chExt cx="0" cy="0"/>
        </a:xfrm>
      </p:grpSpPr>
      <p:sp>
        <p:nvSpPr>
          <p:cNvPr id="424" name="Google Shape;424;p99"/>
          <p:cNvSpPr txBox="1"/>
          <p:nvPr>
            <p:ph type="title"/>
          </p:nvPr>
        </p:nvSpPr>
        <p:spPr>
          <a:xfrm>
            <a:off x="5030100" y="457200"/>
            <a:ext cx="3656700" cy="2517300"/>
          </a:xfrm>
          <a:prstGeom prst="rect">
            <a:avLst/>
          </a:prstGeom>
          <a:noFill/>
          <a:ln>
            <a:noFill/>
          </a:ln>
        </p:spPr>
        <p:txBody>
          <a:bodyPr anchorCtr="0" anchor="t" bIns="0" lIns="0" spcFirstLastPara="1" rIns="0" wrap="square" tIns="0">
            <a:noAutofit/>
          </a:bodyPr>
          <a:lstStyle>
            <a:lvl1pPr lvl="0">
              <a:lnSpc>
                <a:spcPct val="100000"/>
              </a:lnSpc>
              <a:spcBef>
                <a:spcPts val="0"/>
              </a:spcBef>
              <a:spcAft>
                <a:spcPts val="0"/>
              </a:spcAft>
              <a:buSzPts val="4400"/>
              <a:buNone/>
              <a:defRPr sz="4400"/>
            </a:lvl1pPr>
            <a:lvl2pPr lvl="1">
              <a:lnSpc>
                <a:spcPct val="100000"/>
              </a:lnSpc>
              <a:spcBef>
                <a:spcPts val="0"/>
              </a:spcBef>
              <a:spcAft>
                <a:spcPts val="0"/>
              </a:spcAft>
              <a:buSzPts val="4400"/>
              <a:buNone/>
              <a:defRPr sz="4400"/>
            </a:lvl2pPr>
            <a:lvl3pPr lvl="2">
              <a:lnSpc>
                <a:spcPct val="100000"/>
              </a:lnSpc>
              <a:spcBef>
                <a:spcPts val="0"/>
              </a:spcBef>
              <a:spcAft>
                <a:spcPts val="0"/>
              </a:spcAft>
              <a:buSzPts val="4400"/>
              <a:buNone/>
              <a:defRPr sz="4400"/>
            </a:lvl3pPr>
            <a:lvl4pPr lvl="3">
              <a:lnSpc>
                <a:spcPct val="100000"/>
              </a:lnSpc>
              <a:spcBef>
                <a:spcPts val="0"/>
              </a:spcBef>
              <a:spcAft>
                <a:spcPts val="0"/>
              </a:spcAft>
              <a:buSzPts val="4400"/>
              <a:buNone/>
              <a:defRPr sz="4400"/>
            </a:lvl4pPr>
            <a:lvl5pPr lvl="4">
              <a:lnSpc>
                <a:spcPct val="100000"/>
              </a:lnSpc>
              <a:spcBef>
                <a:spcPts val="0"/>
              </a:spcBef>
              <a:spcAft>
                <a:spcPts val="0"/>
              </a:spcAft>
              <a:buSzPts val="4400"/>
              <a:buNone/>
              <a:defRPr sz="4400"/>
            </a:lvl5pPr>
            <a:lvl6pPr lvl="5">
              <a:lnSpc>
                <a:spcPct val="100000"/>
              </a:lnSpc>
              <a:spcBef>
                <a:spcPts val="0"/>
              </a:spcBef>
              <a:spcAft>
                <a:spcPts val="0"/>
              </a:spcAft>
              <a:buSzPts val="4400"/>
              <a:buNone/>
              <a:defRPr sz="4400"/>
            </a:lvl6pPr>
            <a:lvl7pPr lvl="6">
              <a:lnSpc>
                <a:spcPct val="100000"/>
              </a:lnSpc>
              <a:spcBef>
                <a:spcPts val="0"/>
              </a:spcBef>
              <a:spcAft>
                <a:spcPts val="0"/>
              </a:spcAft>
              <a:buSzPts val="4400"/>
              <a:buNone/>
              <a:defRPr sz="4400"/>
            </a:lvl7pPr>
            <a:lvl8pPr lvl="7">
              <a:lnSpc>
                <a:spcPct val="100000"/>
              </a:lnSpc>
              <a:spcBef>
                <a:spcPts val="0"/>
              </a:spcBef>
              <a:spcAft>
                <a:spcPts val="0"/>
              </a:spcAft>
              <a:buSzPts val="4400"/>
              <a:buNone/>
              <a:defRPr sz="4400"/>
            </a:lvl8pPr>
            <a:lvl9pPr lvl="8">
              <a:lnSpc>
                <a:spcPct val="100000"/>
              </a:lnSpc>
              <a:spcBef>
                <a:spcPts val="0"/>
              </a:spcBef>
              <a:spcAft>
                <a:spcPts val="0"/>
              </a:spcAft>
              <a:buSzPts val="4400"/>
              <a:buNone/>
              <a:defRPr sz="4400"/>
            </a:lvl9pPr>
          </a:lstStyle>
          <a:p/>
        </p:txBody>
      </p:sp>
      <p:sp>
        <p:nvSpPr>
          <p:cNvPr id="425" name="Google Shape;425;p99"/>
          <p:cNvSpPr txBox="1"/>
          <p:nvPr>
            <p:ph idx="1" type="subTitle"/>
          </p:nvPr>
        </p:nvSpPr>
        <p:spPr>
          <a:xfrm>
            <a:off x="5030100" y="3076200"/>
            <a:ext cx="3656700" cy="2181600"/>
          </a:xfrm>
          <a:prstGeom prst="rect">
            <a:avLst/>
          </a:prstGeom>
        </p:spPr>
        <p:txBody>
          <a:bodyPr anchorCtr="0" anchor="t" bIns="0" lIns="0" spcFirstLastPara="1" rIns="0" wrap="square" tIns="0">
            <a:noAutofit/>
          </a:bodyPr>
          <a:lstStyle>
            <a:lvl1pPr indent="0" lvl="0"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426" name="Google Shape;426;p99"/>
          <p:cNvSpPr/>
          <p:nvPr>
            <p:ph idx="2" type="pic"/>
          </p:nvPr>
        </p:nvSpPr>
        <p:spPr>
          <a:xfrm>
            <a:off x="76200" y="91667"/>
            <a:ext cx="4495800" cy="5531700"/>
          </a:xfrm>
          <a:prstGeom prst="roundRect">
            <a:avLst>
              <a:gd fmla="val 16667" name="adj"/>
            </a:avLst>
          </a:prstGeom>
          <a:noFill/>
          <a:ln>
            <a:noFill/>
          </a:ln>
        </p:spPr>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ullet points">
  <p:cSld name="Title and bullet points">
    <p:spTree>
      <p:nvGrpSpPr>
        <p:cNvPr id="427" name="Shape 427"/>
        <p:cNvGrpSpPr/>
        <p:nvPr/>
      </p:nvGrpSpPr>
      <p:grpSpPr>
        <a:xfrm>
          <a:off x="0" y="0"/>
          <a:ext cx="0" cy="0"/>
          <a:chOff x="0" y="0"/>
          <a:chExt cx="0" cy="0"/>
        </a:xfrm>
      </p:grpSpPr>
      <p:sp>
        <p:nvSpPr>
          <p:cNvPr id="428" name="Google Shape;428;p100"/>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429" name="Google Shape;429;p100"/>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mall Image + Text">
  <p:cSld name="Title + Small Image + Text">
    <p:spTree>
      <p:nvGrpSpPr>
        <p:cNvPr id="430" name="Shape 430"/>
        <p:cNvGrpSpPr/>
        <p:nvPr/>
      </p:nvGrpSpPr>
      <p:grpSpPr>
        <a:xfrm>
          <a:off x="0" y="0"/>
          <a:ext cx="0" cy="0"/>
          <a:chOff x="0" y="0"/>
          <a:chExt cx="0" cy="0"/>
        </a:xfrm>
      </p:grpSpPr>
      <p:sp>
        <p:nvSpPr>
          <p:cNvPr id="431" name="Google Shape;431;p101"/>
          <p:cNvSpPr/>
          <p:nvPr>
            <p:ph idx="2" type="pic"/>
          </p:nvPr>
        </p:nvSpPr>
        <p:spPr>
          <a:xfrm>
            <a:off x="0" y="2900000"/>
            <a:ext cx="9144000" cy="2814900"/>
          </a:xfrm>
          <a:prstGeom prst="roundRect">
            <a:avLst>
              <a:gd fmla="val 1254" name="adj"/>
            </a:avLst>
          </a:prstGeom>
          <a:noFill/>
          <a:ln>
            <a:noFill/>
          </a:ln>
        </p:spPr>
      </p:sp>
      <p:sp>
        <p:nvSpPr>
          <p:cNvPr id="432" name="Google Shape;432;p101"/>
          <p:cNvSpPr txBox="1"/>
          <p:nvPr>
            <p:ph type="title"/>
          </p:nvPr>
        </p:nvSpPr>
        <p:spPr>
          <a:xfrm>
            <a:off x="457200" y="1397679"/>
            <a:ext cx="3667500" cy="1080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433" name="Google Shape;433;p101"/>
          <p:cNvSpPr txBox="1"/>
          <p:nvPr>
            <p:ph idx="1" type="subTitle"/>
          </p:nvPr>
        </p:nvSpPr>
        <p:spPr>
          <a:xfrm>
            <a:off x="457200" y="879013"/>
            <a:ext cx="3667500" cy="434100"/>
          </a:xfrm>
          <a:prstGeom prst="rect">
            <a:avLst/>
          </a:prstGeom>
        </p:spPr>
        <p:txBody>
          <a:bodyPr anchorCtr="0" anchor="ctr"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434" name="Google Shape;434;p101"/>
          <p:cNvSpPr txBox="1"/>
          <p:nvPr>
            <p:ph idx="3" type="body"/>
          </p:nvPr>
        </p:nvSpPr>
        <p:spPr>
          <a:xfrm>
            <a:off x="4581600" y="457200"/>
            <a:ext cx="4105200" cy="24426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1830">
          <p15:clr>
            <a:srgbClr val="E46962"/>
          </p15:clr>
        </p15:guide>
        <p15:guide id="2" orient="horz" pos="1057">
          <p15:clr>
            <a:srgbClr val="E46962"/>
          </p15:clr>
        </p15:guide>
      </p15:sldGuideLst>
    </p:ext>
  </p:extLst>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2">
  <p:cSld name="Section Cover 2">
    <p:bg>
      <p:bgPr>
        <a:blipFill>
          <a:blip r:embed="rId2">
            <a:alphaModFix/>
          </a:blip>
          <a:stretch>
            <a:fillRect/>
          </a:stretch>
        </a:blipFill>
      </p:bgPr>
    </p:bg>
    <p:spTree>
      <p:nvGrpSpPr>
        <p:cNvPr id="435" name="Shape 435"/>
        <p:cNvGrpSpPr/>
        <p:nvPr/>
      </p:nvGrpSpPr>
      <p:grpSpPr>
        <a:xfrm>
          <a:off x="0" y="0"/>
          <a:ext cx="0" cy="0"/>
          <a:chOff x="0" y="0"/>
          <a:chExt cx="0" cy="0"/>
        </a:xfrm>
      </p:grpSpPr>
      <p:sp>
        <p:nvSpPr>
          <p:cNvPr id="436" name="Google Shape;436;p102"/>
          <p:cNvSpPr txBox="1"/>
          <p:nvPr>
            <p:ph type="title"/>
          </p:nvPr>
        </p:nvSpPr>
        <p:spPr>
          <a:xfrm>
            <a:off x="457200" y="508000"/>
            <a:ext cx="5010300" cy="1734900"/>
          </a:xfrm>
          <a:prstGeom prst="rect">
            <a:avLst/>
          </a:prstGeom>
        </p:spPr>
        <p:txBody>
          <a:bodyPr anchorCtr="0" anchor="t" bIns="0" lIns="0" spcFirstLastPara="1" rIns="0" wrap="square" tIns="0">
            <a:noAutofit/>
          </a:bodyPr>
          <a:lstStyle>
            <a:lvl1pPr indent="0" lvl="0" marL="0" marR="0">
              <a:lnSpc>
                <a:spcPct val="8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437" name="Google Shape;437;p102"/>
          <p:cNvSpPr txBox="1"/>
          <p:nvPr>
            <p:ph idx="1" type="subTitle"/>
          </p:nvPr>
        </p:nvSpPr>
        <p:spPr>
          <a:xfrm>
            <a:off x="457200" y="2243000"/>
            <a:ext cx="5010300" cy="434100"/>
          </a:xfrm>
          <a:prstGeom prst="rect">
            <a:avLst/>
          </a:prstGeom>
        </p:spPr>
        <p:txBody>
          <a:bodyPr anchorCtr="0" anchor="ctr" bIns="0" lIns="0" spcFirstLastPara="1" rIns="0" wrap="square" tIns="0">
            <a:spAutoFit/>
          </a:bodyPr>
          <a:lstStyle>
            <a:lvl1pPr indent="0" lvl="0" marL="0" marR="0">
              <a:lnSpc>
                <a:spcPct val="115000"/>
              </a:lnSpc>
              <a:spcBef>
                <a:spcPts val="0"/>
              </a:spcBef>
              <a:spcAft>
                <a:spcPts val="0"/>
              </a:spcAft>
              <a:buNone/>
              <a:defRPr sz="2000">
                <a:solidFill>
                  <a:schemeClr val="lt1"/>
                </a:solidFill>
              </a:defRPr>
            </a:lvl1pPr>
            <a:lvl2pPr indent="0" lvl="1" marL="0" marR="0">
              <a:lnSpc>
                <a:spcPct val="115000"/>
              </a:lnSpc>
              <a:spcBef>
                <a:spcPts val="0"/>
              </a:spcBef>
              <a:spcAft>
                <a:spcPts val="0"/>
              </a:spcAft>
              <a:buNone/>
              <a:defRPr sz="2000">
                <a:solidFill>
                  <a:schemeClr val="lt1"/>
                </a:solidFill>
              </a:defRPr>
            </a:lvl2pPr>
            <a:lvl3pPr indent="0" lvl="2" marL="0" marR="0">
              <a:lnSpc>
                <a:spcPct val="115000"/>
              </a:lnSpc>
              <a:spcBef>
                <a:spcPts val="0"/>
              </a:spcBef>
              <a:spcAft>
                <a:spcPts val="0"/>
              </a:spcAft>
              <a:buNone/>
              <a:defRPr sz="2000">
                <a:solidFill>
                  <a:schemeClr val="lt1"/>
                </a:solidFill>
              </a:defRPr>
            </a:lvl3pPr>
            <a:lvl4pPr indent="0" lvl="3" marL="0" marR="0">
              <a:lnSpc>
                <a:spcPct val="115000"/>
              </a:lnSpc>
              <a:spcBef>
                <a:spcPts val="0"/>
              </a:spcBef>
              <a:spcAft>
                <a:spcPts val="0"/>
              </a:spcAft>
              <a:buNone/>
              <a:defRPr sz="2000">
                <a:solidFill>
                  <a:schemeClr val="lt1"/>
                </a:solidFill>
              </a:defRPr>
            </a:lvl4pPr>
            <a:lvl5pPr indent="0" lvl="4" marL="0" marR="0">
              <a:lnSpc>
                <a:spcPct val="115000"/>
              </a:lnSpc>
              <a:spcBef>
                <a:spcPts val="0"/>
              </a:spcBef>
              <a:spcAft>
                <a:spcPts val="0"/>
              </a:spcAft>
              <a:buNone/>
              <a:defRPr sz="2000">
                <a:solidFill>
                  <a:schemeClr val="lt1"/>
                </a:solidFill>
              </a:defRPr>
            </a:lvl5pPr>
            <a:lvl6pPr indent="0" lvl="5" marL="0" marR="0">
              <a:lnSpc>
                <a:spcPct val="115000"/>
              </a:lnSpc>
              <a:spcBef>
                <a:spcPts val="0"/>
              </a:spcBef>
              <a:spcAft>
                <a:spcPts val="0"/>
              </a:spcAft>
              <a:buNone/>
              <a:defRPr sz="2000">
                <a:solidFill>
                  <a:schemeClr val="lt1"/>
                </a:solidFill>
              </a:defRPr>
            </a:lvl6pPr>
            <a:lvl7pPr indent="0" lvl="6" marL="0" marR="0">
              <a:lnSpc>
                <a:spcPct val="115000"/>
              </a:lnSpc>
              <a:spcBef>
                <a:spcPts val="0"/>
              </a:spcBef>
              <a:spcAft>
                <a:spcPts val="0"/>
              </a:spcAft>
              <a:buNone/>
              <a:defRPr sz="2000">
                <a:solidFill>
                  <a:schemeClr val="lt1"/>
                </a:solidFill>
              </a:defRPr>
            </a:lvl7pPr>
            <a:lvl8pPr indent="0" lvl="7" marL="0" marR="0">
              <a:lnSpc>
                <a:spcPct val="115000"/>
              </a:lnSpc>
              <a:spcBef>
                <a:spcPts val="0"/>
              </a:spcBef>
              <a:spcAft>
                <a:spcPts val="0"/>
              </a:spcAft>
              <a:buNone/>
              <a:defRPr sz="2000">
                <a:solidFill>
                  <a:schemeClr val="lt1"/>
                </a:solidFill>
              </a:defRPr>
            </a:lvl8pPr>
            <a:lvl9pPr indent="0" lvl="8" marL="0" marR="0">
              <a:lnSpc>
                <a:spcPct val="115000"/>
              </a:lnSpc>
              <a:spcBef>
                <a:spcPts val="0"/>
              </a:spcBef>
              <a:spcAft>
                <a:spcPts val="0"/>
              </a:spcAft>
              <a:buNone/>
              <a:defRPr sz="2000">
                <a:solidFill>
                  <a:schemeClr val="lt1"/>
                </a:solidFill>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s with icons 1">
  <p:cSld name="Highlights with icons 1">
    <p:spTree>
      <p:nvGrpSpPr>
        <p:cNvPr id="438" name="Shape 438"/>
        <p:cNvGrpSpPr/>
        <p:nvPr/>
      </p:nvGrpSpPr>
      <p:grpSpPr>
        <a:xfrm>
          <a:off x="0" y="0"/>
          <a:ext cx="0" cy="0"/>
          <a:chOff x="0" y="0"/>
          <a:chExt cx="0" cy="0"/>
        </a:xfrm>
      </p:grpSpPr>
      <p:sp>
        <p:nvSpPr>
          <p:cNvPr id="439" name="Google Shape;439;p103"/>
          <p:cNvSpPr txBox="1"/>
          <p:nvPr>
            <p:ph idx="12" type="sldNum"/>
          </p:nvPr>
        </p:nvSpPr>
        <p:spPr>
          <a:xfrm>
            <a:off x="8572500" y="5080004"/>
            <a:ext cx="571500" cy="635100"/>
          </a:xfrm>
          <a:prstGeom prst="rect">
            <a:avLst/>
          </a:prstGeom>
          <a:noFill/>
          <a:ln>
            <a:noFill/>
          </a:ln>
        </p:spPr>
        <p:txBody>
          <a:bodyPr anchorCtr="0" anchor="t" bIns="121900" lIns="121900" spcFirstLastPara="1" rIns="121900" wrap="square" tIns="1219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440" name="Google Shape;440;p103"/>
          <p:cNvSpPr/>
          <p:nvPr>
            <p:ph idx="2" type="pic"/>
          </p:nvPr>
        </p:nvSpPr>
        <p:spPr>
          <a:xfrm>
            <a:off x="0" y="0"/>
            <a:ext cx="9144000" cy="2814900"/>
          </a:xfrm>
          <a:prstGeom prst="roundRect">
            <a:avLst>
              <a:gd fmla="val 1254" name="adj"/>
            </a:avLst>
          </a:prstGeom>
          <a:noFill/>
          <a:ln>
            <a:noFill/>
          </a:ln>
        </p:spPr>
      </p:sp>
      <p:sp>
        <p:nvSpPr>
          <p:cNvPr id="441" name="Google Shape;441;p103"/>
          <p:cNvSpPr txBox="1"/>
          <p:nvPr>
            <p:ph type="title"/>
          </p:nvPr>
        </p:nvSpPr>
        <p:spPr>
          <a:xfrm>
            <a:off x="457200" y="3755379"/>
            <a:ext cx="3667500" cy="1080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442" name="Google Shape;442;p103"/>
          <p:cNvSpPr txBox="1"/>
          <p:nvPr>
            <p:ph idx="1" type="subTitle"/>
          </p:nvPr>
        </p:nvSpPr>
        <p:spPr>
          <a:xfrm>
            <a:off x="457200" y="3236713"/>
            <a:ext cx="3667500" cy="434100"/>
          </a:xfrm>
          <a:prstGeom prst="rect">
            <a:avLst/>
          </a:prstGeom>
        </p:spPr>
        <p:txBody>
          <a:bodyPr anchorCtr="0" anchor="ctr"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443" name="Google Shape;443;p103"/>
          <p:cNvSpPr txBox="1"/>
          <p:nvPr>
            <p:ph idx="3" type="body"/>
          </p:nvPr>
        </p:nvSpPr>
        <p:spPr>
          <a:xfrm>
            <a:off x="4581600" y="2814900"/>
            <a:ext cx="4105200" cy="24426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1767">
          <p15:clr>
            <a:srgbClr val="E46962"/>
          </p15:clr>
        </p15:guide>
        <p15:guide id="2" orient="horz" pos="2542">
          <p15:clr>
            <a:srgbClr val="E46962"/>
          </p15:clr>
        </p15:guide>
      </p15:sldGuideLst>
    </p:ext>
  </p:extLst>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3">
  <p:cSld name="Content title and three columns 3">
    <p:spTree>
      <p:nvGrpSpPr>
        <p:cNvPr id="444" name="Shape 444"/>
        <p:cNvGrpSpPr/>
        <p:nvPr/>
      </p:nvGrpSpPr>
      <p:grpSpPr>
        <a:xfrm>
          <a:off x="0" y="0"/>
          <a:ext cx="0" cy="0"/>
          <a:chOff x="0" y="0"/>
          <a:chExt cx="0" cy="0"/>
        </a:xfrm>
      </p:grpSpPr>
      <p:sp>
        <p:nvSpPr>
          <p:cNvPr id="445" name="Google Shape;445;p104"/>
          <p:cNvSpPr txBox="1"/>
          <p:nvPr>
            <p:ph type="title"/>
          </p:nvPr>
        </p:nvSpPr>
        <p:spPr>
          <a:xfrm>
            <a:off x="457200" y="1525575"/>
            <a:ext cx="25881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446" name="Google Shape;446;p104"/>
          <p:cNvSpPr txBox="1"/>
          <p:nvPr>
            <p:ph idx="2" type="title"/>
          </p:nvPr>
        </p:nvSpPr>
        <p:spPr>
          <a:xfrm>
            <a:off x="3277943" y="1525575"/>
            <a:ext cx="25881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447" name="Google Shape;447;p104"/>
          <p:cNvSpPr txBox="1"/>
          <p:nvPr>
            <p:ph idx="3" type="title"/>
          </p:nvPr>
        </p:nvSpPr>
        <p:spPr>
          <a:xfrm>
            <a:off x="6098709" y="1525575"/>
            <a:ext cx="25881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448" name="Google Shape;448;p104"/>
          <p:cNvSpPr txBox="1"/>
          <p:nvPr>
            <p:ph idx="1" type="body"/>
          </p:nvPr>
        </p:nvSpPr>
        <p:spPr>
          <a:xfrm>
            <a:off x="457200" y="2139575"/>
            <a:ext cx="25881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449" name="Google Shape;449;p104"/>
          <p:cNvSpPr txBox="1"/>
          <p:nvPr>
            <p:ph idx="4" type="body"/>
          </p:nvPr>
        </p:nvSpPr>
        <p:spPr>
          <a:xfrm>
            <a:off x="3277940" y="2139575"/>
            <a:ext cx="25881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450" name="Google Shape;450;p104"/>
          <p:cNvSpPr txBox="1"/>
          <p:nvPr>
            <p:ph idx="5" type="body"/>
          </p:nvPr>
        </p:nvSpPr>
        <p:spPr>
          <a:xfrm>
            <a:off x="6098703" y="2139575"/>
            <a:ext cx="25881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451" name="Google Shape;451;p104"/>
          <p:cNvSpPr txBox="1"/>
          <p:nvPr>
            <p:ph idx="6"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wo columns">
  <p:cSld name="Chapter title and two columns">
    <p:spTree>
      <p:nvGrpSpPr>
        <p:cNvPr id="452" name="Shape 452"/>
        <p:cNvGrpSpPr/>
        <p:nvPr/>
      </p:nvGrpSpPr>
      <p:grpSpPr>
        <a:xfrm>
          <a:off x="0" y="0"/>
          <a:ext cx="0" cy="0"/>
          <a:chOff x="0" y="0"/>
          <a:chExt cx="0" cy="0"/>
        </a:xfrm>
      </p:grpSpPr>
      <p:sp>
        <p:nvSpPr>
          <p:cNvPr id="453" name="Google Shape;453;p105"/>
          <p:cNvSpPr txBox="1"/>
          <p:nvPr>
            <p:ph type="title"/>
          </p:nvPr>
        </p:nvSpPr>
        <p:spPr>
          <a:xfrm>
            <a:off x="4572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454" name="Google Shape;454;p105"/>
          <p:cNvSpPr txBox="1"/>
          <p:nvPr>
            <p:ph idx="1" type="body"/>
          </p:nvPr>
        </p:nvSpPr>
        <p:spPr>
          <a:xfrm>
            <a:off x="4572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455" name="Google Shape;455;p105"/>
          <p:cNvSpPr txBox="1"/>
          <p:nvPr>
            <p:ph idx="2"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456" name="Google Shape;456;p105"/>
          <p:cNvSpPr txBox="1"/>
          <p:nvPr>
            <p:ph idx="3" type="title"/>
          </p:nvPr>
        </p:nvSpPr>
        <p:spPr>
          <a:xfrm>
            <a:off x="45617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457" name="Google Shape;457;p105"/>
          <p:cNvSpPr txBox="1"/>
          <p:nvPr>
            <p:ph idx="4" type="body"/>
          </p:nvPr>
        </p:nvSpPr>
        <p:spPr>
          <a:xfrm>
            <a:off x="45617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four columns 2">
  <p:cSld name="Content title and four columns 2">
    <p:spTree>
      <p:nvGrpSpPr>
        <p:cNvPr id="458" name="Shape 458"/>
        <p:cNvGrpSpPr/>
        <p:nvPr/>
      </p:nvGrpSpPr>
      <p:grpSpPr>
        <a:xfrm>
          <a:off x="0" y="0"/>
          <a:ext cx="0" cy="0"/>
          <a:chOff x="0" y="0"/>
          <a:chExt cx="0" cy="0"/>
        </a:xfrm>
      </p:grpSpPr>
      <p:sp>
        <p:nvSpPr>
          <p:cNvPr id="459" name="Google Shape;459;p106"/>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460" name="Google Shape;460;p106"/>
          <p:cNvSpPr txBox="1"/>
          <p:nvPr>
            <p:ph type="title"/>
          </p:nvPr>
        </p:nvSpPr>
        <p:spPr>
          <a:xfrm>
            <a:off x="457200" y="1525583"/>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461" name="Google Shape;461;p106"/>
          <p:cNvSpPr txBox="1"/>
          <p:nvPr>
            <p:ph idx="2" type="title"/>
          </p:nvPr>
        </p:nvSpPr>
        <p:spPr>
          <a:xfrm>
            <a:off x="457200" y="2462663"/>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462" name="Google Shape;462;p106"/>
          <p:cNvSpPr txBox="1"/>
          <p:nvPr>
            <p:ph idx="3" type="title"/>
          </p:nvPr>
        </p:nvSpPr>
        <p:spPr>
          <a:xfrm>
            <a:off x="457200" y="3399743"/>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463" name="Google Shape;463;p106"/>
          <p:cNvSpPr txBox="1"/>
          <p:nvPr>
            <p:ph idx="4" type="title"/>
          </p:nvPr>
        </p:nvSpPr>
        <p:spPr>
          <a:xfrm>
            <a:off x="457200" y="4336822"/>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464" name="Google Shape;464;p106"/>
          <p:cNvSpPr txBox="1"/>
          <p:nvPr>
            <p:ph idx="1" type="body"/>
          </p:nvPr>
        </p:nvSpPr>
        <p:spPr>
          <a:xfrm>
            <a:off x="3664275" y="4336833"/>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465" name="Google Shape;465;p106"/>
          <p:cNvSpPr txBox="1"/>
          <p:nvPr>
            <p:ph idx="5" type="body"/>
          </p:nvPr>
        </p:nvSpPr>
        <p:spPr>
          <a:xfrm>
            <a:off x="3664275" y="3399750"/>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466" name="Google Shape;466;p106"/>
          <p:cNvSpPr txBox="1"/>
          <p:nvPr>
            <p:ph idx="6" type="body"/>
          </p:nvPr>
        </p:nvSpPr>
        <p:spPr>
          <a:xfrm>
            <a:off x="3664275" y="2462667"/>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467" name="Google Shape;467;p106"/>
          <p:cNvSpPr txBox="1"/>
          <p:nvPr>
            <p:ph idx="7" type="body"/>
          </p:nvPr>
        </p:nvSpPr>
        <p:spPr>
          <a:xfrm>
            <a:off x="3664275" y="1525583"/>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468" name="Google Shape;468;p106"/>
          <p:cNvSpPr txBox="1"/>
          <p:nvPr>
            <p:ph idx="8"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ig picture">
  <p:cSld name="Title and big picture">
    <p:bg>
      <p:bgPr>
        <a:blipFill>
          <a:blip r:embed="rId2">
            <a:alphaModFix/>
          </a:blip>
          <a:stretch>
            <a:fillRect/>
          </a:stretch>
        </a:blipFill>
      </p:bgPr>
    </p:bg>
    <p:spTree>
      <p:nvGrpSpPr>
        <p:cNvPr id="469" name="Shape 469"/>
        <p:cNvGrpSpPr/>
        <p:nvPr/>
      </p:nvGrpSpPr>
      <p:grpSpPr>
        <a:xfrm>
          <a:off x="0" y="0"/>
          <a:ext cx="0" cy="0"/>
          <a:chOff x="0" y="0"/>
          <a:chExt cx="0" cy="0"/>
        </a:xfrm>
      </p:grpSpPr>
      <p:pic>
        <p:nvPicPr>
          <p:cNvPr id="470" name="Google Shape;470;p107" title="Mesh Holographic Gradients - Dark Gradient 28.png"/>
          <p:cNvPicPr preferRelativeResize="0"/>
          <p:nvPr/>
        </p:nvPicPr>
        <p:blipFill rotWithShape="1">
          <a:blip r:embed="rId2">
            <a:alphaModFix/>
          </a:blip>
          <a:srcRect b="0" l="0" r="9877" t="0"/>
          <a:stretch/>
        </p:blipFill>
        <p:spPr>
          <a:xfrm flipH="1" rot="10800000">
            <a:off x="0" y="350"/>
            <a:ext cx="9156298" cy="5714650"/>
          </a:xfrm>
          <a:prstGeom prst="rect">
            <a:avLst/>
          </a:prstGeom>
          <a:noFill/>
          <a:ln>
            <a:noFill/>
          </a:ln>
        </p:spPr>
      </p:pic>
      <p:sp>
        <p:nvSpPr>
          <p:cNvPr id="471" name="Google Shape;471;p107"/>
          <p:cNvSpPr txBox="1"/>
          <p:nvPr>
            <p:ph type="title"/>
          </p:nvPr>
        </p:nvSpPr>
        <p:spPr>
          <a:xfrm>
            <a:off x="457200" y="3472000"/>
            <a:ext cx="5010300" cy="17349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p:cSld name="Title and list">
    <p:spTree>
      <p:nvGrpSpPr>
        <p:cNvPr id="472" name="Shape 472"/>
        <p:cNvGrpSpPr/>
        <p:nvPr/>
      </p:nvGrpSpPr>
      <p:grpSpPr>
        <a:xfrm>
          <a:off x="0" y="0"/>
          <a:ext cx="0" cy="0"/>
          <a:chOff x="0" y="0"/>
          <a:chExt cx="0" cy="0"/>
        </a:xfrm>
      </p:grpSpPr>
      <p:sp>
        <p:nvSpPr>
          <p:cNvPr id="473" name="Google Shape;473;p108"/>
          <p:cNvSpPr txBox="1"/>
          <p:nvPr>
            <p:ph idx="12" type="sldNum"/>
          </p:nvPr>
        </p:nvSpPr>
        <p:spPr>
          <a:xfrm>
            <a:off x="8556784" y="5277612"/>
            <a:ext cx="548700" cy="437400"/>
          </a:xfrm>
          <a:prstGeom prst="rect">
            <a:avLst/>
          </a:prstGeom>
          <a:noFill/>
          <a:ln>
            <a:noFill/>
          </a:ln>
        </p:spPr>
        <p:txBody>
          <a:bodyPr anchorCtr="0" anchor="t" bIns="121900" lIns="121900" spcFirstLastPara="1" rIns="121900" wrap="square" tIns="121900">
            <a:noAutofit/>
          </a:bodyPr>
          <a:lstStyle>
            <a:lvl1pPr indent="0" lvl="0"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1pPr>
            <a:lvl2pPr indent="0" lvl="1"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2pPr>
            <a:lvl3pPr indent="0" lvl="2"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3pPr>
            <a:lvl4pPr indent="0" lvl="3"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4pPr>
            <a:lvl5pPr indent="0" lvl="4"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5pPr>
            <a:lvl6pPr indent="0" lvl="5"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6pPr>
            <a:lvl7pPr indent="0" lvl="6"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7pPr>
            <a:lvl8pPr indent="0" lvl="7"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8pPr>
            <a:lvl9pPr indent="0" lvl="8"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474" name="Google Shape;474;p108"/>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75" name="Google Shape;475;p108"/>
          <p:cNvSpPr txBox="1"/>
          <p:nvPr>
            <p:ph idx="1" type="body"/>
          </p:nvPr>
        </p:nvSpPr>
        <p:spPr>
          <a:xfrm>
            <a:off x="457200" y="1130806"/>
            <a:ext cx="4105200" cy="40764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1">
  <p:cSld name="Title and list 1">
    <p:spTree>
      <p:nvGrpSpPr>
        <p:cNvPr id="476" name="Shape 476"/>
        <p:cNvGrpSpPr/>
        <p:nvPr/>
      </p:nvGrpSpPr>
      <p:grpSpPr>
        <a:xfrm>
          <a:off x="0" y="0"/>
          <a:ext cx="0" cy="0"/>
          <a:chOff x="0" y="0"/>
          <a:chExt cx="0" cy="0"/>
        </a:xfrm>
      </p:grpSpPr>
      <p:sp>
        <p:nvSpPr>
          <p:cNvPr id="477" name="Google Shape;477;p109"/>
          <p:cNvSpPr txBox="1"/>
          <p:nvPr>
            <p:ph idx="12" type="sldNum"/>
          </p:nvPr>
        </p:nvSpPr>
        <p:spPr>
          <a:xfrm>
            <a:off x="8556784" y="5277612"/>
            <a:ext cx="548700" cy="437400"/>
          </a:xfrm>
          <a:prstGeom prst="rect">
            <a:avLst/>
          </a:prstGeom>
          <a:noFill/>
          <a:ln>
            <a:noFill/>
          </a:ln>
        </p:spPr>
        <p:txBody>
          <a:bodyPr anchorCtr="0" anchor="t" bIns="121900" lIns="121900" spcFirstLastPara="1" rIns="121900" wrap="square" tIns="121900">
            <a:noAutofit/>
          </a:bodyPr>
          <a:lstStyle>
            <a:lvl1pPr indent="0" lvl="0"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1pPr>
            <a:lvl2pPr indent="0" lvl="1"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2pPr>
            <a:lvl3pPr indent="0" lvl="2"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3pPr>
            <a:lvl4pPr indent="0" lvl="3"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4pPr>
            <a:lvl5pPr indent="0" lvl="4"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5pPr>
            <a:lvl6pPr indent="0" lvl="5"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6pPr>
            <a:lvl7pPr indent="0" lvl="6"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7pPr>
            <a:lvl8pPr indent="0" lvl="7"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8pPr>
            <a:lvl9pPr indent="0" lvl="8"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478" name="Google Shape;478;p109"/>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79" name="Google Shape;479;p109"/>
          <p:cNvSpPr txBox="1"/>
          <p:nvPr>
            <p:ph idx="1" type="body"/>
          </p:nvPr>
        </p:nvSpPr>
        <p:spPr>
          <a:xfrm>
            <a:off x="457200" y="1130806"/>
            <a:ext cx="4105200" cy="40764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out logo 2">
  <p:cSld name="Cover without logo 2">
    <p:bg>
      <p:bgPr>
        <a:blipFill>
          <a:blip r:embed="rId2">
            <a:alphaModFix/>
          </a:blip>
          <a:stretch>
            <a:fillRect/>
          </a:stretch>
        </a:blipFill>
      </p:bgPr>
    </p:bg>
    <p:spTree>
      <p:nvGrpSpPr>
        <p:cNvPr id="480" name="Shape 480"/>
        <p:cNvGrpSpPr/>
        <p:nvPr/>
      </p:nvGrpSpPr>
      <p:grpSpPr>
        <a:xfrm>
          <a:off x="0" y="0"/>
          <a:ext cx="0" cy="0"/>
          <a:chOff x="0" y="0"/>
          <a:chExt cx="0" cy="0"/>
        </a:xfrm>
      </p:grpSpPr>
      <p:pic>
        <p:nvPicPr>
          <p:cNvPr id="481" name="Google Shape;481;p110" title="Mesh Holographic Gradients - Dark Gradient 24.png"/>
          <p:cNvPicPr preferRelativeResize="0"/>
          <p:nvPr/>
        </p:nvPicPr>
        <p:blipFill rotWithShape="1">
          <a:blip r:embed="rId2">
            <a:alphaModFix/>
          </a:blip>
          <a:srcRect b="0" l="5284" r="5293" t="0"/>
          <a:stretch/>
        </p:blipFill>
        <p:spPr>
          <a:xfrm rot="10800000">
            <a:off x="10602" y="-11749"/>
            <a:ext cx="9122798" cy="5738499"/>
          </a:xfrm>
          <a:prstGeom prst="rect">
            <a:avLst/>
          </a:prstGeom>
          <a:noFill/>
          <a:ln>
            <a:noFill/>
          </a:ln>
        </p:spPr>
      </p:pic>
      <p:sp>
        <p:nvSpPr>
          <p:cNvPr id="482" name="Google Shape;482;p110"/>
          <p:cNvSpPr txBox="1"/>
          <p:nvPr>
            <p:ph type="title"/>
          </p:nvPr>
        </p:nvSpPr>
        <p:spPr>
          <a:xfrm>
            <a:off x="2066850" y="1688333"/>
            <a:ext cx="5010300" cy="1734900"/>
          </a:xfrm>
          <a:prstGeom prst="rect">
            <a:avLst/>
          </a:prstGeom>
        </p:spPr>
        <p:txBody>
          <a:bodyPr anchorCtr="0" anchor="b" bIns="0" lIns="0" spcFirstLastPara="1" rIns="0" wrap="square" tIns="0">
            <a:noAutofit/>
          </a:bodyPr>
          <a:lstStyle>
            <a:lvl1pPr indent="0" lvl="0" marL="0" marR="0" algn="ctr">
              <a:lnSpc>
                <a:spcPct val="100000"/>
              </a:lnSpc>
              <a:spcBef>
                <a:spcPts val="0"/>
              </a:spcBef>
              <a:spcAft>
                <a:spcPts val="0"/>
              </a:spcAft>
              <a:buNone/>
              <a:defRPr sz="4800">
                <a:solidFill>
                  <a:schemeClr val="lt1"/>
                </a:solidFill>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483" name="Google Shape;483;p110"/>
          <p:cNvSpPr txBox="1"/>
          <p:nvPr>
            <p:ph idx="1" type="subTitle"/>
          </p:nvPr>
        </p:nvSpPr>
        <p:spPr>
          <a:xfrm>
            <a:off x="2066850" y="3592667"/>
            <a:ext cx="5010300" cy="434100"/>
          </a:xfrm>
          <a:prstGeom prst="rect">
            <a:avLst/>
          </a:prstGeom>
        </p:spPr>
        <p:txBody>
          <a:bodyPr anchorCtr="0" anchor="b" bIns="0" lIns="0" spcFirstLastPara="1" rIns="0" wrap="square" tIns="0">
            <a:noAutofit/>
          </a:bodyPr>
          <a:lstStyle>
            <a:lvl1pPr indent="0" lvl="0" marL="0" marR="0" algn="ctr">
              <a:lnSpc>
                <a:spcPct val="100000"/>
              </a:lnSpc>
              <a:spcBef>
                <a:spcPts val="0"/>
              </a:spcBef>
              <a:spcAft>
                <a:spcPts val="0"/>
              </a:spcAft>
              <a:buNone/>
              <a:defRPr sz="2000">
                <a:solidFill>
                  <a:schemeClr val="lt1"/>
                </a:solidFill>
              </a:defRPr>
            </a:lvl1pPr>
            <a:lvl2pPr indent="0" lvl="1" marL="0" marR="0" algn="ctr">
              <a:lnSpc>
                <a:spcPct val="100000"/>
              </a:lnSpc>
              <a:spcBef>
                <a:spcPts val="0"/>
              </a:spcBef>
              <a:spcAft>
                <a:spcPts val="0"/>
              </a:spcAft>
              <a:buNone/>
              <a:defRPr sz="2000">
                <a:solidFill>
                  <a:schemeClr val="lt1"/>
                </a:solidFill>
              </a:defRPr>
            </a:lvl2pPr>
            <a:lvl3pPr indent="0" lvl="2" marL="0" marR="0" algn="ctr">
              <a:lnSpc>
                <a:spcPct val="100000"/>
              </a:lnSpc>
              <a:spcBef>
                <a:spcPts val="0"/>
              </a:spcBef>
              <a:spcAft>
                <a:spcPts val="0"/>
              </a:spcAft>
              <a:buNone/>
              <a:defRPr sz="2000">
                <a:solidFill>
                  <a:schemeClr val="lt1"/>
                </a:solidFill>
              </a:defRPr>
            </a:lvl3pPr>
            <a:lvl4pPr indent="0" lvl="3" marL="0" marR="0" algn="ctr">
              <a:lnSpc>
                <a:spcPct val="100000"/>
              </a:lnSpc>
              <a:spcBef>
                <a:spcPts val="0"/>
              </a:spcBef>
              <a:spcAft>
                <a:spcPts val="0"/>
              </a:spcAft>
              <a:buNone/>
              <a:defRPr sz="2000">
                <a:solidFill>
                  <a:schemeClr val="lt1"/>
                </a:solidFill>
              </a:defRPr>
            </a:lvl4pPr>
            <a:lvl5pPr indent="0" lvl="4" marL="0" marR="0" algn="ctr">
              <a:lnSpc>
                <a:spcPct val="100000"/>
              </a:lnSpc>
              <a:spcBef>
                <a:spcPts val="0"/>
              </a:spcBef>
              <a:spcAft>
                <a:spcPts val="0"/>
              </a:spcAft>
              <a:buNone/>
              <a:defRPr sz="2000">
                <a:solidFill>
                  <a:schemeClr val="lt1"/>
                </a:solidFill>
              </a:defRPr>
            </a:lvl5pPr>
            <a:lvl6pPr indent="0" lvl="5" marL="0" marR="0" algn="ctr">
              <a:lnSpc>
                <a:spcPct val="100000"/>
              </a:lnSpc>
              <a:spcBef>
                <a:spcPts val="0"/>
              </a:spcBef>
              <a:spcAft>
                <a:spcPts val="0"/>
              </a:spcAft>
              <a:buNone/>
              <a:defRPr sz="2000">
                <a:solidFill>
                  <a:schemeClr val="lt1"/>
                </a:solidFill>
              </a:defRPr>
            </a:lvl6pPr>
            <a:lvl7pPr indent="0" lvl="6" marL="0" marR="0" algn="ctr">
              <a:lnSpc>
                <a:spcPct val="100000"/>
              </a:lnSpc>
              <a:spcBef>
                <a:spcPts val="0"/>
              </a:spcBef>
              <a:spcAft>
                <a:spcPts val="0"/>
              </a:spcAft>
              <a:buNone/>
              <a:defRPr sz="2000">
                <a:solidFill>
                  <a:schemeClr val="lt1"/>
                </a:solidFill>
              </a:defRPr>
            </a:lvl7pPr>
            <a:lvl8pPr indent="0" lvl="7" marL="0" marR="0" algn="ctr">
              <a:lnSpc>
                <a:spcPct val="100000"/>
              </a:lnSpc>
              <a:spcBef>
                <a:spcPts val="0"/>
              </a:spcBef>
              <a:spcAft>
                <a:spcPts val="0"/>
              </a:spcAft>
              <a:buNone/>
              <a:defRPr sz="2000">
                <a:solidFill>
                  <a:schemeClr val="lt1"/>
                </a:solidFill>
              </a:defRPr>
            </a:lvl8pPr>
            <a:lvl9pPr indent="0" lvl="8" marL="0" marR="0" algn="ctr">
              <a:lnSpc>
                <a:spcPct val="100000"/>
              </a:lnSpc>
              <a:spcBef>
                <a:spcPts val="0"/>
              </a:spcBef>
              <a:spcAft>
                <a:spcPts val="0"/>
              </a:spcAft>
              <a:buNone/>
              <a:defRPr sz="2000">
                <a:solidFill>
                  <a:schemeClr val="lt1"/>
                </a:solidFill>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out logo 2 1">
  <p:cSld name="Cover without logo 2_1">
    <p:bg>
      <p:bgPr>
        <a:solidFill>
          <a:srgbClr val="07182C"/>
        </a:solidFill>
      </p:bgPr>
    </p:bg>
    <p:spTree>
      <p:nvGrpSpPr>
        <p:cNvPr id="484" name="Shape 484"/>
        <p:cNvGrpSpPr/>
        <p:nvPr/>
      </p:nvGrpSpPr>
      <p:grpSpPr>
        <a:xfrm>
          <a:off x="0" y="0"/>
          <a:ext cx="0" cy="0"/>
          <a:chOff x="0" y="0"/>
          <a:chExt cx="0" cy="0"/>
        </a:xfrm>
      </p:grpSpPr>
      <p:pic>
        <p:nvPicPr>
          <p:cNvPr id="485" name="Google Shape;485;p111" title="Mesh Holographic Gradients - Dark Gradient 22.png"/>
          <p:cNvPicPr preferRelativeResize="0"/>
          <p:nvPr/>
        </p:nvPicPr>
        <p:blipFill rotWithShape="1">
          <a:blip r:embed="rId2">
            <a:alphaModFix/>
          </a:blip>
          <a:srcRect b="0" l="0" r="10176" t="0"/>
          <a:stretch/>
        </p:blipFill>
        <p:spPr>
          <a:xfrm flipH="1" rot="10800000">
            <a:off x="0" y="-13876"/>
            <a:ext cx="9147848" cy="5728876"/>
          </a:xfrm>
          <a:prstGeom prst="rect">
            <a:avLst/>
          </a:prstGeom>
          <a:noFill/>
          <a:ln>
            <a:noFill/>
          </a:ln>
        </p:spPr>
      </p:pic>
      <p:pic>
        <p:nvPicPr>
          <p:cNvPr id="486" name="Google Shape;486;p111"/>
          <p:cNvPicPr preferRelativeResize="0"/>
          <p:nvPr/>
        </p:nvPicPr>
        <p:blipFill rotWithShape="1">
          <a:blip r:embed="rId3">
            <a:alphaModFix/>
          </a:blip>
          <a:srcRect b="0" l="0" r="0" t="0"/>
          <a:stretch/>
        </p:blipFill>
        <p:spPr>
          <a:xfrm>
            <a:off x="457200" y="4773000"/>
            <a:ext cx="316413" cy="390600"/>
          </a:xfrm>
          <a:prstGeom prst="rect">
            <a:avLst/>
          </a:prstGeom>
          <a:noFill/>
          <a:ln>
            <a:noFill/>
          </a:ln>
        </p:spPr>
      </p:pic>
      <p:sp>
        <p:nvSpPr>
          <p:cNvPr id="487" name="Google Shape;487;p111"/>
          <p:cNvSpPr/>
          <p:nvPr/>
        </p:nvSpPr>
        <p:spPr>
          <a:xfrm>
            <a:off x="984762" y="4877167"/>
            <a:ext cx="203100" cy="225600"/>
          </a:xfrm>
          <a:prstGeom prst="plus">
            <a:avLst>
              <a:gd fmla="val 43366" name="adj"/>
            </a:avLst>
          </a:prstGeom>
          <a:solidFill>
            <a:srgbClr val="60A5FA"/>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Lato"/>
              <a:ea typeface="Lato"/>
              <a:cs typeface="Lato"/>
              <a:sym typeface="Lato"/>
            </a:endParaRPr>
          </a:p>
        </p:txBody>
      </p:sp>
      <p:sp>
        <p:nvSpPr>
          <p:cNvPr id="488" name="Google Shape;488;p111"/>
          <p:cNvSpPr txBox="1"/>
          <p:nvPr>
            <p:ph type="title"/>
          </p:nvPr>
        </p:nvSpPr>
        <p:spPr>
          <a:xfrm>
            <a:off x="457200" y="457200"/>
            <a:ext cx="5010300" cy="1376700"/>
          </a:xfrm>
          <a:prstGeom prst="rect">
            <a:avLst/>
          </a:prstGeom>
        </p:spPr>
        <p:txBody>
          <a:bodyPr anchorCtr="0" anchor="t"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89" name="Google Shape;489;p111"/>
          <p:cNvSpPr txBox="1"/>
          <p:nvPr>
            <p:ph idx="1" type="subTitle"/>
          </p:nvPr>
        </p:nvSpPr>
        <p:spPr>
          <a:xfrm>
            <a:off x="457200" y="1833900"/>
            <a:ext cx="50103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
        <p:nvSpPr>
          <p:cNvPr id="490" name="Google Shape;490;p111"/>
          <p:cNvSpPr txBox="1"/>
          <p:nvPr>
            <p:ph idx="2" type="subTitle"/>
          </p:nvPr>
        </p:nvSpPr>
        <p:spPr>
          <a:xfrm>
            <a:off x="3676500" y="4823692"/>
            <a:ext cx="5010300" cy="434100"/>
          </a:xfrm>
          <a:prstGeom prst="rect">
            <a:avLst/>
          </a:prstGeom>
        </p:spPr>
        <p:txBody>
          <a:bodyPr anchorCtr="0" anchor="b" bIns="0" lIns="0" spcFirstLastPara="1" rIns="0" wrap="square" tIns="0">
            <a:noAutofit/>
          </a:bodyPr>
          <a:lstStyle>
            <a:lvl1pPr indent="0" lvl="0" marL="0" marR="0" algn="r">
              <a:lnSpc>
                <a:spcPct val="100000"/>
              </a:lnSpc>
              <a:spcBef>
                <a:spcPts val="0"/>
              </a:spcBef>
              <a:spcAft>
                <a:spcPts val="0"/>
              </a:spcAft>
              <a:buNone/>
              <a:defRPr sz="1600">
                <a:solidFill>
                  <a:schemeClr val="lt1"/>
                </a:solidFill>
              </a:defRPr>
            </a:lvl1pPr>
            <a:lvl2pPr indent="0" lvl="1" marL="0" marR="0" algn="r">
              <a:lnSpc>
                <a:spcPct val="100000"/>
              </a:lnSpc>
              <a:spcBef>
                <a:spcPts val="0"/>
              </a:spcBef>
              <a:spcAft>
                <a:spcPts val="0"/>
              </a:spcAft>
              <a:buNone/>
              <a:defRPr sz="1600">
                <a:solidFill>
                  <a:schemeClr val="lt1"/>
                </a:solidFill>
              </a:defRPr>
            </a:lvl2pPr>
            <a:lvl3pPr indent="0" lvl="2" marL="0" marR="0" algn="r">
              <a:lnSpc>
                <a:spcPct val="100000"/>
              </a:lnSpc>
              <a:spcBef>
                <a:spcPts val="0"/>
              </a:spcBef>
              <a:spcAft>
                <a:spcPts val="0"/>
              </a:spcAft>
              <a:buNone/>
              <a:defRPr sz="1600">
                <a:solidFill>
                  <a:schemeClr val="lt1"/>
                </a:solidFill>
              </a:defRPr>
            </a:lvl3pPr>
            <a:lvl4pPr indent="0" lvl="3" marL="0" marR="0" algn="r">
              <a:lnSpc>
                <a:spcPct val="100000"/>
              </a:lnSpc>
              <a:spcBef>
                <a:spcPts val="0"/>
              </a:spcBef>
              <a:spcAft>
                <a:spcPts val="0"/>
              </a:spcAft>
              <a:buNone/>
              <a:defRPr sz="1600">
                <a:solidFill>
                  <a:schemeClr val="lt1"/>
                </a:solidFill>
              </a:defRPr>
            </a:lvl4pPr>
            <a:lvl5pPr indent="0" lvl="4" marL="0" marR="0" algn="r">
              <a:lnSpc>
                <a:spcPct val="100000"/>
              </a:lnSpc>
              <a:spcBef>
                <a:spcPts val="0"/>
              </a:spcBef>
              <a:spcAft>
                <a:spcPts val="0"/>
              </a:spcAft>
              <a:buNone/>
              <a:defRPr sz="1600">
                <a:solidFill>
                  <a:schemeClr val="lt1"/>
                </a:solidFill>
              </a:defRPr>
            </a:lvl5pPr>
            <a:lvl6pPr indent="0" lvl="5" marL="0" marR="0" algn="r">
              <a:lnSpc>
                <a:spcPct val="100000"/>
              </a:lnSpc>
              <a:spcBef>
                <a:spcPts val="0"/>
              </a:spcBef>
              <a:spcAft>
                <a:spcPts val="0"/>
              </a:spcAft>
              <a:buNone/>
              <a:defRPr sz="1600">
                <a:solidFill>
                  <a:schemeClr val="lt1"/>
                </a:solidFill>
              </a:defRPr>
            </a:lvl6pPr>
            <a:lvl7pPr indent="0" lvl="6" marL="0" marR="0" algn="r">
              <a:lnSpc>
                <a:spcPct val="100000"/>
              </a:lnSpc>
              <a:spcBef>
                <a:spcPts val="0"/>
              </a:spcBef>
              <a:spcAft>
                <a:spcPts val="0"/>
              </a:spcAft>
              <a:buNone/>
              <a:defRPr sz="1600">
                <a:solidFill>
                  <a:schemeClr val="lt1"/>
                </a:solidFill>
              </a:defRPr>
            </a:lvl7pPr>
            <a:lvl8pPr indent="0" lvl="7" marL="0" marR="0" algn="r">
              <a:lnSpc>
                <a:spcPct val="100000"/>
              </a:lnSpc>
              <a:spcBef>
                <a:spcPts val="0"/>
              </a:spcBef>
              <a:spcAft>
                <a:spcPts val="0"/>
              </a:spcAft>
              <a:buNone/>
              <a:defRPr sz="1600">
                <a:solidFill>
                  <a:schemeClr val="lt1"/>
                </a:solidFill>
              </a:defRPr>
            </a:lvl8pPr>
            <a:lvl9pPr indent="0" lvl="8" marL="0" marR="0" algn="r">
              <a:lnSpc>
                <a:spcPct val="100000"/>
              </a:lnSpc>
              <a:spcBef>
                <a:spcPts val="0"/>
              </a:spcBef>
              <a:spcAft>
                <a:spcPts val="0"/>
              </a:spcAft>
              <a:buNone/>
              <a:defRPr sz="1600">
                <a:solidFill>
                  <a:schemeClr val="lt1"/>
                </a:solidFill>
              </a:defRPr>
            </a:lvl9pPr>
          </a:lstStyle>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ncepts - horizontal">
  <p:cSld name="TITLE_AND_TWO_COLUMNS_1_1">
    <p:spTree>
      <p:nvGrpSpPr>
        <p:cNvPr id="491" name="Shape 491"/>
        <p:cNvGrpSpPr/>
        <p:nvPr/>
      </p:nvGrpSpPr>
      <p:grpSpPr>
        <a:xfrm>
          <a:off x="0" y="0"/>
          <a:ext cx="0" cy="0"/>
          <a:chOff x="0" y="0"/>
          <a:chExt cx="0" cy="0"/>
        </a:xfrm>
      </p:grpSpPr>
      <p:sp>
        <p:nvSpPr>
          <p:cNvPr id="492" name="Google Shape;492;p112"/>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493" name="Google Shape;493;p112"/>
          <p:cNvSpPr txBox="1"/>
          <p:nvPr>
            <p:ph idx="1" type="body"/>
          </p:nvPr>
        </p:nvSpPr>
        <p:spPr>
          <a:xfrm>
            <a:off x="5715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94" name="Google Shape;494;p112"/>
          <p:cNvSpPr txBox="1"/>
          <p:nvPr>
            <p:ph idx="2" type="subTitle"/>
          </p:nvPr>
        </p:nvSpPr>
        <p:spPr>
          <a:xfrm>
            <a:off x="5715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495" name="Google Shape;495;p112"/>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496" name="Google Shape;496;p112"/>
          <p:cNvSpPr txBox="1"/>
          <p:nvPr>
            <p:ph idx="3" type="body"/>
          </p:nvPr>
        </p:nvSpPr>
        <p:spPr>
          <a:xfrm>
            <a:off x="26677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97" name="Google Shape;497;p112"/>
          <p:cNvSpPr txBox="1"/>
          <p:nvPr>
            <p:ph idx="4" type="subTitle"/>
          </p:nvPr>
        </p:nvSpPr>
        <p:spPr>
          <a:xfrm>
            <a:off x="26677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498" name="Google Shape;498;p112"/>
          <p:cNvSpPr txBox="1"/>
          <p:nvPr>
            <p:ph idx="5" type="body"/>
          </p:nvPr>
        </p:nvSpPr>
        <p:spPr>
          <a:xfrm>
            <a:off x="47639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99" name="Google Shape;499;p112"/>
          <p:cNvSpPr txBox="1"/>
          <p:nvPr>
            <p:ph idx="6" type="subTitle"/>
          </p:nvPr>
        </p:nvSpPr>
        <p:spPr>
          <a:xfrm>
            <a:off x="47639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500" name="Google Shape;500;p112"/>
          <p:cNvSpPr txBox="1"/>
          <p:nvPr>
            <p:ph idx="7" type="body"/>
          </p:nvPr>
        </p:nvSpPr>
        <p:spPr>
          <a:xfrm>
            <a:off x="68601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01" name="Google Shape;501;p112"/>
          <p:cNvSpPr txBox="1"/>
          <p:nvPr>
            <p:ph idx="8" type="subTitle"/>
          </p:nvPr>
        </p:nvSpPr>
        <p:spPr>
          <a:xfrm>
            <a:off x="68601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cepts - horizontal">
  <p:cSld name="TITLE_AND_TWO_COLUMNS_1_2">
    <p:spTree>
      <p:nvGrpSpPr>
        <p:cNvPr id="502" name="Shape 502"/>
        <p:cNvGrpSpPr/>
        <p:nvPr/>
      </p:nvGrpSpPr>
      <p:grpSpPr>
        <a:xfrm>
          <a:off x="0" y="0"/>
          <a:ext cx="0" cy="0"/>
          <a:chOff x="0" y="0"/>
          <a:chExt cx="0" cy="0"/>
        </a:xfrm>
      </p:grpSpPr>
      <p:sp>
        <p:nvSpPr>
          <p:cNvPr id="503" name="Google Shape;503;p113"/>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04" name="Google Shape;504;p113"/>
          <p:cNvSpPr txBox="1"/>
          <p:nvPr>
            <p:ph idx="1" type="body"/>
          </p:nvPr>
        </p:nvSpPr>
        <p:spPr>
          <a:xfrm>
            <a:off x="571500" y="2435667"/>
            <a:ext cx="1968300" cy="26442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05" name="Google Shape;505;p113"/>
          <p:cNvSpPr txBox="1"/>
          <p:nvPr>
            <p:ph idx="2" type="body"/>
          </p:nvPr>
        </p:nvSpPr>
        <p:spPr>
          <a:xfrm>
            <a:off x="3586271" y="2435667"/>
            <a:ext cx="1980000" cy="26442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06" name="Google Shape;506;p113"/>
          <p:cNvSpPr txBox="1"/>
          <p:nvPr>
            <p:ph idx="3" type="body"/>
          </p:nvPr>
        </p:nvSpPr>
        <p:spPr>
          <a:xfrm>
            <a:off x="6604202" y="2435667"/>
            <a:ext cx="1968300" cy="26442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07" name="Google Shape;507;p113"/>
          <p:cNvSpPr txBox="1"/>
          <p:nvPr>
            <p:ph idx="4" type="subTitle"/>
          </p:nvPr>
        </p:nvSpPr>
        <p:spPr>
          <a:xfrm>
            <a:off x="579900" y="1905000"/>
            <a:ext cx="1968300" cy="3987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9pPr>
          </a:lstStyle>
          <a:p/>
        </p:txBody>
      </p:sp>
      <p:sp>
        <p:nvSpPr>
          <p:cNvPr id="508" name="Google Shape;508;p113"/>
          <p:cNvSpPr txBox="1"/>
          <p:nvPr>
            <p:ph idx="5" type="subTitle"/>
          </p:nvPr>
        </p:nvSpPr>
        <p:spPr>
          <a:xfrm>
            <a:off x="6598950" y="1905000"/>
            <a:ext cx="1968300" cy="3987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9pPr>
          </a:lstStyle>
          <a:p/>
        </p:txBody>
      </p:sp>
      <p:sp>
        <p:nvSpPr>
          <p:cNvPr id="509" name="Google Shape;509;p113"/>
          <p:cNvSpPr txBox="1"/>
          <p:nvPr>
            <p:ph idx="6" type="subTitle"/>
          </p:nvPr>
        </p:nvSpPr>
        <p:spPr>
          <a:xfrm>
            <a:off x="3597825" y="1905000"/>
            <a:ext cx="1968300" cy="3987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9pPr>
          </a:lstStyle>
          <a:p/>
        </p:txBody>
      </p:sp>
      <p:sp>
        <p:nvSpPr>
          <p:cNvPr id="510" name="Google Shape;510;p113"/>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half screen">
  <p:cSld name="MAIN_POINT_1">
    <p:bg>
      <p:bgPr>
        <a:solidFill>
          <a:schemeClr val="dk2"/>
        </a:solidFill>
      </p:bgPr>
    </p:bg>
    <p:spTree>
      <p:nvGrpSpPr>
        <p:cNvPr id="511" name="Shape 511"/>
        <p:cNvGrpSpPr/>
        <p:nvPr/>
      </p:nvGrpSpPr>
      <p:grpSpPr>
        <a:xfrm>
          <a:off x="0" y="0"/>
          <a:ext cx="0" cy="0"/>
          <a:chOff x="0" y="0"/>
          <a:chExt cx="0" cy="0"/>
        </a:xfrm>
      </p:grpSpPr>
      <p:sp>
        <p:nvSpPr>
          <p:cNvPr id="512" name="Google Shape;512;p114"/>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13" name="Google Shape;513;p114"/>
          <p:cNvSpPr txBox="1"/>
          <p:nvPr>
            <p:ph type="title"/>
          </p:nvPr>
        </p:nvSpPr>
        <p:spPr>
          <a:xfrm>
            <a:off x="571500" y="1010028"/>
            <a:ext cx="4000500" cy="40701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lt1"/>
              </a:buClr>
              <a:buSzPts val="3200"/>
              <a:buFont typeface="Poppins SemiBold"/>
              <a:buNone/>
              <a:defRPr b="0" sz="3200">
                <a:solidFill>
                  <a:schemeClr val="lt1"/>
                </a:solidFill>
                <a:latin typeface="Poppins SemiBold"/>
                <a:ea typeface="Poppins SemiBold"/>
                <a:cs typeface="Poppins SemiBold"/>
                <a:sym typeface="Poppins SemiBold"/>
              </a:defRPr>
            </a:lvl1pPr>
            <a:lvl2pPr lvl="1">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2pPr>
            <a:lvl3pPr lvl="2">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3pPr>
            <a:lvl4pPr lvl="3">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4pPr>
            <a:lvl5pPr lvl="4">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5pPr>
            <a:lvl6pPr lvl="5">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6pPr>
            <a:lvl7pPr lvl="6">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7pPr>
            <a:lvl8pPr lvl="7">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8pPr>
            <a:lvl9pPr lvl="8">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items - contrast">
  <p:cSld name="Title + Subtitle_1">
    <p:bg>
      <p:bgPr>
        <a:solidFill>
          <a:schemeClr val="accent2"/>
        </a:solidFill>
      </p:bgPr>
    </p:bg>
    <p:spTree>
      <p:nvGrpSpPr>
        <p:cNvPr id="514" name="Shape 514"/>
        <p:cNvGrpSpPr/>
        <p:nvPr/>
      </p:nvGrpSpPr>
      <p:grpSpPr>
        <a:xfrm>
          <a:off x="0" y="0"/>
          <a:ext cx="0" cy="0"/>
          <a:chOff x="0" y="0"/>
          <a:chExt cx="0" cy="0"/>
        </a:xfrm>
      </p:grpSpPr>
      <p:sp>
        <p:nvSpPr>
          <p:cNvPr id="515" name="Google Shape;515;p115"/>
          <p:cNvSpPr/>
          <p:nvPr>
            <p:ph idx="2" type="pic"/>
          </p:nvPr>
        </p:nvSpPr>
        <p:spPr>
          <a:xfrm>
            <a:off x="457200" y="1524000"/>
            <a:ext cx="1827300" cy="1827300"/>
          </a:xfrm>
          <a:prstGeom prst="roundRect">
            <a:avLst>
              <a:gd fmla="val 4137" name="adj"/>
            </a:avLst>
          </a:prstGeom>
          <a:noFill/>
          <a:ln>
            <a:noFill/>
          </a:ln>
        </p:spPr>
      </p:sp>
      <p:sp>
        <p:nvSpPr>
          <p:cNvPr id="516" name="Google Shape;516;p115"/>
          <p:cNvSpPr/>
          <p:nvPr>
            <p:ph idx="3" type="pic"/>
          </p:nvPr>
        </p:nvSpPr>
        <p:spPr>
          <a:xfrm>
            <a:off x="2591313" y="1524000"/>
            <a:ext cx="1827300" cy="1827300"/>
          </a:xfrm>
          <a:prstGeom prst="roundRect">
            <a:avLst>
              <a:gd fmla="val 4137" name="adj"/>
            </a:avLst>
          </a:prstGeom>
          <a:noFill/>
          <a:ln>
            <a:noFill/>
          </a:ln>
        </p:spPr>
      </p:sp>
      <p:sp>
        <p:nvSpPr>
          <p:cNvPr id="517" name="Google Shape;517;p115"/>
          <p:cNvSpPr/>
          <p:nvPr>
            <p:ph idx="4" type="pic"/>
          </p:nvPr>
        </p:nvSpPr>
        <p:spPr>
          <a:xfrm>
            <a:off x="4725450" y="1524000"/>
            <a:ext cx="1827300" cy="1827300"/>
          </a:xfrm>
          <a:prstGeom prst="roundRect">
            <a:avLst>
              <a:gd fmla="val 4137" name="adj"/>
            </a:avLst>
          </a:prstGeom>
          <a:noFill/>
          <a:ln>
            <a:noFill/>
          </a:ln>
        </p:spPr>
      </p:sp>
      <p:sp>
        <p:nvSpPr>
          <p:cNvPr id="518" name="Google Shape;518;p115"/>
          <p:cNvSpPr/>
          <p:nvPr>
            <p:ph idx="5" type="pic"/>
          </p:nvPr>
        </p:nvSpPr>
        <p:spPr>
          <a:xfrm>
            <a:off x="6859563" y="1524000"/>
            <a:ext cx="1827300" cy="1827300"/>
          </a:xfrm>
          <a:prstGeom prst="roundRect">
            <a:avLst>
              <a:gd fmla="val 4137" name="adj"/>
            </a:avLst>
          </a:prstGeom>
          <a:noFill/>
          <a:ln>
            <a:noFill/>
          </a:ln>
        </p:spPr>
      </p:sp>
      <p:sp>
        <p:nvSpPr>
          <p:cNvPr id="519" name="Google Shape;519;p115"/>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Clr>
                <a:schemeClr val="lt1"/>
              </a:buClr>
              <a:buSzPts val="3000"/>
              <a:buNone/>
              <a:defRPr sz="3000">
                <a:solidFill>
                  <a:schemeClr val="lt1"/>
                </a:solidFill>
              </a:defRPr>
            </a:lvl1pPr>
            <a:lvl2pPr lvl="1" algn="l">
              <a:lnSpc>
                <a:spcPct val="100000"/>
              </a:lnSpc>
              <a:spcBef>
                <a:spcPts val="0"/>
              </a:spcBef>
              <a:spcAft>
                <a:spcPts val="0"/>
              </a:spcAft>
              <a:buClr>
                <a:schemeClr val="lt1"/>
              </a:buClr>
              <a:buSzPts val="3000"/>
              <a:buNone/>
              <a:defRPr sz="3000">
                <a:solidFill>
                  <a:schemeClr val="lt1"/>
                </a:solidFill>
              </a:defRPr>
            </a:lvl2pPr>
            <a:lvl3pPr lvl="2" algn="l">
              <a:lnSpc>
                <a:spcPct val="100000"/>
              </a:lnSpc>
              <a:spcBef>
                <a:spcPts val="0"/>
              </a:spcBef>
              <a:spcAft>
                <a:spcPts val="0"/>
              </a:spcAft>
              <a:buClr>
                <a:schemeClr val="lt1"/>
              </a:buClr>
              <a:buSzPts val="3000"/>
              <a:buNone/>
              <a:defRPr sz="3000">
                <a:solidFill>
                  <a:schemeClr val="lt1"/>
                </a:solidFill>
              </a:defRPr>
            </a:lvl3pPr>
            <a:lvl4pPr lvl="3" algn="l">
              <a:lnSpc>
                <a:spcPct val="100000"/>
              </a:lnSpc>
              <a:spcBef>
                <a:spcPts val="0"/>
              </a:spcBef>
              <a:spcAft>
                <a:spcPts val="0"/>
              </a:spcAft>
              <a:buClr>
                <a:schemeClr val="lt1"/>
              </a:buClr>
              <a:buSzPts val="3000"/>
              <a:buNone/>
              <a:defRPr sz="3000">
                <a:solidFill>
                  <a:schemeClr val="lt1"/>
                </a:solidFill>
              </a:defRPr>
            </a:lvl4pPr>
            <a:lvl5pPr lvl="4" algn="l">
              <a:lnSpc>
                <a:spcPct val="100000"/>
              </a:lnSpc>
              <a:spcBef>
                <a:spcPts val="0"/>
              </a:spcBef>
              <a:spcAft>
                <a:spcPts val="0"/>
              </a:spcAft>
              <a:buClr>
                <a:schemeClr val="lt1"/>
              </a:buClr>
              <a:buSzPts val="3000"/>
              <a:buNone/>
              <a:defRPr sz="3000">
                <a:solidFill>
                  <a:schemeClr val="lt1"/>
                </a:solidFill>
              </a:defRPr>
            </a:lvl5pPr>
            <a:lvl6pPr lvl="5" algn="l">
              <a:lnSpc>
                <a:spcPct val="100000"/>
              </a:lnSpc>
              <a:spcBef>
                <a:spcPts val="0"/>
              </a:spcBef>
              <a:spcAft>
                <a:spcPts val="0"/>
              </a:spcAft>
              <a:buClr>
                <a:schemeClr val="lt1"/>
              </a:buClr>
              <a:buSzPts val="3000"/>
              <a:buNone/>
              <a:defRPr sz="3000">
                <a:solidFill>
                  <a:schemeClr val="lt1"/>
                </a:solidFill>
              </a:defRPr>
            </a:lvl6pPr>
            <a:lvl7pPr lvl="6" algn="l">
              <a:lnSpc>
                <a:spcPct val="100000"/>
              </a:lnSpc>
              <a:spcBef>
                <a:spcPts val="0"/>
              </a:spcBef>
              <a:spcAft>
                <a:spcPts val="0"/>
              </a:spcAft>
              <a:buClr>
                <a:schemeClr val="lt1"/>
              </a:buClr>
              <a:buSzPts val="3000"/>
              <a:buNone/>
              <a:defRPr sz="3000">
                <a:solidFill>
                  <a:schemeClr val="lt1"/>
                </a:solidFill>
              </a:defRPr>
            </a:lvl7pPr>
            <a:lvl8pPr lvl="7" algn="l">
              <a:lnSpc>
                <a:spcPct val="100000"/>
              </a:lnSpc>
              <a:spcBef>
                <a:spcPts val="0"/>
              </a:spcBef>
              <a:spcAft>
                <a:spcPts val="0"/>
              </a:spcAft>
              <a:buClr>
                <a:schemeClr val="lt1"/>
              </a:buClr>
              <a:buSzPts val="3000"/>
              <a:buNone/>
              <a:defRPr sz="3000">
                <a:solidFill>
                  <a:schemeClr val="lt1"/>
                </a:solidFill>
              </a:defRPr>
            </a:lvl8pPr>
            <a:lvl9pPr lvl="8" algn="l">
              <a:lnSpc>
                <a:spcPct val="100000"/>
              </a:lnSpc>
              <a:spcBef>
                <a:spcPts val="0"/>
              </a:spcBef>
              <a:spcAft>
                <a:spcPts val="0"/>
              </a:spcAft>
              <a:buClr>
                <a:schemeClr val="lt1"/>
              </a:buClr>
              <a:buSzPts val="3000"/>
              <a:buNone/>
              <a:defRPr sz="3000">
                <a:solidFill>
                  <a:schemeClr val="lt1"/>
                </a:solidFill>
              </a:defRPr>
            </a:lvl9pPr>
          </a:lstStyle>
          <a:p/>
        </p:txBody>
      </p:sp>
      <p:sp>
        <p:nvSpPr>
          <p:cNvPr id="520" name="Google Shape;520;p115"/>
          <p:cNvSpPr txBox="1"/>
          <p:nvPr>
            <p:ph idx="1" type="body"/>
          </p:nvPr>
        </p:nvSpPr>
        <p:spPr>
          <a:xfrm>
            <a:off x="457200"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521" name="Google Shape;521;p115"/>
          <p:cNvSpPr txBox="1"/>
          <p:nvPr>
            <p:ph idx="6" type="body"/>
          </p:nvPr>
        </p:nvSpPr>
        <p:spPr>
          <a:xfrm>
            <a:off x="2591318"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522" name="Google Shape;522;p115"/>
          <p:cNvSpPr txBox="1"/>
          <p:nvPr>
            <p:ph idx="7" type="body"/>
          </p:nvPr>
        </p:nvSpPr>
        <p:spPr>
          <a:xfrm>
            <a:off x="4725435"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523" name="Google Shape;523;p115"/>
          <p:cNvSpPr txBox="1"/>
          <p:nvPr>
            <p:ph idx="8" type="body"/>
          </p:nvPr>
        </p:nvSpPr>
        <p:spPr>
          <a:xfrm>
            <a:off x="6866700"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524" name="Google Shape;524;p115"/>
          <p:cNvSpPr txBox="1"/>
          <p:nvPr>
            <p:ph idx="9" type="title"/>
          </p:nvPr>
        </p:nvSpPr>
        <p:spPr>
          <a:xfrm>
            <a:off x="4572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525" name="Google Shape;525;p115"/>
          <p:cNvSpPr txBox="1"/>
          <p:nvPr>
            <p:ph idx="13" type="title"/>
          </p:nvPr>
        </p:nvSpPr>
        <p:spPr>
          <a:xfrm>
            <a:off x="25913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526" name="Google Shape;526;p115"/>
          <p:cNvSpPr txBox="1"/>
          <p:nvPr>
            <p:ph idx="14" type="title"/>
          </p:nvPr>
        </p:nvSpPr>
        <p:spPr>
          <a:xfrm>
            <a:off x="47254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527" name="Google Shape;527;p115"/>
          <p:cNvSpPr txBox="1"/>
          <p:nvPr>
            <p:ph idx="15" type="title"/>
          </p:nvPr>
        </p:nvSpPr>
        <p:spPr>
          <a:xfrm>
            <a:off x="68595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Tree>
  </p:cSld>
  <p:clrMapOvr>
    <a:masterClrMapping/>
  </p:clrMapOvr>
  <p:extLst>
    <p:ext uri="{DCECCB84-F9BA-43D5-87BE-67443E8EF086}">
      <p15:sldGuideLst>
        <p15:guide id="1" pos="2880">
          <p15:clr>
            <a:srgbClr val="E46962"/>
          </p15:clr>
        </p15:guide>
        <p15:guide id="2" orient="horz" pos="960">
          <p15:clr>
            <a:srgbClr val="E46962"/>
          </p15:clr>
        </p15:guide>
      </p15:sldGuideLst>
    </p:ext>
  </p:extLst>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bio">
  <p:cSld name="TITLE_AND_BODY_1_1">
    <p:bg>
      <p:bgPr>
        <a:solidFill>
          <a:schemeClr val="accent2"/>
        </a:solidFill>
      </p:bgPr>
    </p:bg>
    <p:spTree>
      <p:nvGrpSpPr>
        <p:cNvPr id="528" name="Shape 528"/>
        <p:cNvGrpSpPr/>
        <p:nvPr/>
      </p:nvGrpSpPr>
      <p:grpSpPr>
        <a:xfrm>
          <a:off x="0" y="0"/>
          <a:ext cx="0" cy="0"/>
          <a:chOff x="0" y="0"/>
          <a:chExt cx="0" cy="0"/>
        </a:xfrm>
      </p:grpSpPr>
      <p:sp>
        <p:nvSpPr>
          <p:cNvPr id="529" name="Google Shape;529;p116"/>
          <p:cNvSpPr/>
          <p:nvPr/>
        </p:nvSpPr>
        <p:spPr>
          <a:xfrm>
            <a:off x="4583975" y="0"/>
            <a:ext cx="4567500" cy="5715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530" name="Google Shape;530;p116"/>
          <p:cNvSpPr/>
          <p:nvPr>
            <p:ph idx="2" type="pic"/>
          </p:nvPr>
        </p:nvSpPr>
        <p:spPr>
          <a:xfrm flipH="1">
            <a:off x="953803" y="1184556"/>
            <a:ext cx="2664300" cy="3336300"/>
          </a:xfrm>
          <a:prstGeom prst="rect">
            <a:avLst/>
          </a:prstGeom>
          <a:noFill/>
          <a:ln>
            <a:noFill/>
          </a:ln>
        </p:spPr>
      </p:sp>
      <p:sp>
        <p:nvSpPr>
          <p:cNvPr id="531" name="Google Shape;531;p116"/>
          <p:cNvSpPr txBox="1"/>
          <p:nvPr>
            <p:ph type="title"/>
          </p:nvPr>
        </p:nvSpPr>
        <p:spPr>
          <a:xfrm>
            <a:off x="5036975"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532" name="Google Shape;532;p116"/>
          <p:cNvSpPr txBox="1"/>
          <p:nvPr>
            <p:ph idx="1" type="subTitle"/>
          </p:nvPr>
        </p:nvSpPr>
        <p:spPr>
          <a:xfrm>
            <a:off x="5036975"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533" name="Google Shape;533;p116"/>
          <p:cNvSpPr txBox="1"/>
          <p:nvPr>
            <p:ph idx="3" type="body"/>
          </p:nvPr>
        </p:nvSpPr>
        <p:spPr>
          <a:xfrm>
            <a:off x="5036975"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rtification covers 1">
  <p:cSld name="TITLE_1_1">
    <p:spTree>
      <p:nvGrpSpPr>
        <p:cNvPr id="534" name="Shape 534"/>
        <p:cNvGrpSpPr/>
        <p:nvPr/>
      </p:nvGrpSpPr>
      <p:grpSpPr>
        <a:xfrm>
          <a:off x="0" y="0"/>
          <a:ext cx="0" cy="0"/>
          <a:chOff x="0" y="0"/>
          <a:chExt cx="0" cy="0"/>
        </a:xfrm>
      </p:grpSpPr>
      <p:pic>
        <p:nvPicPr>
          <p:cNvPr id="535" name="Google Shape;535;p117" title="Mesh Holographic Gradients - Dark Gradient 22.png"/>
          <p:cNvPicPr preferRelativeResize="0"/>
          <p:nvPr/>
        </p:nvPicPr>
        <p:blipFill rotWithShape="1">
          <a:blip r:embed="rId2">
            <a:alphaModFix/>
          </a:blip>
          <a:srcRect b="0" l="0" r="0" t="0"/>
          <a:stretch/>
        </p:blipFill>
        <p:spPr>
          <a:xfrm>
            <a:off x="0" y="0"/>
            <a:ext cx="9144003" cy="5715000"/>
          </a:xfrm>
          <a:prstGeom prst="rect">
            <a:avLst/>
          </a:prstGeom>
          <a:noFill/>
          <a:ln>
            <a:noFill/>
          </a:ln>
        </p:spPr>
      </p:pic>
      <p:pic>
        <p:nvPicPr>
          <p:cNvPr id="536" name="Google Shape;536;p117"/>
          <p:cNvPicPr preferRelativeResize="0"/>
          <p:nvPr/>
        </p:nvPicPr>
        <p:blipFill rotWithShape="1">
          <a:blip r:embed="rId3">
            <a:alphaModFix/>
          </a:blip>
          <a:srcRect b="0" l="0" r="0" t="0"/>
          <a:stretch/>
        </p:blipFill>
        <p:spPr>
          <a:xfrm>
            <a:off x="457200" y="531584"/>
            <a:ext cx="316413" cy="390600"/>
          </a:xfrm>
          <a:prstGeom prst="rect">
            <a:avLst/>
          </a:prstGeom>
          <a:noFill/>
          <a:ln>
            <a:noFill/>
          </a:ln>
        </p:spPr>
      </p:pic>
      <p:sp>
        <p:nvSpPr>
          <p:cNvPr id="537" name="Google Shape;537;p117"/>
          <p:cNvSpPr txBox="1"/>
          <p:nvPr>
            <p:ph type="title"/>
          </p:nvPr>
        </p:nvSpPr>
        <p:spPr>
          <a:xfrm>
            <a:off x="457200" y="2925261"/>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538" name="Google Shape;538;p117"/>
          <p:cNvSpPr txBox="1"/>
          <p:nvPr>
            <p:ph idx="1" type="subTitle"/>
          </p:nvPr>
        </p:nvSpPr>
        <p:spPr>
          <a:xfrm>
            <a:off x="457200" y="47730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2">
    <p:spTree>
      <p:nvGrpSpPr>
        <p:cNvPr id="539" name="Shape 539"/>
        <p:cNvGrpSpPr/>
        <p:nvPr/>
      </p:nvGrpSpPr>
      <p:grpSpPr>
        <a:xfrm>
          <a:off x="0" y="0"/>
          <a:ext cx="0" cy="0"/>
          <a:chOff x="0" y="0"/>
          <a:chExt cx="0" cy="0"/>
        </a:xfrm>
      </p:grpSpPr>
      <p:sp>
        <p:nvSpPr>
          <p:cNvPr id="540" name="Google Shape;540;p118"/>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541" name="Google Shape;541;p118"/>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Full width visual">
  <p:cSld name="TITLE_ONLY_1_1">
    <p:spTree>
      <p:nvGrpSpPr>
        <p:cNvPr id="542" name="Shape 542"/>
        <p:cNvGrpSpPr/>
        <p:nvPr/>
      </p:nvGrpSpPr>
      <p:grpSpPr>
        <a:xfrm>
          <a:off x="0" y="0"/>
          <a:ext cx="0" cy="0"/>
          <a:chOff x="0" y="0"/>
          <a:chExt cx="0" cy="0"/>
        </a:xfrm>
      </p:grpSpPr>
      <p:sp>
        <p:nvSpPr>
          <p:cNvPr id="543" name="Google Shape;543;p119"/>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44" name="Google Shape;544;p119"/>
          <p:cNvSpPr txBox="1"/>
          <p:nvPr>
            <p:ph type="title"/>
          </p:nvPr>
        </p:nvSpPr>
        <p:spPr>
          <a:xfrm>
            <a:off x="571500" y="889000"/>
            <a:ext cx="80010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545" name="Google Shape;545;p119"/>
          <p:cNvSpPr/>
          <p:nvPr>
            <p:ph idx="2" type="pic"/>
          </p:nvPr>
        </p:nvSpPr>
        <p:spPr>
          <a:xfrm>
            <a:off x="944450" y="1901167"/>
            <a:ext cx="7283700" cy="3179100"/>
          </a:xfrm>
          <a:prstGeom prst="rect">
            <a:avLst/>
          </a:prstGeom>
          <a:noFill/>
          <a:ln>
            <a:noFill/>
          </a:ln>
        </p:spPr>
      </p:sp>
    </p:spTree>
  </p:cSld>
  <p:clrMapOvr>
    <a:masterClrMapping/>
  </p:clrMapOvr>
  <p:extLst>
    <p:ext uri="{DCECCB84-F9BA-43D5-87BE-67443E8EF086}">
      <p15:sldGuideLst>
        <p15:guide id="1" pos="595">
          <p15:clr>
            <a:srgbClr val="E46962"/>
          </p15:clr>
        </p15:guide>
        <p15:guide id="2" pos="5183">
          <p15:clr>
            <a:srgbClr val="E46962"/>
          </p15:clr>
        </p15:guide>
      </p15:sldGuideLst>
    </p:ext>
  </p:extLst>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2">
  <p:cSld name="TITLE_AND_BODY_4">
    <p:spTree>
      <p:nvGrpSpPr>
        <p:cNvPr id="546" name="Shape 546"/>
        <p:cNvGrpSpPr/>
        <p:nvPr/>
      </p:nvGrpSpPr>
      <p:grpSpPr>
        <a:xfrm>
          <a:off x="0" y="0"/>
          <a:ext cx="0" cy="0"/>
          <a:chOff x="0" y="0"/>
          <a:chExt cx="0" cy="0"/>
        </a:xfrm>
      </p:grpSpPr>
      <p:sp>
        <p:nvSpPr>
          <p:cNvPr id="547" name="Google Shape;547;p120"/>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48" name="Google Shape;548;p120"/>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549" name="Google Shape;549;p120"/>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TITLE_ONLY_5">
    <p:spTree>
      <p:nvGrpSpPr>
        <p:cNvPr id="550" name="Shape 550"/>
        <p:cNvGrpSpPr/>
        <p:nvPr/>
      </p:nvGrpSpPr>
      <p:grpSpPr>
        <a:xfrm>
          <a:off x="0" y="0"/>
          <a:ext cx="0" cy="0"/>
          <a:chOff x="0" y="0"/>
          <a:chExt cx="0" cy="0"/>
        </a:xfrm>
      </p:grpSpPr>
      <p:sp>
        <p:nvSpPr>
          <p:cNvPr id="551" name="Google Shape;551;p121"/>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52" name="Google Shape;552;p121"/>
          <p:cNvSpPr txBox="1"/>
          <p:nvPr>
            <p:ph type="title"/>
          </p:nvPr>
        </p:nvSpPr>
        <p:spPr>
          <a:xfrm>
            <a:off x="571500" y="889000"/>
            <a:ext cx="80010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p:cSld name="TITLE_AND_BODY_3">
    <p:spTree>
      <p:nvGrpSpPr>
        <p:cNvPr id="553" name="Shape 553"/>
        <p:cNvGrpSpPr/>
        <p:nvPr/>
      </p:nvGrpSpPr>
      <p:grpSpPr>
        <a:xfrm>
          <a:off x="0" y="0"/>
          <a:ext cx="0" cy="0"/>
          <a:chOff x="0" y="0"/>
          <a:chExt cx="0" cy="0"/>
        </a:xfrm>
      </p:grpSpPr>
      <p:sp>
        <p:nvSpPr>
          <p:cNvPr id="554" name="Google Shape;554;p122"/>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55" name="Google Shape;555;p122"/>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556" name="Google Shape;556;p122"/>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one column">
  <p:cSld name="CUSTOM_3_1">
    <p:spTree>
      <p:nvGrpSpPr>
        <p:cNvPr id="557" name="Shape 557"/>
        <p:cNvGrpSpPr/>
        <p:nvPr/>
      </p:nvGrpSpPr>
      <p:grpSpPr>
        <a:xfrm>
          <a:off x="0" y="0"/>
          <a:ext cx="0" cy="0"/>
          <a:chOff x="0" y="0"/>
          <a:chExt cx="0" cy="0"/>
        </a:xfrm>
      </p:grpSpPr>
      <p:sp>
        <p:nvSpPr>
          <p:cNvPr id="558" name="Google Shape;558;p123"/>
          <p:cNvSpPr txBox="1"/>
          <p:nvPr>
            <p:ph idx="1" type="subTitle"/>
          </p:nvPr>
        </p:nvSpPr>
        <p:spPr>
          <a:xfrm>
            <a:off x="571500" y="1905000"/>
            <a:ext cx="3093000" cy="3987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559" name="Google Shape;559;p123"/>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560" name="Google Shape;560;p123"/>
          <p:cNvSpPr txBox="1"/>
          <p:nvPr>
            <p:ph idx="2" type="body"/>
          </p:nvPr>
        </p:nvSpPr>
        <p:spPr>
          <a:xfrm>
            <a:off x="571500" y="2406917"/>
            <a:ext cx="3093000" cy="26730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61" name="Google Shape;561;p123"/>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6">
    <p:spTree>
      <p:nvGrpSpPr>
        <p:cNvPr id="562" name="Shape 562"/>
        <p:cNvGrpSpPr/>
        <p:nvPr/>
      </p:nvGrpSpPr>
      <p:grpSpPr>
        <a:xfrm>
          <a:off x="0" y="0"/>
          <a:ext cx="0" cy="0"/>
          <a:chOff x="0" y="0"/>
          <a:chExt cx="0" cy="0"/>
        </a:xfrm>
      </p:grpSpPr>
      <p:sp>
        <p:nvSpPr>
          <p:cNvPr id="563" name="Google Shape;563;p124"/>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3 1">
  <p:cSld name="TITLE_AND_TWO_COLUMNS_1_3_1">
    <p:spTree>
      <p:nvGrpSpPr>
        <p:cNvPr id="564" name="Shape 564"/>
        <p:cNvGrpSpPr/>
        <p:nvPr/>
      </p:nvGrpSpPr>
      <p:grpSpPr>
        <a:xfrm>
          <a:off x="0" y="0"/>
          <a:ext cx="0" cy="0"/>
          <a:chOff x="0" y="0"/>
          <a:chExt cx="0" cy="0"/>
        </a:xfrm>
      </p:grpSpPr>
      <p:sp>
        <p:nvSpPr>
          <p:cNvPr id="565" name="Google Shape;565;p125"/>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66" name="Google Shape;566;p125"/>
          <p:cNvSpPr txBox="1"/>
          <p:nvPr>
            <p:ph type="title"/>
          </p:nvPr>
        </p:nvSpPr>
        <p:spPr>
          <a:xfrm>
            <a:off x="607200" y="1140611"/>
            <a:ext cx="3936000" cy="596400"/>
          </a:xfrm>
          <a:prstGeom prst="rect">
            <a:avLst/>
          </a:prstGeom>
        </p:spPr>
        <p:txBody>
          <a:bodyPr anchorCtr="0" anchor="ctr" bIns="0" lIns="0" spcFirstLastPara="1" rIns="0" wrap="square" tIns="0">
            <a:spAutoFit/>
          </a:bodyPr>
          <a:lstStyle>
            <a:lvl1pPr lvl="0">
              <a:spcBef>
                <a:spcPts val="0"/>
              </a:spcBef>
              <a:spcAft>
                <a:spcPts val="0"/>
              </a:spcAft>
              <a:buSzPts val="3000"/>
              <a:buNone/>
              <a:defRPr b="1" sz="1800"/>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567" name="Google Shape;567;p125"/>
          <p:cNvSpPr txBox="1"/>
          <p:nvPr>
            <p:ph idx="1" type="body"/>
          </p:nvPr>
        </p:nvSpPr>
        <p:spPr>
          <a:xfrm>
            <a:off x="607200" y="3520806"/>
            <a:ext cx="1951500" cy="16134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0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68" name="Google Shape;568;p125"/>
          <p:cNvSpPr txBox="1"/>
          <p:nvPr>
            <p:ph idx="2" type="body"/>
          </p:nvPr>
        </p:nvSpPr>
        <p:spPr>
          <a:xfrm>
            <a:off x="2759850" y="3520806"/>
            <a:ext cx="1951500" cy="16134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0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69" name="Google Shape;569;p125"/>
          <p:cNvSpPr txBox="1"/>
          <p:nvPr>
            <p:ph idx="3" type="body"/>
          </p:nvPr>
        </p:nvSpPr>
        <p:spPr>
          <a:xfrm>
            <a:off x="4912500" y="3520806"/>
            <a:ext cx="1951500" cy="16134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0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70" name="Google Shape;570;p125"/>
          <p:cNvSpPr txBox="1"/>
          <p:nvPr>
            <p:ph idx="4" type="subTitle"/>
          </p:nvPr>
        </p:nvSpPr>
        <p:spPr>
          <a:xfrm>
            <a:off x="607200" y="3084639"/>
            <a:ext cx="1951500" cy="398700"/>
          </a:xfrm>
          <a:prstGeom prst="rect">
            <a:avLst/>
          </a:prstGeom>
        </p:spPr>
        <p:txBody>
          <a:bodyPr anchorCtr="0" anchor="t" bIns="0" lIns="0" spcFirstLastPara="1" rIns="0" wrap="square" tIns="0">
            <a:spAutoFit/>
          </a:bodyPr>
          <a:lstStyle>
            <a:lvl1pPr lvl="0">
              <a:spcBef>
                <a:spcPts val="0"/>
              </a:spcBef>
              <a:spcAft>
                <a:spcPts val="0"/>
              </a:spcAft>
              <a:buSzPts val="1400"/>
              <a:buNone/>
              <a:defRPr b="1" sz="1000">
                <a:solidFill>
                  <a:schemeClr val="accent4"/>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1" name="Google Shape;571;p125"/>
          <p:cNvSpPr txBox="1"/>
          <p:nvPr>
            <p:ph idx="5" type="subTitle"/>
          </p:nvPr>
        </p:nvSpPr>
        <p:spPr>
          <a:xfrm>
            <a:off x="4912500" y="3084639"/>
            <a:ext cx="1951500" cy="398700"/>
          </a:xfrm>
          <a:prstGeom prst="rect">
            <a:avLst/>
          </a:prstGeom>
        </p:spPr>
        <p:txBody>
          <a:bodyPr anchorCtr="0" anchor="t" bIns="0" lIns="0" spcFirstLastPara="1" rIns="0" wrap="square" tIns="0">
            <a:spAutoFit/>
          </a:bodyPr>
          <a:lstStyle>
            <a:lvl1pPr lvl="0">
              <a:spcBef>
                <a:spcPts val="0"/>
              </a:spcBef>
              <a:spcAft>
                <a:spcPts val="0"/>
              </a:spcAft>
              <a:buSzPts val="1400"/>
              <a:buNone/>
              <a:defRPr b="1" sz="1000">
                <a:solidFill>
                  <a:schemeClr val="accent4"/>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2" name="Google Shape;572;p125"/>
          <p:cNvSpPr txBox="1"/>
          <p:nvPr>
            <p:ph idx="6" type="subTitle"/>
          </p:nvPr>
        </p:nvSpPr>
        <p:spPr>
          <a:xfrm>
            <a:off x="2759850" y="3084639"/>
            <a:ext cx="1951500" cy="398700"/>
          </a:xfrm>
          <a:prstGeom prst="rect">
            <a:avLst/>
          </a:prstGeom>
        </p:spPr>
        <p:txBody>
          <a:bodyPr anchorCtr="0" anchor="t" bIns="0" lIns="0" spcFirstLastPara="1" rIns="0" wrap="square" tIns="0">
            <a:spAutoFit/>
          </a:bodyPr>
          <a:lstStyle>
            <a:lvl1pPr lvl="0">
              <a:spcBef>
                <a:spcPts val="0"/>
              </a:spcBef>
              <a:spcAft>
                <a:spcPts val="0"/>
              </a:spcAft>
              <a:buSzPts val="1400"/>
              <a:buNone/>
              <a:defRPr b="1" sz="1000">
                <a:solidFill>
                  <a:schemeClr val="accent4"/>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ercise">
  <p:cSld name="CUSTOM_7">
    <p:spTree>
      <p:nvGrpSpPr>
        <p:cNvPr id="573" name="Shape 573"/>
        <p:cNvGrpSpPr/>
        <p:nvPr/>
      </p:nvGrpSpPr>
      <p:grpSpPr>
        <a:xfrm>
          <a:off x="0" y="0"/>
          <a:ext cx="0" cy="0"/>
          <a:chOff x="0" y="0"/>
          <a:chExt cx="0" cy="0"/>
        </a:xfrm>
      </p:grpSpPr>
      <p:sp>
        <p:nvSpPr>
          <p:cNvPr id="574" name="Google Shape;574;p126"/>
          <p:cNvSpPr txBox="1"/>
          <p:nvPr>
            <p:ph idx="1" type="subTitle"/>
          </p:nvPr>
        </p:nvSpPr>
        <p:spPr>
          <a:xfrm>
            <a:off x="571500" y="4736333"/>
            <a:ext cx="3259200" cy="343800"/>
          </a:xfrm>
          <a:prstGeom prst="rect">
            <a:avLst/>
          </a:prstGeom>
          <a:solidFill>
            <a:schemeClr val="accent6"/>
          </a:solidFill>
        </p:spPr>
        <p:txBody>
          <a:bodyPr anchorCtr="0" anchor="ctr" bIns="91425" lIns="91425" spcFirstLastPara="1" rIns="91425" wrap="square" tIns="91425">
            <a:spAutoFit/>
          </a:bodyPr>
          <a:lstStyle>
            <a:lvl1pPr lvl="0">
              <a:spcBef>
                <a:spcPts val="0"/>
              </a:spcBef>
              <a:spcAft>
                <a:spcPts val="0"/>
              </a:spcAft>
              <a:buSzPts val="14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5" name="Google Shape;575;p126"/>
          <p:cNvSpPr txBox="1"/>
          <p:nvPr>
            <p:ph type="title"/>
          </p:nvPr>
        </p:nvSpPr>
        <p:spPr>
          <a:xfrm>
            <a:off x="571500" y="889000"/>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576" name="Google Shape;576;p126"/>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184">
          <p15:clr>
            <a:srgbClr val="E46962"/>
          </p15:clr>
        </p15:guide>
        <p15:guide id="2" pos="576">
          <p15:clr>
            <a:srgbClr val="E46962"/>
          </p15:clr>
        </p15:guide>
      </p15:sldGuideLst>
    </p:ext>
  </p:extLst>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screen quote">
  <p:cSld name="CUSTOM_8_1">
    <p:spTree>
      <p:nvGrpSpPr>
        <p:cNvPr id="577" name="Shape 577"/>
        <p:cNvGrpSpPr/>
        <p:nvPr/>
      </p:nvGrpSpPr>
      <p:grpSpPr>
        <a:xfrm>
          <a:off x="0" y="0"/>
          <a:ext cx="0" cy="0"/>
          <a:chOff x="0" y="0"/>
          <a:chExt cx="0" cy="0"/>
        </a:xfrm>
      </p:grpSpPr>
      <p:sp>
        <p:nvSpPr>
          <p:cNvPr id="578" name="Google Shape;578;p127"/>
          <p:cNvSpPr txBox="1"/>
          <p:nvPr>
            <p:ph type="title"/>
          </p:nvPr>
        </p:nvSpPr>
        <p:spPr>
          <a:xfrm>
            <a:off x="5139900" y="2026361"/>
            <a:ext cx="3089700" cy="1937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400"/>
              <a:buFont typeface="Poppins SemiBold"/>
              <a:buNone/>
              <a:defRPr b="0" sz="1400">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9pPr>
          </a:lstStyle>
          <a:p/>
        </p:txBody>
      </p:sp>
      <p:sp>
        <p:nvSpPr>
          <p:cNvPr id="579" name="Google Shape;579;p127"/>
          <p:cNvSpPr txBox="1"/>
          <p:nvPr>
            <p:ph idx="2"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580" name="Google Shape;580;p127"/>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581" name="Google Shape;581;p127"/>
          <p:cNvSpPr txBox="1"/>
          <p:nvPr>
            <p:ph idx="3" type="title"/>
          </p:nvPr>
        </p:nvSpPr>
        <p:spPr>
          <a:xfrm>
            <a:off x="5139900" y="4564667"/>
            <a:ext cx="3089700" cy="2577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000"/>
              <a:buFont typeface="Poppins SemiBold"/>
              <a:buNone/>
              <a:defRPr b="0" sz="1000">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9pPr>
          </a:lstStyle>
          <a:p/>
        </p:txBody>
      </p:sp>
      <p:sp>
        <p:nvSpPr>
          <p:cNvPr id="582" name="Google Shape;582;p127"/>
          <p:cNvSpPr txBox="1"/>
          <p:nvPr>
            <p:ph idx="4" type="body"/>
          </p:nvPr>
        </p:nvSpPr>
        <p:spPr>
          <a:xfrm>
            <a:off x="5139900" y="4822333"/>
            <a:ext cx="3089700" cy="2577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Lato"/>
              <a:buChar char="●"/>
              <a:defRPr sz="1000">
                <a:solidFill>
                  <a:schemeClr val="lt1"/>
                </a:solidFill>
                <a:latin typeface="Lato"/>
                <a:ea typeface="Lato"/>
                <a:cs typeface="Lato"/>
                <a:sym typeface="Lato"/>
              </a:defRPr>
            </a:lvl1pPr>
            <a:lvl2pPr indent="-292100" lvl="1" marL="914400">
              <a:lnSpc>
                <a:spcPct val="115000"/>
              </a:lnSpc>
              <a:spcBef>
                <a:spcPts val="1000"/>
              </a:spcBef>
              <a:spcAft>
                <a:spcPts val="0"/>
              </a:spcAft>
              <a:buClr>
                <a:schemeClr val="lt1"/>
              </a:buClr>
              <a:buSzPts val="1000"/>
              <a:buFont typeface="Lato"/>
              <a:buChar char="○"/>
              <a:defRPr sz="1000">
                <a:solidFill>
                  <a:schemeClr val="lt1"/>
                </a:solidFill>
                <a:latin typeface="Lato"/>
                <a:ea typeface="Lato"/>
                <a:cs typeface="Lato"/>
                <a:sym typeface="Lato"/>
              </a:defRPr>
            </a:lvl2pPr>
            <a:lvl3pPr indent="-317500" lvl="2" marL="13716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3pPr>
            <a:lvl4pPr indent="-317500" lvl="3" marL="18288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4pPr>
            <a:lvl5pPr indent="-317500" lvl="4" marL="22860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5pPr>
            <a:lvl6pPr indent="-317500" lvl="5" marL="27432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6pPr>
            <a:lvl7pPr indent="-317500" lvl="6" marL="32004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7pPr>
            <a:lvl8pPr indent="-317500" lvl="7" marL="36576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8pPr>
            <a:lvl9pPr indent="-317500" lvl="8" marL="4114800">
              <a:lnSpc>
                <a:spcPct val="115000"/>
              </a:lnSpc>
              <a:spcBef>
                <a:spcPts val="1000"/>
              </a:spcBef>
              <a:spcAft>
                <a:spcPts val="1000"/>
              </a:spcAft>
              <a:buClr>
                <a:schemeClr val="lt1"/>
              </a:buClr>
              <a:buSzPts val="1400"/>
              <a:buFont typeface="Lato"/>
              <a:buChar char="■"/>
              <a:defRPr>
                <a:solidFill>
                  <a:schemeClr val="lt1"/>
                </a:solidFill>
                <a:latin typeface="Lato"/>
                <a:ea typeface="Lato"/>
                <a:cs typeface="Lato"/>
                <a:sym typeface="Lato"/>
              </a:defRPr>
            </a:lvl9pPr>
          </a:lstStyle>
          <a:p/>
        </p:txBody>
      </p:sp>
      <p:sp>
        <p:nvSpPr>
          <p:cNvPr id="583" name="Google Shape;583;p127"/>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76">
          <p15:clr>
            <a:srgbClr val="E46962"/>
          </p15:clr>
        </p15:guide>
        <p15:guide id="2" pos="5184">
          <p15:clr>
            <a:srgbClr val="E46962"/>
          </p15:clr>
        </p15:guide>
      </p15:sldGuideLst>
    </p:ext>
  </p:extLst>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two columns">
  <p:cSld name="TITLE_AND_BODY_1_1_1">
    <p:spTree>
      <p:nvGrpSpPr>
        <p:cNvPr id="584" name="Shape 584"/>
        <p:cNvGrpSpPr/>
        <p:nvPr/>
      </p:nvGrpSpPr>
      <p:grpSpPr>
        <a:xfrm>
          <a:off x="0" y="0"/>
          <a:ext cx="0" cy="0"/>
          <a:chOff x="0" y="0"/>
          <a:chExt cx="0" cy="0"/>
        </a:xfrm>
      </p:grpSpPr>
      <p:sp>
        <p:nvSpPr>
          <p:cNvPr id="585" name="Google Shape;585;p128"/>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86" name="Google Shape;586;p128"/>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587" name="Google Shape;587;p128"/>
          <p:cNvSpPr txBox="1"/>
          <p:nvPr>
            <p:ph idx="1" type="body"/>
          </p:nvPr>
        </p:nvSpPr>
        <p:spPr>
          <a:xfrm>
            <a:off x="571500" y="2406917"/>
            <a:ext cx="3093000" cy="26730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88" name="Google Shape;588;p128"/>
          <p:cNvSpPr txBox="1"/>
          <p:nvPr>
            <p:ph idx="2" type="body"/>
          </p:nvPr>
        </p:nvSpPr>
        <p:spPr>
          <a:xfrm>
            <a:off x="4572000" y="2406917"/>
            <a:ext cx="3093000" cy="26730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89" name="Google Shape;589;p128"/>
          <p:cNvSpPr txBox="1"/>
          <p:nvPr>
            <p:ph idx="3" type="subTitle"/>
          </p:nvPr>
        </p:nvSpPr>
        <p:spPr>
          <a:xfrm>
            <a:off x="571500" y="1905000"/>
            <a:ext cx="3093000" cy="3987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590" name="Google Shape;590;p128"/>
          <p:cNvSpPr txBox="1"/>
          <p:nvPr>
            <p:ph idx="4" type="subTitle"/>
          </p:nvPr>
        </p:nvSpPr>
        <p:spPr>
          <a:xfrm>
            <a:off x="4572000" y="1905000"/>
            <a:ext cx="3093000" cy="3987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bullet point 2 1">
  <p:cSld name="CUSTOM_1_1_1_1_4">
    <p:spTree>
      <p:nvGrpSpPr>
        <p:cNvPr id="591" name="Shape 591"/>
        <p:cNvGrpSpPr/>
        <p:nvPr/>
      </p:nvGrpSpPr>
      <p:grpSpPr>
        <a:xfrm>
          <a:off x="0" y="0"/>
          <a:ext cx="0" cy="0"/>
          <a:chOff x="0" y="0"/>
          <a:chExt cx="0" cy="0"/>
        </a:xfrm>
      </p:grpSpPr>
      <p:sp>
        <p:nvSpPr>
          <p:cNvPr id="592" name="Google Shape;592;p129"/>
          <p:cNvSpPr txBox="1"/>
          <p:nvPr>
            <p:ph type="title"/>
          </p:nvPr>
        </p:nvSpPr>
        <p:spPr>
          <a:xfrm>
            <a:off x="607200" y="1111921"/>
            <a:ext cx="3936000" cy="598800"/>
          </a:xfrm>
          <a:prstGeom prst="rect">
            <a:avLst/>
          </a:prstGeom>
        </p:spPr>
        <p:txBody>
          <a:bodyPr anchorCtr="0" anchor="ctr" bIns="0" lIns="0" spcFirstLastPara="1" rIns="0" wrap="square" tIns="0">
            <a:spAutoFit/>
          </a:bodyPr>
          <a:lstStyle>
            <a:lvl1pPr lvl="0">
              <a:spcBef>
                <a:spcPts val="0"/>
              </a:spcBef>
              <a:spcAft>
                <a:spcPts val="0"/>
              </a:spcAft>
              <a:buSzPts val="3000"/>
              <a:buNone/>
              <a:defRPr b="1" sz="2000"/>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593" name="Google Shape;593;p129"/>
          <p:cNvSpPr txBox="1"/>
          <p:nvPr>
            <p:ph idx="1" type="body"/>
          </p:nvPr>
        </p:nvSpPr>
        <p:spPr>
          <a:xfrm>
            <a:off x="607200" y="1739278"/>
            <a:ext cx="4607400" cy="33804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3">
  <p:cSld name="TITLE_AND_BODY_5">
    <p:spTree>
      <p:nvGrpSpPr>
        <p:cNvPr id="594" name="Shape 594"/>
        <p:cNvGrpSpPr/>
        <p:nvPr/>
      </p:nvGrpSpPr>
      <p:grpSpPr>
        <a:xfrm>
          <a:off x="0" y="0"/>
          <a:ext cx="0" cy="0"/>
          <a:chOff x="0" y="0"/>
          <a:chExt cx="0" cy="0"/>
        </a:xfrm>
      </p:grpSpPr>
      <p:sp>
        <p:nvSpPr>
          <p:cNvPr id="595" name="Google Shape;595;p130"/>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596" name="Google Shape;596;p130"/>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597" name="Google Shape;597;p130"/>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1">
  <p:cSld name="TITLE_AND_BODY_3_1">
    <p:spTree>
      <p:nvGrpSpPr>
        <p:cNvPr id="598" name="Shape 598"/>
        <p:cNvGrpSpPr/>
        <p:nvPr/>
      </p:nvGrpSpPr>
      <p:grpSpPr>
        <a:xfrm>
          <a:off x="0" y="0"/>
          <a:ext cx="0" cy="0"/>
          <a:chOff x="0" y="0"/>
          <a:chExt cx="0" cy="0"/>
        </a:xfrm>
      </p:grpSpPr>
      <p:sp>
        <p:nvSpPr>
          <p:cNvPr id="599" name="Google Shape;599;p131"/>
          <p:cNvSpPr txBox="1"/>
          <p:nvPr>
            <p:ph idx="12" type="sldNum"/>
          </p:nvPr>
        </p:nvSpPr>
        <p:spPr>
          <a:xfrm>
            <a:off x="8572500" y="5080004"/>
            <a:ext cx="571500" cy="635100"/>
          </a:xfrm>
          <a:prstGeom prst="rect">
            <a:avLst/>
          </a:prstGeom>
          <a:noFill/>
          <a:ln>
            <a:noFill/>
          </a:ln>
        </p:spPr>
        <p:txBody>
          <a:bodyPr anchorCtr="0" anchor="t" bIns="68575" lIns="68575" spcFirstLastPara="1" rIns="68575" wrap="square" tIns="68575">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600" name="Google Shape;600;p131"/>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8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800">
                <a:solidFill>
                  <a:schemeClr val="dk1"/>
                </a:solidFill>
              </a:defRPr>
            </a:lvl2pPr>
            <a:lvl3pPr lvl="2" algn="l">
              <a:lnSpc>
                <a:spcPct val="115000"/>
              </a:lnSpc>
              <a:spcBef>
                <a:spcPts val="0"/>
              </a:spcBef>
              <a:spcAft>
                <a:spcPts val="0"/>
              </a:spcAft>
              <a:buClr>
                <a:schemeClr val="dk1"/>
              </a:buClr>
              <a:buSzPts val="1400"/>
              <a:buNone/>
              <a:defRPr sz="1800">
                <a:solidFill>
                  <a:schemeClr val="dk1"/>
                </a:solidFill>
              </a:defRPr>
            </a:lvl3pPr>
            <a:lvl4pPr lvl="3" algn="l">
              <a:lnSpc>
                <a:spcPct val="115000"/>
              </a:lnSpc>
              <a:spcBef>
                <a:spcPts val="0"/>
              </a:spcBef>
              <a:spcAft>
                <a:spcPts val="0"/>
              </a:spcAft>
              <a:buClr>
                <a:schemeClr val="dk1"/>
              </a:buClr>
              <a:buSzPts val="1400"/>
              <a:buNone/>
              <a:defRPr sz="1800">
                <a:solidFill>
                  <a:schemeClr val="dk1"/>
                </a:solidFill>
              </a:defRPr>
            </a:lvl4pPr>
            <a:lvl5pPr lvl="4" algn="l">
              <a:lnSpc>
                <a:spcPct val="115000"/>
              </a:lnSpc>
              <a:spcBef>
                <a:spcPts val="0"/>
              </a:spcBef>
              <a:spcAft>
                <a:spcPts val="0"/>
              </a:spcAft>
              <a:buClr>
                <a:schemeClr val="dk1"/>
              </a:buClr>
              <a:buSzPts val="1400"/>
              <a:buNone/>
              <a:defRPr sz="1800">
                <a:solidFill>
                  <a:schemeClr val="dk1"/>
                </a:solidFill>
              </a:defRPr>
            </a:lvl5pPr>
            <a:lvl6pPr lvl="5" algn="l">
              <a:lnSpc>
                <a:spcPct val="115000"/>
              </a:lnSpc>
              <a:spcBef>
                <a:spcPts val="0"/>
              </a:spcBef>
              <a:spcAft>
                <a:spcPts val="0"/>
              </a:spcAft>
              <a:buClr>
                <a:schemeClr val="dk1"/>
              </a:buClr>
              <a:buSzPts val="1400"/>
              <a:buNone/>
              <a:defRPr sz="1800">
                <a:solidFill>
                  <a:schemeClr val="dk1"/>
                </a:solidFill>
              </a:defRPr>
            </a:lvl6pPr>
            <a:lvl7pPr lvl="6" algn="l">
              <a:lnSpc>
                <a:spcPct val="115000"/>
              </a:lnSpc>
              <a:spcBef>
                <a:spcPts val="0"/>
              </a:spcBef>
              <a:spcAft>
                <a:spcPts val="0"/>
              </a:spcAft>
              <a:buClr>
                <a:schemeClr val="dk1"/>
              </a:buClr>
              <a:buSzPts val="1400"/>
              <a:buNone/>
              <a:defRPr sz="1800">
                <a:solidFill>
                  <a:schemeClr val="dk1"/>
                </a:solidFill>
              </a:defRPr>
            </a:lvl7pPr>
            <a:lvl8pPr lvl="7" algn="l">
              <a:lnSpc>
                <a:spcPct val="115000"/>
              </a:lnSpc>
              <a:spcBef>
                <a:spcPts val="0"/>
              </a:spcBef>
              <a:spcAft>
                <a:spcPts val="0"/>
              </a:spcAft>
              <a:buClr>
                <a:schemeClr val="dk1"/>
              </a:buClr>
              <a:buSzPts val="1400"/>
              <a:buNone/>
              <a:defRPr sz="1800">
                <a:solidFill>
                  <a:schemeClr val="dk1"/>
                </a:solidFill>
              </a:defRPr>
            </a:lvl8pPr>
            <a:lvl9pPr lvl="8" algn="l">
              <a:lnSpc>
                <a:spcPct val="115000"/>
              </a:lnSpc>
              <a:spcBef>
                <a:spcPts val="0"/>
              </a:spcBef>
              <a:spcAft>
                <a:spcPts val="0"/>
              </a:spcAft>
              <a:buClr>
                <a:schemeClr val="dk1"/>
              </a:buClr>
              <a:buSzPts val="1400"/>
              <a:buNone/>
              <a:defRPr sz="1800">
                <a:solidFill>
                  <a:schemeClr val="dk1"/>
                </a:solidFill>
              </a:defRPr>
            </a:lvl9pPr>
          </a:lstStyle>
          <a:p/>
        </p:txBody>
      </p:sp>
      <p:sp>
        <p:nvSpPr>
          <p:cNvPr id="601" name="Google Shape;601;p131"/>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out logo 2 1 1">
  <p:cSld name="Cover without logo 2_1_1">
    <p:bg>
      <p:bgPr>
        <a:solidFill>
          <a:srgbClr val="07182C"/>
        </a:solidFill>
      </p:bgPr>
    </p:bg>
    <p:spTree>
      <p:nvGrpSpPr>
        <p:cNvPr id="602" name="Shape 602"/>
        <p:cNvGrpSpPr/>
        <p:nvPr/>
      </p:nvGrpSpPr>
      <p:grpSpPr>
        <a:xfrm>
          <a:off x="0" y="0"/>
          <a:ext cx="0" cy="0"/>
          <a:chOff x="0" y="0"/>
          <a:chExt cx="0" cy="0"/>
        </a:xfrm>
      </p:grpSpPr>
      <p:pic>
        <p:nvPicPr>
          <p:cNvPr id="603" name="Google Shape;603;p132" title="Mesh Holographic Gradients - Dark Gradient 22.png"/>
          <p:cNvPicPr preferRelativeResize="0"/>
          <p:nvPr/>
        </p:nvPicPr>
        <p:blipFill rotWithShape="1">
          <a:blip r:embed="rId2">
            <a:alphaModFix/>
          </a:blip>
          <a:srcRect b="0" l="0" r="0" t="0"/>
          <a:stretch/>
        </p:blipFill>
        <p:spPr>
          <a:xfrm flipH="1" rot="10800000">
            <a:off x="0" y="-12151"/>
            <a:ext cx="9144003" cy="5727151"/>
          </a:xfrm>
          <a:prstGeom prst="rect">
            <a:avLst/>
          </a:prstGeom>
          <a:noFill/>
          <a:ln>
            <a:noFill/>
          </a:ln>
        </p:spPr>
      </p:pic>
      <p:sp>
        <p:nvSpPr>
          <p:cNvPr id="604" name="Google Shape;604;p132"/>
          <p:cNvSpPr txBox="1"/>
          <p:nvPr>
            <p:ph type="title"/>
          </p:nvPr>
        </p:nvSpPr>
        <p:spPr>
          <a:xfrm>
            <a:off x="457200" y="508000"/>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605" name="Google Shape;605;p132"/>
          <p:cNvSpPr txBox="1"/>
          <p:nvPr>
            <p:ph idx="1" type="subTitle"/>
          </p:nvPr>
        </p:nvSpPr>
        <p:spPr>
          <a:xfrm>
            <a:off x="457200" y="22430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 Alt 6">
  <p:cSld name="CUSTOM_11">
    <p:bg>
      <p:bgPr>
        <a:solidFill>
          <a:schemeClr val="lt2"/>
        </a:solidFill>
      </p:bgPr>
    </p:bg>
    <p:spTree>
      <p:nvGrpSpPr>
        <p:cNvPr id="606" name="Shape 606"/>
        <p:cNvGrpSpPr/>
        <p:nvPr/>
      </p:nvGrpSpPr>
      <p:grpSpPr>
        <a:xfrm>
          <a:off x="0" y="0"/>
          <a:ext cx="0" cy="0"/>
          <a:chOff x="0" y="0"/>
          <a:chExt cx="0" cy="0"/>
        </a:xfrm>
      </p:grpSpPr>
      <p:sp>
        <p:nvSpPr>
          <p:cNvPr id="607" name="Google Shape;607;p133"/>
          <p:cNvSpPr txBox="1"/>
          <p:nvPr>
            <p:ph idx="1" type="subTitle"/>
          </p:nvPr>
        </p:nvSpPr>
        <p:spPr>
          <a:xfrm>
            <a:off x="6600775" y="2845802"/>
            <a:ext cx="1877400" cy="539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4800"/>
              <a:buFont typeface="IBM Plex Sans"/>
              <a:buNone/>
              <a:defRPr sz="4800">
                <a:solidFill>
                  <a:schemeClr val="lt1"/>
                </a:solidFill>
              </a:defRPr>
            </a:lvl1pPr>
            <a:lvl2pPr lvl="1" algn="ctr">
              <a:spcBef>
                <a:spcPts val="0"/>
              </a:spcBef>
              <a:spcAft>
                <a:spcPts val="0"/>
              </a:spcAft>
              <a:buClr>
                <a:schemeClr val="lt1"/>
              </a:buClr>
              <a:buSzPts val="4800"/>
              <a:buFont typeface="IBM Plex Sans"/>
              <a:buNone/>
              <a:defRPr sz="4800">
                <a:solidFill>
                  <a:schemeClr val="lt1"/>
                </a:solidFill>
              </a:defRPr>
            </a:lvl2pPr>
            <a:lvl3pPr lvl="2" algn="ctr">
              <a:spcBef>
                <a:spcPts val="0"/>
              </a:spcBef>
              <a:spcAft>
                <a:spcPts val="0"/>
              </a:spcAft>
              <a:buClr>
                <a:schemeClr val="lt1"/>
              </a:buClr>
              <a:buSzPts val="4800"/>
              <a:buFont typeface="IBM Plex Sans"/>
              <a:buNone/>
              <a:defRPr sz="4800">
                <a:solidFill>
                  <a:schemeClr val="lt1"/>
                </a:solidFill>
              </a:defRPr>
            </a:lvl3pPr>
            <a:lvl4pPr lvl="3" algn="ctr">
              <a:spcBef>
                <a:spcPts val="0"/>
              </a:spcBef>
              <a:spcAft>
                <a:spcPts val="0"/>
              </a:spcAft>
              <a:buClr>
                <a:schemeClr val="lt1"/>
              </a:buClr>
              <a:buSzPts val="4800"/>
              <a:buFont typeface="IBM Plex Sans"/>
              <a:buNone/>
              <a:defRPr sz="4800">
                <a:solidFill>
                  <a:schemeClr val="lt1"/>
                </a:solidFill>
              </a:defRPr>
            </a:lvl4pPr>
            <a:lvl5pPr lvl="4" algn="ctr">
              <a:spcBef>
                <a:spcPts val="0"/>
              </a:spcBef>
              <a:spcAft>
                <a:spcPts val="0"/>
              </a:spcAft>
              <a:buClr>
                <a:schemeClr val="lt1"/>
              </a:buClr>
              <a:buSzPts val="4800"/>
              <a:buFont typeface="IBM Plex Sans"/>
              <a:buNone/>
              <a:defRPr sz="4800">
                <a:solidFill>
                  <a:schemeClr val="lt1"/>
                </a:solidFill>
              </a:defRPr>
            </a:lvl5pPr>
            <a:lvl6pPr lvl="5" algn="ctr">
              <a:spcBef>
                <a:spcPts val="0"/>
              </a:spcBef>
              <a:spcAft>
                <a:spcPts val="0"/>
              </a:spcAft>
              <a:buClr>
                <a:schemeClr val="lt1"/>
              </a:buClr>
              <a:buSzPts val="4800"/>
              <a:buFont typeface="IBM Plex Sans"/>
              <a:buNone/>
              <a:defRPr sz="4800">
                <a:solidFill>
                  <a:schemeClr val="lt1"/>
                </a:solidFill>
              </a:defRPr>
            </a:lvl6pPr>
            <a:lvl7pPr lvl="6" algn="ctr">
              <a:spcBef>
                <a:spcPts val="0"/>
              </a:spcBef>
              <a:spcAft>
                <a:spcPts val="0"/>
              </a:spcAft>
              <a:buClr>
                <a:schemeClr val="lt1"/>
              </a:buClr>
              <a:buSzPts val="4800"/>
              <a:buFont typeface="IBM Plex Sans"/>
              <a:buNone/>
              <a:defRPr sz="4800">
                <a:solidFill>
                  <a:schemeClr val="lt1"/>
                </a:solidFill>
              </a:defRPr>
            </a:lvl7pPr>
            <a:lvl8pPr lvl="7" algn="ctr">
              <a:spcBef>
                <a:spcPts val="0"/>
              </a:spcBef>
              <a:spcAft>
                <a:spcPts val="0"/>
              </a:spcAft>
              <a:buClr>
                <a:schemeClr val="lt1"/>
              </a:buClr>
              <a:buSzPts val="4800"/>
              <a:buFont typeface="IBM Plex Sans"/>
              <a:buNone/>
              <a:defRPr sz="4800">
                <a:solidFill>
                  <a:schemeClr val="lt1"/>
                </a:solidFill>
              </a:defRPr>
            </a:lvl8pPr>
            <a:lvl9pPr lvl="8" algn="ctr">
              <a:spcBef>
                <a:spcPts val="0"/>
              </a:spcBef>
              <a:spcAft>
                <a:spcPts val="0"/>
              </a:spcAft>
              <a:buClr>
                <a:schemeClr val="lt1"/>
              </a:buClr>
              <a:buSzPts val="4800"/>
              <a:buFont typeface="IBM Plex Sans"/>
              <a:buNone/>
              <a:defRPr sz="4800">
                <a:solidFill>
                  <a:schemeClr val="lt1"/>
                </a:solidFill>
              </a:defRPr>
            </a:lvl9pPr>
          </a:lstStyle>
          <a:p/>
        </p:txBody>
      </p:sp>
      <p:sp>
        <p:nvSpPr>
          <p:cNvPr id="608" name="Google Shape;608;p133"/>
          <p:cNvSpPr txBox="1"/>
          <p:nvPr>
            <p:ph idx="2" type="body"/>
          </p:nvPr>
        </p:nvSpPr>
        <p:spPr>
          <a:xfrm>
            <a:off x="3479850" y="4591333"/>
            <a:ext cx="2271000" cy="864600"/>
          </a:xfrm>
          <a:prstGeom prst="rect">
            <a:avLst/>
          </a:prstGeom>
        </p:spPr>
        <p:txBody>
          <a:bodyPr anchorCtr="0" anchor="t" bIns="91425" lIns="0" spcFirstLastPara="1" rIns="0" wrap="square" tIns="0">
            <a:spAutoFit/>
          </a:bodyPr>
          <a:lstStyle>
            <a:lvl1pPr indent="-304800" lvl="0" marL="457200" algn="ctr">
              <a:spcBef>
                <a:spcPts val="0"/>
              </a:spcBef>
              <a:spcAft>
                <a:spcPts val="0"/>
              </a:spcAft>
              <a:buClr>
                <a:schemeClr val="lt1"/>
              </a:buClr>
              <a:buSzPts val="1200"/>
              <a:buFont typeface="IBM Plex Sans"/>
              <a:buChar char="●"/>
              <a:defRPr sz="1200">
                <a:solidFill>
                  <a:schemeClr val="lt1"/>
                </a:solidFill>
              </a:defRPr>
            </a:lvl1pPr>
            <a:lvl2pPr indent="-304800" lvl="1" marL="914400" algn="ctr">
              <a:spcBef>
                <a:spcPts val="1200"/>
              </a:spcBef>
              <a:spcAft>
                <a:spcPts val="0"/>
              </a:spcAft>
              <a:buClr>
                <a:schemeClr val="lt1"/>
              </a:buClr>
              <a:buSzPts val="1200"/>
              <a:buFont typeface="IBM Plex Sans"/>
              <a:buChar char="○"/>
              <a:defRPr sz="1200">
                <a:solidFill>
                  <a:schemeClr val="lt1"/>
                </a:solidFill>
              </a:defRPr>
            </a:lvl2pPr>
            <a:lvl3pPr indent="-304800" lvl="2" marL="1371600" algn="ctr">
              <a:spcBef>
                <a:spcPts val="1200"/>
              </a:spcBef>
              <a:spcAft>
                <a:spcPts val="0"/>
              </a:spcAft>
              <a:buClr>
                <a:schemeClr val="lt1"/>
              </a:buClr>
              <a:buSzPts val="1200"/>
              <a:buFont typeface="IBM Plex Sans"/>
              <a:buChar char="■"/>
              <a:defRPr sz="1200">
                <a:solidFill>
                  <a:schemeClr val="lt1"/>
                </a:solidFill>
              </a:defRPr>
            </a:lvl3pPr>
            <a:lvl4pPr indent="-304800" lvl="3" marL="1828800" algn="ctr">
              <a:spcBef>
                <a:spcPts val="1200"/>
              </a:spcBef>
              <a:spcAft>
                <a:spcPts val="0"/>
              </a:spcAft>
              <a:buClr>
                <a:schemeClr val="lt1"/>
              </a:buClr>
              <a:buSzPts val="1200"/>
              <a:buFont typeface="IBM Plex Sans"/>
              <a:buChar char="●"/>
              <a:defRPr sz="1200">
                <a:solidFill>
                  <a:schemeClr val="lt1"/>
                </a:solidFill>
              </a:defRPr>
            </a:lvl4pPr>
            <a:lvl5pPr indent="-304800" lvl="4" marL="2286000" algn="ctr">
              <a:spcBef>
                <a:spcPts val="1200"/>
              </a:spcBef>
              <a:spcAft>
                <a:spcPts val="0"/>
              </a:spcAft>
              <a:buClr>
                <a:schemeClr val="lt1"/>
              </a:buClr>
              <a:buSzPts val="1200"/>
              <a:buFont typeface="IBM Plex Sans"/>
              <a:buChar char="○"/>
              <a:defRPr sz="1200">
                <a:solidFill>
                  <a:schemeClr val="lt1"/>
                </a:solidFill>
              </a:defRPr>
            </a:lvl5pPr>
            <a:lvl6pPr indent="-304800" lvl="5" marL="2743200" algn="ctr">
              <a:spcBef>
                <a:spcPts val="1200"/>
              </a:spcBef>
              <a:spcAft>
                <a:spcPts val="0"/>
              </a:spcAft>
              <a:buClr>
                <a:schemeClr val="lt1"/>
              </a:buClr>
              <a:buSzPts val="1200"/>
              <a:buFont typeface="IBM Plex Sans"/>
              <a:buChar char="■"/>
              <a:defRPr sz="1200">
                <a:solidFill>
                  <a:schemeClr val="lt1"/>
                </a:solidFill>
              </a:defRPr>
            </a:lvl6pPr>
            <a:lvl7pPr indent="-304800" lvl="6" marL="3200400" algn="ctr">
              <a:spcBef>
                <a:spcPts val="1200"/>
              </a:spcBef>
              <a:spcAft>
                <a:spcPts val="0"/>
              </a:spcAft>
              <a:buClr>
                <a:schemeClr val="lt1"/>
              </a:buClr>
              <a:buSzPts val="1200"/>
              <a:buFont typeface="IBM Plex Sans"/>
              <a:buChar char="●"/>
              <a:defRPr sz="1200">
                <a:solidFill>
                  <a:schemeClr val="lt1"/>
                </a:solidFill>
              </a:defRPr>
            </a:lvl7pPr>
            <a:lvl8pPr indent="-304800" lvl="7" marL="3657600" algn="ctr">
              <a:spcBef>
                <a:spcPts val="1200"/>
              </a:spcBef>
              <a:spcAft>
                <a:spcPts val="0"/>
              </a:spcAft>
              <a:buClr>
                <a:schemeClr val="lt1"/>
              </a:buClr>
              <a:buSzPts val="1200"/>
              <a:buFont typeface="IBM Plex Sans"/>
              <a:buChar char="○"/>
              <a:defRPr sz="1200">
                <a:solidFill>
                  <a:schemeClr val="lt1"/>
                </a:solidFill>
              </a:defRPr>
            </a:lvl8pPr>
            <a:lvl9pPr indent="-304800" lvl="8" marL="4114800" algn="ctr">
              <a:spcBef>
                <a:spcPts val="1200"/>
              </a:spcBef>
              <a:spcAft>
                <a:spcPts val="1200"/>
              </a:spcAft>
              <a:buClr>
                <a:schemeClr val="lt1"/>
              </a:buClr>
              <a:buSzPts val="1200"/>
              <a:buFont typeface="IBM Plex Sans"/>
              <a:buChar char="■"/>
              <a:defRPr sz="1200">
                <a:solidFill>
                  <a:schemeClr val="lt1"/>
                </a:solidFill>
              </a:defRPr>
            </a:lvl9pPr>
          </a:lstStyle>
          <a:p/>
        </p:txBody>
      </p:sp>
      <p:sp>
        <p:nvSpPr>
          <p:cNvPr id="609" name="Google Shape;609;p133"/>
          <p:cNvSpPr txBox="1"/>
          <p:nvPr>
            <p:ph idx="3" type="subTitle"/>
          </p:nvPr>
        </p:nvSpPr>
        <p:spPr>
          <a:xfrm>
            <a:off x="440575" y="2969668"/>
            <a:ext cx="2366700" cy="287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610" name="Google Shape;610;p133"/>
          <p:cNvSpPr txBox="1"/>
          <p:nvPr>
            <p:ph idx="4" type="body"/>
          </p:nvPr>
        </p:nvSpPr>
        <p:spPr>
          <a:xfrm>
            <a:off x="436800" y="3489741"/>
            <a:ext cx="2366700" cy="1968300"/>
          </a:xfrm>
          <a:prstGeom prst="rect">
            <a:avLst/>
          </a:prstGeom>
        </p:spPr>
        <p:txBody>
          <a:bodyPr anchorCtr="0" anchor="t" bIns="91425" lIns="0" spcFirstLastPara="1" rIns="0" wrap="square" tIns="0">
            <a:sp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1200"/>
              </a:spcBef>
              <a:spcAft>
                <a:spcPts val="0"/>
              </a:spcAft>
              <a:buClr>
                <a:schemeClr val="lt1"/>
              </a:buClr>
              <a:buSzPts val="1000"/>
              <a:buFont typeface="IBM Plex Sans"/>
              <a:buChar char="○"/>
              <a:defRPr>
                <a:solidFill>
                  <a:schemeClr val="lt1"/>
                </a:solidFill>
              </a:defRPr>
            </a:lvl2pPr>
            <a:lvl3pPr indent="-292100" lvl="2" marL="1371600">
              <a:spcBef>
                <a:spcPts val="1200"/>
              </a:spcBef>
              <a:spcAft>
                <a:spcPts val="0"/>
              </a:spcAft>
              <a:buClr>
                <a:schemeClr val="lt1"/>
              </a:buClr>
              <a:buSzPts val="1000"/>
              <a:buFont typeface="IBM Plex Sans"/>
              <a:buChar char="■"/>
              <a:defRPr>
                <a:solidFill>
                  <a:schemeClr val="lt1"/>
                </a:solidFill>
              </a:defRPr>
            </a:lvl3pPr>
            <a:lvl4pPr indent="-292100" lvl="3" marL="1828800">
              <a:spcBef>
                <a:spcPts val="1200"/>
              </a:spcBef>
              <a:spcAft>
                <a:spcPts val="0"/>
              </a:spcAft>
              <a:buClr>
                <a:schemeClr val="lt1"/>
              </a:buClr>
              <a:buSzPts val="1000"/>
              <a:buFont typeface="IBM Plex Sans"/>
              <a:buChar char="●"/>
              <a:defRPr>
                <a:solidFill>
                  <a:schemeClr val="lt1"/>
                </a:solidFill>
              </a:defRPr>
            </a:lvl4pPr>
            <a:lvl5pPr indent="-292100" lvl="4" marL="2286000">
              <a:spcBef>
                <a:spcPts val="1200"/>
              </a:spcBef>
              <a:spcAft>
                <a:spcPts val="0"/>
              </a:spcAft>
              <a:buClr>
                <a:schemeClr val="lt1"/>
              </a:buClr>
              <a:buSzPts val="1000"/>
              <a:buFont typeface="IBM Plex Sans"/>
              <a:buChar char="○"/>
              <a:defRPr>
                <a:solidFill>
                  <a:schemeClr val="lt1"/>
                </a:solidFill>
              </a:defRPr>
            </a:lvl5pPr>
            <a:lvl6pPr indent="-292100" lvl="5" marL="2743200">
              <a:spcBef>
                <a:spcPts val="1200"/>
              </a:spcBef>
              <a:spcAft>
                <a:spcPts val="0"/>
              </a:spcAft>
              <a:buClr>
                <a:schemeClr val="lt1"/>
              </a:buClr>
              <a:buSzPts val="1000"/>
              <a:buFont typeface="IBM Plex Sans"/>
              <a:buChar char="■"/>
              <a:defRPr>
                <a:solidFill>
                  <a:schemeClr val="lt1"/>
                </a:solidFill>
              </a:defRPr>
            </a:lvl6pPr>
            <a:lvl7pPr indent="-292100" lvl="6" marL="3200400">
              <a:spcBef>
                <a:spcPts val="1200"/>
              </a:spcBef>
              <a:spcAft>
                <a:spcPts val="0"/>
              </a:spcAft>
              <a:buClr>
                <a:schemeClr val="lt1"/>
              </a:buClr>
              <a:buSzPts val="1000"/>
              <a:buFont typeface="IBM Plex Sans"/>
              <a:buChar char="●"/>
              <a:defRPr>
                <a:solidFill>
                  <a:schemeClr val="lt1"/>
                </a:solidFill>
              </a:defRPr>
            </a:lvl7pPr>
            <a:lvl8pPr indent="-292100" lvl="7" marL="3657600">
              <a:spcBef>
                <a:spcPts val="1200"/>
              </a:spcBef>
              <a:spcAft>
                <a:spcPts val="0"/>
              </a:spcAft>
              <a:buClr>
                <a:schemeClr val="lt1"/>
              </a:buClr>
              <a:buSzPts val="1000"/>
              <a:buFont typeface="IBM Plex Sans"/>
              <a:buChar char="○"/>
              <a:defRPr>
                <a:solidFill>
                  <a:schemeClr val="lt1"/>
                </a:solidFill>
              </a:defRPr>
            </a:lvl8pPr>
            <a:lvl9pPr indent="-292100" lvl="8" marL="4114800">
              <a:spcBef>
                <a:spcPts val="1200"/>
              </a:spcBef>
              <a:spcAft>
                <a:spcPts val="1200"/>
              </a:spcAft>
              <a:buClr>
                <a:schemeClr val="lt1"/>
              </a:buClr>
              <a:buSzPts val="1000"/>
              <a:buFont typeface="IBM Plex Sans"/>
              <a:buChar char="■"/>
              <a:defRPr>
                <a:solidFill>
                  <a:schemeClr val="lt1"/>
                </a:solidFill>
              </a:defRPr>
            </a:lvl9pPr>
          </a:lstStyle>
          <a:p/>
        </p:txBody>
      </p:sp>
      <p:sp>
        <p:nvSpPr>
          <p:cNvPr id="611" name="Google Shape;611;p133"/>
          <p:cNvSpPr txBox="1"/>
          <p:nvPr>
            <p:ph idx="5" type="subTitle"/>
          </p:nvPr>
        </p:nvSpPr>
        <p:spPr>
          <a:xfrm>
            <a:off x="3633300" y="3612944"/>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612" name="Google Shape;612;p133"/>
          <p:cNvSpPr txBox="1"/>
          <p:nvPr>
            <p:ph idx="6" type="subTitle"/>
          </p:nvPr>
        </p:nvSpPr>
        <p:spPr>
          <a:xfrm>
            <a:off x="6600775" y="3612944"/>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613" name="Google Shape;613;p133"/>
          <p:cNvSpPr txBox="1"/>
          <p:nvPr>
            <p:ph idx="7" type="subTitle"/>
          </p:nvPr>
        </p:nvSpPr>
        <p:spPr>
          <a:xfrm>
            <a:off x="6600775" y="5077028"/>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614" name="Google Shape;614;p133"/>
          <p:cNvSpPr txBox="1"/>
          <p:nvPr>
            <p:ph idx="8" type="subTitle"/>
          </p:nvPr>
        </p:nvSpPr>
        <p:spPr>
          <a:xfrm>
            <a:off x="3633300" y="2845802"/>
            <a:ext cx="1877400" cy="539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4800"/>
              <a:buFont typeface="IBM Plex Sans"/>
              <a:buNone/>
              <a:defRPr sz="4800">
                <a:solidFill>
                  <a:schemeClr val="lt1"/>
                </a:solidFill>
              </a:defRPr>
            </a:lvl1pPr>
            <a:lvl2pPr lvl="1" algn="ctr">
              <a:spcBef>
                <a:spcPts val="0"/>
              </a:spcBef>
              <a:spcAft>
                <a:spcPts val="0"/>
              </a:spcAft>
              <a:buClr>
                <a:schemeClr val="lt1"/>
              </a:buClr>
              <a:buSzPts val="4800"/>
              <a:buFont typeface="IBM Plex Sans"/>
              <a:buNone/>
              <a:defRPr sz="4800">
                <a:solidFill>
                  <a:schemeClr val="lt1"/>
                </a:solidFill>
              </a:defRPr>
            </a:lvl2pPr>
            <a:lvl3pPr lvl="2" algn="ctr">
              <a:spcBef>
                <a:spcPts val="0"/>
              </a:spcBef>
              <a:spcAft>
                <a:spcPts val="0"/>
              </a:spcAft>
              <a:buClr>
                <a:schemeClr val="lt1"/>
              </a:buClr>
              <a:buSzPts val="4800"/>
              <a:buFont typeface="IBM Plex Sans"/>
              <a:buNone/>
              <a:defRPr sz="4800">
                <a:solidFill>
                  <a:schemeClr val="lt1"/>
                </a:solidFill>
              </a:defRPr>
            </a:lvl3pPr>
            <a:lvl4pPr lvl="3" algn="ctr">
              <a:spcBef>
                <a:spcPts val="0"/>
              </a:spcBef>
              <a:spcAft>
                <a:spcPts val="0"/>
              </a:spcAft>
              <a:buClr>
                <a:schemeClr val="lt1"/>
              </a:buClr>
              <a:buSzPts val="4800"/>
              <a:buFont typeface="IBM Plex Sans"/>
              <a:buNone/>
              <a:defRPr sz="4800">
                <a:solidFill>
                  <a:schemeClr val="lt1"/>
                </a:solidFill>
              </a:defRPr>
            </a:lvl4pPr>
            <a:lvl5pPr lvl="4" algn="ctr">
              <a:spcBef>
                <a:spcPts val="0"/>
              </a:spcBef>
              <a:spcAft>
                <a:spcPts val="0"/>
              </a:spcAft>
              <a:buClr>
                <a:schemeClr val="lt1"/>
              </a:buClr>
              <a:buSzPts val="4800"/>
              <a:buFont typeface="IBM Plex Sans"/>
              <a:buNone/>
              <a:defRPr sz="4800">
                <a:solidFill>
                  <a:schemeClr val="lt1"/>
                </a:solidFill>
              </a:defRPr>
            </a:lvl5pPr>
            <a:lvl6pPr lvl="5" algn="ctr">
              <a:spcBef>
                <a:spcPts val="0"/>
              </a:spcBef>
              <a:spcAft>
                <a:spcPts val="0"/>
              </a:spcAft>
              <a:buClr>
                <a:schemeClr val="lt1"/>
              </a:buClr>
              <a:buSzPts val="4800"/>
              <a:buFont typeface="IBM Plex Sans"/>
              <a:buNone/>
              <a:defRPr sz="4800">
                <a:solidFill>
                  <a:schemeClr val="lt1"/>
                </a:solidFill>
              </a:defRPr>
            </a:lvl6pPr>
            <a:lvl7pPr lvl="6" algn="ctr">
              <a:spcBef>
                <a:spcPts val="0"/>
              </a:spcBef>
              <a:spcAft>
                <a:spcPts val="0"/>
              </a:spcAft>
              <a:buClr>
                <a:schemeClr val="lt1"/>
              </a:buClr>
              <a:buSzPts val="4800"/>
              <a:buFont typeface="IBM Plex Sans"/>
              <a:buNone/>
              <a:defRPr sz="4800">
                <a:solidFill>
                  <a:schemeClr val="lt1"/>
                </a:solidFill>
              </a:defRPr>
            </a:lvl7pPr>
            <a:lvl8pPr lvl="7" algn="ctr">
              <a:spcBef>
                <a:spcPts val="0"/>
              </a:spcBef>
              <a:spcAft>
                <a:spcPts val="0"/>
              </a:spcAft>
              <a:buClr>
                <a:schemeClr val="lt1"/>
              </a:buClr>
              <a:buSzPts val="4800"/>
              <a:buFont typeface="IBM Plex Sans"/>
              <a:buNone/>
              <a:defRPr sz="4800">
                <a:solidFill>
                  <a:schemeClr val="lt1"/>
                </a:solidFill>
              </a:defRPr>
            </a:lvl8pPr>
            <a:lvl9pPr lvl="8" algn="ctr">
              <a:spcBef>
                <a:spcPts val="0"/>
              </a:spcBef>
              <a:spcAft>
                <a:spcPts val="0"/>
              </a:spcAft>
              <a:buClr>
                <a:schemeClr val="lt1"/>
              </a:buClr>
              <a:buSzPts val="4800"/>
              <a:buFont typeface="IBM Plex Sans"/>
              <a:buNone/>
              <a:defRPr sz="4800">
                <a:solidFill>
                  <a:schemeClr val="lt1"/>
                </a:solidFill>
              </a:defRPr>
            </a:lvl9pPr>
          </a:lstStyle>
          <a:p/>
        </p:txBody>
      </p:sp>
      <p:sp>
        <p:nvSpPr>
          <p:cNvPr id="615" name="Google Shape;615;p133"/>
          <p:cNvSpPr txBox="1"/>
          <p:nvPr>
            <p:ph idx="9" type="subTitle"/>
          </p:nvPr>
        </p:nvSpPr>
        <p:spPr>
          <a:xfrm>
            <a:off x="436725" y="905333"/>
            <a:ext cx="4182300" cy="287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616" name="Google Shape;616;p133"/>
          <p:cNvSpPr txBox="1"/>
          <p:nvPr>
            <p:ph type="title"/>
          </p:nvPr>
        </p:nvSpPr>
        <p:spPr>
          <a:xfrm>
            <a:off x="436725" y="1368694"/>
            <a:ext cx="4182300" cy="653100"/>
          </a:xfrm>
          <a:prstGeom prst="rect">
            <a:avLst/>
          </a:prstGeom>
        </p:spPr>
        <p:txBody>
          <a:bodyPr anchorCtr="0" anchor="ctr" bIns="0" lIns="0" spcFirstLastPara="1" rIns="0" wrap="square" tIns="0">
            <a:spAutoFit/>
          </a:bodyPr>
          <a:lstStyle>
            <a:lvl1pPr lvl="0">
              <a:spcBef>
                <a:spcPts val="0"/>
              </a:spcBef>
              <a:spcAft>
                <a:spcPts val="0"/>
              </a:spcAft>
              <a:buNone/>
              <a:defRPr sz="1800">
                <a:solidFill>
                  <a:schemeClr val="lt1"/>
                </a:solidFill>
              </a:defRPr>
            </a:lvl1pPr>
            <a:lvl2pPr lvl="1">
              <a:spcBef>
                <a:spcPts val="0"/>
              </a:spcBef>
              <a:spcAft>
                <a:spcPts val="0"/>
              </a:spcAft>
              <a:buNone/>
              <a:defRPr>
                <a:solidFill>
                  <a:schemeClr val="lt1"/>
                </a:solidFill>
              </a:defRPr>
            </a:lvl2pPr>
            <a:lvl3pPr lvl="2">
              <a:spcBef>
                <a:spcPts val="0"/>
              </a:spcBef>
              <a:spcAft>
                <a:spcPts val="0"/>
              </a:spcAft>
              <a:buNone/>
              <a:defRPr>
                <a:solidFill>
                  <a:schemeClr val="lt1"/>
                </a:solidFill>
              </a:defRPr>
            </a:lvl3pPr>
            <a:lvl4pPr lvl="3">
              <a:spcBef>
                <a:spcPts val="0"/>
              </a:spcBef>
              <a:spcAft>
                <a:spcPts val="0"/>
              </a:spcAft>
              <a:buNone/>
              <a:defRPr>
                <a:solidFill>
                  <a:schemeClr val="lt1"/>
                </a:solidFill>
              </a:defRPr>
            </a:lvl4pPr>
            <a:lvl5pPr lvl="4">
              <a:spcBef>
                <a:spcPts val="0"/>
              </a:spcBef>
              <a:spcAft>
                <a:spcPts val="0"/>
              </a:spcAft>
              <a:buNone/>
              <a:defRPr>
                <a:solidFill>
                  <a:schemeClr val="lt1"/>
                </a:solidFill>
              </a:defRPr>
            </a:lvl5pPr>
            <a:lvl6pPr lvl="5">
              <a:spcBef>
                <a:spcPts val="0"/>
              </a:spcBef>
              <a:spcAft>
                <a:spcPts val="0"/>
              </a:spcAft>
              <a:buNone/>
              <a:defRPr>
                <a:solidFill>
                  <a:schemeClr val="lt1"/>
                </a:solidFill>
              </a:defRPr>
            </a:lvl6pPr>
            <a:lvl7pPr lvl="6">
              <a:spcBef>
                <a:spcPts val="0"/>
              </a:spcBef>
              <a:spcAft>
                <a:spcPts val="0"/>
              </a:spcAft>
              <a:buNone/>
              <a:defRPr>
                <a:solidFill>
                  <a:schemeClr val="lt1"/>
                </a:solidFill>
              </a:defRPr>
            </a:lvl7pPr>
            <a:lvl8pPr lvl="7">
              <a:spcBef>
                <a:spcPts val="0"/>
              </a:spcBef>
              <a:spcAft>
                <a:spcPts val="0"/>
              </a:spcAft>
              <a:buNone/>
              <a:defRPr>
                <a:solidFill>
                  <a:schemeClr val="lt1"/>
                </a:solidFill>
              </a:defRPr>
            </a:lvl8pPr>
            <a:lvl9pPr lvl="8">
              <a:spcBef>
                <a:spcPts val="0"/>
              </a:spcBef>
              <a:spcAft>
                <a:spcPts val="0"/>
              </a:spcAft>
              <a:buNone/>
              <a:defRPr>
                <a:solidFill>
                  <a:schemeClr val="lt1"/>
                </a:solidFill>
              </a:defRPr>
            </a:lvl9pPr>
          </a:lstStyle>
          <a:p/>
        </p:txBody>
      </p:sp>
      <p:sp>
        <p:nvSpPr>
          <p:cNvPr id="617" name="Google Shape;617;p133"/>
          <p:cNvSpPr txBox="1"/>
          <p:nvPr>
            <p:ph idx="12" type="sldNum"/>
          </p:nvPr>
        </p:nvSpPr>
        <p:spPr>
          <a:xfrm>
            <a:off x="8280600" y="254000"/>
            <a:ext cx="386400" cy="254100"/>
          </a:xfrm>
          <a:prstGeom prst="rect">
            <a:avLst/>
          </a:prstGeom>
          <a:noFill/>
          <a:ln>
            <a:noFill/>
          </a:ln>
        </p:spPr>
        <p:txBody>
          <a:bodyPr anchorCtr="0" anchor="t" bIns="0" lIns="0" spcFirstLastPara="1" rIns="0" wrap="square" tIns="0">
            <a:noAutofit/>
          </a:bodyPr>
          <a:lstStyle>
            <a:lvl1pPr lvl="0" algn="r">
              <a:buClr>
                <a:schemeClr val="lt1"/>
              </a:buClr>
              <a:buSzPts val="800"/>
              <a:buNone/>
              <a:defRPr sz="800">
                <a:solidFill>
                  <a:schemeClr val="lt1"/>
                </a:solidFill>
                <a:latin typeface="IBM Plex Sans"/>
                <a:ea typeface="IBM Plex Sans"/>
                <a:cs typeface="IBM Plex Sans"/>
                <a:sym typeface="IBM Plex Sans"/>
              </a:defRPr>
            </a:lvl1pPr>
            <a:lvl2pPr lvl="1" algn="r">
              <a:buClr>
                <a:schemeClr val="lt1"/>
              </a:buClr>
              <a:buSzPts val="800"/>
              <a:buNone/>
              <a:defRPr sz="800">
                <a:solidFill>
                  <a:schemeClr val="lt1"/>
                </a:solidFill>
                <a:latin typeface="IBM Plex Sans"/>
                <a:ea typeface="IBM Plex Sans"/>
                <a:cs typeface="IBM Plex Sans"/>
                <a:sym typeface="IBM Plex Sans"/>
              </a:defRPr>
            </a:lvl2pPr>
            <a:lvl3pPr lvl="2" algn="r">
              <a:buClr>
                <a:schemeClr val="lt1"/>
              </a:buClr>
              <a:buSzPts val="800"/>
              <a:buNone/>
              <a:defRPr sz="800">
                <a:solidFill>
                  <a:schemeClr val="lt1"/>
                </a:solidFill>
                <a:latin typeface="IBM Plex Sans"/>
                <a:ea typeface="IBM Plex Sans"/>
                <a:cs typeface="IBM Plex Sans"/>
                <a:sym typeface="IBM Plex Sans"/>
              </a:defRPr>
            </a:lvl3pPr>
            <a:lvl4pPr lvl="3" algn="r">
              <a:buClr>
                <a:schemeClr val="lt1"/>
              </a:buClr>
              <a:buSzPts val="800"/>
              <a:buNone/>
              <a:defRPr sz="800">
                <a:solidFill>
                  <a:schemeClr val="lt1"/>
                </a:solidFill>
                <a:latin typeface="IBM Plex Sans"/>
                <a:ea typeface="IBM Plex Sans"/>
                <a:cs typeface="IBM Plex Sans"/>
                <a:sym typeface="IBM Plex Sans"/>
              </a:defRPr>
            </a:lvl4pPr>
            <a:lvl5pPr lvl="4" algn="r">
              <a:buClr>
                <a:schemeClr val="lt1"/>
              </a:buClr>
              <a:buSzPts val="800"/>
              <a:buNone/>
              <a:defRPr sz="800">
                <a:solidFill>
                  <a:schemeClr val="lt1"/>
                </a:solidFill>
                <a:latin typeface="IBM Plex Sans"/>
                <a:ea typeface="IBM Plex Sans"/>
                <a:cs typeface="IBM Plex Sans"/>
                <a:sym typeface="IBM Plex Sans"/>
              </a:defRPr>
            </a:lvl5pPr>
            <a:lvl6pPr lvl="5" algn="r">
              <a:buClr>
                <a:schemeClr val="lt1"/>
              </a:buClr>
              <a:buSzPts val="800"/>
              <a:buNone/>
              <a:defRPr sz="800">
                <a:solidFill>
                  <a:schemeClr val="lt1"/>
                </a:solidFill>
                <a:latin typeface="IBM Plex Sans"/>
                <a:ea typeface="IBM Plex Sans"/>
                <a:cs typeface="IBM Plex Sans"/>
                <a:sym typeface="IBM Plex Sans"/>
              </a:defRPr>
            </a:lvl6pPr>
            <a:lvl7pPr lvl="6" algn="r">
              <a:buClr>
                <a:schemeClr val="lt1"/>
              </a:buClr>
              <a:buSzPts val="800"/>
              <a:buNone/>
              <a:defRPr sz="800">
                <a:solidFill>
                  <a:schemeClr val="lt1"/>
                </a:solidFill>
                <a:latin typeface="IBM Plex Sans"/>
                <a:ea typeface="IBM Plex Sans"/>
                <a:cs typeface="IBM Plex Sans"/>
                <a:sym typeface="IBM Plex Sans"/>
              </a:defRPr>
            </a:lvl7pPr>
            <a:lvl8pPr lvl="7" algn="r">
              <a:buClr>
                <a:schemeClr val="lt1"/>
              </a:buClr>
              <a:buSzPts val="800"/>
              <a:buNone/>
              <a:defRPr sz="800">
                <a:solidFill>
                  <a:schemeClr val="lt1"/>
                </a:solidFill>
                <a:latin typeface="IBM Plex Sans"/>
                <a:ea typeface="IBM Plex Sans"/>
                <a:cs typeface="IBM Plex Sans"/>
                <a:sym typeface="IBM Plex Sans"/>
              </a:defRPr>
            </a:lvl8pPr>
            <a:lvl9pPr lvl="8" algn="r">
              <a:buClr>
                <a:schemeClr val="lt1"/>
              </a:buClr>
              <a:buSzPts val="800"/>
              <a:buNone/>
              <a:defRPr sz="800">
                <a:solidFill>
                  <a:schemeClr val="lt1"/>
                </a:solidFill>
                <a:latin typeface="IBM Plex Sans"/>
                <a:ea typeface="IBM Plex Sans"/>
                <a:cs typeface="IBM Plex Sans"/>
                <a:sym typeface="IBM Plex Sans"/>
              </a:defRPr>
            </a:lvl9pPr>
          </a:lstStyle>
          <a:p>
            <a:pPr indent="-50800" lvl="0" marL="0" rtl="0" algn="r">
              <a:spcBef>
                <a:spcPts val="0"/>
              </a:spcBef>
              <a:spcAft>
                <a:spcPts val="0"/>
              </a:spcAft>
              <a:buClr>
                <a:schemeClr val="lt1"/>
              </a:buClr>
              <a:buSzPts val="800"/>
              <a:buFont typeface="IBM Plex Sans"/>
              <a:buNone/>
            </a:pPr>
            <a:fld id="{00000000-1234-1234-1234-123412341234}" type="slidenum">
              <a:rPr lang="en"/>
              <a:t>‹#›</a:t>
            </a:fld>
            <a:endParaRPr/>
          </a:p>
        </p:txBody>
      </p:sp>
      <p:sp>
        <p:nvSpPr>
          <p:cNvPr id="618" name="Google Shape;618;p133"/>
          <p:cNvSpPr txBox="1"/>
          <p:nvPr>
            <p:ph idx="13" type="subTitle"/>
          </p:nvPr>
        </p:nvSpPr>
        <p:spPr>
          <a:xfrm>
            <a:off x="6802800" y="256333"/>
            <a:ext cx="1050600" cy="162000"/>
          </a:xfrm>
          <a:prstGeom prst="rect">
            <a:avLst/>
          </a:prstGeom>
        </p:spPr>
        <p:txBody>
          <a:bodyPr anchorCtr="0" anchor="t" bIns="0" lIns="0" spcFirstLastPara="1" rIns="0" wrap="square" tIns="0">
            <a:spAutoFit/>
          </a:bodyPr>
          <a:lstStyle>
            <a:lvl1pPr lvl="0" algn="r">
              <a:spcBef>
                <a:spcPts val="0"/>
              </a:spcBef>
              <a:spcAft>
                <a:spcPts val="0"/>
              </a:spcAft>
              <a:buClr>
                <a:schemeClr val="lt1"/>
              </a:buClr>
              <a:buSzPts val="800"/>
              <a:buFont typeface="IBM Plex Sans"/>
              <a:buNone/>
              <a:defRPr sz="800">
                <a:solidFill>
                  <a:schemeClr val="lt1"/>
                </a:solidFill>
              </a:defRPr>
            </a:lvl1pPr>
            <a:lvl2pPr lvl="1" algn="r">
              <a:spcBef>
                <a:spcPts val="0"/>
              </a:spcBef>
              <a:spcAft>
                <a:spcPts val="0"/>
              </a:spcAft>
              <a:buClr>
                <a:schemeClr val="lt1"/>
              </a:buClr>
              <a:buSzPts val="800"/>
              <a:buFont typeface="IBM Plex Sans"/>
              <a:buNone/>
              <a:defRPr sz="800">
                <a:solidFill>
                  <a:schemeClr val="lt1"/>
                </a:solidFill>
              </a:defRPr>
            </a:lvl2pPr>
            <a:lvl3pPr lvl="2" algn="r">
              <a:spcBef>
                <a:spcPts val="0"/>
              </a:spcBef>
              <a:spcAft>
                <a:spcPts val="0"/>
              </a:spcAft>
              <a:buClr>
                <a:schemeClr val="lt1"/>
              </a:buClr>
              <a:buSzPts val="800"/>
              <a:buFont typeface="IBM Plex Sans"/>
              <a:buNone/>
              <a:defRPr sz="800">
                <a:solidFill>
                  <a:schemeClr val="lt1"/>
                </a:solidFill>
              </a:defRPr>
            </a:lvl3pPr>
            <a:lvl4pPr lvl="3" algn="r">
              <a:spcBef>
                <a:spcPts val="0"/>
              </a:spcBef>
              <a:spcAft>
                <a:spcPts val="0"/>
              </a:spcAft>
              <a:buClr>
                <a:schemeClr val="lt1"/>
              </a:buClr>
              <a:buSzPts val="800"/>
              <a:buFont typeface="IBM Plex Sans"/>
              <a:buNone/>
              <a:defRPr sz="800">
                <a:solidFill>
                  <a:schemeClr val="lt1"/>
                </a:solidFill>
              </a:defRPr>
            </a:lvl4pPr>
            <a:lvl5pPr lvl="4" algn="r">
              <a:spcBef>
                <a:spcPts val="0"/>
              </a:spcBef>
              <a:spcAft>
                <a:spcPts val="0"/>
              </a:spcAft>
              <a:buClr>
                <a:schemeClr val="lt1"/>
              </a:buClr>
              <a:buSzPts val="800"/>
              <a:buFont typeface="IBM Plex Sans"/>
              <a:buNone/>
              <a:defRPr sz="800">
                <a:solidFill>
                  <a:schemeClr val="lt1"/>
                </a:solidFill>
              </a:defRPr>
            </a:lvl5pPr>
            <a:lvl6pPr lvl="5" algn="r">
              <a:spcBef>
                <a:spcPts val="0"/>
              </a:spcBef>
              <a:spcAft>
                <a:spcPts val="0"/>
              </a:spcAft>
              <a:buClr>
                <a:schemeClr val="lt1"/>
              </a:buClr>
              <a:buSzPts val="800"/>
              <a:buFont typeface="IBM Plex Sans"/>
              <a:buNone/>
              <a:defRPr sz="800">
                <a:solidFill>
                  <a:schemeClr val="lt1"/>
                </a:solidFill>
              </a:defRPr>
            </a:lvl6pPr>
            <a:lvl7pPr lvl="6" algn="r">
              <a:spcBef>
                <a:spcPts val="0"/>
              </a:spcBef>
              <a:spcAft>
                <a:spcPts val="0"/>
              </a:spcAft>
              <a:buClr>
                <a:schemeClr val="lt1"/>
              </a:buClr>
              <a:buSzPts val="800"/>
              <a:buFont typeface="IBM Plex Sans"/>
              <a:buNone/>
              <a:defRPr sz="800">
                <a:solidFill>
                  <a:schemeClr val="lt1"/>
                </a:solidFill>
              </a:defRPr>
            </a:lvl7pPr>
            <a:lvl8pPr lvl="7" algn="r">
              <a:spcBef>
                <a:spcPts val="0"/>
              </a:spcBef>
              <a:spcAft>
                <a:spcPts val="0"/>
              </a:spcAft>
              <a:buClr>
                <a:schemeClr val="lt1"/>
              </a:buClr>
              <a:buSzPts val="800"/>
              <a:buFont typeface="IBM Plex Sans"/>
              <a:buNone/>
              <a:defRPr sz="800">
                <a:solidFill>
                  <a:schemeClr val="lt1"/>
                </a:solidFill>
              </a:defRPr>
            </a:lvl8pPr>
            <a:lvl9pPr lvl="8" algn="r">
              <a:spcBef>
                <a:spcPts val="0"/>
              </a:spcBef>
              <a:spcAft>
                <a:spcPts val="0"/>
              </a:spcAft>
              <a:buClr>
                <a:schemeClr val="lt1"/>
              </a:buClr>
              <a:buSzPts val="800"/>
              <a:buFont typeface="IBM Plex Sans"/>
              <a:buNone/>
              <a:defRPr sz="800">
                <a:solidFill>
                  <a:schemeClr val="lt1"/>
                </a:solidFill>
              </a:defRPr>
            </a:lvl9pPr>
          </a:lstStyle>
          <a:p/>
        </p:txBody>
      </p:sp>
      <p:sp>
        <p:nvSpPr>
          <p:cNvPr id="619" name="Google Shape;619;p133"/>
          <p:cNvSpPr txBox="1"/>
          <p:nvPr>
            <p:ph idx="14" type="subTitle"/>
          </p:nvPr>
        </p:nvSpPr>
        <p:spPr>
          <a:xfrm>
            <a:off x="436725" y="256333"/>
            <a:ext cx="1893000" cy="254100"/>
          </a:xfrm>
          <a:prstGeom prst="rect">
            <a:avLst/>
          </a:prstGeom>
        </p:spPr>
        <p:txBody>
          <a:bodyPr anchorCtr="0" anchor="t" bIns="0" lIns="0" spcFirstLastPara="1" rIns="91425" wrap="square" tIns="0">
            <a:spAutoFit/>
          </a:bodyPr>
          <a:lstStyle>
            <a:lvl1pPr lvl="0">
              <a:spcBef>
                <a:spcPts val="0"/>
              </a:spcBef>
              <a:spcAft>
                <a:spcPts val="0"/>
              </a:spcAft>
              <a:buClr>
                <a:schemeClr val="lt1"/>
              </a:buClr>
              <a:buSzPts val="800"/>
              <a:buFont typeface="IBM Plex Sans"/>
              <a:buNone/>
              <a:defRPr sz="800">
                <a:solidFill>
                  <a:schemeClr val="lt1"/>
                </a:solidFill>
              </a:defRPr>
            </a:lvl1pPr>
            <a:lvl2pPr lvl="1">
              <a:spcBef>
                <a:spcPts val="0"/>
              </a:spcBef>
              <a:spcAft>
                <a:spcPts val="0"/>
              </a:spcAft>
              <a:buClr>
                <a:schemeClr val="lt1"/>
              </a:buClr>
              <a:buSzPts val="800"/>
              <a:buFont typeface="IBM Plex Sans"/>
              <a:buNone/>
              <a:defRPr sz="800">
                <a:solidFill>
                  <a:schemeClr val="lt1"/>
                </a:solidFill>
              </a:defRPr>
            </a:lvl2pPr>
            <a:lvl3pPr lvl="2">
              <a:spcBef>
                <a:spcPts val="0"/>
              </a:spcBef>
              <a:spcAft>
                <a:spcPts val="0"/>
              </a:spcAft>
              <a:buClr>
                <a:schemeClr val="lt1"/>
              </a:buClr>
              <a:buSzPts val="800"/>
              <a:buFont typeface="IBM Plex Sans"/>
              <a:buNone/>
              <a:defRPr sz="800">
                <a:solidFill>
                  <a:schemeClr val="lt1"/>
                </a:solidFill>
              </a:defRPr>
            </a:lvl3pPr>
            <a:lvl4pPr lvl="3">
              <a:spcBef>
                <a:spcPts val="0"/>
              </a:spcBef>
              <a:spcAft>
                <a:spcPts val="0"/>
              </a:spcAft>
              <a:buClr>
                <a:schemeClr val="lt1"/>
              </a:buClr>
              <a:buSzPts val="800"/>
              <a:buFont typeface="IBM Plex Sans"/>
              <a:buNone/>
              <a:defRPr sz="800">
                <a:solidFill>
                  <a:schemeClr val="lt1"/>
                </a:solidFill>
              </a:defRPr>
            </a:lvl4pPr>
            <a:lvl5pPr lvl="4">
              <a:spcBef>
                <a:spcPts val="0"/>
              </a:spcBef>
              <a:spcAft>
                <a:spcPts val="0"/>
              </a:spcAft>
              <a:buClr>
                <a:schemeClr val="lt1"/>
              </a:buClr>
              <a:buSzPts val="800"/>
              <a:buFont typeface="IBM Plex Sans"/>
              <a:buNone/>
              <a:defRPr sz="800">
                <a:solidFill>
                  <a:schemeClr val="lt1"/>
                </a:solidFill>
              </a:defRPr>
            </a:lvl5pPr>
            <a:lvl6pPr lvl="5">
              <a:spcBef>
                <a:spcPts val="0"/>
              </a:spcBef>
              <a:spcAft>
                <a:spcPts val="0"/>
              </a:spcAft>
              <a:buClr>
                <a:schemeClr val="lt1"/>
              </a:buClr>
              <a:buSzPts val="800"/>
              <a:buFont typeface="IBM Plex Sans"/>
              <a:buNone/>
              <a:defRPr sz="800">
                <a:solidFill>
                  <a:schemeClr val="lt1"/>
                </a:solidFill>
              </a:defRPr>
            </a:lvl6pPr>
            <a:lvl7pPr lvl="6">
              <a:spcBef>
                <a:spcPts val="0"/>
              </a:spcBef>
              <a:spcAft>
                <a:spcPts val="0"/>
              </a:spcAft>
              <a:buClr>
                <a:schemeClr val="lt1"/>
              </a:buClr>
              <a:buSzPts val="800"/>
              <a:buFont typeface="IBM Plex Sans"/>
              <a:buNone/>
              <a:defRPr sz="800">
                <a:solidFill>
                  <a:schemeClr val="lt1"/>
                </a:solidFill>
              </a:defRPr>
            </a:lvl7pPr>
            <a:lvl8pPr lvl="7">
              <a:spcBef>
                <a:spcPts val="0"/>
              </a:spcBef>
              <a:spcAft>
                <a:spcPts val="0"/>
              </a:spcAft>
              <a:buClr>
                <a:schemeClr val="lt1"/>
              </a:buClr>
              <a:buSzPts val="800"/>
              <a:buFont typeface="IBM Plex Sans"/>
              <a:buNone/>
              <a:defRPr sz="800">
                <a:solidFill>
                  <a:schemeClr val="lt1"/>
                </a:solidFill>
              </a:defRPr>
            </a:lvl8pPr>
            <a:lvl9pPr lvl="8">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dule index">
  <p:cSld name="CUSTOM_6_1">
    <p:bg>
      <p:bgPr>
        <a:solidFill>
          <a:schemeClr val="dk1"/>
        </a:solidFill>
      </p:bgPr>
    </p:bg>
    <p:spTree>
      <p:nvGrpSpPr>
        <p:cNvPr id="620" name="Shape 620"/>
        <p:cNvGrpSpPr/>
        <p:nvPr/>
      </p:nvGrpSpPr>
      <p:grpSpPr>
        <a:xfrm>
          <a:off x="0" y="0"/>
          <a:ext cx="0" cy="0"/>
          <a:chOff x="0" y="0"/>
          <a:chExt cx="0" cy="0"/>
        </a:xfrm>
      </p:grpSpPr>
      <p:sp>
        <p:nvSpPr>
          <p:cNvPr id="621" name="Google Shape;621;p134"/>
          <p:cNvSpPr txBox="1"/>
          <p:nvPr>
            <p:ph type="title"/>
          </p:nvPr>
        </p:nvSpPr>
        <p:spPr>
          <a:xfrm>
            <a:off x="571500" y="889002"/>
            <a:ext cx="4000500" cy="6339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3000"/>
              <a:buNone/>
              <a:defRPr b="1">
                <a:solidFill>
                  <a:schemeClr val="lt1"/>
                </a:solidFill>
              </a:defRPr>
            </a:lvl1pPr>
            <a:lvl2pPr lvl="1">
              <a:spcBef>
                <a:spcPts val="0"/>
              </a:spcBef>
              <a:spcAft>
                <a:spcPts val="0"/>
              </a:spcAft>
              <a:buClr>
                <a:schemeClr val="lt1"/>
              </a:buClr>
              <a:buSzPts val="3600"/>
              <a:buNone/>
              <a:defRPr>
                <a:solidFill>
                  <a:schemeClr val="lt1"/>
                </a:solidFill>
              </a:defRPr>
            </a:lvl2pPr>
            <a:lvl3pPr lvl="2">
              <a:spcBef>
                <a:spcPts val="0"/>
              </a:spcBef>
              <a:spcAft>
                <a:spcPts val="0"/>
              </a:spcAft>
              <a:buClr>
                <a:schemeClr val="lt1"/>
              </a:buClr>
              <a:buSzPts val="3600"/>
              <a:buNone/>
              <a:defRPr>
                <a:solidFill>
                  <a:schemeClr val="lt1"/>
                </a:solidFill>
              </a:defRPr>
            </a:lvl3pPr>
            <a:lvl4pPr lvl="3">
              <a:spcBef>
                <a:spcPts val="0"/>
              </a:spcBef>
              <a:spcAft>
                <a:spcPts val="0"/>
              </a:spcAft>
              <a:buClr>
                <a:schemeClr val="lt1"/>
              </a:buClr>
              <a:buSzPts val="3600"/>
              <a:buNone/>
              <a:defRPr>
                <a:solidFill>
                  <a:schemeClr val="lt1"/>
                </a:solidFill>
              </a:defRPr>
            </a:lvl4pPr>
            <a:lvl5pPr lvl="4">
              <a:spcBef>
                <a:spcPts val="0"/>
              </a:spcBef>
              <a:spcAft>
                <a:spcPts val="0"/>
              </a:spcAft>
              <a:buClr>
                <a:schemeClr val="lt1"/>
              </a:buClr>
              <a:buSzPts val="3600"/>
              <a:buNone/>
              <a:defRPr>
                <a:solidFill>
                  <a:schemeClr val="lt1"/>
                </a:solidFill>
              </a:defRPr>
            </a:lvl5pPr>
            <a:lvl6pPr lvl="5">
              <a:spcBef>
                <a:spcPts val="0"/>
              </a:spcBef>
              <a:spcAft>
                <a:spcPts val="0"/>
              </a:spcAft>
              <a:buClr>
                <a:schemeClr val="lt1"/>
              </a:buClr>
              <a:buSzPts val="3600"/>
              <a:buNone/>
              <a:defRPr>
                <a:solidFill>
                  <a:schemeClr val="lt1"/>
                </a:solidFill>
              </a:defRPr>
            </a:lvl6pPr>
            <a:lvl7pPr lvl="6">
              <a:spcBef>
                <a:spcPts val="0"/>
              </a:spcBef>
              <a:spcAft>
                <a:spcPts val="0"/>
              </a:spcAft>
              <a:buClr>
                <a:schemeClr val="lt1"/>
              </a:buClr>
              <a:buSzPts val="3600"/>
              <a:buNone/>
              <a:defRPr>
                <a:solidFill>
                  <a:schemeClr val="lt1"/>
                </a:solidFill>
              </a:defRPr>
            </a:lvl7pPr>
            <a:lvl8pPr lvl="7">
              <a:spcBef>
                <a:spcPts val="0"/>
              </a:spcBef>
              <a:spcAft>
                <a:spcPts val="0"/>
              </a:spcAft>
              <a:buClr>
                <a:schemeClr val="lt1"/>
              </a:buClr>
              <a:buSzPts val="3600"/>
              <a:buNone/>
              <a:defRPr>
                <a:solidFill>
                  <a:schemeClr val="lt1"/>
                </a:solidFill>
              </a:defRPr>
            </a:lvl8pPr>
            <a:lvl9pPr lvl="8">
              <a:spcBef>
                <a:spcPts val="0"/>
              </a:spcBef>
              <a:spcAft>
                <a:spcPts val="0"/>
              </a:spcAft>
              <a:buClr>
                <a:schemeClr val="lt1"/>
              </a:buClr>
              <a:buSzPts val="3600"/>
              <a:buNone/>
              <a:defRPr>
                <a:solidFill>
                  <a:schemeClr val="lt1"/>
                </a:solidFill>
              </a:defRPr>
            </a:lvl9pPr>
          </a:lstStyle>
          <a:p/>
        </p:txBody>
      </p:sp>
      <p:sp>
        <p:nvSpPr>
          <p:cNvPr id="622" name="Google Shape;622;p134"/>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959">
          <p15:clr>
            <a:srgbClr val="E46962"/>
          </p15:clr>
        </p15:guide>
      </p15:sldGuideLst>
    </p:ext>
  </p:extLst>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3  1">
  <p:cSld name="CUSTOM_6_1_1">
    <p:bg>
      <p:bgPr>
        <a:solidFill>
          <a:schemeClr val="lt2"/>
        </a:solidFill>
      </p:bgPr>
    </p:bg>
    <p:spTree>
      <p:nvGrpSpPr>
        <p:cNvPr id="623" name="Shape 623"/>
        <p:cNvGrpSpPr/>
        <p:nvPr/>
      </p:nvGrpSpPr>
      <p:grpSpPr>
        <a:xfrm>
          <a:off x="0" y="0"/>
          <a:ext cx="0" cy="0"/>
          <a:chOff x="0" y="0"/>
          <a:chExt cx="0" cy="0"/>
        </a:xfrm>
      </p:grpSpPr>
      <p:sp>
        <p:nvSpPr>
          <p:cNvPr id="624" name="Google Shape;624;p135"/>
          <p:cNvSpPr txBox="1"/>
          <p:nvPr>
            <p:ph type="title"/>
          </p:nvPr>
        </p:nvSpPr>
        <p:spPr>
          <a:xfrm>
            <a:off x="607200" y="1140611"/>
            <a:ext cx="3936000" cy="596400"/>
          </a:xfrm>
          <a:prstGeom prst="rect">
            <a:avLst/>
          </a:prstGeom>
        </p:spPr>
        <p:txBody>
          <a:bodyPr anchorCtr="0" anchor="ctr" bIns="0" lIns="0" spcFirstLastPara="1" rIns="0" wrap="square" tIns="0">
            <a:spAutoFit/>
          </a:bodyPr>
          <a:lstStyle>
            <a:lvl1pPr lvl="0">
              <a:spcBef>
                <a:spcPts val="0"/>
              </a:spcBef>
              <a:spcAft>
                <a:spcPts val="0"/>
              </a:spcAft>
              <a:buSzPts val="3000"/>
              <a:buAutoNum type="arabicPeriod"/>
              <a:defRPr b="1" sz="1800">
                <a:solidFill>
                  <a:schemeClr val="lt1"/>
                </a:solidFill>
              </a:defRPr>
            </a:lvl1pPr>
            <a:lvl2pPr lvl="1">
              <a:spcBef>
                <a:spcPts val="0"/>
              </a:spcBef>
              <a:spcAft>
                <a:spcPts val="0"/>
              </a:spcAft>
              <a:buSzPts val="3600"/>
              <a:buAutoNum type="alphaLcPeriod"/>
              <a:defRPr/>
            </a:lvl2pPr>
            <a:lvl3pPr lvl="2">
              <a:spcBef>
                <a:spcPts val="0"/>
              </a:spcBef>
              <a:spcAft>
                <a:spcPts val="0"/>
              </a:spcAft>
              <a:buSzPts val="3600"/>
              <a:buAutoNum type="romanLcPeriod"/>
              <a:defRPr/>
            </a:lvl3pPr>
            <a:lvl4pPr lvl="3">
              <a:spcBef>
                <a:spcPts val="0"/>
              </a:spcBef>
              <a:spcAft>
                <a:spcPts val="0"/>
              </a:spcAft>
              <a:buSzPts val="3600"/>
              <a:buAutoNum type="arabicPeriod"/>
              <a:defRPr/>
            </a:lvl4pPr>
            <a:lvl5pPr lvl="4">
              <a:spcBef>
                <a:spcPts val="0"/>
              </a:spcBef>
              <a:spcAft>
                <a:spcPts val="0"/>
              </a:spcAft>
              <a:buSzPts val="3600"/>
              <a:buAutoNum type="alphaLcPeriod"/>
              <a:defRPr/>
            </a:lvl5pPr>
            <a:lvl6pPr lvl="5">
              <a:spcBef>
                <a:spcPts val="0"/>
              </a:spcBef>
              <a:spcAft>
                <a:spcPts val="0"/>
              </a:spcAft>
              <a:buSzPts val="3600"/>
              <a:buAutoNum type="romanLcPeriod"/>
              <a:defRPr/>
            </a:lvl6pPr>
            <a:lvl7pPr lvl="6">
              <a:spcBef>
                <a:spcPts val="0"/>
              </a:spcBef>
              <a:spcAft>
                <a:spcPts val="0"/>
              </a:spcAft>
              <a:buSzPts val="3600"/>
              <a:buAutoNum type="arabicPeriod"/>
              <a:defRPr/>
            </a:lvl7pPr>
            <a:lvl8pPr lvl="7">
              <a:spcBef>
                <a:spcPts val="0"/>
              </a:spcBef>
              <a:spcAft>
                <a:spcPts val="0"/>
              </a:spcAft>
              <a:buSzPts val="3600"/>
              <a:buAutoNum type="alphaLcPeriod"/>
              <a:defRPr/>
            </a:lvl8pPr>
            <a:lvl9pPr lvl="8">
              <a:spcBef>
                <a:spcPts val="0"/>
              </a:spcBef>
              <a:spcAft>
                <a:spcPts val="0"/>
              </a:spcAft>
              <a:buSzPts val="3600"/>
              <a:buAutoNum type="romanLcPeriod"/>
              <a:defRPr/>
            </a:lvl9pPr>
          </a:lstStyle>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7">
    <p:spTree>
      <p:nvGrpSpPr>
        <p:cNvPr id="625" name="Shape 625"/>
        <p:cNvGrpSpPr/>
        <p:nvPr/>
      </p:nvGrpSpPr>
      <p:grpSpPr>
        <a:xfrm>
          <a:off x="0" y="0"/>
          <a:ext cx="0" cy="0"/>
          <a:chOff x="0" y="0"/>
          <a:chExt cx="0" cy="0"/>
        </a:xfrm>
      </p:grpSpPr>
      <p:sp>
        <p:nvSpPr>
          <p:cNvPr id="626" name="Google Shape;626;p136"/>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1">
  <p:cSld name="Title + Subtitle_2">
    <p:spTree>
      <p:nvGrpSpPr>
        <p:cNvPr id="627" name="Shape 627"/>
        <p:cNvGrpSpPr/>
        <p:nvPr/>
      </p:nvGrpSpPr>
      <p:grpSpPr>
        <a:xfrm>
          <a:off x="0" y="0"/>
          <a:ext cx="0" cy="0"/>
          <a:chOff x="0" y="0"/>
          <a:chExt cx="0" cy="0"/>
        </a:xfrm>
      </p:grpSpPr>
      <p:sp>
        <p:nvSpPr>
          <p:cNvPr id="628" name="Google Shape;628;p137"/>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629" name="Google Shape;629;p137"/>
          <p:cNvSpPr txBox="1"/>
          <p:nvPr>
            <p:ph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Body: 1 column 1">
  <p:cSld name="Title + Body_1">
    <p:spTree>
      <p:nvGrpSpPr>
        <p:cNvPr id="630" name="Shape 630"/>
        <p:cNvGrpSpPr/>
        <p:nvPr/>
      </p:nvGrpSpPr>
      <p:grpSpPr>
        <a:xfrm>
          <a:off x="0" y="0"/>
          <a:ext cx="0" cy="0"/>
          <a:chOff x="0" y="0"/>
          <a:chExt cx="0" cy="0"/>
        </a:xfrm>
      </p:grpSpPr>
      <p:sp>
        <p:nvSpPr>
          <p:cNvPr id="631" name="Google Shape;631;p138"/>
          <p:cNvSpPr txBox="1"/>
          <p:nvPr>
            <p:ph type="title"/>
          </p:nvPr>
        </p:nvSpPr>
        <p:spPr>
          <a:xfrm>
            <a:off x="457200"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32" name="Google Shape;632;p138"/>
          <p:cNvSpPr txBox="1"/>
          <p:nvPr>
            <p:ph idx="1" type="subTitle"/>
          </p:nvPr>
        </p:nvSpPr>
        <p:spPr>
          <a:xfrm>
            <a:off x="457200"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633" name="Google Shape;633;p138"/>
          <p:cNvSpPr txBox="1"/>
          <p:nvPr>
            <p:ph idx="2" type="body"/>
          </p:nvPr>
        </p:nvSpPr>
        <p:spPr>
          <a:xfrm>
            <a:off x="457200"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1">
  <p:cSld name="ONE_COLUMN_TEXT_1">
    <p:spTree>
      <p:nvGrpSpPr>
        <p:cNvPr id="634" name="Shape 634"/>
        <p:cNvGrpSpPr/>
        <p:nvPr/>
      </p:nvGrpSpPr>
      <p:grpSpPr>
        <a:xfrm>
          <a:off x="0" y="0"/>
          <a:ext cx="0" cy="0"/>
          <a:chOff x="0" y="0"/>
          <a:chExt cx="0" cy="0"/>
        </a:xfrm>
      </p:grpSpPr>
      <p:sp>
        <p:nvSpPr>
          <p:cNvPr id="635" name="Google Shape;635;p139"/>
          <p:cNvSpPr txBox="1"/>
          <p:nvPr>
            <p:ph type="title"/>
          </p:nvPr>
        </p:nvSpPr>
        <p:spPr>
          <a:xfrm>
            <a:off x="457200" y="518667"/>
            <a:ext cx="3204600" cy="10056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36" name="Google Shape;636;p139"/>
          <p:cNvSpPr txBox="1"/>
          <p:nvPr>
            <p:ph idx="1" type="body"/>
          </p:nvPr>
        </p:nvSpPr>
        <p:spPr>
          <a:xfrm>
            <a:off x="457200" y="1524417"/>
            <a:ext cx="32046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Right 1">
  <p:cSld name="Text + Image_1">
    <p:spTree>
      <p:nvGrpSpPr>
        <p:cNvPr id="637" name="Shape 637"/>
        <p:cNvGrpSpPr/>
        <p:nvPr/>
      </p:nvGrpSpPr>
      <p:grpSpPr>
        <a:xfrm>
          <a:off x="0" y="0"/>
          <a:ext cx="0" cy="0"/>
          <a:chOff x="0" y="0"/>
          <a:chExt cx="0" cy="0"/>
        </a:xfrm>
      </p:grpSpPr>
      <p:sp>
        <p:nvSpPr>
          <p:cNvPr id="638" name="Google Shape;638;p140"/>
          <p:cNvSpPr/>
          <p:nvPr>
            <p:ph idx="2" type="pic"/>
          </p:nvPr>
        </p:nvSpPr>
        <p:spPr>
          <a:xfrm>
            <a:off x="4572000" y="91667"/>
            <a:ext cx="4495800" cy="5531700"/>
          </a:xfrm>
          <a:prstGeom prst="roundRect">
            <a:avLst>
              <a:gd fmla="val 16667" name="adj"/>
            </a:avLst>
          </a:prstGeom>
          <a:noFill/>
          <a:ln>
            <a:noFill/>
          </a:ln>
        </p:spPr>
      </p:sp>
      <p:sp>
        <p:nvSpPr>
          <p:cNvPr id="639" name="Google Shape;639;p140"/>
          <p:cNvSpPr txBox="1"/>
          <p:nvPr>
            <p:ph type="title"/>
          </p:nvPr>
        </p:nvSpPr>
        <p:spPr>
          <a:xfrm>
            <a:off x="457200"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40" name="Google Shape;640;p140"/>
          <p:cNvSpPr txBox="1"/>
          <p:nvPr>
            <p:ph idx="1" type="subTitle"/>
          </p:nvPr>
        </p:nvSpPr>
        <p:spPr>
          <a:xfrm>
            <a:off x="457200"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641" name="Google Shape;641;p140"/>
          <p:cNvSpPr txBox="1"/>
          <p:nvPr>
            <p:ph idx="3" type="body"/>
          </p:nvPr>
        </p:nvSpPr>
        <p:spPr>
          <a:xfrm>
            <a:off x="457200"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1">
  <p:cSld name="Title + Body 1_1">
    <p:spTree>
      <p:nvGrpSpPr>
        <p:cNvPr id="642" name="Shape 642"/>
        <p:cNvGrpSpPr/>
        <p:nvPr/>
      </p:nvGrpSpPr>
      <p:grpSpPr>
        <a:xfrm>
          <a:off x="0" y="0"/>
          <a:ext cx="0" cy="0"/>
          <a:chOff x="0" y="0"/>
          <a:chExt cx="0" cy="0"/>
        </a:xfrm>
      </p:grpSpPr>
      <p:sp>
        <p:nvSpPr>
          <p:cNvPr id="643" name="Google Shape;643;p141"/>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644" name="Google Shape;644;p141"/>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645" name="Google Shape;645;p141"/>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46" name="Google Shape;646;p141"/>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6">
    <p:spTree>
      <p:nvGrpSpPr>
        <p:cNvPr id="647" name="Shape 647"/>
        <p:cNvGrpSpPr/>
        <p:nvPr/>
      </p:nvGrpSpPr>
      <p:grpSpPr>
        <a:xfrm>
          <a:off x="0" y="0"/>
          <a:ext cx="0" cy="0"/>
          <a:chOff x="0" y="0"/>
          <a:chExt cx="0" cy="0"/>
        </a:xfrm>
      </p:grpSpPr>
      <p:sp>
        <p:nvSpPr>
          <p:cNvPr id="648" name="Google Shape;648;p142"/>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649" name="Google Shape;649;p142"/>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8">
    <p:spTree>
      <p:nvGrpSpPr>
        <p:cNvPr id="650" name="Shape 650"/>
        <p:cNvGrpSpPr/>
        <p:nvPr/>
      </p:nvGrpSpPr>
      <p:grpSpPr>
        <a:xfrm>
          <a:off x="0" y="0"/>
          <a:ext cx="0" cy="0"/>
          <a:chOff x="0" y="0"/>
          <a:chExt cx="0" cy="0"/>
        </a:xfrm>
      </p:grpSpPr>
      <p:sp>
        <p:nvSpPr>
          <p:cNvPr id="651" name="Google Shape;651;p143"/>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Title and text">
    <p:spTree>
      <p:nvGrpSpPr>
        <p:cNvPr id="652" name="Shape 652"/>
        <p:cNvGrpSpPr/>
        <p:nvPr/>
      </p:nvGrpSpPr>
      <p:grpSpPr>
        <a:xfrm>
          <a:off x="0" y="0"/>
          <a:ext cx="0" cy="0"/>
          <a:chOff x="0" y="0"/>
          <a:chExt cx="0" cy="0"/>
        </a:xfrm>
      </p:grpSpPr>
      <p:sp>
        <p:nvSpPr>
          <p:cNvPr id="653" name="Google Shape;653;p144"/>
          <p:cNvSpPr txBox="1"/>
          <p:nvPr>
            <p:ph type="title"/>
          </p:nvPr>
        </p:nvSpPr>
        <p:spPr>
          <a:xfrm>
            <a:off x="571500" y="889000"/>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9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900">
                <a:solidFill>
                  <a:schemeClr val="dk1"/>
                </a:solidFill>
              </a:defRPr>
            </a:lvl2pPr>
            <a:lvl3pPr lvl="2" algn="l">
              <a:lnSpc>
                <a:spcPct val="115000"/>
              </a:lnSpc>
              <a:spcBef>
                <a:spcPts val="0"/>
              </a:spcBef>
              <a:spcAft>
                <a:spcPts val="0"/>
              </a:spcAft>
              <a:buClr>
                <a:schemeClr val="dk1"/>
              </a:buClr>
              <a:buSzPts val="1400"/>
              <a:buNone/>
              <a:defRPr sz="1900">
                <a:solidFill>
                  <a:schemeClr val="dk1"/>
                </a:solidFill>
              </a:defRPr>
            </a:lvl3pPr>
            <a:lvl4pPr lvl="3" algn="l">
              <a:lnSpc>
                <a:spcPct val="115000"/>
              </a:lnSpc>
              <a:spcBef>
                <a:spcPts val="0"/>
              </a:spcBef>
              <a:spcAft>
                <a:spcPts val="0"/>
              </a:spcAft>
              <a:buClr>
                <a:schemeClr val="dk1"/>
              </a:buClr>
              <a:buSzPts val="1400"/>
              <a:buNone/>
              <a:defRPr sz="1900">
                <a:solidFill>
                  <a:schemeClr val="dk1"/>
                </a:solidFill>
              </a:defRPr>
            </a:lvl4pPr>
            <a:lvl5pPr lvl="4" algn="l">
              <a:lnSpc>
                <a:spcPct val="115000"/>
              </a:lnSpc>
              <a:spcBef>
                <a:spcPts val="0"/>
              </a:spcBef>
              <a:spcAft>
                <a:spcPts val="0"/>
              </a:spcAft>
              <a:buClr>
                <a:schemeClr val="dk1"/>
              </a:buClr>
              <a:buSzPts val="1400"/>
              <a:buNone/>
              <a:defRPr sz="1900">
                <a:solidFill>
                  <a:schemeClr val="dk1"/>
                </a:solidFill>
              </a:defRPr>
            </a:lvl5pPr>
            <a:lvl6pPr lvl="5" algn="l">
              <a:lnSpc>
                <a:spcPct val="115000"/>
              </a:lnSpc>
              <a:spcBef>
                <a:spcPts val="0"/>
              </a:spcBef>
              <a:spcAft>
                <a:spcPts val="0"/>
              </a:spcAft>
              <a:buClr>
                <a:schemeClr val="dk1"/>
              </a:buClr>
              <a:buSzPts val="1400"/>
              <a:buNone/>
              <a:defRPr sz="1900">
                <a:solidFill>
                  <a:schemeClr val="dk1"/>
                </a:solidFill>
              </a:defRPr>
            </a:lvl6pPr>
            <a:lvl7pPr lvl="6" algn="l">
              <a:lnSpc>
                <a:spcPct val="115000"/>
              </a:lnSpc>
              <a:spcBef>
                <a:spcPts val="0"/>
              </a:spcBef>
              <a:spcAft>
                <a:spcPts val="0"/>
              </a:spcAft>
              <a:buClr>
                <a:schemeClr val="dk1"/>
              </a:buClr>
              <a:buSzPts val="1400"/>
              <a:buNone/>
              <a:defRPr sz="1900">
                <a:solidFill>
                  <a:schemeClr val="dk1"/>
                </a:solidFill>
              </a:defRPr>
            </a:lvl7pPr>
            <a:lvl8pPr lvl="7" algn="l">
              <a:lnSpc>
                <a:spcPct val="115000"/>
              </a:lnSpc>
              <a:spcBef>
                <a:spcPts val="0"/>
              </a:spcBef>
              <a:spcAft>
                <a:spcPts val="0"/>
              </a:spcAft>
              <a:buClr>
                <a:schemeClr val="dk1"/>
              </a:buClr>
              <a:buSzPts val="1400"/>
              <a:buNone/>
              <a:defRPr sz="1900">
                <a:solidFill>
                  <a:schemeClr val="dk1"/>
                </a:solidFill>
              </a:defRPr>
            </a:lvl8pPr>
            <a:lvl9pPr lvl="8" algn="l">
              <a:lnSpc>
                <a:spcPct val="115000"/>
              </a:lnSpc>
              <a:spcBef>
                <a:spcPts val="0"/>
              </a:spcBef>
              <a:spcAft>
                <a:spcPts val="0"/>
              </a:spcAft>
              <a:buClr>
                <a:schemeClr val="dk1"/>
              </a:buClr>
              <a:buSzPts val="1400"/>
              <a:buNone/>
              <a:defRPr sz="1900">
                <a:solidFill>
                  <a:schemeClr val="dk1"/>
                </a:solidFill>
              </a:defRPr>
            </a:lvl9pPr>
          </a:lstStyle>
          <a:p/>
        </p:txBody>
      </p:sp>
      <p:sp>
        <p:nvSpPr>
          <p:cNvPr id="654" name="Google Shape;654;p144"/>
          <p:cNvSpPr txBox="1"/>
          <p:nvPr>
            <p:ph idx="1" type="body"/>
          </p:nvPr>
        </p:nvSpPr>
        <p:spPr>
          <a:xfrm>
            <a:off x="571500" y="1905000"/>
            <a:ext cx="40005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
        <p:nvSpPr>
          <p:cNvPr id="655" name="Google Shape;655;p144"/>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one column 1">
  <p:cSld name="Sub header, one column">
    <p:spTree>
      <p:nvGrpSpPr>
        <p:cNvPr id="656" name="Shape 656"/>
        <p:cNvGrpSpPr/>
        <p:nvPr/>
      </p:nvGrpSpPr>
      <p:grpSpPr>
        <a:xfrm>
          <a:off x="0" y="0"/>
          <a:ext cx="0" cy="0"/>
          <a:chOff x="0" y="0"/>
          <a:chExt cx="0" cy="0"/>
        </a:xfrm>
      </p:grpSpPr>
      <p:sp>
        <p:nvSpPr>
          <p:cNvPr id="657" name="Google Shape;657;p145"/>
          <p:cNvSpPr txBox="1"/>
          <p:nvPr>
            <p:ph idx="1" type="subTitle"/>
          </p:nvPr>
        </p:nvSpPr>
        <p:spPr>
          <a:xfrm>
            <a:off x="5715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
        <p:nvSpPr>
          <p:cNvPr id="658" name="Google Shape;658;p145"/>
          <p:cNvSpPr txBox="1"/>
          <p:nvPr>
            <p:ph type="title"/>
          </p:nvPr>
        </p:nvSpPr>
        <p:spPr>
          <a:xfrm>
            <a:off x="571500" y="889006"/>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b="1"/>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659" name="Google Shape;659;p145"/>
          <p:cNvSpPr txBox="1"/>
          <p:nvPr>
            <p:ph idx="2" type="body"/>
          </p:nvPr>
        </p:nvSpPr>
        <p:spPr>
          <a:xfrm>
            <a:off x="5715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660" name="Google Shape;660;p145"/>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s with icons 1 1">
  <p:cSld name="Highlights with icons 1_1">
    <p:spTree>
      <p:nvGrpSpPr>
        <p:cNvPr id="661" name="Shape 661"/>
        <p:cNvGrpSpPr/>
        <p:nvPr/>
      </p:nvGrpSpPr>
      <p:grpSpPr>
        <a:xfrm>
          <a:off x="0" y="0"/>
          <a:ext cx="0" cy="0"/>
          <a:chOff x="0" y="0"/>
          <a:chExt cx="0" cy="0"/>
        </a:xfrm>
      </p:grpSpPr>
      <p:sp>
        <p:nvSpPr>
          <p:cNvPr id="662" name="Google Shape;662;p146"/>
          <p:cNvSpPr txBox="1"/>
          <p:nvPr>
            <p:ph idx="12" type="sldNum"/>
          </p:nvPr>
        </p:nvSpPr>
        <p:spPr>
          <a:xfrm>
            <a:off x="8572500" y="5080004"/>
            <a:ext cx="571500" cy="635100"/>
          </a:xfrm>
          <a:prstGeom prst="rect">
            <a:avLst/>
          </a:prstGeom>
          <a:noFill/>
          <a:ln>
            <a:noFill/>
          </a:ln>
        </p:spPr>
        <p:txBody>
          <a:bodyPr anchorCtr="0" anchor="t" bIns="126400" lIns="126400" spcFirstLastPara="1" rIns="126400" wrap="square" tIns="1264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663" name="Google Shape;663;p146"/>
          <p:cNvSpPr/>
          <p:nvPr>
            <p:ph idx="2" type="pic"/>
          </p:nvPr>
        </p:nvSpPr>
        <p:spPr>
          <a:xfrm>
            <a:off x="0" y="0"/>
            <a:ext cx="9144000" cy="2814900"/>
          </a:xfrm>
          <a:prstGeom prst="roundRect">
            <a:avLst>
              <a:gd fmla="val 1254" name="adj"/>
            </a:avLst>
          </a:prstGeom>
          <a:noFill/>
          <a:ln>
            <a:noFill/>
          </a:ln>
        </p:spPr>
      </p:sp>
      <p:sp>
        <p:nvSpPr>
          <p:cNvPr id="664" name="Google Shape;664;p146"/>
          <p:cNvSpPr txBox="1"/>
          <p:nvPr>
            <p:ph type="title"/>
          </p:nvPr>
        </p:nvSpPr>
        <p:spPr>
          <a:xfrm>
            <a:off x="457200" y="3730167"/>
            <a:ext cx="3667500" cy="1080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665" name="Google Shape;665;p146"/>
          <p:cNvSpPr txBox="1"/>
          <p:nvPr>
            <p:ph idx="1" type="subTitle"/>
          </p:nvPr>
        </p:nvSpPr>
        <p:spPr>
          <a:xfrm>
            <a:off x="457200" y="3211500"/>
            <a:ext cx="36675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666" name="Google Shape;666;p146"/>
          <p:cNvSpPr txBox="1"/>
          <p:nvPr>
            <p:ph idx="3" type="body"/>
          </p:nvPr>
        </p:nvSpPr>
        <p:spPr>
          <a:xfrm>
            <a:off x="4581600" y="2815000"/>
            <a:ext cx="4105200" cy="2391900"/>
          </a:xfrm>
          <a:prstGeom prst="rect">
            <a:avLst/>
          </a:prstGeom>
        </p:spPr>
        <p:txBody>
          <a:bodyPr anchorCtr="0" anchor="t" bIns="0" lIns="0" spcFirstLastPara="1" rIns="0" wrap="square" tIns="94800">
            <a:sp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2">
  <p:cSld name="TITLE_AND_BODY_3_2">
    <p:spTree>
      <p:nvGrpSpPr>
        <p:cNvPr id="667" name="Shape 667"/>
        <p:cNvGrpSpPr/>
        <p:nvPr/>
      </p:nvGrpSpPr>
      <p:grpSpPr>
        <a:xfrm>
          <a:off x="0" y="0"/>
          <a:ext cx="0" cy="0"/>
          <a:chOff x="0" y="0"/>
          <a:chExt cx="0" cy="0"/>
        </a:xfrm>
      </p:grpSpPr>
      <p:sp>
        <p:nvSpPr>
          <p:cNvPr id="668" name="Google Shape;668;p147"/>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669" name="Google Shape;669;p147"/>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9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900">
                <a:solidFill>
                  <a:schemeClr val="dk1"/>
                </a:solidFill>
              </a:defRPr>
            </a:lvl2pPr>
            <a:lvl3pPr lvl="2" algn="l">
              <a:lnSpc>
                <a:spcPct val="115000"/>
              </a:lnSpc>
              <a:spcBef>
                <a:spcPts val="0"/>
              </a:spcBef>
              <a:spcAft>
                <a:spcPts val="0"/>
              </a:spcAft>
              <a:buClr>
                <a:schemeClr val="dk1"/>
              </a:buClr>
              <a:buSzPts val="1400"/>
              <a:buNone/>
              <a:defRPr sz="1900">
                <a:solidFill>
                  <a:schemeClr val="dk1"/>
                </a:solidFill>
              </a:defRPr>
            </a:lvl3pPr>
            <a:lvl4pPr lvl="3" algn="l">
              <a:lnSpc>
                <a:spcPct val="115000"/>
              </a:lnSpc>
              <a:spcBef>
                <a:spcPts val="0"/>
              </a:spcBef>
              <a:spcAft>
                <a:spcPts val="0"/>
              </a:spcAft>
              <a:buClr>
                <a:schemeClr val="dk1"/>
              </a:buClr>
              <a:buSzPts val="1400"/>
              <a:buNone/>
              <a:defRPr sz="1900">
                <a:solidFill>
                  <a:schemeClr val="dk1"/>
                </a:solidFill>
              </a:defRPr>
            </a:lvl4pPr>
            <a:lvl5pPr lvl="4" algn="l">
              <a:lnSpc>
                <a:spcPct val="115000"/>
              </a:lnSpc>
              <a:spcBef>
                <a:spcPts val="0"/>
              </a:spcBef>
              <a:spcAft>
                <a:spcPts val="0"/>
              </a:spcAft>
              <a:buClr>
                <a:schemeClr val="dk1"/>
              </a:buClr>
              <a:buSzPts val="1400"/>
              <a:buNone/>
              <a:defRPr sz="1900">
                <a:solidFill>
                  <a:schemeClr val="dk1"/>
                </a:solidFill>
              </a:defRPr>
            </a:lvl5pPr>
            <a:lvl6pPr lvl="5" algn="l">
              <a:lnSpc>
                <a:spcPct val="115000"/>
              </a:lnSpc>
              <a:spcBef>
                <a:spcPts val="0"/>
              </a:spcBef>
              <a:spcAft>
                <a:spcPts val="0"/>
              </a:spcAft>
              <a:buClr>
                <a:schemeClr val="dk1"/>
              </a:buClr>
              <a:buSzPts val="1400"/>
              <a:buNone/>
              <a:defRPr sz="1900">
                <a:solidFill>
                  <a:schemeClr val="dk1"/>
                </a:solidFill>
              </a:defRPr>
            </a:lvl6pPr>
            <a:lvl7pPr lvl="6" algn="l">
              <a:lnSpc>
                <a:spcPct val="115000"/>
              </a:lnSpc>
              <a:spcBef>
                <a:spcPts val="0"/>
              </a:spcBef>
              <a:spcAft>
                <a:spcPts val="0"/>
              </a:spcAft>
              <a:buClr>
                <a:schemeClr val="dk1"/>
              </a:buClr>
              <a:buSzPts val="1400"/>
              <a:buNone/>
              <a:defRPr sz="1900">
                <a:solidFill>
                  <a:schemeClr val="dk1"/>
                </a:solidFill>
              </a:defRPr>
            </a:lvl7pPr>
            <a:lvl8pPr lvl="7" algn="l">
              <a:lnSpc>
                <a:spcPct val="115000"/>
              </a:lnSpc>
              <a:spcBef>
                <a:spcPts val="0"/>
              </a:spcBef>
              <a:spcAft>
                <a:spcPts val="0"/>
              </a:spcAft>
              <a:buClr>
                <a:schemeClr val="dk1"/>
              </a:buClr>
              <a:buSzPts val="1400"/>
              <a:buNone/>
              <a:defRPr sz="1900">
                <a:solidFill>
                  <a:schemeClr val="dk1"/>
                </a:solidFill>
              </a:defRPr>
            </a:lvl8pPr>
            <a:lvl9pPr lvl="8" algn="l">
              <a:lnSpc>
                <a:spcPct val="115000"/>
              </a:lnSpc>
              <a:spcBef>
                <a:spcPts val="0"/>
              </a:spcBef>
              <a:spcAft>
                <a:spcPts val="0"/>
              </a:spcAft>
              <a:buClr>
                <a:schemeClr val="dk1"/>
              </a:buClr>
              <a:buSzPts val="1400"/>
              <a:buNone/>
              <a:defRPr sz="1900">
                <a:solidFill>
                  <a:schemeClr val="dk1"/>
                </a:solidFill>
              </a:defRPr>
            </a:lvl9pPr>
          </a:lstStyle>
          <a:p/>
        </p:txBody>
      </p:sp>
      <p:sp>
        <p:nvSpPr>
          <p:cNvPr id="670" name="Google Shape;670;p147"/>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2">
  <p:cSld name="ONE_COLUMN_TEXT_2">
    <p:spTree>
      <p:nvGrpSpPr>
        <p:cNvPr id="671" name="Shape 671"/>
        <p:cNvGrpSpPr/>
        <p:nvPr/>
      </p:nvGrpSpPr>
      <p:grpSpPr>
        <a:xfrm>
          <a:off x="0" y="0"/>
          <a:ext cx="0" cy="0"/>
          <a:chOff x="0" y="0"/>
          <a:chExt cx="0" cy="0"/>
        </a:xfrm>
      </p:grpSpPr>
      <p:sp>
        <p:nvSpPr>
          <p:cNvPr id="672" name="Google Shape;672;p148"/>
          <p:cNvSpPr txBox="1"/>
          <p:nvPr>
            <p:ph type="title"/>
          </p:nvPr>
        </p:nvSpPr>
        <p:spPr>
          <a:xfrm>
            <a:off x="457200" y="518667"/>
            <a:ext cx="3204600" cy="1005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673" name="Google Shape;673;p148"/>
          <p:cNvSpPr txBox="1"/>
          <p:nvPr>
            <p:ph idx="1" type="body"/>
          </p:nvPr>
        </p:nvSpPr>
        <p:spPr>
          <a:xfrm>
            <a:off x="457200" y="1524417"/>
            <a:ext cx="32046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2">
  <p:cSld name="Title + Body 1_2">
    <p:spTree>
      <p:nvGrpSpPr>
        <p:cNvPr id="674" name="Shape 674"/>
        <p:cNvGrpSpPr/>
        <p:nvPr/>
      </p:nvGrpSpPr>
      <p:grpSpPr>
        <a:xfrm>
          <a:off x="0" y="0"/>
          <a:ext cx="0" cy="0"/>
          <a:chOff x="0" y="0"/>
          <a:chExt cx="0" cy="0"/>
        </a:xfrm>
      </p:grpSpPr>
      <p:sp>
        <p:nvSpPr>
          <p:cNvPr id="675" name="Google Shape;675;p149"/>
          <p:cNvSpPr txBox="1"/>
          <p:nvPr>
            <p:ph type="title"/>
          </p:nvPr>
        </p:nvSpPr>
        <p:spPr>
          <a:xfrm>
            <a:off x="457200" y="1694917"/>
            <a:ext cx="4114800" cy="4449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676" name="Google Shape;676;p149"/>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677" name="Google Shape;677;p149"/>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678" name="Google Shape;678;p149"/>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two columns 1">
  <p:cSld name="Sub header, two columns">
    <p:spTree>
      <p:nvGrpSpPr>
        <p:cNvPr id="679" name="Shape 679"/>
        <p:cNvGrpSpPr/>
        <p:nvPr/>
      </p:nvGrpSpPr>
      <p:grpSpPr>
        <a:xfrm>
          <a:off x="0" y="0"/>
          <a:ext cx="0" cy="0"/>
          <a:chOff x="0" y="0"/>
          <a:chExt cx="0" cy="0"/>
        </a:xfrm>
      </p:grpSpPr>
      <p:sp>
        <p:nvSpPr>
          <p:cNvPr id="680" name="Google Shape;680;p150"/>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681" name="Google Shape;681;p150"/>
          <p:cNvSpPr txBox="1"/>
          <p:nvPr>
            <p:ph type="title"/>
          </p:nvPr>
        </p:nvSpPr>
        <p:spPr>
          <a:xfrm>
            <a:off x="571500" y="889006"/>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b="1"/>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682" name="Google Shape;682;p150"/>
          <p:cNvSpPr txBox="1"/>
          <p:nvPr>
            <p:ph idx="1" type="body"/>
          </p:nvPr>
        </p:nvSpPr>
        <p:spPr>
          <a:xfrm>
            <a:off x="5715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683" name="Google Shape;683;p150"/>
          <p:cNvSpPr txBox="1"/>
          <p:nvPr>
            <p:ph idx="2" type="body"/>
          </p:nvPr>
        </p:nvSpPr>
        <p:spPr>
          <a:xfrm>
            <a:off x="45720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684" name="Google Shape;684;p150"/>
          <p:cNvSpPr txBox="1"/>
          <p:nvPr>
            <p:ph idx="3" type="subTitle"/>
          </p:nvPr>
        </p:nvSpPr>
        <p:spPr>
          <a:xfrm>
            <a:off x="5715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
        <p:nvSpPr>
          <p:cNvPr id="685" name="Google Shape;685;p150"/>
          <p:cNvSpPr txBox="1"/>
          <p:nvPr>
            <p:ph idx="4" type="subTitle"/>
          </p:nvPr>
        </p:nvSpPr>
        <p:spPr>
          <a:xfrm>
            <a:off x="45720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ullet points 1">
  <p:cSld name="Title and bullet points_1">
    <p:spTree>
      <p:nvGrpSpPr>
        <p:cNvPr id="686" name="Shape 686"/>
        <p:cNvGrpSpPr/>
        <p:nvPr/>
      </p:nvGrpSpPr>
      <p:grpSpPr>
        <a:xfrm>
          <a:off x="0" y="0"/>
          <a:ext cx="0" cy="0"/>
          <a:chOff x="0" y="0"/>
          <a:chExt cx="0" cy="0"/>
        </a:xfrm>
      </p:grpSpPr>
      <p:sp>
        <p:nvSpPr>
          <p:cNvPr id="687" name="Google Shape;687;p151"/>
          <p:cNvSpPr txBox="1"/>
          <p:nvPr>
            <p:ph idx="12" type="sldNum"/>
          </p:nvPr>
        </p:nvSpPr>
        <p:spPr>
          <a:xfrm>
            <a:off x="8572500" y="5080004"/>
            <a:ext cx="571500" cy="635100"/>
          </a:xfrm>
          <a:prstGeom prst="rect">
            <a:avLst/>
          </a:prstGeom>
          <a:noFill/>
          <a:ln>
            <a:noFill/>
          </a:ln>
        </p:spPr>
        <p:txBody>
          <a:bodyPr anchorCtr="0" anchor="t" bIns="94800" lIns="94800" spcFirstLastPara="1" rIns="94800" wrap="square" tIns="948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688" name="Google Shape;688;p151"/>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9">
    <p:spTree>
      <p:nvGrpSpPr>
        <p:cNvPr id="689" name="Shape 689"/>
        <p:cNvGrpSpPr/>
        <p:nvPr/>
      </p:nvGrpSpPr>
      <p:grpSpPr>
        <a:xfrm>
          <a:off x="0" y="0"/>
          <a:ext cx="0" cy="0"/>
          <a:chOff x="0" y="0"/>
          <a:chExt cx="0" cy="0"/>
        </a:xfrm>
      </p:grpSpPr>
      <p:sp>
        <p:nvSpPr>
          <p:cNvPr id="690" name="Google Shape;690;p152"/>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TITLE_ONLY_10">
    <p:spTree>
      <p:nvGrpSpPr>
        <p:cNvPr id="691" name="Shape 691"/>
        <p:cNvGrpSpPr/>
        <p:nvPr/>
      </p:nvGrpSpPr>
      <p:grpSpPr>
        <a:xfrm>
          <a:off x="0" y="0"/>
          <a:ext cx="0" cy="0"/>
          <a:chOff x="0" y="0"/>
          <a:chExt cx="0" cy="0"/>
        </a:xfrm>
      </p:grpSpPr>
      <p:sp>
        <p:nvSpPr>
          <p:cNvPr id="692" name="Google Shape;692;p153"/>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3">
  <p:cSld name="Title + Body 1_3">
    <p:spTree>
      <p:nvGrpSpPr>
        <p:cNvPr id="693" name="Shape 693"/>
        <p:cNvGrpSpPr/>
        <p:nvPr/>
      </p:nvGrpSpPr>
      <p:grpSpPr>
        <a:xfrm>
          <a:off x="0" y="0"/>
          <a:ext cx="0" cy="0"/>
          <a:chOff x="0" y="0"/>
          <a:chExt cx="0" cy="0"/>
        </a:xfrm>
      </p:grpSpPr>
      <p:sp>
        <p:nvSpPr>
          <p:cNvPr id="694" name="Google Shape;694;p154"/>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695" name="Google Shape;695;p154"/>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696" name="Google Shape;696;p154"/>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97" name="Google Shape;697;p154"/>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4">
  <p:cSld name="Title + Body 1_4">
    <p:spTree>
      <p:nvGrpSpPr>
        <p:cNvPr id="698" name="Shape 698"/>
        <p:cNvGrpSpPr/>
        <p:nvPr/>
      </p:nvGrpSpPr>
      <p:grpSpPr>
        <a:xfrm>
          <a:off x="0" y="0"/>
          <a:ext cx="0" cy="0"/>
          <a:chOff x="0" y="0"/>
          <a:chExt cx="0" cy="0"/>
        </a:xfrm>
      </p:grpSpPr>
      <p:sp>
        <p:nvSpPr>
          <p:cNvPr id="699" name="Google Shape;699;p155"/>
          <p:cNvSpPr txBox="1"/>
          <p:nvPr>
            <p:ph type="title"/>
          </p:nvPr>
        </p:nvSpPr>
        <p:spPr>
          <a:xfrm>
            <a:off x="457200" y="1694917"/>
            <a:ext cx="4114800" cy="4449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700" name="Google Shape;700;p155"/>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701" name="Google Shape;701;p155"/>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702" name="Google Shape;702;p155"/>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3">
  <p:cSld name="TITLE_AND_BODY_3_3">
    <p:spTree>
      <p:nvGrpSpPr>
        <p:cNvPr id="703" name="Shape 703"/>
        <p:cNvGrpSpPr/>
        <p:nvPr/>
      </p:nvGrpSpPr>
      <p:grpSpPr>
        <a:xfrm>
          <a:off x="0" y="0"/>
          <a:ext cx="0" cy="0"/>
          <a:chOff x="0" y="0"/>
          <a:chExt cx="0" cy="0"/>
        </a:xfrm>
      </p:grpSpPr>
      <p:sp>
        <p:nvSpPr>
          <p:cNvPr id="704" name="Google Shape;704;p156"/>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705" name="Google Shape;705;p156"/>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9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900">
                <a:solidFill>
                  <a:schemeClr val="dk1"/>
                </a:solidFill>
              </a:defRPr>
            </a:lvl2pPr>
            <a:lvl3pPr lvl="2" algn="l">
              <a:lnSpc>
                <a:spcPct val="115000"/>
              </a:lnSpc>
              <a:spcBef>
                <a:spcPts val="0"/>
              </a:spcBef>
              <a:spcAft>
                <a:spcPts val="0"/>
              </a:spcAft>
              <a:buClr>
                <a:schemeClr val="dk1"/>
              </a:buClr>
              <a:buSzPts val="1400"/>
              <a:buNone/>
              <a:defRPr sz="1900">
                <a:solidFill>
                  <a:schemeClr val="dk1"/>
                </a:solidFill>
              </a:defRPr>
            </a:lvl3pPr>
            <a:lvl4pPr lvl="3" algn="l">
              <a:lnSpc>
                <a:spcPct val="115000"/>
              </a:lnSpc>
              <a:spcBef>
                <a:spcPts val="0"/>
              </a:spcBef>
              <a:spcAft>
                <a:spcPts val="0"/>
              </a:spcAft>
              <a:buClr>
                <a:schemeClr val="dk1"/>
              </a:buClr>
              <a:buSzPts val="1400"/>
              <a:buNone/>
              <a:defRPr sz="1900">
                <a:solidFill>
                  <a:schemeClr val="dk1"/>
                </a:solidFill>
              </a:defRPr>
            </a:lvl4pPr>
            <a:lvl5pPr lvl="4" algn="l">
              <a:lnSpc>
                <a:spcPct val="115000"/>
              </a:lnSpc>
              <a:spcBef>
                <a:spcPts val="0"/>
              </a:spcBef>
              <a:spcAft>
                <a:spcPts val="0"/>
              </a:spcAft>
              <a:buClr>
                <a:schemeClr val="dk1"/>
              </a:buClr>
              <a:buSzPts val="1400"/>
              <a:buNone/>
              <a:defRPr sz="1900">
                <a:solidFill>
                  <a:schemeClr val="dk1"/>
                </a:solidFill>
              </a:defRPr>
            </a:lvl5pPr>
            <a:lvl6pPr lvl="5" algn="l">
              <a:lnSpc>
                <a:spcPct val="115000"/>
              </a:lnSpc>
              <a:spcBef>
                <a:spcPts val="0"/>
              </a:spcBef>
              <a:spcAft>
                <a:spcPts val="0"/>
              </a:spcAft>
              <a:buClr>
                <a:schemeClr val="dk1"/>
              </a:buClr>
              <a:buSzPts val="1400"/>
              <a:buNone/>
              <a:defRPr sz="1900">
                <a:solidFill>
                  <a:schemeClr val="dk1"/>
                </a:solidFill>
              </a:defRPr>
            </a:lvl6pPr>
            <a:lvl7pPr lvl="6" algn="l">
              <a:lnSpc>
                <a:spcPct val="115000"/>
              </a:lnSpc>
              <a:spcBef>
                <a:spcPts val="0"/>
              </a:spcBef>
              <a:spcAft>
                <a:spcPts val="0"/>
              </a:spcAft>
              <a:buClr>
                <a:schemeClr val="dk1"/>
              </a:buClr>
              <a:buSzPts val="1400"/>
              <a:buNone/>
              <a:defRPr sz="1900">
                <a:solidFill>
                  <a:schemeClr val="dk1"/>
                </a:solidFill>
              </a:defRPr>
            </a:lvl7pPr>
            <a:lvl8pPr lvl="7" algn="l">
              <a:lnSpc>
                <a:spcPct val="115000"/>
              </a:lnSpc>
              <a:spcBef>
                <a:spcPts val="0"/>
              </a:spcBef>
              <a:spcAft>
                <a:spcPts val="0"/>
              </a:spcAft>
              <a:buClr>
                <a:schemeClr val="dk1"/>
              </a:buClr>
              <a:buSzPts val="1400"/>
              <a:buNone/>
              <a:defRPr sz="1900">
                <a:solidFill>
                  <a:schemeClr val="dk1"/>
                </a:solidFill>
              </a:defRPr>
            </a:lvl8pPr>
            <a:lvl9pPr lvl="8" algn="l">
              <a:lnSpc>
                <a:spcPct val="115000"/>
              </a:lnSpc>
              <a:spcBef>
                <a:spcPts val="0"/>
              </a:spcBef>
              <a:spcAft>
                <a:spcPts val="0"/>
              </a:spcAft>
              <a:buClr>
                <a:schemeClr val="dk1"/>
              </a:buClr>
              <a:buSzPts val="1400"/>
              <a:buNone/>
              <a:defRPr sz="1900">
                <a:solidFill>
                  <a:schemeClr val="dk1"/>
                </a:solidFill>
              </a:defRPr>
            </a:lvl9pPr>
          </a:lstStyle>
          <a:p/>
        </p:txBody>
      </p:sp>
      <p:sp>
        <p:nvSpPr>
          <p:cNvPr id="706" name="Google Shape;706;p156"/>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3">
  <p:cSld name="ONE_COLUMN_TEXT_3">
    <p:spTree>
      <p:nvGrpSpPr>
        <p:cNvPr id="707" name="Shape 707"/>
        <p:cNvGrpSpPr/>
        <p:nvPr/>
      </p:nvGrpSpPr>
      <p:grpSpPr>
        <a:xfrm>
          <a:off x="0" y="0"/>
          <a:ext cx="0" cy="0"/>
          <a:chOff x="0" y="0"/>
          <a:chExt cx="0" cy="0"/>
        </a:xfrm>
      </p:grpSpPr>
      <p:sp>
        <p:nvSpPr>
          <p:cNvPr id="708" name="Google Shape;708;p157"/>
          <p:cNvSpPr txBox="1"/>
          <p:nvPr>
            <p:ph type="title"/>
          </p:nvPr>
        </p:nvSpPr>
        <p:spPr>
          <a:xfrm>
            <a:off x="457200" y="518667"/>
            <a:ext cx="3204600" cy="1005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709" name="Google Shape;709;p157"/>
          <p:cNvSpPr txBox="1"/>
          <p:nvPr>
            <p:ph idx="1" type="body"/>
          </p:nvPr>
        </p:nvSpPr>
        <p:spPr>
          <a:xfrm>
            <a:off x="457200" y="1524417"/>
            <a:ext cx="32046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7">
  <p:cSld name="TITLE_ONLY_11">
    <p:spTree>
      <p:nvGrpSpPr>
        <p:cNvPr id="710" name="Shape 710"/>
        <p:cNvGrpSpPr/>
        <p:nvPr/>
      </p:nvGrpSpPr>
      <p:grpSpPr>
        <a:xfrm>
          <a:off x="0" y="0"/>
          <a:ext cx="0" cy="0"/>
          <a:chOff x="0" y="0"/>
          <a:chExt cx="0" cy="0"/>
        </a:xfrm>
      </p:grpSpPr>
      <p:sp>
        <p:nvSpPr>
          <p:cNvPr id="711" name="Google Shape;711;p158"/>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2_1">
    <p:spTree>
      <p:nvGrpSpPr>
        <p:cNvPr id="712" name="Shape 712"/>
        <p:cNvGrpSpPr/>
        <p:nvPr/>
      </p:nvGrpSpPr>
      <p:grpSpPr>
        <a:xfrm>
          <a:off x="0" y="0"/>
          <a:ext cx="0" cy="0"/>
          <a:chOff x="0" y="0"/>
          <a:chExt cx="0" cy="0"/>
        </a:xfrm>
      </p:grpSpPr>
      <p:sp>
        <p:nvSpPr>
          <p:cNvPr id="713" name="Google Shape;713;p159"/>
          <p:cNvSpPr txBox="1"/>
          <p:nvPr>
            <p:ph type="title"/>
          </p:nvPr>
        </p:nvSpPr>
        <p:spPr>
          <a:xfrm>
            <a:off x="284850" y="317667"/>
            <a:ext cx="6423900" cy="6531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714" name="Google Shape;714;p159"/>
          <p:cNvSpPr txBox="1"/>
          <p:nvPr>
            <p:ph idx="12" type="sldNum"/>
          </p:nvPr>
        </p:nvSpPr>
        <p:spPr>
          <a:xfrm>
            <a:off x="8308150" y="5313473"/>
            <a:ext cx="548700" cy="84600"/>
          </a:xfrm>
          <a:prstGeom prst="rect">
            <a:avLst/>
          </a:prstGeom>
          <a:noFill/>
          <a:ln>
            <a:noFill/>
          </a:ln>
        </p:spPr>
        <p:txBody>
          <a:bodyPr anchorCtr="0" anchor="ctr" bIns="91425" lIns="91425" spcFirstLastPara="1" rIns="91425" wrap="square" tIns="91425">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715" name="Google Shape;715;p159"/>
          <p:cNvSpPr txBox="1"/>
          <p:nvPr>
            <p:ph idx="2" type="title"/>
          </p:nvPr>
        </p:nvSpPr>
        <p:spPr>
          <a:xfrm>
            <a:off x="4629750" y="5309972"/>
            <a:ext cx="1328400" cy="84600"/>
          </a:xfrm>
          <a:prstGeom prst="rect">
            <a:avLst/>
          </a:prstGeom>
        </p:spPr>
        <p:txBody>
          <a:bodyPr anchorCtr="0" anchor="ctr" bIns="0" lIns="0" spcFirstLastPara="1" rIns="0" wrap="square" tIns="0">
            <a:spAutoFit/>
          </a:bodyPr>
          <a:lstStyle>
            <a:lvl1pPr lvl="0">
              <a:spcBef>
                <a:spcPts val="0"/>
              </a:spcBef>
              <a:spcAft>
                <a:spcPts val="0"/>
              </a:spcAft>
              <a:buSzPts val="600"/>
              <a:buFont typeface="Inter"/>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716" name="Google Shape;716;p159"/>
          <p:cNvSpPr txBox="1"/>
          <p:nvPr>
            <p:ph idx="3" type="title"/>
          </p:nvPr>
        </p:nvSpPr>
        <p:spPr>
          <a:xfrm>
            <a:off x="6086100" y="5309972"/>
            <a:ext cx="1328400" cy="84600"/>
          </a:xfrm>
          <a:prstGeom prst="rect">
            <a:avLst/>
          </a:prstGeom>
        </p:spPr>
        <p:txBody>
          <a:bodyPr anchorCtr="0" anchor="ctr" bIns="0" lIns="0" spcFirstLastPara="1" rIns="0" wrap="square" tIns="0">
            <a:spAutoFit/>
          </a:bodyPr>
          <a:lstStyle>
            <a:lvl1pPr lvl="0">
              <a:spcBef>
                <a:spcPts val="0"/>
              </a:spcBef>
              <a:spcAft>
                <a:spcPts val="0"/>
              </a:spcAft>
              <a:buSzPts val="600"/>
              <a:buFont typeface="Inter"/>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7">
    <p:spTree>
      <p:nvGrpSpPr>
        <p:cNvPr id="717" name="Shape 717"/>
        <p:cNvGrpSpPr/>
        <p:nvPr/>
      </p:nvGrpSpPr>
      <p:grpSpPr>
        <a:xfrm>
          <a:off x="0" y="0"/>
          <a:ext cx="0" cy="0"/>
          <a:chOff x="0" y="0"/>
          <a:chExt cx="0" cy="0"/>
        </a:xfrm>
      </p:grpSpPr>
      <p:sp>
        <p:nvSpPr>
          <p:cNvPr id="718" name="Google Shape;718;p160"/>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719" name="Google Shape;719;p160"/>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8">
  <p:cSld name="TITLE_ONLY_12">
    <p:spTree>
      <p:nvGrpSpPr>
        <p:cNvPr id="720" name="Shape 720"/>
        <p:cNvGrpSpPr/>
        <p:nvPr/>
      </p:nvGrpSpPr>
      <p:grpSpPr>
        <a:xfrm>
          <a:off x="0" y="0"/>
          <a:ext cx="0" cy="0"/>
          <a:chOff x="0" y="0"/>
          <a:chExt cx="0" cy="0"/>
        </a:xfrm>
      </p:grpSpPr>
      <p:sp>
        <p:nvSpPr>
          <p:cNvPr id="721" name="Google Shape;721;p161"/>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wo columns 1">
  <p:cSld name="Chapter title and two columns_1">
    <p:spTree>
      <p:nvGrpSpPr>
        <p:cNvPr id="722" name="Shape 722"/>
        <p:cNvGrpSpPr/>
        <p:nvPr/>
      </p:nvGrpSpPr>
      <p:grpSpPr>
        <a:xfrm>
          <a:off x="0" y="0"/>
          <a:ext cx="0" cy="0"/>
          <a:chOff x="0" y="0"/>
          <a:chExt cx="0" cy="0"/>
        </a:xfrm>
      </p:grpSpPr>
      <p:sp>
        <p:nvSpPr>
          <p:cNvPr id="723" name="Google Shape;723;p162"/>
          <p:cNvSpPr txBox="1"/>
          <p:nvPr>
            <p:ph type="title"/>
          </p:nvPr>
        </p:nvSpPr>
        <p:spPr>
          <a:xfrm>
            <a:off x="4572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724" name="Google Shape;724;p162"/>
          <p:cNvSpPr txBox="1"/>
          <p:nvPr>
            <p:ph idx="1" type="body"/>
          </p:nvPr>
        </p:nvSpPr>
        <p:spPr>
          <a:xfrm>
            <a:off x="4572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725" name="Google Shape;725;p162"/>
          <p:cNvSpPr txBox="1"/>
          <p:nvPr>
            <p:ph idx="2"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726" name="Google Shape;726;p162"/>
          <p:cNvSpPr txBox="1"/>
          <p:nvPr>
            <p:ph idx="3" type="title"/>
          </p:nvPr>
        </p:nvSpPr>
        <p:spPr>
          <a:xfrm>
            <a:off x="45617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727" name="Google Shape;727;p162"/>
          <p:cNvSpPr txBox="1"/>
          <p:nvPr>
            <p:ph idx="4" type="body"/>
          </p:nvPr>
        </p:nvSpPr>
        <p:spPr>
          <a:xfrm>
            <a:off x="45617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1">
  <p:cSld name="TITLE_ONLY_6_1">
    <p:spTree>
      <p:nvGrpSpPr>
        <p:cNvPr id="728" name="Shape 728"/>
        <p:cNvGrpSpPr/>
        <p:nvPr/>
      </p:nvGrpSpPr>
      <p:grpSpPr>
        <a:xfrm>
          <a:off x="0" y="0"/>
          <a:ext cx="0" cy="0"/>
          <a:chOff x="0" y="0"/>
          <a:chExt cx="0" cy="0"/>
        </a:xfrm>
      </p:grpSpPr>
      <p:sp>
        <p:nvSpPr>
          <p:cNvPr id="729" name="Google Shape;729;p163"/>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7 1">
  <p:cSld name="TITLE_ONLY_7_1">
    <p:spTree>
      <p:nvGrpSpPr>
        <p:cNvPr id="730" name="Shape 730"/>
        <p:cNvGrpSpPr/>
        <p:nvPr/>
      </p:nvGrpSpPr>
      <p:grpSpPr>
        <a:xfrm>
          <a:off x="0" y="0"/>
          <a:ext cx="0" cy="0"/>
          <a:chOff x="0" y="0"/>
          <a:chExt cx="0" cy="0"/>
        </a:xfrm>
      </p:grpSpPr>
      <p:sp>
        <p:nvSpPr>
          <p:cNvPr id="731" name="Google Shape;731;p164"/>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1 1">
  <p:cSld name="Title + Subtitle_1_1">
    <p:spTree>
      <p:nvGrpSpPr>
        <p:cNvPr id="732" name="Shape 732"/>
        <p:cNvGrpSpPr/>
        <p:nvPr/>
      </p:nvGrpSpPr>
      <p:grpSpPr>
        <a:xfrm>
          <a:off x="0" y="0"/>
          <a:ext cx="0" cy="0"/>
          <a:chOff x="0" y="0"/>
          <a:chExt cx="0" cy="0"/>
        </a:xfrm>
      </p:grpSpPr>
      <p:sp>
        <p:nvSpPr>
          <p:cNvPr id="733" name="Google Shape;733;p165"/>
          <p:cNvSpPr txBox="1"/>
          <p:nvPr>
            <p:ph idx="1"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734" name="Google Shape;734;p165"/>
          <p:cNvSpPr txBox="1"/>
          <p:nvPr>
            <p:ph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4">
  <p:cSld name="TITLE_AND_BODY_8">
    <p:spTree>
      <p:nvGrpSpPr>
        <p:cNvPr id="735" name="Shape 735"/>
        <p:cNvGrpSpPr/>
        <p:nvPr/>
      </p:nvGrpSpPr>
      <p:grpSpPr>
        <a:xfrm>
          <a:off x="0" y="0"/>
          <a:ext cx="0" cy="0"/>
          <a:chOff x="0" y="0"/>
          <a:chExt cx="0" cy="0"/>
        </a:xfrm>
      </p:grpSpPr>
      <p:sp>
        <p:nvSpPr>
          <p:cNvPr id="736" name="Google Shape;736;p166"/>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737" name="Google Shape;737;p166"/>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2">
    <p:spTree>
      <p:nvGrpSpPr>
        <p:cNvPr id="738" name="Shape 738"/>
        <p:cNvGrpSpPr/>
        <p:nvPr/>
      </p:nvGrpSpPr>
      <p:grpSpPr>
        <a:xfrm>
          <a:off x="0" y="0"/>
          <a:ext cx="0" cy="0"/>
          <a:chOff x="0" y="0"/>
          <a:chExt cx="0" cy="0"/>
        </a:xfrm>
      </p:grpSpPr>
      <p:sp>
        <p:nvSpPr>
          <p:cNvPr id="739" name="Google Shape;739;p167"/>
          <p:cNvSpPr txBox="1"/>
          <p:nvPr>
            <p:ph type="title"/>
          </p:nvPr>
        </p:nvSpPr>
        <p:spPr>
          <a:xfrm>
            <a:off x="571500" y="889000"/>
            <a:ext cx="40005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40" name="Google Shape;740;p167"/>
          <p:cNvSpPr txBox="1"/>
          <p:nvPr>
            <p:ph idx="1" type="body"/>
          </p:nvPr>
        </p:nvSpPr>
        <p:spPr>
          <a:xfrm>
            <a:off x="571500" y="1905000"/>
            <a:ext cx="40005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741" name="Google Shape;741;p167"/>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Right 1 1">
  <p:cSld name="Text + Image_2">
    <p:spTree>
      <p:nvGrpSpPr>
        <p:cNvPr id="742" name="Shape 742"/>
        <p:cNvGrpSpPr/>
        <p:nvPr/>
      </p:nvGrpSpPr>
      <p:grpSpPr>
        <a:xfrm>
          <a:off x="0" y="0"/>
          <a:ext cx="0" cy="0"/>
          <a:chOff x="0" y="0"/>
          <a:chExt cx="0" cy="0"/>
        </a:xfrm>
      </p:grpSpPr>
      <p:sp>
        <p:nvSpPr>
          <p:cNvPr id="743" name="Google Shape;743;p168"/>
          <p:cNvSpPr/>
          <p:nvPr>
            <p:ph idx="2" type="pic"/>
          </p:nvPr>
        </p:nvSpPr>
        <p:spPr>
          <a:xfrm>
            <a:off x="4572000" y="91667"/>
            <a:ext cx="4495800" cy="5531700"/>
          </a:xfrm>
          <a:prstGeom prst="roundRect">
            <a:avLst>
              <a:gd fmla="val 16667" name="adj"/>
            </a:avLst>
          </a:prstGeom>
          <a:noFill/>
          <a:ln>
            <a:noFill/>
          </a:ln>
        </p:spPr>
      </p:sp>
      <p:sp>
        <p:nvSpPr>
          <p:cNvPr id="744" name="Google Shape;744;p168"/>
          <p:cNvSpPr txBox="1"/>
          <p:nvPr>
            <p:ph idx="1" type="body"/>
          </p:nvPr>
        </p:nvSpPr>
        <p:spPr>
          <a:xfrm>
            <a:off x="457200" y="2190008"/>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745" name="Google Shape;745;p168"/>
          <p:cNvSpPr txBox="1"/>
          <p:nvPr>
            <p:ph idx="3" type="subTitle"/>
          </p:nvPr>
        </p:nvSpPr>
        <p:spPr>
          <a:xfrm>
            <a:off x="457200" y="457175"/>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746" name="Google Shape;746;p168"/>
          <p:cNvSpPr txBox="1"/>
          <p:nvPr>
            <p:ph type="title"/>
          </p:nvPr>
        </p:nvSpPr>
        <p:spPr>
          <a:xfrm>
            <a:off x="457200" y="891281"/>
            <a:ext cx="3661500" cy="63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1">
  <p:cSld name="TITLE_ONLY_4">
    <p:spTree>
      <p:nvGrpSpPr>
        <p:cNvPr id="747" name="Shape 747"/>
        <p:cNvGrpSpPr/>
        <p:nvPr/>
      </p:nvGrpSpPr>
      <p:grpSpPr>
        <a:xfrm>
          <a:off x="0" y="0"/>
          <a:ext cx="0" cy="0"/>
          <a:chOff x="0" y="0"/>
          <a:chExt cx="0" cy="0"/>
        </a:xfrm>
      </p:grpSpPr>
      <p:sp>
        <p:nvSpPr>
          <p:cNvPr id="748" name="Google Shape;748;p169"/>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5">
  <p:cSld name="TITLE_AND_BODY_9">
    <p:spTree>
      <p:nvGrpSpPr>
        <p:cNvPr id="749" name="Shape 749"/>
        <p:cNvGrpSpPr/>
        <p:nvPr/>
      </p:nvGrpSpPr>
      <p:grpSpPr>
        <a:xfrm>
          <a:off x="0" y="0"/>
          <a:ext cx="0" cy="0"/>
          <a:chOff x="0" y="0"/>
          <a:chExt cx="0" cy="0"/>
        </a:xfrm>
      </p:grpSpPr>
      <p:sp>
        <p:nvSpPr>
          <p:cNvPr id="750" name="Google Shape;750;p170"/>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751" name="Google Shape;751;p170"/>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1 1">
  <p:cSld name="ONE_COLUMN_TEXT_1_1">
    <p:spTree>
      <p:nvGrpSpPr>
        <p:cNvPr id="752" name="Shape 752"/>
        <p:cNvGrpSpPr/>
        <p:nvPr/>
      </p:nvGrpSpPr>
      <p:grpSpPr>
        <a:xfrm>
          <a:off x="0" y="0"/>
          <a:ext cx="0" cy="0"/>
          <a:chOff x="0" y="0"/>
          <a:chExt cx="0" cy="0"/>
        </a:xfrm>
      </p:grpSpPr>
      <p:sp>
        <p:nvSpPr>
          <p:cNvPr id="753" name="Google Shape;753;p171"/>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754" name="Google Shape;754;p171"/>
          <p:cNvSpPr txBox="1"/>
          <p:nvPr>
            <p:ph idx="1" type="body"/>
          </p:nvPr>
        </p:nvSpPr>
        <p:spPr>
          <a:xfrm>
            <a:off x="457200" y="1524425"/>
            <a:ext cx="3204600" cy="37338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1pPr>
            <a:lvl2pPr indent="-342900" lvl="1" marL="914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2pPr>
            <a:lvl3pPr indent="-342900" lvl="2" marL="1371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3pPr>
            <a:lvl4pPr indent="-342900" lvl="3" marL="1828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4pPr>
            <a:lvl5pPr indent="-342900" lvl="4" marL="22860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5pPr>
            <a:lvl6pPr indent="-342900" lvl="5" marL="2743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6pPr>
            <a:lvl7pPr indent="-342900" lvl="6" marL="3200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7pPr>
            <a:lvl8pPr indent="-342900" lvl="7" marL="3657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8pPr>
            <a:lvl9pPr indent="-342900" lvl="8" marL="4114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1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6">
  <p:cSld name="TITLE_AND_BODY_10_1">
    <p:spTree>
      <p:nvGrpSpPr>
        <p:cNvPr id="755" name="Shape 755"/>
        <p:cNvGrpSpPr/>
        <p:nvPr/>
      </p:nvGrpSpPr>
      <p:grpSpPr>
        <a:xfrm>
          <a:off x="0" y="0"/>
          <a:ext cx="0" cy="0"/>
          <a:chOff x="0" y="0"/>
          <a:chExt cx="0" cy="0"/>
        </a:xfrm>
      </p:grpSpPr>
      <p:sp>
        <p:nvSpPr>
          <p:cNvPr id="756" name="Google Shape;756;p172"/>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757" name="Google Shape;757;p172"/>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58" name="Google Shape;758;p172"/>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6 1">
  <p:cSld name="TITLE_AND_BODY_10_2">
    <p:spTree>
      <p:nvGrpSpPr>
        <p:cNvPr id="759" name="Shape 759"/>
        <p:cNvGrpSpPr/>
        <p:nvPr/>
      </p:nvGrpSpPr>
      <p:grpSpPr>
        <a:xfrm>
          <a:off x="0" y="0"/>
          <a:ext cx="0" cy="0"/>
          <a:chOff x="0" y="0"/>
          <a:chExt cx="0" cy="0"/>
        </a:xfrm>
      </p:grpSpPr>
      <p:sp>
        <p:nvSpPr>
          <p:cNvPr id="760" name="Google Shape;760;p173"/>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761" name="Google Shape;761;p173"/>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62" name="Google Shape;762;p173"/>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7">
  <p:cSld name="TITLE_AND_BODY_11">
    <p:spTree>
      <p:nvGrpSpPr>
        <p:cNvPr id="763" name="Shape 763"/>
        <p:cNvGrpSpPr/>
        <p:nvPr/>
      </p:nvGrpSpPr>
      <p:grpSpPr>
        <a:xfrm>
          <a:off x="0" y="0"/>
          <a:ext cx="0" cy="0"/>
          <a:chOff x="0" y="0"/>
          <a:chExt cx="0" cy="0"/>
        </a:xfrm>
      </p:grpSpPr>
      <p:sp>
        <p:nvSpPr>
          <p:cNvPr id="764" name="Google Shape;764;p174"/>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765" name="Google Shape;765;p174"/>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66" name="Google Shape;766;p174"/>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6 2">
  <p:cSld name="TITLE_AND_BODY_10_3">
    <p:spTree>
      <p:nvGrpSpPr>
        <p:cNvPr id="767" name="Shape 767"/>
        <p:cNvGrpSpPr/>
        <p:nvPr/>
      </p:nvGrpSpPr>
      <p:grpSpPr>
        <a:xfrm>
          <a:off x="0" y="0"/>
          <a:ext cx="0" cy="0"/>
          <a:chOff x="0" y="0"/>
          <a:chExt cx="0" cy="0"/>
        </a:xfrm>
      </p:grpSpPr>
      <p:sp>
        <p:nvSpPr>
          <p:cNvPr id="768" name="Google Shape;768;p175"/>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769" name="Google Shape;769;p175"/>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70" name="Google Shape;770;p175"/>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5 master">
  <p:cSld name="Slide 25 master">
    <p:spTree>
      <p:nvGrpSpPr>
        <p:cNvPr id="771" name="Shape 771"/>
        <p:cNvGrpSpPr/>
        <p:nvPr/>
      </p:nvGrpSpPr>
      <p:grpSpPr>
        <a:xfrm>
          <a:off x="0" y="0"/>
          <a:ext cx="0" cy="0"/>
          <a:chOff x="0" y="0"/>
          <a:chExt cx="0" cy="0"/>
        </a:xfrm>
      </p:grpSpPr>
      <p:pic>
        <p:nvPicPr>
          <p:cNvPr descr="preencoded.png" id="772" name="Google Shape;772;p176"/>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773" name="Google Shape;773;p176"/>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77" name="Shape 777"/>
        <p:cNvGrpSpPr/>
        <p:nvPr/>
      </p:nvGrpSpPr>
      <p:grpSpPr>
        <a:xfrm>
          <a:off x="0" y="0"/>
          <a:ext cx="0" cy="0"/>
          <a:chOff x="0" y="0"/>
          <a:chExt cx="0" cy="0"/>
        </a:xfrm>
      </p:grpSpPr>
      <p:pic>
        <p:nvPicPr>
          <p:cNvPr id="778" name="Google Shape;778;p178" title="Mesh Holographic Gradients - Dark Gradient 22.png"/>
          <p:cNvPicPr preferRelativeResize="0"/>
          <p:nvPr/>
        </p:nvPicPr>
        <p:blipFill rotWithShape="1">
          <a:blip r:embed="rId2">
            <a:alphaModFix/>
          </a:blip>
          <a:srcRect b="0" l="0" r="9999" t="0"/>
          <a:stretch/>
        </p:blipFill>
        <p:spPr>
          <a:xfrm>
            <a:off x="0" y="0"/>
            <a:ext cx="9143997" cy="5715000"/>
          </a:xfrm>
          <a:prstGeom prst="rect">
            <a:avLst/>
          </a:prstGeom>
          <a:noFill/>
          <a:ln>
            <a:noFill/>
          </a:ln>
        </p:spPr>
      </p:pic>
      <p:pic>
        <p:nvPicPr>
          <p:cNvPr id="779" name="Google Shape;779;p178"/>
          <p:cNvPicPr preferRelativeResize="0"/>
          <p:nvPr/>
        </p:nvPicPr>
        <p:blipFill rotWithShape="1">
          <a:blip r:embed="rId3">
            <a:alphaModFix/>
          </a:blip>
          <a:srcRect b="0" l="0" r="0" t="0"/>
          <a:stretch/>
        </p:blipFill>
        <p:spPr>
          <a:xfrm>
            <a:off x="457200" y="457209"/>
            <a:ext cx="316413" cy="390600"/>
          </a:xfrm>
          <a:prstGeom prst="rect">
            <a:avLst/>
          </a:prstGeom>
          <a:noFill/>
          <a:ln>
            <a:noFill/>
          </a:ln>
        </p:spPr>
      </p:pic>
      <p:sp>
        <p:nvSpPr>
          <p:cNvPr id="780" name="Google Shape;780;p178"/>
          <p:cNvSpPr/>
          <p:nvPr/>
        </p:nvSpPr>
        <p:spPr>
          <a:xfrm>
            <a:off x="984762" y="561375"/>
            <a:ext cx="203100" cy="225600"/>
          </a:xfrm>
          <a:prstGeom prst="plus">
            <a:avLst>
              <a:gd fmla="val 43366" name="adj"/>
            </a:avLst>
          </a:prstGeom>
          <a:solidFill>
            <a:srgbClr val="60A5FA"/>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Lato"/>
              <a:ea typeface="Lato"/>
              <a:cs typeface="Lato"/>
              <a:sym typeface="Lato"/>
            </a:endParaRPr>
          </a:p>
        </p:txBody>
      </p:sp>
      <p:sp>
        <p:nvSpPr>
          <p:cNvPr id="781" name="Google Shape;781;p178"/>
          <p:cNvSpPr txBox="1"/>
          <p:nvPr/>
        </p:nvSpPr>
        <p:spPr>
          <a:xfrm>
            <a:off x="8081975" y="4984033"/>
            <a:ext cx="614100" cy="2463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lang="en" sz="1600">
                <a:solidFill>
                  <a:schemeClr val="accent4"/>
                </a:solidFill>
                <a:latin typeface="Poppins Medium"/>
                <a:ea typeface="Poppins Medium"/>
                <a:cs typeface="Poppins Medium"/>
                <a:sym typeface="Poppins Medium"/>
              </a:rPr>
              <a:t>2025</a:t>
            </a:r>
            <a:endParaRPr sz="1600">
              <a:solidFill>
                <a:schemeClr val="accent4"/>
              </a:solidFill>
              <a:latin typeface="Poppins Medium"/>
              <a:ea typeface="Poppins Medium"/>
              <a:cs typeface="Poppins Medium"/>
              <a:sym typeface="Poppins Medium"/>
            </a:endParaRPr>
          </a:p>
        </p:txBody>
      </p:sp>
      <p:sp>
        <p:nvSpPr>
          <p:cNvPr id="782" name="Google Shape;782;p178"/>
          <p:cNvSpPr txBox="1"/>
          <p:nvPr>
            <p:ph type="title"/>
          </p:nvPr>
        </p:nvSpPr>
        <p:spPr>
          <a:xfrm>
            <a:off x="457200" y="3038000"/>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783" name="Google Shape;783;p178"/>
          <p:cNvSpPr txBox="1"/>
          <p:nvPr>
            <p:ph idx="1" type="subTitle"/>
          </p:nvPr>
        </p:nvSpPr>
        <p:spPr>
          <a:xfrm>
            <a:off x="457200" y="48237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rtification covers">
  <p:cSld name="TITLE_1">
    <p:spTree>
      <p:nvGrpSpPr>
        <p:cNvPr id="784" name="Shape 784"/>
        <p:cNvGrpSpPr/>
        <p:nvPr/>
      </p:nvGrpSpPr>
      <p:grpSpPr>
        <a:xfrm>
          <a:off x="0" y="0"/>
          <a:ext cx="0" cy="0"/>
          <a:chOff x="0" y="0"/>
          <a:chExt cx="0" cy="0"/>
        </a:xfrm>
      </p:grpSpPr>
      <p:pic>
        <p:nvPicPr>
          <p:cNvPr id="785" name="Google Shape;785;p179" title="Mesh Holographic Gradients - Dark Gradient 22.png"/>
          <p:cNvPicPr preferRelativeResize="0"/>
          <p:nvPr/>
        </p:nvPicPr>
        <p:blipFill rotWithShape="1">
          <a:blip r:embed="rId2">
            <a:alphaModFix/>
          </a:blip>
          <a:srcRect b="0" l="0" r="9999" t="0"/>
          <a:stretch/>
        </p:blipFill>
        <p:spPr>
          <a:xfrm flipH="1" rot="10800000">
            <a:off x="0" y="0"/>
            <a:ext cx="9144003" cy="5715000"/>
          </a:xfrm>
          <a:prstGeom prst="rect">
            <a:avLst/>
          </a:prstGeom>
          <a:noFill/>
          <a:ln>
            <a:noFill/>
          </a:ln>
        </p:spPr>
      </p:pic>
      <p:pic>
        <p:nvPicPr>
          <p:cNvPr id="786" name="Google Shape;786;p179"/>
          <p:cNvPicPr preferRelativeResize="0"/>
          <p:nvPr/>
        </p:nvPicPr>
        <p:blipFill rotWithShape="1">
          <a:blip r:embed="rId3">
            <a:alphaModFix/>
          </a:blip>
          <a:srcRect b="0" l="0" r="0" t="0"/>
          <a:stretch/>
        </p:blipFill>
        <p:spPr>
          <a:xfrm>
            <a:off x="457200" y="531584"/>
            <a:ext cx="316413" cy="390600"/>
          </a:xfrm>
          <a:prstGeom prst="rect">
            <a:avLst/>
          </a:prstGeom>
          <a:noFill/>
          <a:ln>
            <a:noFill/>
          </a:ln>
        </p:spPr>
      </p:pic>
      <p:sp>
        <p:nvSpPr>
          <p:cNvPr id="787" name="Google Shape;787;p179"/>
          <p:cNvSpPr txBox="1"/>
          <p:nvPr>
            <p:ph type="title"/>
          </p:nvPr>
        </p:nvSpPr>
        <p:spPr>
          <a:xfrm>
            <a:off x="457200" y="3038000"/>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788" name="Google Shape;788;p179"/>
          <p:cNvSpPr txBox="1"/>
          <p:nvPr>
            <p:ph idx="1" type="subTitle"/>
          </p:nvPr>
        </p:nvSpPr>
        <p:spPr>
          <a:xfrm>
            <a:off x="457200" y="48237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type="secHead">
  <p:cSld name="SECTION_HEADER">
    <p:spTree>
      <p:nvGrpSpPr>
        <p:cNvPr id="789" name="Shape 789"/>
        <p:cNvGrpSpPr/>
        <p:nvPr/>
      </p:nvGrpSpPr>
      <p:grpSpPr>
        <a:xfrm>
          <a:off x="0" y="0"/>
          <a:ext cx="0" cy="0"/>
          <a:chOff x="0" y="0"/>
          <a:chExt cx="0" cy="0"/>
        </a:xfrm>
      </p:grpSpPr>
      <p:pic>
        <p:nvPicPr>
          <p:cNvPr id="790" name="Google Shape;790;p180" title="Mesh Holographic Gradients - Dark Gradient 22.png"/>
          <p:cNvPicPr preferRelativeResize="0"/>
          <p:nvPr/>
        </p:nvPicPr>
        <p:blipFill rotWithShape="1">
          <a:blip r:embed="rId2">
            <a:alphaModFix/>
          </a:blip>
          <a:srcRect b="0" l="0" r="9999" t="0"/>
          <a:stretch/>
        </p:blipFill>
        <p:spPr>
          <a:xfrm>
            <a:off x="0" y="0"/>
            <a:ext cx="9144003" cy="5715000"/>
          </a:xfrm>
          <a:prstGeom prst="rect">
            <a:avLst/>
          </a:prstGeom>
          <a:noFill/>
          <a:ln>
            <a:noFill/>
          </a:ln>
        </p:spPr>
      </p:pic>
      <p:sp>
        <p:nvSpPr>
          <p:cNvPr id="791" name="Google Shape;791;p180"/>
          <p:cNvSpPr txBox="1"/>
          <p:nvPr>
            <p:ph type="title"/>
          </p:nvPr>
        </p:nvSpPr>
        <p:spPr>
          <a:xfrm>
            <a:off x="457200" y="4271667"/>
            <a:ext cx="5023800" cy="935400"/>
          </a:xfrm>
          <a:prstGeom prst="rect">
            <a:avLst/>
          </a:prstGeom>
        </p:spPr>
        <p:txBody>
          <a:bodyPr anchorCtr="0" anchor="b" bIns="0" lIns="0" spcFirstLastPara="1" rIns="0" wrap="square" tIns="0">
            <a:sp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 slide">
  <p:cSld name="CUSTOM">
    <p:spTree>
      <p:nvGrpSpPr>
        <p:cNvPr id="792" name="Shape 792"/>
        <p:cNvGrpSpPr/>
        <p:nvPr/>
      </p:nvGrpSpPr>
      <p:grpSpPr>
        <a:xfrm>
          <a:off x="0" y="0"/>
          <a:ext cx="0" cy="0"/>
          <a:chOff x="0" y="0"/>
          <a:chExt cx="0" cy="0"/>
        </a:xfrm>
      </p:grpSpPr>
      <p:grpSp>
        <p:nvGrpSpPr>
          <p:cNvPr id="793" name="Google Shape;793;p181"/>
          <p:cNvGrpSpPr/>
          <p:nvPr/>
        </p:nvGrpSpPr>
        <p:grpSpPr>
          <a:xfrm>
            <a:off x="0" y="0"/>
            <a:ext cx="9143998" cy="5714776"/>
            <a:chOff x="0" y="-2"/>
            <a:chExt cx="10973237" cy="6858005"/>
          </a:xfrm>
        </p:grpSpPr>
        <p:pic>
          <p:nvPicPr>
            <p:cNvPr id="794" name="Google Shape;794;p181" title="Break.png"/>
            <p:cNvPicPr preferRelativeResize="0"/>
            <p:nvPr/>
          </p:nvPicPr>
          <p:blipFill rotWithShape="1">
            <a:blip r:embed="rId2">
              <a:alphaModFix/>
            </a:blip>
            <a:srcRect b="0" l="0" r="9999" t="0"/>
            <a:stretch/>
          </p:blipFill>
          <p:spPr>
            <a:xfrm>
              <a:off x="0" y="-2"/>
              <a:ext cx="10973237" cy="6858005"/>
            </a:xfrm>
            <a:prstGeom prst="rect">
              <a:avLst/>
            </a:prstGeom>
            <a:noFill/>
            <a:ln>
              <a:noFill/>
            </a:ln>
          </p:spPr>
        </p:pic>
        <p:pic>
          <p:nvPicPr>
            <p:cNvPr id="795" name="Google Shape;795;p181" title="Shapes01.png"/>
            <p:cNvPicPr preferRelativeResize="0"/>
            <p:nvPr/>
          </p:nvPicPr>
          <p:blipFill rotWithShape="1">
            <a:blip r:embed="rId3">
              <a:alphaModFix amt="64000"/>
            </a:blip>
            <a:srcRect b="0" l="0" r="9999" t="0"/>
            <a:stretch/>
          </p:blipFill>
          <p:spPr>
            <a:xfrm>
              <a:off x="0" y="-2"/>
              <a:ext cx="10973237" cy="6858005"/>
            </a:xfrm>
            <a:prstGeom prst="rect">
              <a:avLst/>
            </a:prstGeom>
            <a:noFill/>
            <a:ln>
              <a:noFill/>
            </a:ln>
          </p:spPr>
        </p:pic>
      </p:grpSp>
      <p:sp>
        <p:nvSpPr>
          <p:cNvPr id="796" name="Google Shape;796;p181"/>
          <p:cNvSpPr txBox="1"/>
          <p:nvPr/>
        </p:nvSpPr>
        <p:spPr>
          <a:xfrm>
            <a:off x="1367072" y="2080750"/>
            <a:ext cx="5486400" cy="738900"/>
          </a:xfrm>
          <a:prstGeom prst="rect">
            <a:avLst/>
          </a:prstGeom>
          <a:noFill/>
          <a:ln>
            <a:noFill/>
          </a:ln>
        </p:spPr>
        <p:txBody>
          <a:bodyPr anchorCtr="0" anchor="t" bIns="0" lIns="0" spcFirstLastPara="1" rIns="0" wrap="square" tIns="0">
            <a:spAutoFit/>
          </a:bodyPr>
          <a:lstStyle/>
          <a:p>
            <a:pPr indent="-304800" lvl="0" marL="0" marR="0" rtl="0" algn="l">
              <a:lnSpc>
                <a:spcPct val="100000"/>
              </a:lnSpc>
              <a:spcBef>
                <a:spcPts val="0"/>
              </a:spcBef>
              <a:spcAft>
                <a:spcPts val="0"/>
              </a:spcAft>
              <a:buClr>
                <a:schemeClr val="accent2"/>
              </a:buClr>
              <a:buSzPts val="4800"/>
              <a:buFont typeface="Poppins SemiBold"/>
              <a:buNone/>
            </a:pPr>
            <a:r>
              <a:rPr lang="en" sz="4800">
                <a:solidFill>
                  <a:schemeClr val="accent2"/>
                </a:solidFill>
                <a:latin typeface="Poppins SemiBold"/>
                <a:ea typeface="Poppins SemiBold"/>
                <a:cs typeface="Poppins SemiBold"/>
                <a:sym typeface="Poppins SemiBold"/>
              </a:rPr>
              <a:t>Break</a:t>
            </a:r>
            <a:endParaRPr sz="4800">
              <a:solidFill>
                <a:schemeClr val="accent2"/>
              </a:solidFill>
              <a:latin typeface="Poppins SemiBold"/>
              <a:ea typeface="Poppins SemiBold"/>
              <a:cs typeface="Poppins SemiBold"/>
              <a:sym typeface="Poppins SemiBold"/>
            </a:endParaRPr>
          </a:p>
        </p:txBody>
      </p:sp>
      <p:pic>
        <p:nvPicPr>
          <p:cNvPr id="797" name="Google Shape;797;p181"/>
          <p:cNvPicPr preferRelativeResize="0"/>
          <p:nvPr/>
        </p:nvPicPr>
        <p:blipFill rotWithShape="1">
          <a:blip r:embed="rId4">
            <a:alphaModFix/>
          </a:blip>
          <a:srcRect b="0" l="0" r="0" t="0"/>
          <a:stretch/>
        </p:blipFill>
        <p:spPr>
          <a:xfrm>
            <a:off x="1367087" y="2986403"/>
            <a:ext cx="277007" cy="276975"/>
          </a:xfrm>
          <a:prstGeom prst="rect">
            <a:avLst/>
          </a:prstGeom>
          <a:noFill/>
          <a:ln>
            <a:noFill/>
          </a:ln>
        </p:spPr>
      </p:pic>
      <p:sp>
        <p:nvSpPr>
          <p:cNvPr id="798" name="Google Shape;798;p181"/>
          <p:cNvSpPr txBox="1"/>
          <p:nvPr>
            <p:ph idx="1" type="body"/>
          </p:nvPr>
        </p:nvSpPr>
        <p:spPr>
          <a:xfrm>
            <a:off x="1810375" y="2900778"/>
            <a:ext cx="5043000" cy="479100"/>
          </a:xfrm>
          <a:prstGeom prst="rect">
            <a:avLst/>
          </a:prstGeom>
        </p:spPr>
        <p:txBody>
          <a:bodyPr anchorCtr="0" anchor="ctr" bIns="0" lIns="0" spcFirstLastPara="1" rIns="0" wrap="square" tIns="0">
            <a:sp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99" name="Shape 799"/>
        <p:cNvGrpSpPr/>
        <p:nvPr/>
      </p:nvGrpSpPr>
      <p:grpSpPr>
        <a:xfrm>
          <a:off x="0" y="0"/>
          <a:ext cx="0" cy="0"/>
          <a:chOff x="0" y="0"/>
          <a:chExt cx="0" cy="0"/>
        </a:xfrm>
      </p:grpSpPr>
      <p:sp>
        <p:nvSpPr>
          <p:cNvPr id="800" name="Google Shape;800;p182"/>
          <p:cNvSpPr txBox="1"/>
          <p:nvPr>
            <p:ph idx="1" type="body"/>
          </p:nvPr>
        </p:nvSpPr>
        <p:spPr>
          <a:xfrm>
            <a:off x="457200" y="1524425"/>
            <a:ext cx="3650100" cy="37335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1pPr>
            <a:lvl2pPr indent="-342900" lvl="1" marL="914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2pPr>
            <a:lvl3pPr indent="-342900" lvl="2" marL="1371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3pPr>
            <a:lvl4pPr indent="-342900" lvl="3" marL="1828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4pPr>
            <a:lvl5pPr indent="-342900" lvl="4" marL="22860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5pPr>
            <a:lvl6pPr indent="-342900" lvl="5" marL="2743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6pPr>
            <a:lvl7pPr indent="-342900" lvl="6" marL="3200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7pPr>
            <a:lvl8pPr indent="-342900" lvl="7" marL="3657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8pPr>
            <a:lvl9pPr indent="-342900" lvl="8" marL="4114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9pPr>
          </a:lstStyle>
          <a:p/>
        </p:txBody>
      </p:sp>
      <p:sp>
        <p:nvSpPr>
          <p:cNvPr id="801" name="Google Shape;801;p182"/>
          <p:cNvSpPr txBox="1"/>
          <p:nvPr>
            <p:ph type="title"/>
          </p:nvPr>
        </p:nvSpPr>
        <p:spPr>
          <a:xfrm>
            <a:off x="457200" y="457200"/>
            <a:ext cx="3650100" cy="10671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lumns" type="twoColTx">
  <p:cSld name="TITLE_AND_TWO_COLUMNS">
    <p:spTree>
      <p:nvGrpSpPr>
        <p:cNvPr id="802" name="Shape 802"/>
        <p:cNvGrpSpPr/>
        <p:nvPr/>
      </p:nvGrpSpPr>
      <p:grpSpPr>
        <a:xfrm>
          <a:off x="0" y="0"/>
          <a:ext cx="0" cy="0"/>
          <a:chOff x="0" y="0"/>
          <a:chExt cx="0" cy="0"/>
        </a:xfrm>
      </p:grpSpPr>
      <p:sp>
        <p:nvSpPr>
          <p:cNvPr id="803" name="Google Shape;803;p183"/>
          <p:cNvSpPr txBox="1"/>
          <p:nvPr>
            <p:ph idx="1" type="body"/>
          </p:nvPr>
        </p:nvSpPr>
        <p:spPr>
          <a:xfrm>
            <a:off x="4572000" y="1524425"/>
            <a:ext cx="3650100" cy="37335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804" name="Google Shape;804;p183"/>
          <p:cNvSpPr txBox="1"/>
          <p:nvPr>
            <p:ph idx="2" type="body"/>
          </p:nvPr>
        </p:nvSpPr>
        <p:spPr>
          <a:xfrm>
            <a:off x="457200" y="1524425"/>
            <a:ext cx="3650100" cy="37335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1pPr>
            <a:lvl2pPr indent="-342900" lvl="1" marL="914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2pPr>
            <a:lvl3pPr indent="-342900" lvl="2" marL="1371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3pPr>
            <a:lvl4pPr indent="-342900" lvl="3" marL="1828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4pPr>
            <a:lvl5pPr indent="-342900" lvl="4" marL="22860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5pPr>
            <a:lvl6pPr indent="-342900" lvl="5" marL="2743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6pPr>
            <a:lvl7pPr indent="-342900" lvl="6" marL="3200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7pPr>
            <a:lvl8pPr indent="-342900" lvl="7" marL="3657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8pPr>
            <a:lvl9pPr indent="-342900" lvl="8" marL="4114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9pPr>
          </a:lstStyle>
          <a:p/>
        </p:txBody>
      </p:sp>
      <p:sp>
        <p:nvSpPr>
          <p:cNvPr id="805" name="Google Shape;805;p183"/>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guide id="2" pos="2587">
          <p15:clr>
            <a:srgbClr val="E46962"/>
          </p15:clr>
        </p15:guide>
        <p15:guide id="3" pos="2880">
          <p15:clr>
            <a:srgbClr val="E46962"/>
          </p15:clr>
        </p15:guide>
        <p15:guide id="4" pos="5179">
          <p15:clr>
            <a:srgbClr val="E46962"/>
          </p15:clr>
        </p15:guide>
      </p15:sldGuideLst>
    </p:ext>
  </p:extLst>
</p:sldLayout>
</file>

<file path=ppt/slideLayouts/slideLayout1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06" name="Shape 806"/>
        <p:cNvGrpSpPr/>
        <p:nvPr/>
      </p:nvGrpSpPr>
      <p:grpSpPr>
        <a:xfrm>
          <a:off x="0" y="0"/>
          <a:ext cx="0" cy="0"/>
          <a:chOff x="0" y="0"/>
          <a:chExt cx="0" cy="0"/>
        </a:xfrm>
      </p:grpSpPr>
      <p:sp>
        <p:nvSpPr>
          <p:cNvPr id="807" name="Google Shape;807;p184"/>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1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p:cSld name="ONE_COLUMN_TEXT">
    <p:spTree>
      <p:nvGrpSpPr>
        <p:cNvPr id="808" name="Shape 808"/>
        <p:cNvGrpSpPr/>
        <p:nvPr/>
      </p:nvGrpSpPr>
      <p:grpSpPr>
        <a:xfrm>
          <a:off x="0" y="0"/>
          <a:ext cx="0" cy="0"/>
          <a:chOff x="0" y="0"/>
          <a:chExt cx="0" cy="0"/>
        </a:xfrm>
      </p:grpSpPr>
      <p:sp>
        <p:nvSpPr>
          <p:cNvPr id="809" name="Google Shape;809;p185"/>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810" name="Google Shape;810;p185"/>
          <p:cNvSpPr txBox="1"/>
          <p:nvPr>
            <p:ph idx="1" type="body"/>
          </p:nvPr>
        </p:nvSpPr>
        <p:spPr>
          <a:xfrm>
            <a:off x="457200" y="1524425"/>
            <a:ext cx="3204600" cy="3733500"/>
          </a:xfrm>
          <a:prstGeom prst="rect">
            <a:avLst/>
          </a:prstGeom>
        </p:spPr>
        <p:txBody>
          <a:bodyPr anchorCtr="0" anchor="t" bIns="0" lIns="0" spcFirstLastPara="1" rIns="0" wrap="square" tIns="0">
            <a:spAutoFit/>
          </a:bodyPr>
          <a:lstStyle>
            <a:lvl1pPr indent="-342900" lvl="0" marL="457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1pPr>
            <a:lvl2pPr indent="-342900" lvl="1" marL="914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2pPr>
            <a:lvl3pPr indent="-342900" lvl="2" marL="1371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3pPr>
            <a:lvl4pPr indent="-342900" lvl="3" marL="1828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4pPr>
            <a:lvl5pPr indent="-342900" lvl="4" marL="22860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5pPr>
            <a:lvl6pPr indent="-342900" lvl="5" marL="27432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6pPr>
            <a:lvl7pPr indent="-342900" lvl="6" marL="32004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7pPr>
            <a:lvl8pPr indent="-342900" lvl="7" marL="36576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8pPr>
            <a:lvl9pPr indent="-342900" lvl="8" marL="4114800">
              <a:lnSpc>
                <a:spcPct val="115000"/>
              </a:lnSpc>
              <a:spcBef>
                <a:spcPts val="0"/>
              </a:spcBef>
              <a:spcAft>
                <a:spcPts val="0"/>
              </a:spcAft>
              <a:buClr>
                <a:schemeClr val="accent1"/>
              </a:buClr>
              <a:buSzPts val="1800"/>
              <a:buFont typeface="Lato"/>
              <a:buChar char="■"/>
              <a:defRPr sz="1800">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1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blipFill>
          <a:blip r:embed="rId2">
            <a:alphaModFix/>
          </a:blip>
          <a:stretch>
            <a:fillRect/>
          </a:stretch>
        </a:blipFill>
      </p:bgPr>
    </p:bg>
    <p:spTree>
      <p:nvGrpSpPr>
        <p:cNvPr id="811" name="Shape 811"/>
        <p:cNvGrpSpPr/>
        <p:nvPr/>
      </p:nvGrpSpPr>
      <p:grpSpPr>
        <a:xfrm>
          <a:off x="0" y="0"/>
          <a:ext cx="0" cy="0"/>
          <a:chOff x="0" y="0"/>
          <a:chExt cx="0" cy="0"/>
        </a:xfrm>
      </p:grpSpPr>
      <p:sp>
        <p:nvSpPr>
          <p:cNvPr id="812" name="Google Shape;812;p186"/>
          <p:cNvSpPr txBox="1"/>
          <p:nvPr>
            <p:ph type="title"/>
          </p:nvPr>
        </p:nvSpPr>
        <p:spPr>
          <a:xfrm>
            <a:off x="1378150" y="500167"/>
            <a:ext cx="6387600" cy="4706700"/>
          </a:xfrm>
          <a:prstGeom prst="rect">
            <a:avLst/>
          </a:prstGeom>
        </p:spPr>
        <p:txBody>
          <a:bodyPr anchorCtr="0" anchor="ctr" bIns="0" lIns="0" spcFirstLastPara="1" rIns="0" wrap="square" tIns="0">
            <a:spAutoFit/>
          </a:bodyPr>
          <a:lstStyle>
            <a:lvl1pPr lvl="0" algn="ctr">
              <a:spcBef>
                <a:spcPts val="0"/>
              </a:spcBef>
              <a:spcAft>
                <a:spcPts val="0"/>
              </a:spcAft>
              <a:buClr>
                <a:schemeClr val="lt1"/>
              </a:buClr>
              <a:buSzPts val="4800"/>
              <a:buNone/>
              <a:defRPr sz="480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p:txBody>
      </p:sp>
    </p:spTree>
  </p:cSld>
  <p:clrMapOvr>
    <a:masterClrMapping/>
  </p:clrMapOvr>
</p:sldLayout>
</file>

<file path=ppt/slideLayouts/slideLayout1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Section message">
  <p:cSld name="SECTION_TITLE_AND_DESCRIPTION">
    <p:spTree>
      <p:nvGrpSpPr>
        <p:cNvPr id="813" name="Shape 813"/>
        <p:cNvGrpSpPr/>
        <p:nvPr/>
      </p:nvGrpSpPr>
      <p:grpSpPr>
        <a:xfrm>
          <a:off x="0" y="0"/>
          <a:ext cx="0" cy="0"/>
          <a:chOff x="0" y="0"/>
          <a:chExt cx="0" cy="0"/>
        </a:xfrm>
      </p:grpSpPr>
      <p:sp>
        <p:nvSpPr>
          <p:cNvPr id="814" name="Google Shape;814;p187"/>
          <p:cNvSpPr/>
          <p:nvPr/>
        </p:nvSpPr>
        <p:spPr>
          <a:xfrm>
            <a:off x="4572000" y="457200"/>
            <a:ext cx="4114800" cy="4800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187"/>
          <p:cNvSpPr txBox="1"/>
          <p:nvPr>
            <p:ph idx="1" type="body"/>
          </p:nvPr>
        </p:nvSpPr>
        <p:spPr>
          <a:xfrm>
            <a:off x="4572000" y="457200"/>
            <a:ext cx="4114800" cy="4800600"/>
          </a:xfrm>
          <a:prstGeom prst="rect">
            <a:avLst/>
          </a:prstGeom>
        </p:spPr>
        <p:txBody>
          <a:bodyPr anchorCtr="0" anchor="ctr" bIns="182875" lIns="182875" spcFirstLastPara="1" rIns="182875" wrap="square" tIns="182875">
            <a:spAutoFit/>
          </a:bodyPr>
          <a:lstStyle>
            <a:lvl1pPr indent="-317500" lvl="0" marL="457200">
              <a:spcBef>
                <a:spcPts val="0"/>
              </a:spcBef>
              <a:spcAft>
                <a:spcPts val="0"/>
              </a:spcAft>
              <a:buClr>
                <a:schemeClr val="accent1"/>
              </a:buClr>
              <a:buSzPts val="14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816" name="Google Shape;816;p187"/>
          <p:cNvSpPr txBox="1"/>
          <p:nvPr>
            <p:ph type="title"/>
          </p:nvPr>
        </p:nvSpPr>
        <p:spPr>
          <a:xfrm>
            <a:off x="457200" y="457200"/>
            <a:ext cx="3656700" cy="2568000"/>
          </a:xfrm>
          <a:prstGeom prst="rect">
            <a:avLst/>
          </a:prstGeom>
          <a:noFill/>
          <a:ln>
            <a:noFill/>
          </a:ln>
        </p:spPr>
        <p:txBody>
          <a:bodyPr anchorCtr="0" anchor="t" bIns="0" lIns="0" spcFirstLastPara="1" rIns="0" wrap="square" tIns="0">
            <a:noAutofit/>
          </a:bodyPr>
          <a:lstStyle>
            <a:lvl1pPr lvl="0">
              <a:lnSpc>
                <a:spcPct val="100000"/>
              </a:lnSpc>
              <a:spcBef>
                <a:spcPts val="0"/>
              </a:spcBef>
              <a:spcAft>
                <a:spcPts val="0"/>
              </a:spcAft>
              <a:buSzPts val="4400"/>
              <a:buNone/>
              <a:defRPr sz="4400"/>
            </a:lvl1pPr>
            <a:lvl2pPr lvl="1">
              <a:lnSpc>
                <a:spcPct val="100000"/>
              </a:lnSpc>
              <a:spcBef>
                <a:spcPts val="0"/>
              </a:spcBef>
              <a:spcAft>
                <a:spcPts val="0"/>
              </a:spcAft>
              <a:buSzPts val="4400"/>
              <a:buNone/>
              <a:defRPr sz="4400"/>
            </a:lvl2pPr>
            <a:lvl3pPr lvl="2">
              <a:lnSpc>
                <a:spcPct val="100000"/>
              </a:lnSpc>
              <a:spcBef>
                <a:spcPts val="0"/>
              </a:spcBef>
              <a:spcAft>
                <a:spcPts val="0"/>
              </a:spcAft>
              <a:buSzPts val="4400"/>
              <a:buNone/>
              <a:defRPr sz="4400"/>
            </a:lvl3pPr>
            <a:lvl4pPr lvl="3">
              <a:lnSpc>
                <a:spcPct val="100000"/>
              </a:lnSpc>
              <a:spcBef>
                <a:spcPts val="0"/>
              </a:spcBef>
              <a:spcAft>
                <a:spcPts val="0"/>
              </a:spcAft>
              <a:buSzPts val="4400"/>
              <a:buNone/>
              <a:defRPr sz="4400"/>
            </a:lvl4pPr>
            <a:lvl5pPr lvl="4">
              <a:lnSpc>
                <a:spcPct val="100000"/>
              </a:lnSpc>
              <a:spcBef>
                <a:spcPts val="0"/>
              </a:spcBef>
              <a:spcAft>
                <a:spcPts val="0"/>
              </a:spcAft>
              <a:buSzPts val="4400"/>
              <a:buNone/>
              <a:defRPr sz="4400"/>
            </a:lvl5pPr>
            <a:lvl6pPr lvl="5">
              <a:lnSpc>
                <a:spcPct val="100000"/>
              </a:lnSpc>
              <a:spcBef>
                <a:spcPts val="0"/>
              </a:spcBef>
              <a:spcAft>
                <a:spcPts val="0"/>
              </a:spcAft>
              <a:buSzPts val="4400"/>
              <a:buNone/>
              <a:defRPr sz="4400"/>
            </a:lvl6pPr>
            <a:lvl7pPr lvl="6">
              <a:lnSpc>
                <a:spcPct val="100000"/>
              </a:lnSpc>
              <a:spcBef>
                <a:spcPts val="0"/>
              </a:spcBef>
              <a:spcAft>
                <a:spcPts val="0"/>
              </a:spcAft>
              <a:buSzPts val="4400"/>
              <a:buNone/>
              <a:defRPr sz="4400"/>
            </a:lvl7pPr>
            <a:lvl8pPr lvl="7">
              <a:lnSpc>
                <a:spcPct val="100000"/>
              </a:lnSpc>
              <a:spcBef>
                <a:spcPts val="0"/>
              </a:spcBef>
              <a:spcAft>
                <a:spcPts val="0"/>
              </a:spcAft>
              <a:buSzPts val="4400"/>
              <a:buNone/>
              <a:defRPr sz="4400"/>
            </a:lvl8pPr>
            <a:lvl9pPr lvl="8">
              <a:lnSpc>
                <a:spcPct val="100000"/>
              </a:lnSpc>
              <a:spcBef>
                <a:spcPts val="0"/>
              </a:spcBef>
              <a:spcAft>
                <a:spcPts val="0"/>
              </a:spcAft>
              <a:buSzPts val="4400"/>
              <a:buNone/>
              <a:defRPr sz="4400"/>
            </a:lvl9pPr>
          </a:lstStyle>
          <a:p/>
        </p:txBody>
      </p:sp>
      <p:sp>
        <p:nvSpPr>
          <p:cNvPr id="817" name="Google Shape;817;p187"/>
          <p:cNvSpPr txBox="1"/>
          <p:nvPr>
            <p:ph idx="2" type="subTitle"/>
          </p:nvPr>
        </p:nvSpPr>
        <p:spPr>
          <a:xfrm>
            <a:off x="457200" y="3025250"/>
            <a:ext cx="3656700" cy="2232600"/>
          </a:xfrm>
          <a:prstGeom prst="rect">
            <a:avLst/>
          </a:prstGeom>
        </p:spPr>
        <p:txBody>
          <a:bodyPr anchorCtr="0" anchor="t" bIns="0" lIns="0" spcFirstLastPara="1" rIns="0" wrap="square" tIns="0">
            <a:noAutofit/>
          </a:bodyPr>
          <a:lstStyle>
            <a:lvl1pPr indent="0" lvl="0"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Tree>
  </p:cSld>
  <p:clrMapOvr>
    <a:masterClrMapping/>
  </p:clrMapOvr>
  <p:extLst>
    <p:ext uri="{DCECCB84-F9BA-43D5-87BE-67443E8EF086}">
      <p15:sldGuideLst>
        <p15:guide id="1" orient="horz" pos="1906">
          <p15:clr>
            <a:srgbClr val="E46962"/>
          </p15:clr>
        </p15:guide>
      </p15:sldGuideLst>
    </p:ext>
  </p:extLst>
</p:sldLayout>
</file>

<file path=ppt/slideLayouts/slideLayout1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18" name="Shape 818"/>
        <p:cNvGrpSpPr/>
        <p:nvPr/>
      </p:nvGrpSpPr>
      <p:grpSpPr>
        <a:xfrm>
          <a:off x="0" y="0"/>
          <a:ext cx="0" cy="0"/>
          <a:chOff x="0" y="0"/>
          <a:chExt cx="0" cy="0"/>
        </a:xfrm>
      </p:grpSpPr>
    </p:spTree>
  </p:cSld>
  <p:clrMapOvr>
    <a:masterClrMapping/>
  </p:clrMapOvr>
</p:sldLayout>
</file>

<file path=ppt/slideLayouts/slideLayout1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dark)">
  <p:cSld name="TITLE_AND_BODY_1">
    <p:bg>
      <p:bgPr>
        <a:solidFill>
          <a:schemeClr val="dk1"/>
        </a:solidFill>
      </p:bgPr>
    </p:bg>
    <p:spTree>
      <p:nvGrpSpPr>
        <p:cNvPr id="819" name="Shape 819"/>
        <p:cNvGrpSpPr/>
        <p:nvPr/>
      </p:nvGrpSpPr>
      <p:grpSpPr>
        <a:xfrm>
          <a:off x="0" y="0"/>
          <a:ext cx="0" cy="0"/>
          <a:chOff x="0" y="0"/>
          <a:chExt cx="0" cy="0"/>
        </a:xfrm>
      </p:grpSpPr>
    </p:spTree>
  </p:cSld>
  <p:clrMapOvr>
    <a:masterClrMapping/>
  </p:clrMapOvr>
</p:sldLayout>
</file>

<file path=ppt/slideLayouts/slideLayout1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p:cSld name="Title + Body 1">
    <p:spTree>
      <p:nvGrpSpPr>
        <p:cNvPr id="820" name="Shape 820"/>
        <p:cNvGrpSpPr/>
        <p:nvPr/>
      </p:nvGrpSpPr>
      <p:grpSpPr>
        <a:xfrm>
          <a:off x="0" y="0"/>
          <a:ext cx="0" cy="0"/>
          <a:chOff x="0" y="0"/>
          <a:chExt cx="0" cy="0"/>
        </a:xfrm>
      </p:grpSpPr>
      <p:sp>
        <p:nvSpPr>
          <p:cNvPr id="821" name="Google Shape;821;p190"/>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822" name="Google Shape;822;p190"/>
          <p:cNvSpPr txBox="1"/>
          <p:nvPr>
            <p:ph idx="1"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823" name="Google Shape;823;p190"/>
          <p:cNvSpPr txBox="1"/>
          <p:nvPr>
            <p:ph idx="2" type="body"/>
          </p:nvPr>
        </p:nvSpPr>
        <p:spPr>
          <a:xfrm>
            <a:off x="457200" y="2139575"/>
            <a:ext cx="41148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824" name="Google Shape;824;p190"/>
          <p:cNvSpPr txBox="1"/>
          <p:nvPr>
            <p:ph idx="3"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2 columns">
  <p:cSld name="Body 2 Columns ">
    <p:spTree>
      <p:nvGrpSpPr>
        <p:cNvPr id="825" name="Shape 825"/>
        <p:cNvGrpSpPr/>
        <p:nvPr/>
      </p:nvGrpSpPr>
      <p:grpSpPr>
        <a:xfrm>
          <a:off x="0" y="0"/>
          <a:ext cx="0" cy="0"/>
          <a:chOff x="0" y="0"/>
          <a:chExt cx="0" cy="0"/>
        </a:xfrm>
      </p:grpSpPr>
      <p:sp>
        <p:nvSpPr>
          <p:cNvPr id="826" name="Google Shape;826;p191"/>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827" name="Google Shape;827;p191"/>
          <p:cNvSpPr txBox="1"/>
          <p:nvPr>
            <p:ph idx="1" type="body"/>
          </p:nvPr>
        </p:nvSpPr>
        <p:spPr>
          <a:xfrm>
            <a:off x="457200" y="2139575"/>
            <a:ext cx="41148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828" name="Google Shape;828;p191"/>
          <p:cNvSpPr txBox="1"/>
          <p:nvPr>
            <p:ph idx="2" type="body"/>
          </p:nvPr>
        </p:nvSpPr>
        <p:spPr>
          <a:xfrm>
            <a:off x="4572000" y="2139575"/>
            <a:ext cx="41148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829" name="Google Shape;829;p191"/>
          <p:cNvSpPr txBox="1"/>
          <p:nvPr>
            <p:ph idx="3"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830" name="Google Shape;830;p191"/>
          <p:cNvSpPr txBox="1"/>
          <p:nvPr>
            <p:ph idx="4"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 Cover">
    <p:bg>
      <p:bgPr>
        <a:blipFill>
          <a:blip r:embed="rId2">
            <a:alphaModFix/>
          </a:blip>
          <a:stretch>
            <a:fillRect/>
          </a:stretch>
        </a:blipFill>
      </p:bgPr>
    </p:bg>
    <p:spTree>
      <p:nvGrpSpPr>
        <p:cNvPr id="831" name="Shape 831"/>
        <p:cNvGrpSpPr/>
        <p:nvPr/>
      </p:nvGrpSpPr>
      <p:grpSpPr>
        <a:xfrm>
          <a:off x="0" y="0"/>
          <a:ext cx="0" cy="0"/>
          <a:chOff x="0" y="0"/>
          <a:chExt cx="0" cy="0"/>
        </a:xfrm>
      </p:grpSpPr>
      <p:sp>
        <p:nvSpPr>
          <p:cNvPr id="832" name="Google Shape;832;p192"/>
          <p:cNvSpPr txBox="1"/>
          <p:nvPr>
            <p:ph type="title"/>
          </p:nvPr>
        </p:nvSpPr>
        <p:spPr>
          <a:xfrm>
            <a:off x="457200" y="891300"/>
            <a:ext cx="5010300" cy="17349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833" name="Google Shape;833;p192"/>
          <p:cNvSpPr txBox="1"/>
          <p:nvPr>
            <p:ph idx="1" type="subTitle"/>
          </p:nvPr>
        </p:nvSpPr>
        <p:spPr>
          <a:xfrm>
            <a:off x="457200" y="457200"/>
            <a:ext cx="5010300" cy="434100"/>
          </a:xfrm>
          <a:prstGeom prst="rect">
            <a:avLst/>
          </a:prstGeom>
        </p:spPr>
        <p:txBody>
          <a:bodyPr anchorCtr="0" anchor="ctr" bIns="0" lIns="0" spcFirstLastPara="1" rIns="0" wrap="square" tIns="0">
            <a:noAutofit/>
          </a:bodyPr>
          <a:lstStyle>
            <a:lvl1pPr indent="0" lvl="0" marL="0" marR="0" algn="l">
              <a:lnSpc>
                <a:spcPct val="115000"/>
              </a:lnSpc>
              <a:spcBef>
                <a:spcPts val="0"/>
              </a:spcBef>
              <a:spcAft>
                <a:spcPts val="0"/>
              </a:spcAft>
              <a:buNone/>
              <a:defRPr sz="2000">
                <a:solidFill>
                  <a:schemeClr val="lt1"/>
                </a:solidFill>
              </a:defRPr>
            </a:lvl1pPr>
            <a:lvl2pPr indent="0" lvl="1" marL="0" marR="0" algn="l">
              <a:lnSpc>
                <a:spcPct val="115000"/>
              </a:lnSpc>
              <a:spcBef>
                <a:spcPts val="0"/>
              </a:spcBef>
              <a:spcAft>
                <a:spcPts val="0"/>
              </a:spcAft>
              <a:buNone/>
              <a:defRPr sz="2000">
                <a:solidFill>
                  <a:schemeClr val="lt1"/>
                </a:solidFill>
              </a:defRPr>
            </a:lvl2pPr>
            <a:lvl3pPr indent="0" lvl="2" marL="0" marR="0" algn="l">
              <a:lnSpc>
                <a:spcPct val="115000"/>
              </a:lnSpc>
              <a:spcBef>
                <a:spcPts val="0"/>
              </a:spcBef>
              <a:spcAft>
                <a:spcPts val="0"/>
              </a:spcAft>
              <a:buNone/>
              <a:defRPr sz="2000">
                <a:solidFill>
                  <a:schemeClr val="lt1"/>
                </a:solidFill>
              </a:defRPr>
            </a:lvl3pPr>
            <a:lvl4pPr indent="0" lvl="3" marL="0" marR="0" algn="l">
              <a:lnSpc>
                <a:spcPct val="115000"/>
              </a:lnSpc>
              <a:spcBef>
                <a:spcPts val="0"/>
              </a:spcBef>
              <a:spcAft>
                <a:spcPts val="0"/>
              </a:spcAft>
              <a:buNone/>
              <a:defRPr sz="2000">
                <a:solidFill>
                  <a:schemeClr val="lt1"/>
                </a:solidFill>
              </a:defRPr>
            </a:lvl4pPr>
            <a:lvl5pPr indent="0" lvl="4" marL="0" marR="0" algn="l">
              <a:lnSpc>
                <a:spcPct val="115000"/>
              </a:lnSpc>
              <a:spcBef>
                <a:spcPts val="0"/>
              </a:spcBef>
              <a:spcAft>
                <a:spcPts val="0"/>
              </a:spcAft>
              <a:buNone/>
              <a:defRPr sz="2000">
                <a:solidFill>
                  <a:schemeClr val="lt1"/>
                </a:solidFill>
              </a:defRPr>
            </a:lvl5pPr>
            <a:lvl6pPr indent="0" lvl="5" marL="0" marR="0" algn="l">
              <a:lnSpc>
                <a:spcPct val="115000"/>
              </a:lnSpc>
              <a:spcBef>
                <a:spcPts val="0"/>
              </a:spcBef>
              <a:spcAft>
                <a:spcPts val="0"/>
              </a:spcAft>
              <a:buNone/>
              <a:defRPr sz="2000">
                <a:solidFill>
                  <a:schemeClr val="lt1"/>
                </a:solidFill>
              </a:defRPr>
            </a:lvl6pPr>
            <a:lvl7pPr indent="0" lvl="6" marL="0" marR="0" algn="l">
              <a:lnSpc>
                <a:spcPct val="115000"/>
              </a:lnSpc>
              <a:spcBef>
                <a:spcPts val="0"/>
              </a:spcBef>
              <a:spcAft>
                <a:spcPts val="0"/>
              </a:spcAft>
              <a:buNone/>
              <a:defRPr sz="2000">
                <a:solidFill>
                  <a:schemeClr val="lt1"/>
                </a:solidFill>
              </a:defRPr>
            </a:lvl7pPr>
            <a:lvl8pPr indent="0" lvl="7" marL="0" marR="0" algn="l">
              <a:lnSpc>
                <a:spcPct val="115000"/>
              </a:lnSpc>
              <a:spcBef>
                <a:spcPts val="0"/>
              </a:spcBef>
              <a:spcAft>
                <a:spcPts val="0"/>
              </a:spcAft>
              <a:buNone/>
              <a:defRPr sz="2000">
                <a:solidFill>
                  <a:schemeClr val="lt1"/>
                </a:solidFill>
              </a:defRPr>
            </a:lvl8pPr>
            <a:lvl9pPr indent="0" lvl="8" marL="0" marR="0" algn="l">
              <a:lnSpc>
                <a:spcPct val="115000"/>
              </a:lnSpc>
              <a:spcBef>
                <a:spcPts val="0"/>
              </a:spcBef>
              <a:spcAft>
                <a:spcPts val="0"/>
              </a:spcAft>
              <a:buNone/>
              <a:defRPr sz="2000">
                <a:solidFill>
                  <a:schemeClr val="lt1"/>
                </a:solidFill>
              </a:defRPr>
            </a:lvl9pPr>
          </a:lstStyle>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p:cSld name="Title + Subtitle">
    <p:spTree>
      <p:nvGrpSpPr>
        <p:cNvPr id="834" name="Shape 834"/>
        <p:cNvGrpSpPr/>
        <p:nvPr/>
      </p:nvGrpSpPr>
      <p:grpSpPr>
        <a:xfrm>
          <a:off x="0" y="0"/>
          <a:ext cx="0" cy="0"/>
          <a:chOff x="0" y="0"/>
          <a:chExt cx="0" cy="0"/>
        </a:xfrm>
      </p:grpSpPr>
      <p:sp>
        <p:nvSpPr>
          <p:cNvPr id="835" name="Google Shape;835;p193"/>
          <p:cNvSpPr txBox="1"/>
          <p:nvPr>
            <p:ph idx="1"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836" name="Google Shape;836;p193"/>
          <p:cNvSpPr txBox="1"/>
          <p:nvPr>
            <p:ph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Left">
  <p:cSld name="Text + Image 1">
    <p:spTree>
      <p:nvGrpSpPr>
        <p:cNvPr id="837" name="Shape 837"/>
        <p:cNvGrpSpPr/>
        <p:nvPr/>
      </p:nvGrpSpPr>
      <p:grpSpPr>
        <a:xfrm>
          <a:off x="0" y="0"/>
          <a:ext cx="0" cy="0"/>
          <a:chOff x="0" y="0"/>
          <a:chExt cx="0" cy="0"/>
        </a:xfrm>
      </p:grpSpPr>
      <p:sp>
        <p:nvSpPr>
          <p:cNvPr id="838" name="Google Shape;838;p194"/>
          <p:cNvSpPr/>
          <p:nvPr>
            <p:ph idx="2" type="pic"/>
          </p:nvPr>
        </p:nvSpPr>
        <p:spPr>
          <a:xfrm>
            <a:off x="76200" y="91667"/>
            <a:ext cx="4495800" cy="5531700"/>
          </a:xfrm>
          <a:prstGeom prst="roundRect">
            <a:avLst>
              <a:gd fmla="val 16667" name="adj"/>
            </a:avLst>
          </a:prstGeom>
          <a:noFill/>
          <a:ln>
            <a:noFill/>
          </a:ln>
        </p:spPr>
      </p:sp>
      <p:sp>
        <p:nvSpPr>
          <p:cNvPr id="839" name="Google Shape;839;p194"/>
          <p:cNvSpPr txBox="1"/>
          <p:nvPr>
            <p:ph idx="1" type="body"/>
          </p:nvPr>
        </p:nvSpPr>
        <p:spPr>
          <a:xfrm>
            <a:off x="5025300" y="2190008"/>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840" name="Google Shape;840;p194"/>
          <p:cNvSpPr txBox="1"/>
          <p:nvPr>
            <p:ph idx="3" type="subTitle"/>
          </p:nvPr>
        </p:nvSpPr>
        <p:spPr>
          <a:xfrm>
            <a:off x="5025300" y="457175"/>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841" name="Google Shape;841;p194"/>
          <p:cNvSpPr txBox="1"/>
          <p:nvPr>
            <p:ph type="title"/>
          </p:nvPr>
        </p:nvSpPr>
        <p:spPr>
          <a:xfrm>
            <a:off x="5025300" y="891281"/>
            <a:ext cx="3661500" cy="63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Right">
  <p:cSld name="Text + Image">
    <p:spTree>
      <p:nvGrpSpPr>
        <p:cNvPr id="842" name="Shape 842"/>
        <p:cNvGrpSpPr/>
        <p:nvPr/>
      </p:nvGrpSpPr>
      <p:grpSpPr>
        <a:xfrm>
          <a:off x="0" y="0"/>
          <a:ext cx="0" cy="0"/>
          <a:chOff x="0" y="0"/>
          <a:chExt cx="0" cy="0"/>
        </a:xfrm>
      </p:grpSpPr>
      <p:sp>
        <p:nvSpPr>
          <p:cNvPr id="843" name="Google Shape;843;p195"/>
          <p:cNvSpPr/>
          <p:nvPr>
            <p:ph idx="2" type="pic"/>
          </p:nvPr>
        </p:nvSpPr>
        <p:spPr>
          <a:xfrm>
            <a:off x="4572000" y="91667"/>
            <a:ext cx="4495800" cy="5531700"/>
          </a:xfrm>
          <a:prstGeom prst="roundRect">
            <a:avLst>
              <a:gd fmla="val 16667" name="adj"/>
            </a:avLst>
          </a:prstGeom>
          <a:noFill/>
          <a:ln>
            <a:noFill/>
          </a:ln>
        </p:spPr>
      </p:sp>
      <p:sp>
        <p:nvSpPr>
          <p:cNvPr id="844" name="Google Shape;844;p195"/>
          <p:cNvSpPr txBox="1"/>
          <p:nvPr>
            <p:ph idx="1" type="body"/>
          </p:nvPr>
        </p:nvSpPr>
        <p:spPr>
          <a:xfrm>
            <a:off x="457200" y="2190008"/>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845" name="Google Shape;845;p195"/>
          <p:cNvSpPr txBox="1"/>
          <p:nvPr>
            <p:ph idx="3" type="subTitle"/>
          </p:nvPr>
        </p:nvSpPr>
        <p:spPr>
          <a:xfrm>
            <a:off x="457200" y="457175"/>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846" name="Google Shape;846;p195"/>
          <p:cNvSpPr txBox="1"/>
          <p:nvPr>
            <p:ph type="title"/>
          </p:nvPr>
        </p:nvSpPr>
        <p:spPr>
          <a:xfrm>
            <a:off x="457200" y="891281"/>
            <a:ext cx="3661500" cy="63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Body: 1 column">
  <p:cSld name="Title + Body">
    <p:spTree>
      <p:nvGrpSpPr>
        <p:cNvPr id="847" name="Shape 847"/>
        <p:cNvGrpSpPr/>
        <p:nvPr/>
      </p:nvGrpSpPr>
      <p:grpSpPr>
        <a:xfrm>
          <a:off x="0" y="0"/>
          <a:ext cx="0" cy="0"/>
          <a:chOff x="0" y="0"/>
          <a:chExt cx="0" cy="0"/>
        </a:xfrm>
      </p:grpSpPr>
      <p:sp>
        <p:nvSpPr>
          <p:cNvPr id="848" name="Google Shape;848;p196"/>
          <p:cNvSpPr txBox="1"/>
          <p:nvPr>
            <p:ph idx="1" type="body"/>
          </p:nvPr>
        </p:nvSpPr>
        <p:spPr>
          <a:xfrm>
            <a:off x="457200" y="2190008"/>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
        <p:nvSpPr>
          <p:cNvPr id="849" name="Google Shape;849;p196"/>
          <p:cNvSpPr txBox="1"/>
          <p:nvPr>
            <p:ph idx="2" type="subTitle"/>
          </p:nvPr>
        </p:nvSpPr>
        <p:spPr>
          <a:xfrm>
            <a:off x="457200" y="457175"/>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850" name="Google Shape;850;p196"/>
          <p:cNvSpPr txBox="1"/>
          <p:nvPr>
            <p:ph type="title"/>
          </p:nvPr>
        </p:nvSpPr>
        <p:spPr>
          <a:xfrm>
            <a:off x="457200" y="891281"/>
            <a:ext cx="3661500" cy="636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idea with notes">
  <p:cSld name="Slido">
    <p:spTree>
      <p:nvGrpSpPr>
        <p:cNvPr id="851" name="Shape 851"/>
        <p:cNvGrpSpPr/>
        <p:nvPr/>
      </p:nvGrpSpPr>
      <p:grpSpPr>
        <a:xfrm>
          <a:off x="0" y="0"/>
          <a:ext cx="0" cy="0"/>
          <a:chOff x="0" y="0"/>
          <a:chExt cx="0" cy="0"/>
        </a:xfrm>
      </p:grpSpPr>
      <p:sp>
        <p:nvSpPr>
          <p:cNvPr id="852" name="Google Shape;852;p197"/>
          <p:cNvSpPr txBox="1"/>
          <p:nvPr>
            <p:ph type="title"/>
          </p:nvPr>
        </p:nvSpPr>
        <p:spPr>
          <a:xfrm>
            <a:off x="5030100" y="457200"/>
            <a:ext cx="3656700" cy="2517300"/>
          </a:xfrm>
          <a:prstGeom prst="rect">
            <a:avLst/>
          </a:prstGeom>
          <a:noFill/>
          <a:ln>
            <a:noFill/>
          </a:ln>
        </p:spPr>
        <p:txBody>
          <a:bodyPr anchorCtr="0" anchor="t" bIns="0" lIns="0" spcFirstLastPara="1" rIns="0" wrap="square" tIns="0">
            <a:noAutofit/>
          </a:bodyPr>
          <a:lstStyle>
            <a:lvl1pPr lvl="0">
              <a:lnSpc>
                <a:spcPct val="100000"/>
              </a:lnSpc>
              <a:spcBef>
                <a:spcPts val="0"/>
              </a:spcBef>
              <a:spcAft>
                <a:spcPts val="0"/>
              </a:spcAft>
              <a:buSzPts val="4400"/>
              <a:buNone/>
              <a:defRPr sz="4400"/>
            </a:lvl1pPr>
            <a:lvl2pPr lvl="1">
              <a:lnSpc>
                <a:spcPct val="100000"/>
              </a:lnSpc>
              <a:spcBef>
                <a:spcPts val="0"/>
              </a:spcBef>
              <a:spcAft>
                <a:spcPts val="0"/>
              </a:spcAft>
              <a:buSzPts val="4400"/>
              <a:buNone/>
              <a:defRPr sz="4400"/>
            </a:lvl2pPr>
            <a:lvl3pPr lvl="2">
              <a:lnSpc>
                <a:spcPct val="100000"/>
              </a:lnSpc>
              <a:spcBef>
                <a:spcPts val="0"/>
              </a:spcBef>
              <a:spcAft>
                <a:spcPts val="0"/>
              </a:spcAft>
              <a:buSzPts val="4400"/>
              <a:buNone/>
              <a:defRPr sz="4400"/>
            </a:lvl3pPr>
            <a:lvl4pPr lvl="3">
              <a:lnSpc>
                <a:spcPct val="100000"/>
              </a:lnSpc>
              <a:spcBef>
                <a:spcPts val="0"/>
              </a:spcBef>
              <a:spcAft>
                <a:spcPts val="0"/>
              </a:spcAft>
              <a:buSzPts val="4400"/>
              <a:buNone/>
              <a:defRPr sz="4400"/>
            </a:lvl4pPr>
            <a:lvl5pPr lvl="4">
              <a:lnSpc>
                <a:spcPct val="100000"/>
              </a:lnSpc>
              <a:spcBef>
                <a:spcPts val="0"/>
              </a:spcBef>
              <a:spcAft>
                <a:spcPts val="0"/>
              </a:spcAft>
              <a:buSzPts val="4400"/>
              <a:buNone/>
              <a:defRPr sz="4400"/>
            </a:lvl5pPr>
            <a:lvl6pPr lvl="5">
              <a:lnSpc>
                <a:spcPct val="100000"/>
              </a:lnSpc>
              <a:spcBef>
                <a:spcPts val="0"/>
              </a:spcBef>
              <a:spcAft>
                <a:spcPts val="0"/>
              </a:spcAft>
              <a:buSzPts val="4400"/>
              <a:buNone/>
              <a:defRPr sz="4400"/>
            </a:lvl6pPr>
            <a:lvl7pPr lvl="6">
              <a:lnSpc>
                <a:spcPct val="100000"/>
              </a:lnSpc>
              <a:spcBef>
                <a:spcPts val="0"/>
              </a:spcBef>
              <a:spcAft>
                <a:spcPts val="0"/>
              </a:spcAft>
              <a:buSzPts val="4400"/>
              <a:buNone/>
              <a:defRPr sz="4400"/>
            </a:lvl7pPr>
            <a:lvl8pPr lvl="7">
              <a:lnSpc>
                <a:spcPct val="100000"/>
              </a:lnSpc>
              <a:spcBef>
                <a:spcPts val="0"/>
              </a:spcBef>
              <a:spcAft>
                <a:spcPts val="0"/>
              </a:spcAft>
              <a:buSzPts val="4400"/>
              <a:buNone/>
              <a:defRPr sz="4400"/>
            </a:lvl8pPr>
            <a:lvl9pPr lvl="8">
              <a:lnSpc>
                <a:spcPct val="100000"/>
              </a:lnSpc>
              <a:spcBef>
                <a:spcPts val="0"/>
              </a:spcBef>
              <a:spcAft>
                <a:spcPts val="0"/>
              </a:spcAft>
              <a:buSzPts val="4400"/>
              <a:buNone/>
              <a:defRPr sz="4400"/>
            </a:lvl9pPr>
          </a:lstStyle>
          <a:p/>
        </p:txBody>
      </p:sp>
      <p:sp>
        <p:nvSpPr>
          <p:cNvPr id="853" name="Google Shape;853;p197"/>
          <p:cNvSpPr txBox="1"/>
          <p:nvPr>
            <p:ph idx="1" type="subTitle"/>
          </p:nvPr>
        </p:nvSpPr>
        <p:spPr>
          <a:xfrm>
            <a:off x="5030100" y="3076200"/>
            <a:ext cx="3656700" cy="2181600"/>
          </a:xfrm>
          <a:prstGeom prst="rect">
            <a:avLst/>
          </a:prstGeom>
        </p:spPr>
        <p:txBody>
          <a:bodyPr anchorCtr="0" anchor="t" bIns="0" lIns="0" spcFirstLastPara="1" rIns="0" wrap="square" tIns="0">
            <a:noAutofit/>
          </a:bodyPr>
          <a:lstStyle>
            <a:lvl1pPr indent="0" lvl="0"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854" name="Google Shape;854;p197"/>
          <p:cNvSpPr/>
          <p:nvPr>
            <p:ph idx="2" type="pic"/>
          </p:nvPr>
        </p:nvSpPr>
        <p:spPr>
          <a:xfrm>
            <a:off x="76200" y="91667"/>
            <a:ext cx="4495800" cy="5531700"/>
          </a:xfrm>
          <a:prstGeom prst="roundRect">
            <a:avLst>
              <a:gd fmla="val 16667" name="adj"/>
            </a:avLst>
          </a:prstGeom>
          <a:noFill/>
          <a:ln>
            <a:noFill/>
          </a:ln>
        </p:spPr>
      </p:sp>
    </p:spTree>
  </p:cSld>
  <p:clrMapOvr>
    <a:masterClrMapping/>
  </p:clrMapOvr>
</p:sldLayout>
</file>

<file path=ppt/slideLayouts/slideLayout1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ullet points">
  <p:cSld name="Title and bullet points">
    <p:spTree>
      <p:nvGrpSpPr>
        <p:cNvPr id="855" name="Shape 855"/>
        <p:cNvGrpSpPr/>
        <p:nvPr/>
      </p:nvGrpSpPr>
      <p:grpSpPr>
        <a:xfrm>
          <a:off x="0" y="0"/>
          <a:ext cx="0" cy="0"/>
          <a:chOff x="0" y="0"/>
          <a:chExt cx="0" cy="0"/>
        </a:xfrm>
      </p:grpSpPr>
      <p:sp>
        <p:nvSpPr>
          <p:cNvPr id="856" name="Google Shape;856;p198"/>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857" name="Google Shape;857;p198"/>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mall Image + Text">
  <p:cSld name="Title + Small Image + Text">
    <p:spTree>
      <p:nvGrpSpPr>
        <p:cNvPr id="858" name="Shape 858"/>
        <p:cNvGrpSpPr/>
        <p:nvPr/>
      </p:nvGrpSpPr>
      <p:grpSpPr>
        <a:xfrm>
          <a:off x="0" y="0"/>
          <a:ext cx="0" cy="0"/>
          <a:chOff x="0" y="0"/>
          <a:chExt cx="0" cy="0"/>
        </a:xfrm>
      </p:grpSpPr>
      <p:sp>
        <p:nvSpPr>
          <p:cNvPr id="859" name="Google Shape;859;p199"/>
          <p:cNvSpPr/>
          <p:nvPr>
            <p:ph idx="2" type="pic"/>
          </p:nvPr>
        </p:nvSpPr>
        <p:spPr>
          <a:xfrm>
            <a:off x="0" y="2900000"/>
            <a:ext cx="9144000" cy="2814900"/>
          </a:xfrm>
          <a:prstGeom prst="roundRect">
            <a:avLst>
              <a:gd fmla="val 1254" name="adj"/>
            </a:avLst>
          </a:prstGeom>
          <a:noFill/>
          <a:ln>
            <a:noFill/>
          </a:ln>
        </p:spPr>
      </p:sp>
      <p:sp>
        <p:nvSpPr>
          <p:cNvPr id="860" name="Google Shape;860;p199"/>
          <p:cNvSpPr txBox="1"/>
          <p:nvPr>
            <p:ph type="title"/>
          </p:nvPr>
        </p:nvSpPr>
        <p:spPr>
          <a:xfrm>
            <a:off x="457200" y="1397679"/>
            <a:ext cx="3667500" cy="1080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861" name="Google Shape;861;p199"/>
          <p:cNvSpPr txBox="1"/>
          <p:nvPr>
            <p:ph idx="1" type="subTitle"/>
          </p:nvPr>
        </p:nvSpPr>
        <p:spPr>
          <a:xfrm>
            <a:off x="457200" y="879013"/>
            <a:ext cx="3667500" cy="434100"/>
          </a:xfrm>
          <a:prstGeom prst="rect">
            <a:avLst/>
          </a:prstGeom>
        </p:spPr>
        <p:txBody>
          <a:bodyPr anchorCtr="0" anchor="ctr"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862" name="Google Shape;862;p199"/>
          <p:cNvSpPr txBox="1"/>
          <p:nvPr>
            <p:ph idx="3" type="body"/>
          </p:nvPr>
        </p:nvSpPr>
        <p:spPr>
          <a:xfrm>
            <a:off x="4581600" y="457200"/>
            <a:ext cx="4105200" cy="24426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1830">
          <p15:clr>
            <a:srgbClr val="E46962"/>
          </p15:clr>
        </p15:guide>
        <p15:guide id="2" orient="horz" pos="1057">
          <p15:clr>
            <a:srgbClr val="E46962"/>
          </p15:clr>
        </p15:guide>
      </p15:sldGuideLst>
    </p:ext>
  </p:extLst>
</p:sldLayout>
</file>

<file path=ppt/slideLayouts/slideLayout1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2">
  <p:cSld name="Section Cover 2">
    <p:bg>
      <p:bgPr>
        <a:blipFill>
          <a:blip r:embed="rId2">
            <a:alphaModFix/>
          </a:blip>
          <a:stretch>
            <a:fillRect/>
          </a:stretch>
        </a:blipFill>
      </p:bgPr>
    </p:bg>
    <p:spTree>
      <p:nvGrpSpPr>
        <p:cNvPr id="863" name="Shape 863"/>
        <p:cNvGrpSpPr/>
        <p:nvPr/>
      </p:nvGrpSpPr>
      <p:grpSpPr>
        <a:xfrm>
          <a:off x="0" y="0"/>
          <a:ext cx="0" cy="0"/>
          <a:chOff x="0" y="0"/>
          <a:chExt cx="0" cy="0"/>
        </a:xfrm>
      </p:grpSpPr>
      <p:sp>
        <p:nvSpPr>
          <p:cNvPr id="864" name="Google Shape;864;p200"/>
          <p:cNvSpPr txBox="1"/>
          <p:nvPr>
            <p:ph type="title"/>
          </p:nvPr>
        </p:nvSpPr>
        <p:spPr>
          <a:xfrm>
            <a:off x="457200" y="508000"/>
            <a:ext cx="5010300" cy="1734900"/>
          </a:xfrm>
          <a:prstGeom prst="rect">
            <a:avLst/>
          </a:prstGeom>
        </p:spPr>
        <p:txBody>
          <a:bodyPr anchorCtr="0" anchor="t" bIns="0" lIns="0" spcFirstLastPara="1" rIns="0" wrap="square" tIns="0">
            <a:noAutofit/>
          </a:bodyPr>
          <a:lstStyle>
            <a:lvl1pPr indent="0" lvl="0" marL="0" marR="0">
              <a:lnSpc>
                <a:spcPct val="8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865" name="Google Shape;865;p200"/>
          <p:cNvSpPr txBox="1"/>
          <p:nvPr>
            <p:ph idx="1" type="subTitle"/>
          </p:nvPr>
        </p:nvSpPr>
        <p:spPr>
          <a:xfrm>
            <a:off x="457200" y="2243000"/>
            <a:ext cx="5010300" cy="434100"/>
          </a:xfrm>
          <a:prstGeom prst="rect">
            <a:avLst/>
          </a:prstGeom>
        </p:spPr>
        <p:txBody>
          <a:bodyPr anchorCtr="0" anchor="ctr" bIns="0" lIns="0" spcFirstLastPara="1" rIns="0" wrap="square" tIns="0">
            <a:spAutoFit/>
          </a:bodyPr>
          <a:lstStyle>
            <a:lvl1pPr indent="0" lvl="0" marL="0" marR="0">
              <a:lnSpc>
                <a:spcPct val="115000"/>
              </a:lnSpc>
              <a:spcBef>
                <a:spcPts val="0"/>
              </a:spcBef>
              <a:spcAft>
                <a:spcPts val="0"/>
              </a:spcAft>
              <a:buNone/>
              <a:defRPr sz="2000">
                <a:solidFill>
                  <a:schemeClr val="lt1"/>
                </a:solidFill>
              </a:defRPr>
            </a:lvl1pPr>
            <a:lvl2pPr indent="0" lvl="1" marL="0" marR="0">
              <a:lnSpc>
                <a:spcPct val="115000"/>
              </a:lnSpc>
              <a:spcBef>
                <a:spcPts val="0"/>
              </a:spcBef>
              <a:spcAft>
                <a:spcPts val="0"/>
              </a:spcAft>
              <a:buNone/>
              <a:defRPr sz="2000">
                <a:solidFill>
                  <a:schemeClr val="lt1"/>
                </a:solidFill>
              </a:defRPr>
            </a:lvl2pPr>
            <a:lvl3pPr indent="0" lvl="2" marL="0" marR="0">
              <a:lnSpc>
                <a:spcPct val="115000"/>
              </a:lnSpc>
              <a:spcBef>
                <a:spcPts val="0"/>
              </a:spcBef>
              <a:spcAft>
                <a:spcPts val="0"/>
              </a:spcAft>
              <a:buNone/>
              <a:defRPr sz="2000">
                <a:solidFill>
                  <a:schemeClr val="lt1"/>
                </a:solidFill>
              </a:defRPr>
            </a:lvl3pPr>
            <a:lvl4pPr indent="0" lvl="3" marL="0" marR="0">
              <a:lnSpc>
                <a:spcPct val="115000"/>
              </a:lnSpc>
              <a:spcBef>
                <a:spcPts val="0"/>
              </a:spcBef>
              <a:spcAft>
                <a:spcPts val="0"/>
              </a:spcAft>
              <a:buNone/>
              <a:defRPr sz="2000">
                <a:solidFill>
                  <a:schemeClr val="lt1"/>
                </a:solidFill>
              </a:defRPr>
            </a:lvl4pPr>
            <a:lvl5pPr indent="0" lvl="4" marL="0" marR="0">
              <a:lnSpc>
                <a:spcPct val="115000"/>
              </a:lnSpc>
              <a:spcBef>
                <a:spcPts val="0"/>
              </a:spcBef>
              <a:spcAft>
                <a:spcPts val="0"/>
              </a:spcAft>
              <a:buNone/>
              <a:defRPr sz="2000">
                <a:solidFill>
                  <a:schemeClr val="lt1"/>
                </a:solidFill>
              </a:defRPr>
            </a:lvl5pPr>
            <a:lvl6pPr indent="0" lvl="5" marL="0" marR="0">
              <a:lnSpc>
                <a:spcPct val="115000"/>
              </a:lnSpc>
              <a:spcBef>
                <a:spcPts val="0"/>
              </a:spcBef>
              <a:spcAft>
                <a:spcPts val="0"/>
              </a:spcAft>
              <a:buNone/>
              <a:defRPr sz="2000">
                <a:solidFill>
                  <a:schemeClr val="lt1"/>
                </a:solidFill>
              </a:defRPr>
            </a:lvl6pPr>
            <a:lvl7pPr indent="0" lvl="6" marL="0" marR="0">
              <a:lnSpc>
                <a:spcPct val="115000"/>
              </a:lnSpc>
              <a:spcBef>
                <a:spcPts val="0"/>
              </a:spcBef>
              <a:spcAft>
                <a:spcPts val="0"/>
              </a:spcAft>
              <a:buNone/>
              <a:defRPr sz="2000">
                <a:solidFill>
                  <a:schemeClr val="lt1"/>
                </a:solidFill>
              </a:defRPr>
            </a:lvl7pPr>
            <a:lvl8pPr indent="0" lvl="7" marL="0" marR="0">
              <a:lnSpc>
                <a:spcPct val="115000"/>
              </a:lnSpc>
              <a:spcBef>
                <a:spcPts val="0"/>
              </a:spcBef>
              <a:spcAft>
                <a:spcPts val="0"/>
              </a:spcAft>
              <a:buNone/>
              <a:defRPr sz="2000">
                <a:solidFill>
                  <a:schemeClr val="lt1"/>
                </a:solidFill>
              </a:defRPr>
            </a:lvl8pPr>
            <a:lvl9pPr indent="0" lvl="8" marL="0" marR="0">
              <a:lnSpc>
                <a:spcPct val="115000"/>
              </a:lnSpc>
              <a:spcBef>
                <a:spcPts val="0"/>
              </a:spcBef>
              <a:spcAft>
                <a:spcPts val="0"/>
              </a:spcAft>
              <a:buNone/>
              <a:defRPr sz="2000">
                <a:solidFill>
                  <a:schemeClr val="lt1"/>
                </a:solidFill>
              </a:defRPr>
            </a:lvl9pPr>
          </a:lstStyle>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s with icons 1">
  <p:cSld name="Highlights with icons 1">
    <p:spTree>
      <p:nvGrpSpPr>
        <p:cNvPr id="866" name="Shape 866"/>
        <p:cNvGrpSpPr/>
        <p:nvPr/>
      </p:nvGrpSpPr>
      <p:grpSpPr>
        <a:xfrm>
          <a:off x="0" y="0"/>
          <a:ext cx="0" cy="0"/>
          <a:chOff x="0" y="0"/>
          <a:chExt cx="0" cy="0"/>
        </a:xfrm>
      </p:grpSpPr>
      <p:sp>
        <p:nvSpPr>
          <p:cNvPr id="867" name="Google Shape;867;p201"/>
          <p:cNvSpPr txBox="1"/>
          <p:nvPr>
            <p:ph idx="12" type="sldNum"/>
          </p:nvPr>
        </p:nvSpPr>
        <p:spPr>
          <a:xfrm>
            <a:off x="8572500" y="5080004"/>
            <a:ext cx="571500" cy="635100"/>
          </a:xfrm>
          <a:prstGeom prst="rect">
            <a:avLst/>
          </a:prstGeom>
          <a:noFill/>
          <a:ln>
            <a:noFill/>
          </a:ln>
        </p:spPr>
        <p:txBody>
          <a:bodyPr anchorCtr="0" anchor="t" bIns="121900" lIns="121900" spcFirstLastPara="1" rIns="121900" wrap="square" tIns="1219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868" name="Google Shape;868;p201"/>
          <p:cNvSpPr/>
          <p:nvPr>
            <p:ph idx="2" type="pic"/>
          </p:nvPr>
        </p:nvSpPr>
        <p:spPr>
          <a:xfrm>
            <a:off x="0" y="0"/>
            <a:ext cx="9144000" cy="2814900"/>
          </a:xfrm>
          <a:prstGeom prst="roundRect">
            <a:avLst>
              <a:gd fmla="val 1254" name="adj"/>
            </a:avLst>
          </a:prstGeom>
          <a:noFill/>
          <a:ln>
            <a:noFill/>
          </a:ln>
        </p:spPr>
      </p:sp>
      <p:sp>
        <p:nvSpPr>
          <p:cNvPr id="869" name="Google Shape;869;p201"/>
          <p:cNvSpPr txBox="1"/>
          <p:nvPr>
            <p:ph type="title"/>
          </p:nvPr>
        </p:nvSpPr>
        <p:spPr>
          <a:xfrm>
            <a:off x="457200" y="3755379"/>
            <a:ext cx="3667500" cy="1080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870" name="Google Shape;870;p201"/>
          <p:cNvSpPr txBox="1"/>
          <p:nvPr>
            <p:ph idx="1" type="subTitle"/>
          </p:nvPr>
        </p:nvSpPr>
        <p:spPr>
          <a:xfrm>
            <a:off x="457200" y="3236713"/>
            <a:ext cx="3667500" cy="434100"/>
          </a:xfrm>
          <a:prstGeom prst="rect">
            <a:avLst/>
          </a:prstGeom>
        </p:spPr>
        <p:txBody>
          <a:bodyPr anchorCtr="0" anchor="ctr"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871" name="Google Shape;871;p201"/>
          <p:cNvSpPr txBox="1"/>
          <p:nvPr>
            <p:ph idx="3" type="body"/>
          </p:nvPr>
        </p:nvSpPr>
        <p:spPr>
          <a:xfrm>
            <a:off x="4581600" y="2814900"/>
            <a:ext cx="4105200" cy="24426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1767">
          <p15:clr>
            <a:srgbClr val="E46962"/>
          </p15:clr>
        </p15:guide>
        <p15:guide id="2" orient="horz" pos="2542">
          <p15:clr>
            <a:srgbClr val="E46962"/>
          </p15:clr>
        </p15:guide>
      </p15:sldGuideLst>
    </p:ext>
  </p:extLst>
</p:sldLayout>
</file>

<file path=ppt/slideLayouts/slideLayout1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3">
  <p:cSld name="Content title and three columns 3">
    <p:spTree>
      <p:nvGrpSpPr>
        <p:cNvPr id="872" name="Shape 872"/>
        <p:cNvGrpSpPr/>
        <p:nvPr/>
      </p:nvGrpSpPr>
      <p:grpSpPr>
        <a:xfrm>
          <a:off x="0" y="0"/>
          <a:ext cx="0" cy="0"/>
          <a:chOff x="0" y="0"/>
          <a:chExt cx="0" cy="0"/>
        </a:xfrm>
      </p:grpSpPr>
      <p:sp>
        <p:nvSpPr>
          <p:cNvPr id="873" name="Google Shape;873;p202"/>
          <p:cNvSpPr txBox="1"/>
          <p:nvPr>
            <p:ph type="title"/>
          </p:nvPr>
        </p:nvSpPr>
        <p:spPr>
          <a:xfrm>
            <a:off x="457200" y="1525575"/>
            <a:ext cx="25881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874" name="Google Shape;874;p202"/>
          <p:cNvSpPr txBox="1"/>
          <p:nvPr>
            <p:ph idx="2" type="title"/>
          </p:nvPr>
        </p:nvSpPr>
        <p:spPr>
          <a:xfrm>
            <a:off x="3277943" y="1525575"/>
            <a:ext cx="25881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875" name="Google Shape;875;p202"/>
          <p:cNvSpPr txBox="1"/>
          <p:nvPr>
            <p:ph idx="3" type="title"/>
          </p:nvPr>
        </p:nvSpPr>
        <p:spPr>
          <a:xfrm>
            <a:off x="6098709" y="1525575"/>
            <a:ext cx="25881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876" name="Google Shape;876;p202"/>
          <p:cNvSpPr txBox="1"/>
          <p:nvPr>
            <p:ph idx="1" type="body"/>
          </p:nvPr>
        </p:nvSpPr>
        <p:spPr>
          <a:xfrm>
            <a:off x="457200" y="2139575"/>
            <a:ext cx="25881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877" name="Google Shape;877;p202"/>
          <p:cNvSpPr txBox="1"/>
          <p:nvPr>
            <p:ph idx="4" type="body"/>
          </p:nvPr>
        </p:nvSpPr>
        <p:spPr>
          <a:xfrm>
            <a:off x="3277940" y="2139575"/>
            <a:ext cx="25881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878" name="Google Shape;878;p202"/>
          <p:cNvSpPr txBox="1"/>
          <p:nvPr>
            <p:ph idx="5" type="body"/>
          </p:nvPr>
        </p:nvSpPr>
        <p:spPr>
          <a:xfrm>
            <a:off x="6098703" y="2139575"/>
            <a:ext cx="25881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879" name="Google Shape;879;p202"/>
          <p:cNvSpPr txBox="1"/>
          <p:nvPr>
            <p:ph idx="6"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wo columns">
  <p:cSld name="Chapter title and two columns">
    <p:spTree>
      <p:nvGrpSpPr>
        <p:cNvPr id="880" name="Shape 880"/>
        <p:cNvGrpSpPr/>
        <p:nvPr/>
      </p:nvGrpSpPr>
      <p:grpSpPr>
        <a:xfrm>
          <a:off x="0" y="0"/>
          <a:ext cx="0" cy="0"/>
          <a:chOff x="0" y="0"/>
          <a:chExt cx="0" cy="0"/>
        </a:xfrm>
      </p:grpSpPr>
      <p:sp>
        <p:nvSpPr>
          <p:cNvPr id="881" name="Google Shape;881;p203"/>
          <p:cNvSpPr txBox="1"/>
          <p:nvPr>
            <p:ph type="title"/>
          </p:nvPr>
        </p:nvSpPr>
        <p:spPr>
          <a:xfrm>
            <a:off x="4572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882" name="Google Shape;882;p203"/>
          <p:cNvSpPr txBox="1"/>
          <p:nvPr>
            <p:ph idx="1" type="body"/>
          </p:nvPr>
        </p:nvSpPr>
        <p:spPr>
          <a:xfrm>
            <a:off x="4572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883" name="Google Shape;883;p203"/>
          <p:cNvSpPr txBox="1"/>
          <p:nvPr>
            <p:ph idx="2"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884" name="Google Shape;884;p203"/>
          <p:cNvSpPr txBox="1"/>
          <p:nvPr>
            <p:ph idx="3" type="title"/>
          </p:nvPr>
        </p:nvSpPr>
        <p:spPr>
          <a:xfrm>
            <a:off x="45617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885" name="Google Shape;885;p203"/>
          <p:cNvSpPr txBox="1"/>
          <p:nvPr>
            <p:ph idx="4" type="body"/>
          </p:nvPr>
        </p:nvSpPr>
        <p:spPr>
          <a:xfrm>
            <a:off x="45617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Tree>
  </p:cSld>
  <p:clrMapOvr>
    <a:masterClrMapping/>
  </p:clrMapOvr>
</p:sldLayout>
</file>

<file path=ppt/slideLayouts/slideLayout2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four columns 2">
  <p:cSld name="Content title and four columns 2">
    <p:spTree>
      <p:nvGrpSpPr>
        <p:cNvPr id="886" name="Shape 886"/>
        <p:cNvGrpSpPr/>
        <p:nvPr/>
      </p:nvGrpSpPr>
      <p:grpSpPr>
        <a:xfrm>
          <a:off x="0" y="0"/>
          <a:ext cx="0" cy="0"/>
          <a:chOff x="0" y="0"/>
          <a:chExt cx="0" cy="0"/>
        </a:xfrm>
      </p:grpSpPr>
      <p:sp>
        <p:nvSpPr>
          <p:cNvPr id="887" name="Google Shape;887;p204"/>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888" name="Google Shape;888;p204"/>
          <p:cNvSpPr txBox="1"/>
          <p:nvPr>
            <p:ph type="title"/>
          </p:nvPr>
        </p:nvSpPr>
        <p:spPr>
          <a:xfrm>
            <a:off x="457200" y="1525583"/>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889" name="Google Shape;889;p204"/>
          <p:cNvSpPr txBox="1"/>
          <p:nvPr>
            <p:ph idx="2" type="title"/>
          </p:nvPr>
        </p:nvSpPr>
        <p:spPr>
          <a:xfrm>
            <a:off x="457200" y="2462663"/>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890" name="Google Shape;890;p204"/>
          <p:cNvSpPr txBox="1"/>
          <p:nvPr>
            <p:ph idx="3" type="title"/>
          </p:nvPr>
        </p:nvSpPr>
        <p:spPr>
          <a:xfrm>
            <a:off x="457200" y="3399743"/>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891" name="Google Shape;891;p204"/>
          <p:cNvSpPr txBox="1"/>
          <p:nvPr>
            <p:ph idx="4" type="title"/>
          </p:nvPr>
        </p:nvSpPr>
        <p:spPr>
          <a:xfrm>
            <a:off x="457200" y="4336822"/>
            <a:ext cx="3201900" cy="734700"/>
          </a:xfrm>
          <a:prstGeom prst="rect">
            <a:avLst/>
          </a:prstGeom>
          <a:noFill/>
          <a:ln>
            <a:noFill/>
          </a:ln>
        </p:spPr>
        <p:txBody>
          <a:bodyPr anchorCtr="0" anchor="ctr" bIns="0" lIns="0" spcFirstLastPara="1" rIns="182875"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892" name="Google Shape;892;p204"/>
          <p:cNvSpPr txBox="1"/>
          <p:nvPr>
            <p:ph idx="1" type="body"/>
          </p:nvPr>
        </p:nvSpPr>
        <p:spPr>
          <a:xfrm>
            <a:off x="3664275" y="4336833"/>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893" name="Google Shape;893;p204"/>
          <p:cNvSpPr txBox="1"/>
          <p:nvPr>
            <p:ph idx="5" type="body"/>
          </p:nvPr>
        </p:nvSpPr>
        <p:spPr>
          <a:xfrm>
            <a:off x="3664275" y="3399750"/>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894" name="Google Shape;894;p204"/>
          <p:cNvSpPr txBox="1"/>
          <p:nvPr>
            <p:ph idx="6" type="body"/>
          </p:nvPr>
        </p:nvSpPr>
        <p:spPr>
          <a:xfrm>
            <a:off x="3664275" y="2462667"/>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895" name="Google Shape;895;p204"/>
          <p:cNvSpPr txBox="1"/>
          <p:nvPr>
            <p:ph idx="7" type="body"/>
          </p:nvPr>
        </p:nvSpPr>
        <p:spPr>
          <a:xfrm>
            <a:off x="3664275" y="1525583"/>
            <a:ext cx="4105200" cy="734700"/>
          </a:xfrm>
          <a:prstGeom prst="rect">
            <a:avLst/>
          </a:prstGeom>
        </p:spPr>
        <p:txBody>
          <a:bodyPr anchorCtr="0" anchor="ctr" bIns="91425" lIns="0" spcFirstLastPara="1" rIns="0" wrap="square" tIns="0">
            <a:no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
        <p:nvSpPr>
          <p:cNvPr id="896" name="Google Shape;896;p204"/>
          <p:cNvSpPr txBox="1"/>
          <p:nvPr>
            <p:ph idx="8"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ig picture">
  <p:cSld name="Title and big picture">
    <p:bg>
      <p:bgPr>
        <a:blipFill>
          <a:blip r:embed="rId2">
            <a:alphaModFix/>
          </a:blip>
          <a:stretch>
            <a:fillRect/>
          </a:stretch>
        </a:blipFill>
      </p:bgPr>
    </p:bg>
    <p:spTree>
      <p:nvGrpSpPr>
        <p:cNvPr id="897" name="Shape 897"/>
        <p:cNvGrpSpPr/>
        <p:nvPr/>
      </p:nvGrpSpPr>
      <p:grpSpPr>
        <a:xfrm>
          <a:off x="0" y="0"/>
          <a:ext cx="0" cy="0"/>
          <a:chOff x="0" y="0"/>
          <a:chExt cx="0" cy="0"/>
        </a:xfrm>
      </p:grpSpPr>
      <p:pic>
        <p:nvPicPr>
          <p:cNvPr id="898" name="Google Shape;898;p205" title="Mesh Holographic Gradients - Dark Gradient 28.png"/>
          <p:cNvPicPr preferRelativeResize="0"/>
          <p:nvPr/>
        </p:nvPicPr>
        <p:blipFill rotWithShape="1">
          <a:blip r:embed="rId2">
            <a:alphaModFix/>
          </a:blip>
          <a:srcRect b="0" l="0" r="9877" t="0"/>
          <a:stretch/>
        </p:blipFill>
        <p:spPr>
          <a:xfrm flipH="1" rot="10800000">
            <a:off x="0" y="350"/>
            <a:ext cx="9156298" cy="5714650"/>
          </a:xfrm>
          <a:prstGeom prst="rect">
            <a:avLst/>
          </a:prstGeom>
          <a:noFill/>
          <a:ln>
            <a:noFill/>
          </a:ln>
        </p:spPr>
      </p:pic>
      <p:sp>
        <p:nvSpPr>
          <p:cNvPr id="899" name="Google Shape;899;p205"/>
          <p:cNvSpPr txBox="1"/>
          <p:nvPr>
            <p:ph type="title"/>
          </p:nvPr>
        </p:nvSpPr>
        <p:spPr>
          <a:xfrm>
            <a:off x="457200" y="3472000"/>
            <a:ext cx="5010300" cy="17349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4800">
                <a:solidFill>
                  <a:schemeClr val="lt1"/>
                </a:solidFill>
              </a:defRPr>
            </a:lvl1pPr>
            <a:lvl2pPr lvl="1">
              <a:lnSpc>
                <a:spcPct val="100000"/>
              </a:lnSpc>
              <a:spcBef>
                <a:spcPts val="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p:cSld name="Title and list">
    <p:spTree>
      <p:nvGrpSpPr>
        <p:cNvPr id="900" name="Shape 900"/>
        <p:cNvGrpSpPr/>
        <p:nvPr/>
      </p:nvGrpSpPr>
      <p:grpSpPr>
        <a:xfrm>
          <a:off x="0" y="0"/>
          <a:ext cx="0" cy="0"/>
          <a:chOff x="0" y="0"/>
          <a:chExt cx="0" cy="0"/>
        </a:xfrm>
      </p:grpSpPr>
      <p:sp>
        <p:nvSpPr>
          <p:cNvPr id="901" name="Google Shape;901;p206"/>
          <p:cNvSpPr txBox="1"/>
          <p:nvPr>
            <p:ph idx="12" type="sldNum"/>
          </p:nvPr>
        </p:nvSpPr>
        <p:spPr>
          <a:xfrm>
            <a:off x="8556784" y="5277612"/>
            <a:ext cx="548700" cy="437400"/>
          </a:xfrm>
          <a:prstGeom prst="rect">
            <a:avLst/>
          </a:prstGeom>
          <a:noFill/>
          <a:ln>
            <a:noFill/>
          </a:ln>
        </p:spPr>
        <p:txBody>
          <a:bodyPr anchorCtr="0" anchor="t" bIns="121900" lIns="121900" spcFirstLastPara="1" rIns="121900" wrap="square" tIns="121900">
            <a:noAutofit/>
          </a:bodyPr>
          <a:lstStyle>
            <a:lvl1pPr indent="0" lvl="0"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1pPr>
            <a:lvl2pPr indent="0" lvl="1"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2pPr>
            <a:lvl3pPr indent="0" lvl="2"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3pPr>
            <a:lvl4pPr indent="0" lvl="3"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4pPr>
            <a:lvl5pPr indent="0" lvl="4"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5pPr>
            <a:lvl6pPr indent="0" lvl="5"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6pPr>
            <a:lvl7pPr indent="0" lvl="6"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7pPr>
            <a:lvl8pPr indent="0" lvl="7"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8pPr>
            <a:lvl9pPr indent="0" lvl="8"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902" name="Google Shape;902;p206"/>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903" name="Google Shape;903;p206"/>
          <p:cNvSpPr txBox="1"/>
          <p:nvPr>
            <p:ph idx="1" type="body"/>
          </p:nvPr>
        </p:nvSpPr>
        <p:spPr>
          <a:xfrm>
            <a:off x="457200" y="1130806"/>
            <a:ext cx="4105200" cy="40764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2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1">
  <p:cSld name="Title and list 1">
    <p:spTree>
      <p:nvGrpSpPr>
        <p:cNvPr id="904" name="Shape 904"/>
        <p:cNvGrpSpPr/>
        <p:nvPr/>
      </p:nvGrpSpPr>
      <p:grpSpPr>
        <a:xfrm>
          <a:off x="0" y="0"/>
          <a:ext cx="0" cy="0"/>
          <a:chOff x="0" y="0"/>
          <a:chExt cx="0" cy="0"/>
        </a:xfrm>
      </p:grpSpPr>
      <p:sp>
        <p:nvSpPr>
          <p:cNvPr id="905" name="Google Shape;905;p207"/>
          <p:cNvSpPr txBox="1"/>
          <p:nvPr>
            <p:ph idx="12" type="sldNum"/>
          </p:nvPr>
        </p:nvSpPr>
        <p:spPr>
          <a:xfrm>
            <a:off x="8556784" y="5277612"/>
            <a:ext cx="548700" cy="437400"/>
          </a:xfrm>
          <a:prstGeom prst="rect">
            <a:avLst/>
          </a:prstGeom>
          <a:noFill/>
          <a:ln>
            <a:noFill/>
          </a:ln>
        </p:spPr>
        <p:txBody>
          <a:bodyPr anchorCtr="0" anchor="t" bIns="121900" lIns="121900" spcFirstLastPara="1" rIns="121900" wrap="square" tIns="121900">
            <a:noAutofit/>
          </a:bodyPr>
          <a:lstStyle>
            <a:lvl1pPr indent="0" lvl="0"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1pPr>
            <a:lvl2pPr indent="0" lvl="1"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2pPr>
            <a:lvl3pPr indent="0" lvl="2"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3pPr>
            <a:lvl4pPr indent="0" lvl="3"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4pPr>
            <a:lvl5pPr indent="0" lvl="4"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5pPr>
            <a:lvl6pPr indent="0" lvl="5"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6pPr>
            <a:lvl7pPr indent="0" lvl="6"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7pPr>
            <a:lvl8pPr indent="0" lvl="7"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8pPr>
            <a:lvl9pPr indent="0" lvl="8" marL="0" marR="0" algn="l">
              <a:lnSpc>
                <a:spcPct val="100000"/>
              </a:lnSpc>
              <a:spcBef>
                <a:spcPts val="0"/>
              </a:spcBef>
              <a:spcAft>
                <a:spcPts val="0"/>
              </a:spcAft>
              <a:buClr>
                <a:srgbClr val="000000"/>
              </a:buClr>
              <a:buSzPts val="1700"/>
              <a:buFont typeface="Arial"/>
              <a:buNone/>
              <a:defRPr b="0" i="0" sz="1275" u="none" cap="none" strike="noStrike">
                <a:solidFill>
                  <a:schemeClr val="lt2"/>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906" name="Google Shape;906;p207"/>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907" name="Google Shape;907;p207"/>
          <p:cNvSpPr txBox="1"/>
          <p:nvPr>
            <p:ph idx="1" type="body"/>
          </p:nvPr>
        </p:nvSpPr>
        <p:spPr>
          <a:xfrm>
            <a:off x="457200" y="1130806"/>
            <a:ext cx="4105200" cy="40764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2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out logo 2">
  <p:cSld name="Cover without logo 2">
    <p:bg>
      <p:bgPr>
        <a:blipFill>
          <a:blip r:embed="rId2">
            <a:alphaModFix/>
          </a:blip>
          <a:stretch>
            <a:fillRect/>
          </a:stretch>
        </a:blipFill>
      </p:bgPr>
    </p:bg>
    <p:spTree>
      <p:nvGrpSpPr>
        <p:cNvPr id="908" name="Shape 908"/>
        <p:cNvGrpSpPr/>
        <p:nvPr/>
      </p:nvGrpSpPr>
      <p:grpSpPr>
        <a:xfrm>
          <a:off x="0" y="0"/>
          <a:ext cx="0" cy="0"/>
          <a:chOff x="0" y="0"/>
          <a:chExt cx="0" cy="0"/>
        </a:xfrm>
      </p:grpSpPr>
      <p:pic>
        <p:nvPicPr>
          <p:cNvPr id="909" name="Google Shape;909;p208" title="Mesh Holographic Gradients - Dark Gradient 24.png"/>
          <p:cNvPicPr preferRelativeResize="0"/>
          <p:nvPr/>
        </p:nvPicPr>
        <p:blipFill rotWithShape="1">
          <a:blip r:embed="rId2">
            <a:alphaModFix/>
          </a:blip>
          <a:srcRect b="0" l="5284" r="5293" t="0"/>
          <a:stretch/>
        </p:blipFill>
        <p:spPr>
          <a:xfrm rot="10800000">
            <a:off x="10602" y="-11749"/>
            <a:ext cx="9122798" cy="5738499"/>
          </a:xfrm>
          <a:prstGeom prst="rect">
            <a:avLst/>
          </a:prstGeom>
          <a:noFill/>
          <a:ln>
            <a:noFill/>
          </a:ln>
        </p:spPr>
      </p:pic>
      <p:sp>
        <p:nvSpPr>
          <p:cNvPr id="910" name="Google Shape;910;p208"/>
          <p:cNvSpPr txBox="1"/>
          <p:nvPr>
            <p:ph type="title"/>
          </p:nvPr>
        </p:nvSpPr>
        <p:spPr>
          <a:xfrm>
            <a:off x="2066850" y="1688333"/>
            <a:ext cx="5010300" cy="1734900"/>
          </a:xfrm>
          <a:prstGeom prst="rect">
            <a:avLst/>
          </a:prstGeom>
        </p:spPr>
        <p:txBody>
          <a:bodyPr anchorCtr="0" anchor="b" bIns="0" lIns="0" spcFirstLastPara="1" rIns="0" wrap="square" tIns="0">
            <a:noAutofit/>
          </a:bodyPr>
          <a:lstStyle>
            <a:lvl1pPr indent="0" lvl="0" marL="0" marR="0" algn="ctr">
              <a:lnSpc>
                <a:spcPct val="100000"/>
              </a:lnSpc>
              <a:spcBef>
                <a:spcPts val="0"/>
              </a:spcBef>
              <a:spcAft>
                <a:spcPts val="0"/>
              </a:spcAft>
              <a:buNone/>
              <a:defRPr sz="4800">
                <a:solidFill>
                  <a:schemeClr val="lt1"/>
                </a:solidFill>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911" name="Google Shape;911;p208"/>
          <p:cNvSpPr txBox="1"/>
          <p:nvPr>
            <p:ph idx="1" type="subTitle"/>
          </p:nvPr>
        </p:nvSpPr>
        <p:spPr>
          <a:xfrm>
            <a:off x="2066850" y="3592667"/>
            <a:ext cx="5010300" cy="434100"/>
          </a:xfrm>
          <a:prstGeom prst="rect">
            <a:avLst/>
          </a:prstGeom>
        </p:spPr>
        <p:txBody>
          <a:bodyPr anchorCtr="0" anchor="b" bIns="0" lIns="0" spcFirstLastPara="1" rIns="0" wrap="square" tIns="0">
            <a:noAutofit/>
          </a:bodyPr>
          <a:lstStyle>
            <a:lvl1pPr indent="0" lvl="0" marL="0" marR="0" algn="ctr">
              <a:lnSpc>
                <a:spcPct val="100000"/>
              </a:lnSpc>
              <a:spcBef>
                <a:spcPts val="0"/>
              </a:spcBef>
              <a:spcAft>
                <a:spcPts val="0"/>
              </a:spcAft>
              <a:buNone/>
              <a:defRPr sz="2000">
                <a:solidFill>
                  <a:schemeClr val="lt1"/>
                </a:solidFill>
              </a:defRPr>
            </a:lvl1pPr>
            <a:lvl2pPr indent="0" lvl="1" marL="0" marR="0" algn="ctr">
              <a:lnSpc>
                <a:spcPct val="100000"/>
              </a:lnSpc>
              <a:spcBef>
                <a:spcPts val="0"/>
              </a:spcBef>
              <a:spcAft>
                <a:spcPts val="0"/>
              </a:spcAft>
              <a:buNone/>
              <a:defRPr sz="2000">
                <a:solidFill>
                  <a:schemeClr val="lt1"/>
                </a:solidFill>
              </a:defRPr>
            </a:lvl2pPr>
            <a:lvl3pPr indent="0" lvl="2" marL="0" marR="0" algn="ctr">
              <a:lnSpc>
                <a:spcPct val="100000"/>
              </a:lnSpc>
              <a:spcBef>
                <a:spcPts val="0"/>
              </a:spcBef>
              <a:spcAft>
                <a:spcPts val="0"/>
              </a:spcAft>
              <a:buNone/>
              <a:defRPr sz="2000">
                <a:solidFill>
                  <a:schemeClr val="lt1"/>
                </a:solidFill>
              </a:defRPr>
            </a:lvl3pPr>
            <a:lvl4pPr indent="0" lvl="3" marL="0" marR="0" algn="ctr">
              <a:lnSpc>
                <a:spcPct val="100000"/>
              </a:lnSpc>
              <a:spcBef>
                <a:spcPts val="0"/>
              </a:spcBef>
              <a:spcAft>
                <a:spcPts val="0"/>
              </a:spcAft>
              <a:buNone/>
              <a:defRPr sz="2000">
                <a:solidFill>
                  <a:schemeClr val="lt1"/>
                </a:solidFill>
              </a:defRPr>
            </a:lvl4pPr>
            <a:lvl5pPr indent="0" lvl="4" marL="0" marR="0" algn="ctr">
              <a:lnSpc>
                <a:spcPct val="100000"/>
              </a:lnSpc>
              <a:spcBef>
                <a:spcPts val="0"/>
              </a:spcBef>
              <a:spcAft>
                <a:spcPts val="0"/>
              </a:spcAft>
              <a:buNone/>
              <a:defRPr sz="2000">
                <a:solidFill>
                  <a:schemeClr val="lt1"/>
                </a:solidFill>
              </a:defRPr>
            </a:lvl5pPr>
            <a:lvl6pPr indent="0" lvl="5" marL="0" marR="0" algn="ctr">
              <a:lnSpc>
                <a:spcPct val="100000"/>
              </a:lnSpc>
              <a:spcBef>
                <a:spcPts val="0"/>
              </a:spcBef>
              <a:spcAft>
                <a:spcPts val="0"/>
              </a:spcAft>
              <a:buNone/>
              <a:defRPr sz="2000">
                <a:solidFill>
                  <a:schemeClr val="lt1"/>
                </a:solidFill>
              </a:defRPr>
            </a:lvl6pPr>
            <a:lvl7pPr indent="0" lvl="6" marL="0" marR="0" algn="ctr">
              <a:lnSpc>
                <a:spcPct val="100000"/>
              </a:lnSpc>
              <a:spcBef>
                <a:spcPts val="0"/>
              </a:spcBef>
              <a:spcAft>
                <a:spcPts val="0"/>
              </a:spcAft>
              <a:buNone/>
              <a:defRPr sz="2000">
                <a:solidFill>
                  <a:schemeClr val="lt1"/>
                </a:solidFill>
              </a:defRPr>
            </a:lvl7pPr>
            <a:lvl8pPr indent="0" lvl="7" marL="0" marR="0" algn="ctr">
              <a:lnSpc>
                <a:spcPct val="100000"/>
              </a:lnSpc>
              <a:spcBef>
                <a:spcPts val="0"/>
              </a:spcBef>
              <a:spcAft>
                <a:spcPts val="0"/>
              </a:spcAft>
              <a:buNone/>
              <a:defRPr sz="2000">
                <a:solidFill>
                  <a:schemeClr val="lt1"/>
                </a:solidFill>
              </a:defRPr>
            </a:lvl8pPr>
            <a:lvl9pPr indent="0" lvl="8" marL="0" marR="0" algn="ctr">
              <a:lnSpc>
                <a:spcPct val="100000"/>
              </a:lnSpc>
              <a:spcBef>
                <a:spcPts val="0"/>
              </a:spcBef>
              <a:spcAft>
                <a:spcPts val="0"/>
              </a:spcAft>
              <a:buNone/>
              <a:defRPr sz="2000">
                <a:solidFill>
                  <a:schemeClr val="lt1"/>
                </a:solidFill>
              </a:defRPr>
            </a:lvl9pPr>
          </a:lstStyle>
          <a:p/>
        </p:txBody>
      </p:sp>
    </p:spTree>
  </p:cSld>
  <p:clrMapOvr>
    <a:masterClrMapping/>
  </p:clrMapOvr>
</p:sldLayout>
</file>

<file path=ppt/slideLayouts/slideLayout2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out logo 2 1">
  <p:cSld name="Cover without logo 2_1">
    <p:bg>
      <p:bgPr>
        <a:solidFill>
          <a:srgbClr val="07182C"/>
        </a:solidFill>
      </p:bgPr>
    </p:bg>
    <p:spTree>
      <p:nvGrpSpPr>
        <p:cNvPr id="912" name="Shape 912"/>
        <p:cNvGrpSpPr/>
        <p:nvPr/>
      </p:nvGrpSpPr>
      <p:grpSpPr>
        <a:xfrm>
          <a:off x="0" y="0"/>
          <a:ext cx="0" cy="0"/>
          <a:chOff x="0" y="0"/>
          <a:chExt cx="0" cy="0"/>
        </a:xfrm>
      </p:grpSpPr>
      <p:pic>
        <p:nvPicPr>
          <p:cNvPr id="913" name="Google Shape;913;p209" title="Mesh Holographic Gradients - Dark Gradient 22.png"/>
          <p:cNvPicPr preferRelativeResize="0"/>
          <p:nvPr/>
        </p:nvPicPr>
        <p:blipFill rotWithShape="1">
          <a:blip r:embed="rId2">
            <a:alphaModFix/>
          </a:blip>
          <a:srcRect b="0" l="0" r="10176" t="0"/>
          <a:stretch/>
        </p:blipFill>
        <p:spPr>
          <a:xfrm flipH="1" rot="10800000">
            <a:off x="0" y="-13876"/>
            <a:ext cx="9147848" cy="5728876"/>
          </a:xfrm>
          <a:prstGeom prst="rect">
            <a:avLst/>
          </a:prstGeom>
          <a:noFill/>
          <a:ln>
            <a:noFill/>
          </a:ln>
        </p:spPr>
      </p:pic>
      <p:pic>
        <p:nvPicPr>
          <p:cNvPr id="914" name="Google Shape;914;p209"/>
          <p:cNvPicPr preferRelativeResize="0"/>
          <p:nvPr/>
        </p:nvPicPr>
        <p:blipFill rotWithShape="1">
          <a:blip r:embed="rId3">
            <a:alphaModFix/>
          </a:blip>
          <a:srcRect b="0" l="0" r="0" t="0"/>
          <a:stretch/>
        </p:blipFill>
        <p:spPr>
          <a:xfrm>
            <a:off x="457200" y="4773000"/>
            <a:ext cx="316413" cy="390600"/>
          </a:xfrm>
          <a:prstGeom prst="rect">
            <a:avLst/>
          </a:prstGeom>
          <a:noFill/>
          <a:ln>
            <a:noFill/>
          </a:ln>
        </p:spPr>
      </p:pic>
      <p:sp>
        <p:nvSpPr>
          <p:cNvPr id="915" name="Google Shape;915;p209"/>
          <p:cNvSpPr/>
          <p:nvPr/>
        </p:nvSpPr>
        <p:spPr>
          <a:xfrm>
            <a:off x="984762" y="4877167"/>
            <a:ext cx="203100" cy="225600"/>
          </a:xfrm>
          <a:prstGeom prst="plus">
            <a:avLst>
              <a:gd fmla="val 43366" name="adj"/>
            </a:avLst>
          </a:prstGeom>
          <a:solidFill>
            <a:srgbClr val="60A5FA"/>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Lato"/>
              <a:ea typeface="Lato"/>
              <a:cs typeface="Lato"/>
              <a:sym typeface="Lato"/>
            </a:endParaRPr>
          </a:p>
        </p:txBody>
      </p:sp>
      <p:sp>
        <p:nvSpPr>
          <p:cNvPr id="916" name="Google Shape;916;p209"/>
          <p:cNvSpPr txBox="1"/>
          <p:nvPr>
            <p:ph type="title"/>
          </p:nvPr>
        </p:nvSpPr>
        <p:spPr>
          <a:xfrm>
            <a:off x="457200" y="457200"/>
            <a:ext cx="5010300" cy="1376700"/>
          </a:xfrm>
          <a:prstGeom prst="rect">
            <a:avLst/>
          </a:prstGeom>
        </p:spPr>
        <p:txBody>
          <a:bodyPr anchorCtr="0" anchor="t"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917" name="Google Shape;917;p209"/>
          <p:cNvSpPr txBox="1"/>
          <p:nvPr>
            <p:ph idx="1" type="subTitle"/>
          </p:nvPr>
        </p:nvSpPr>
        <p:spPr>
          <a:xfrm>
            <a:off x="457200" y="1833900"/>
            <a:ext cx="50103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
        <p:nvSpPr>
          <p:cNvPr id="918" name="Google Shape;918;p209"/>
          <p:cNvSpPr txBox="1"/>
          <p:nvPr>
            <p:ph idx="2" type="subTitle"/>
          </p:nvPr>
        </p:nvSpPr>
        <p:spPr>
          <a:xfrm>
            <a:off x="3676500" y="4823692"/>
            <a:ext cx="5010300" cy="434100"/>
          </a:xfrm>
          <a:prstGeom prst="rect">
            <a:avLst/>
          </a:prstGeom>
        </p:spPr>
        <p:txBody>
          <a:bodyPr anchorCtr="0" anchor="b" bIns="0" lIns="0" spcFirstLastPara="1" rIns="0" wrap="square" tIns="0">
            <a:noAutofit/>
          </a:bodyPr>
          <a:lstStyle>
            <a:lvl1pPr indent="0" lvl="0" marL="0" marR="0" algn="r">
              <a:lnSpc>
                <a:spcPct val="100000"/>
              </a:lnSpc>
              <a:spcBef>
                <a:spcPts val="0"/>
              </a:spcBef>
              <a:spcAft>
                <a:spcPts val="0"/>
              </a:spcAft>
              <a:buNone/>
              <a:defRPr sz="1600">
                <a:solidFill>
                  <a:schemeClr val="lt1"/>
                </a:solidFill>
              </a:defRPr>
            </a:lvl1pPr>
            <a:lvl2pPr indent="0" lvl="1" marL="0" marR="0" algn="r">
              <a:lnSpc>
                <a:spcPct val="100000"/>
              </a:lnSpc>
              <a:spcBef>
                <a:spcPts val="0"/>
              </a:spcBef>
              <a:spcAft>
                <a:spcPts val="0"/>
              </a:spcAft>
              <a:buNone/>
              <a:defRPr sz="1600">
                <a:solidFill>
                  <a:schemeClr val="lt1"/>
                </a:solidFill>
              </a:defRPr>
            </a:lvl2pPr>
            <a:lvl3pPr indent="0" lvl="2" marL="0" marR="0" algn="r">
              <a:lnSpc>
                <a:spcPct val="100000"/>
              </a:lnSpc>
              <a:spcBef>
                <a:spcPts val="0"/>
              </a:spcBef>
              <a:spcAft>
                <a:spcPts val="0"/>
              </a:spcAft>
              <a:buNone/>
              <a:defRPr sz="1600">
                <a:solidFill>
                  <a:schemeClr val="lt1"/>
                </a:solidFill>
              </a:defRPr>
            </a:lvl3pPr>
            <a:lvl4pPr indent="0" lvl="3" marL="0" marR="0" algn="r">
              <a:lnSpc>
                <a:spcPct val="100000"/>
              </a:lnSpc>
              <a:spcBef>
                <a:spcPts val="0"/>
              </a:spcBef>
              <a:spcAft>
                <a:spcPts val="0"/>
              </a:spcAft>
              <a:buNone/>
              <a:defRPr sz="1600">
                <a:solidFill>
                  <a:schemeClr val="lt1"/>
                </a:solidFill>
              </a:defRPr>
            </a:lvl4pPr>
            <a:lvl5pPr indent="0" lvl="4" marL="0" marR="0" algn="r">
              <a:lnSpc>
                <a:spcPct val="100000"/>
              </a:lnSpc>
              <a:spcBef>
                <a:spcPts val="0"/>
              </a:spcBef>
              <a:spcAft>
                <a:spcPts val="0"/>
              </a:spcAft>
              <a:buNone/>
              <a:defRPr sz="1600">
                <a:solidFill>
                  <a:schemeClr val="lt1"/>
                </a:solidFill>
              </a:defRPr>
            </a:lvl5pPr>
            <a:lvl6pPr indent="0" lvl="5" marL="0" marR="0" algn="r">
              <a:lnSpc>
                <a:spcPct val="100000"/>
              </a:lnSpc>
              <a:spcBef>
                <a:spcPts val="0"/>
              </a:spcBef>
              <a:spcAft>
                <a:spcPts val="0"/>
              </a:spcAft>
              <a:buNone/>
              <a:defRPr sz="1600">
                <a:solidFill>
                  <a:schemeClr val="lt1"/>
                </a:solidFill>
              </a:defRPr>
            </a:lvl6pPr>
            <a:lvl7pPr indent="0" lvl="6" marL="0" marR="0" algn="r">
              <a:lnSpc>
                <a:spcPct val="100000"/>
              </a:lnSpc>
              <a:spcBef>
                <a:spcPts val="0"/>
              </a:spcBef>
              <a:spcAft>
                <a:spcPts val="0"/>
              </a:spcAft>
              <a:buNone/>
              <a:defRPr sz="1600">
                <a:solidFill>
                  <a:schemeClr val="lt1"/>
                </a:solidFill>
              </a:defRPr>
            </a:lvl7pPr>
            <a:lvl8pPr indent="0" lvl="7" marL="0" marR="0" algn="r">
              <a:lnSpc>
                <a:spcPct val="100000"/>
              </a:lnSpc>
              <a:spcBef>
                <a:spcPts val="0"/>
              </a:spcBef>
              <a:spcAft>
                <a:spcPts val="0"/>
              </a:spcAft>
              <a:buNone/>
              <a:defRPr sz="1600">
                <a:solidFill>
                  <a:schemeClr val="lt1"/>
                </a:solidFill>
              </a:defRPr>
            </a:lvl8pPr>
            <a:lvl9pPr indent="0" lvl="8" marL="0" marR="0" algn="r">
              <a:lnSpc>
                <a:spcPct val="100000"/>
              </a:lnSpc>
              <a:spcBef>
                <a:spcPts val="0"/>
              </a:spcBef>
              <a:spcAft>
                <a:spcPts val="0"/>
              </a:spcAft>
              <a:buNone/>
              <a:defRPr sz="1600">
                <a:solidFill>
                  <a:schemeClr val="lt1"/>
                </a:solidFill>
              </a:defRPr>
            </a:lvl9pPr>
          </a:lstStyle>
          <a:p/>
        </p:txBody>
      </p:sp>
    </p:spTree>
  </p:cSld>
  <p:clrMapOvr>
    <a:masterClrMapping/>
  </p:clrMapOvr>
</p:sldLayout>
</file>

<file path=ppt/slideLayouts/slideLayout2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ncepts - horizontal">
  <p:cSld name="TITLE_AND_TWO_COLUMNS_1_1">
    <p:spTree>
      <p:nvGrpSpPr>
        <p:cNvPr id="919" name="Shape 919"/>
        <p:cNvGrpSpPr/>
        <p:nvPr/>
      </p:nvGrpSpPr>
      <p:grpSpPr>
        <a:xfrm>
          <a:off x="0" y="0"/>
          <a:ext cx="0" cy="0"/>
          <a:chOff x="0" y="0"/>
          <a:chExt cx="0" cy="0"/>
        </a:xfrm>
      </p:grpSpPr>
      <p:sp>
        <p:nvSpPr>
          <p:cNvPr id="920" name="Google Shape;920;p210"/>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921" name="Google Shape;921;p210"/>
          <p:cNvSpPr txBox="1"/>
          <p:nvPr>
            <p:ph idx="1" type="body"/>
          </p:nvPr>
        </p:nvSpPr>
        <p:spPr>
          <a:xfrm>
            <a:off x="5715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922" name="Google Shape;922;p210"/>
          <p:cNvSpPr txBox="1"/>
          <p:nvPr>
            <p:ph idx="2" type="subTitle"/>
          </p:nvPr>
        </p:nvSpPr>
        <p:spPr>
          <a:xfrm>
            <a:off x="5715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923" name="Google Shape;923;p210"/>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924" name="Google Shape;924;p210"/>
          <p:cNvSpPr txBox="1"/>
          <p:nvPr>
            <p:ph idx="3" type="body"/>
          </p:nvPr>
        </p:nvSpPr>
        <p:spPr>
          <a:xfrm>
            <a:off x="26677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925" name="Google Shape;925;p210"/>
          <p:cNvSpPr txBox="1"/>
          <p:nvPr>
            <p:ph idx="4" type="subTitle"/>
          </p:nvPr>
        </p:nvSpPr>
        <p:spPr>
          <a:xfrm>
            <a:off x="26677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926" name="Google Shape;926;p210"/>
          <p:cNvSpPr txBox="1"/>
          <p:nvPr>
            <p:ph idx="5" type="body"/>
          </p:nvPr>
        </p:nvSpPr>
        <p:spPr>
          <a:xfrm>
            <a:off x="47639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927" name="Google Shape;927;p210"/>
          <p:cNvSpPr txBox="1"/>
          <p:nvPr>
            <p:ph idx="6" type="subTitle"/>
          </p:nvPr>
        </p:nvSpPr>
        <p:spPr>
          <a:xfrm>
            <a:off x="47639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928" name="Google Shape;928;p210"/>
          <p:cNvSpPr txBox="1"/>
          <p:nvPr>
            <p:ph idx="7" type="body"/>
          </p:nvPr>
        </p:nvSpPr>
        <p:spPr>
          <a:xfrm>
            <a:off x="6860100" y="2420194"/>
            <a:ext cx="1712400" cy="2659800"/>
          </a:xfrm>
          <a:prstGeom prst="rect">
            <a:avLst/>
          </a:prstGeom>
        </p:spPr>
        <p:txBody>
          <a:bodyPr anchorCtr="0" anchor="t" bIns="91425" lIns="0" spcFirstLastPara="1" rIns="182875" wrap="square" tIns="91425">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929" name="Google Shape;929;p210"/>
          <p:cNvSpPr txBox="1"/>
          <p:nvPr>
            <p:ph idx="8" type="subTitle"/>
          </p:nvPr>
        </p:nvSpPr>
        <p:spPr>
          <a:xfrm>
            <a:off x="6860100" y="1905000"/>
            <a:ext cx="1712400" cy="4374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Tree>
  </p:cSld>
  <p:clrMapOvr>
    <a:masterClrMapping/>
  </p:clrMapOvr>
</p:sldLayout>
</file>

<file path=ppt/slideLayouts/slideLayout2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cepts - horizontal">
  <p:cSld name="TITLE_AND_TWO_COLUMNS_1_2">
    <p:spTree>
      <p:nvGrpSpPr>
        <p:cNvPr id="930" name="Shape 930"/>
        <p:cNvGrpSpPr/>
        <p:nvPr/>
      </p:nvGrpSpPr>
      <p:grpSpPr>
        <a:xfrm>
          <a:off x="0" y="0"/>
          <a:ext cx="0" cy="0"/>
          <a:chOff x="0" y="0"/>
          <a:chExt cx="0" cy="0"/>
        </a:xfrm>
      </p:grpSpPr>
      <p:sp>
        <p:nvSpPr>
          <p:cNvPr id="931" name="Google Shape;931;p211"/>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932" name="Google Shape;932;p211"/>
          <p:cNvSpPr txBox="1"/>
          <p:nvPr>
            <p:ph idx="1" type="body"/>
          </p:nvPr>
        </p:nvSpPr>
        <p:spPr>
          <a:xfrm>
            <a:off x="571500" y="2435667"/>
            <a:ext cx="1968300" cy="26442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933" name="Google Shape;933;p211"/>
          <p:cNvSpPr txBox="1"/>
          <p:nvPr>
            <p:ph idx="2" type="body"/>
          </p:nvPr>
        </p:nvSpPr>
        <p:spPr>
          <a:xfrm>
            <a:off x="3586271" y="2435667"/>
            <a:ext cx="1980000" cy="26442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934" name="Google Shape;934;p211"/>
          <p:cNvSpPr txBox="1"/>
          <p:nvPr>
            <p:ph idx="3" type="body"/>
          </p:nvPr>
        </p:nvSpPr>
        <p:spPr>
          <a:xfrm>
            <a:off x="6604202" y="2435667"/>
            <a:ext cx="1968300" cy="26442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935" name="Google Shape;935;p211"/>
          <p:cNvSpPr txBox="1"/>
          <p:nvPr>
            <p:ph idx="4" type="subTitle"/>
          </p:nvPr>
        </p:nvSpPr>
        <p:spPr>
          <a:xfrm>
            <a:off x="579900" y="1905000"/>
            <a:ext cx="1968300" cy="3987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9pPr>
          </a:lstStyle>
          <a:p/>
        </p:txBody>
      </p:sp>
      <p:sp>
        <p:nvSpPr>
          <p:cNvPr id="936" name="Google Shape;936;p211"/>
          <p:cNvSpPr txBox="1"/>
          <p:nvPr>
            <p:ph idx="5" type="subTitle"/>
          </p:nvPr>
        </p:nvSpPr>
        <p:spPr>
          <a:xfrm>
            <a:off x="6598950" y="1905000"/>
            <a:ext cx="1968300" cy="3987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9pPr>
          </a:lstStyle>
          <a:p/>
        </p:txBody>
      </p:sp>
      <p:sp>
        <p:nvSpPr>
          <p:cNvPr id="937" name="Google Shape;937;p211"/>
          <p:cNvSpPr txBox="1"/>
          <p:nvPr>
            <p:ph idx="6" type="subTitle"/>
          </p:nvPr>
        </p:nvSpPr>
        <p:spPr>
          <a:xfrm>
            <a:off x="3597825" y="1905000"/>
            <a:ext cx="1968300" cy="3987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2pPr>
            <a:lvl3pPr lvl="2">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3pPr>
            <a:lvl4pPr lvl="3">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4pPr>
            <a:lvl5pPr lvl="4">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5pPr>
            <a:lvl6pPr lvl="5">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6pPr>
            <a:lvl7pPr lvl="6">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7pPr>
            <a:lvl8pPr lvl="7">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8pPr>
            <a:lvl9pPr lvl="8">
              <a:lnSpc>
                <a:spcPct val="100000"/>
              </a:lnSpc>
              <a:spcBef>
                <a:spcPts val="0"/>
              </a:spcBef>
              <a:spcAft>
                <a:spcPts val="0"/>
              </a:spcAft>
              <a:buClr>
                <a:schemeClr val="accent4"/>
              </a:buClr>
              <a:buSzPts val="1400"/>
              <a:buFont typeface="Poppins SemiBold"/>
              <a:buNone/>
              <a:defRPr>
                <a:solidFill>
                  <a:schemeClr val="accent4"/>
                </a:solidFill>
                <a:latin typeface="Poppins SemiBold"/>
                <a:ea typeface="Poppins SemiBold"/>
                <a:cs typeface="Poppins SemiBold"/>
                <a:sym typeface="Poppins SemiBold"/>
              </a:defRPr>
            </a:lvl9pPr>
          </a:lstStyle>
          <a:p/>
        </p:txBody>
      </p:sp>
      <p:sp>
        <p:nvSpPr>
          <p:cNvPr id="938" name="Google Shape;938;p211"/>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Tree>
  </p:cSld>
  <p:clrMapOvr>
    <a:masterClrMapping/>
  </p:clrMapOvr>
</p:sldLayout>
</file>

<file path=ppt/slideLayouts/slideLayout2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half screen">
  <p:cSld name="MAIN_POINT_1">
    <p:bg>
      <p:bgPr>
        <a:solidFill>
          <a:schemeClr val="dk2"/>
        </a:solidFill>
      </p:bgPr>
    </p:bg>
    <p:spTree>
      <p:nvGrpSpPr>
        <p:cNvPr id="939" name="Shape 939"/>
        <p:cNvGrpSpPr/>
        <p:nvPr/>
      </p:nvGrpSpPr>
      <p:grpSpPr>
        <a:xfrm>
          <a:off x="0" y="0"/>
          <a:ext cx="0" cy="0"/>
          <a:chOff x="0" y="0"/>
          <a:chExt cx="0" cy="0"/>
        </a:xfrm>
      </p:grpSpPr>
      <p:sp>
        <p:nvSpPr>
          <p:cNvPr id="940" name="Google Shape;940;p212"/>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941" name="Google Shape;941;p212"/>
          <p:cNvSpPr txBox="1"/>
          <p:nvPr>
            <p:ph type="title"/>
          </p:nvPr>
        </p:nvSpPr>
        <p:spPr>
          <a:xfrm>
            <a:off x="571500" y="1010028"/>
            <a:ext cx="4000500" cy="4070100"/>
          </a:xfrm>
          <a:prstGeom prst="rect">
            <a:avLst/>
          </a:prstGeom>
        </p:spPr>
        <p:txBody>
          <a:bodyPr anchorCtr="0" anchor="t" bIns="0" lIns="0" spcFirstLastPara="1" rIns="0" wrap="square" tIns="0">
            <a:spAutoFit/>
          </a:bodyPr>
          <a:lstStyle>
            <a:lvl1pPr lvl="0">
              <a:lnSpc>
                <a:spcPct val="100000"/>
              </a:lnSpc>
              <a:spcBef>
                <a:spcPts val="0"/>
              </a:spcBef>
              <a:spcAft>
                <a:spcPts val="0"/>
              </a:spcAft>
              <a:buClr>
                <a:schemeClr val="lt1"/>
              </a:buClr>
              <a:buSzPts val="3200"/>
              <a:buFont typeface="Poppins SemiBold"/>
              <a:buNone/>
              <a:defRPr b="0" sz="3200">
                <a:solidFill>
                  <a:schemeClr val="lt1"/>
                </a:solidFill>
                <a:latin typeface="Poppins SemiBold"/>
                <a:ea typeface="Poppins SemiBold"/>
                <a:cs typeface="Poppins SemiBold"/>
                <a:sym typeface="Poppins SemiBold"/>
              </a:defRPr>
            </a:lvl1pPr>
            <a:lvl2pPr lvl="1">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2pPr>
            <a:lvl3pPr lvl="2">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3pPr>
            <a:lvl4pPr lvl="3">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4pPr>
            <a:lvl5pPr lvl="4">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5pPr>
            <a:lvl6pPr lvl="5">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6pPr>
            <a:lvl7pPr lvl="6">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7pPr>
            <a:lvl8pPr lvl="7">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8pPr>
            <a:lvl9pPr lvl="8">
              <a:lnSpc>
                <a:spcPct val="100000"/>
              </a:lnSpc>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items - contrast">
  <p:cSld name="Title + Subtitle_1">
    <p:bg>
      <p:bgPr>
        <a:solidFill>
          <a:schemeClr val="accent2"/>
        </a:solidFill>
      </p:bgPr>
    </p:bg>
    <p:spTree>
      <p:nvGrpSpPr>
        <p:cNvPr id="942" name="Shape 942"/>
        <p:cNvGrpSpPr/>
        <p:nvPr/>
      </p:nvGrpSpPr>
      <p:grpSpPr>
        <a:xfrm>
          <a:off x="0" y="0"/>
          <a:ext cx="0" cy="0"/>
          <a:chOff x="0" y="0"/>
          <a:chExt cx="0" cy="0"/>
        </a:xfrm>
      </p:grpSpPr>
      <p:sp>
        <p:nvSpPr>
          <p:cNvPr id="943" name="Google Shape;943;p213"/>
          <p:cNvSpPr/>
          <p:nvPr>
            <p:ph idx="2" type="pic"/>
          </p:nvPr>
        </p:nvSpPr>
        <p:spPr>
          <a:xfrm>
            <a:off x="457200" y="1524000"/>
            <a:ext cx="1827300" cy="1827300"/>
          </a:xfrm>
          <a:prstGeom prst="roundRect">
            <a:avLst>
              <a:gd fmla="val 4137" name="adj"/>
            </a:avLst>
          </a:prstGeom>
          <a:noFill/>
          <a:ln>
            <a:noFill/>
          </a:ln>
        </p:spPr>
      </p:sp>
      <p:sp>
        <p:nvSpPr>
          <p:cNvPr id="944" name="Google Shape;944;p213"/>
          <p:cNvSpPr/>
          <p:nvPr>
            <p:ph idx="3" type="pic"/>
          </p:nvPr>
        </p:nvSpPr>
        <p:spPr>
          <a:xfrm>
            <a:off x="2591313" y="1524000"/>
            <a:ext cx="1827300" cy="1827300"/>
          </a:xfrm>
          <a:prstGeom prst="roundRect">
            <a:avLst>
              <a:gd fmla="val 4137" name="adj"/>
            </a:avLst>
          </a:prstGeom>
          <a:noFill/>
          <a:ln>
            <a:noFill/>
          </a:ln>
        </p:spPr>
      </p:sp>
      <p:sp>
        <p:nvSpPr>
          <p:cNvPr id="945" name="Google Shape;945;p213"/>
          <p:cNvSpPr/>
          <p:nvPr>
            <p:ph idx="4" type="pic"/>
          </p:nvPr>
        </p:nvSpPr>
        <p:spPr>
          <a:xfrm>
            <a:off x="4725450" y="1524000"/>
            <a:ext cx="1827300" cy="1827300"/>
          </a:xfrm>
          <a:prstGeom prst="roundRect">
            <a:avLst>
              <a:gd fmla="val 4137" name="adj"/>
            </a:avLst>
          </a:prstGeom>
          <a:noFill/>
          <a:ln>
            <a:noFill/>
          </a:ln>
        </p:spPr>
      </p:sp>
      <p:sp>
        <p:nvSpPr>
          <p:cNvPr id="946" name="Google Shape;946;p213"/>
          <p:cNvSpPr/>
          <p:nvPr>
            <p:ph idx="5" type="pic"/>
          </p:nvPr>
        </p:nvSpPr>
        <p:spPr>
          <a:xfrm>
            <a:off x="6859563" y="1524000"/>
            <a:ext cx="1827300" cy="1827300"/>
          </a:xfrm>
          <a:prstGeom prst="roundRect">
            <a:avLst>
              <a:gd fmla="val 4137" name="adj"/>
            </a:avLst>
          </a:prstGeom>
          <a:noFill/>
          <a:ln>
            <a:noFill/>
          </a:ln>
        </p:spPr>
      </p:sp>
      <p:sp>
        <p:nvSpPr>
          <p:cNvPr id="947" name="Google Shape;947;p213"/>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Clr>
                <a:schemeClr val="lt1"/>
              </a:buClr>
              <a:buSzPts val="3000"/>
              <a:buNone/>
              <a:defRPr sz="3000">
                <a:solidFill>
                  <a:schemeClr val="lt1"/>
                </a:solidFill>
              </a:defRPr>
            </a:lvl1pPr>
            <a:lvl2pPr lvl="1" algn="l">
              <a:lnSpc>
                <a:spcPct val="100000"/>
              </a:lnSpc>
              <a:spcBef>
                <a:spcPts val="0"/>
              </a:spcBef>
              <a:spcAft>
                <a:spcPts val="0"/>
              </a:spcAft>
              <a:buClr>
                <a:schemeClr val="lt1"/>
              </a:buClr>
              <a:buSzPts val="3000"/>
              <a:buNone/>
              <a:defRPr sz="3000">
                <a:solidFill>
                  <a:schemeClr val="lt1"/>
                </a:solidFill>
              </a:defRPr>
            </a:lvl2pPr>
            <a:lvl3pPr lvl="2" algn="l">
              <a:lnSpc>
                <a:spcPct val="100000"/>
              </a:lnSpc>
              <a:spcBef>
                <a:spcPts val="0"/>
              </a:spcBef>
              <a:spcAft>
                <a:spcPts val="0"/>
              </a:spcAft>
              <a:buClr>
                <a:schemeClr val="lt1"/>
              </a:buClr>
              <a:buSzPts val="3000"/>
              <a:buNone/>
              <a:defRPr sz="3000">
                <a:solidFill>
                  <a:schemeClr val="lt1"/>
                </a:solidFill>
              </a:defRPr>
            </a:lvl3pPr>
            <a:lvl4pPr lvl="3" algn="l">
              <a:lnSpc>
                <a:spcPct val="100000"/>
              </a:lnSpc>
              <a:spcBef>
                <a:spcPts val="0"/>
              </a:spcBef>
              <a:spcAft>
                <a:spcPts val="0"/>
              </a:spcAft>
              <a:buClr>
                <a:schemeClr val="lt1"/>
              </a:buClr>
              <a:buSzPts val="3000"/>
              <a:buNone/>
              <a:defRPr sz="3000">
                <a:solidFill>
                  <a:schemeClr val="lt1"/>
                </a:solidFill>
              </a:defRPr>
            </a:lvl4pPr>
            <a:lvl5pPr lvl="4" algn="l">
              <a:lnSpc>
                <a:spcPct val="100000"/>
              </a:lnSpc>
              <a:spcBef>
                <a:spcPts val="0"/>
              </a:spcBef>
              <a:spcAft>
                <a:spcPts val="0"/>
              </a:spcAft>
              <a:buClr>
                <a:schemeClr val="lt1"/>
              </a:buClr>
              <a:buSzPts val="3000"/>
              <a:buNone/>
              <a:defRPr sz="3000">
                <a:solidFill>
                  <a:schemeClr val="lt1"/>
                </a:solidFill>
              </a:defRPr>
            </a:lvl5pPr>
            <a:lvl6pPr lvl="5" algn="l">
              <a:lnSpc>
                <a:spcPct val="100000"/>
              </a:lnSpc>
              <a:spcBef>
                <a:spcPts val="0"/>
              </a:spcBef>
              <a:spcAft>
                <a:spcPts val="0"/>
              </a:spcAft>
              <a:buClr>
                <a:schemeClr val="lt1"/>
              </a:buClr>
              <a:buSzPts val="3000"/>
              <a:buNone/>
              <a:defRPr sz="3000">
                <a:solidFill>
                  <a:schemeClr val="lt1"/>
                </a:solidFill>
              </a:defRPr>
            </a:lvl6pPr>
            <a:lvl7pPr lvl="6" algn="l">
              <a:lnSpc>
                <a:spcPct val="100000"/>
              </a:lnSpc>
              <a:spcBef>
                <a:spcPts val="0"/>
              </a:spcBef>
              <a:spcAft>
                <a:spcPts val="0"/>
              </a:spcAft>
              <a:buClr>
                <a:schemeClr val="lt1"/>
              </a:buClr>
              <a:buSzPts val="3000"/>
              <a:buNone/>
              <a:defRPr sz="3000">
                <a:solidFill>
                  <a:schemeClr val="lt1"/>
                </a:solidFill>
              </a:defRPr>
            </a:lvl7pPr>
            <a:lvl8pPr lvl="7" algn="l">
              <a:lnSpc>
                <a:spcPct val="100000"/>
              </a:lnSpc>
              <a:spcBef>
                <a:spcPts val="0"/>
              </a:spcBef>
              <a:spcAft>
                <a:spcPts val="0"/>
              </a:spcAft>
              <a:buClr>
                <a:schemeClr val="lt1"/>
              </a:buClr>
              <a:buSzPts val="3000"/>
              <a:buNone/>
              <a:defRPr sz="3000">
                <a:solidFill>
                  <a:schemeClr val="lt1"/>
                </a:solidFill>
              </a:defRPr>
            </a:lvl8pPr>
            <a:lvl9pPr lvl="8" algn="l">
              <a:lnSpc>
                <a:spcPct val="100000"/>
              </a:lnSpc>
              <a:spcBef>
                <a:spcPts val="0"/>
              </a:spcBef>
              <a:spcAft>
                <a:spcPts val="0"/>
              </a:spcAft>
              <a:buClr>
                <a:schemeClr val="lt1"/>
              </a:buClr>
              <a:buSzPts val="3000"/>
              <a:buNone/>
              <a:defRPr sz="3000">
                <a:solidFill>
                  <a:schemeClr val="lt1"/>
                </a:solidFill>
              </a:defRPr>
            </a:lvl9pPr>
          </a:lstStyle>
          <a:p/>
        </p:txBody>
      </p:sp>
      <p:sp>
        <p:nvSpPr>
          <p:cNvPr id="948" name="Google Shape;948;p213"/>
          <p:cNvSpPr txBox="1"/>
          <p:nvPr>
            <p:ph idx="1" type="body"/>
          </p:nvPr>
        </p:nvSpPr>
        <p:spPr>
          <a:xfrm>
            <a:off x="457200"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949" name="Google Shape;949;p213"/>
          <p:cNvSpPr txBox="1"/>
          <p:nvPr>
            <p:ph idx="6" type="body"/>
          </p:nvPr>
        </p:nvSpPr>
        <p:spPr>
          <a:xfrm>
            <a:off x="2591318"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950" name="Google Shape;950;p213"/>
          <p:cNvSpPr txBox="1"/>
          <p:nvPr>
            <p:ph idx="7" type="body"/>
          </p:nvPr>
        </p:nvSpPr>
        <p:spPr>
          <a:xfrm>
            <a:off x="4725435"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951" name="Google Shape;951;p213"/>
          <p:cNvSpPr txBox="1"/>
          <p:nvPr>
            <p:ph idx="8" type="body"/>
          </p:nvPr>
        </p:nvSpPr>
        <p:spPr>
          <a:xfrm>
            <a:off x="6866700" y="4203333"/>
            <a:ext cx="1827300" cy="1004100"/>
          </a:xfrm>
          <a:prstGeom prst="rect">
            <a:avLst/>
          </a:prstGeom>
        </p:spPr>
        <p:txBody>
          <a:bodyPr anchorCtr="0" anchor="t" bIns="0" lIns="0" spcFirstLastPara="1" rIns="0" wrap="square" tIns="0">
            <a:spAutoFit/>
          </a:bodyPr>
          <a:lstStyle>
            <a:lvl1pPr indent="-298450" lvl="0" marL="457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952" name="Google Shape;952;p213"/>
          <p:cNvSpPr txBox="1"/>
          <p:nvPr>
            <p:ph idx="9" type="title"/>
          </p:nvPr>
        </p:nvSpPr>
        <p:spPr>
          <a:xfrm>
            <a:off x="4572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953" name="Google Shape;953;p213"/>
          <p:cNvSpPr txBox="1"/>
          <p:nvPr>
            <p:ph idx="13" type="title"/>
          </p:nvPr>
        </p:nvSpPr>
        <p:spPr>
          <a:xfrm>
            <a:off x="25913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954" name="Google Shape;954;p213"/>
          <p:cNvSpPr txBox="1"/>
          <p:nvPr>
            <p:ph idx="14" type="title"/>
          </p:nvPr>
        </p:nvSpPr>
        <p:spPr>
          <a:xfrm>
            <a:off x="47254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
        <p:nvSpPr>
          <p:cNvPr id="955" name="Google Shape;955;p213"/>
          <p:cNvSpPr txBox="1"/>
          <p:nvPr>
            <p:ph idx="15" type="title"/>
          </p:nvPr>
        </p:nvSpPr>
        <p:spPr>
          <a:xfrm>
            <a:off x="6859525" y="3656500"/>
            <a:ext cx="18273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lt1"/>
              </a:buClr>
              <a:buSzPts val="1200"/>
              <a:buNone/>
              <a:defRPr sz="1200">
                <a:solidFill>
                  <a:schemeClr val="lt1"/>
                </a:solidFill>
              </a:defRPr>
            </a:lvl1pPr>
            <a:lvl2pPr lvl="1" algn="l">
              <a:lnSpc>
                <a:spcPct val="115000"/>
              </a:lnSpc>
              <a:spcBef>
                <a:spcPts val="0"/>
              </a:spcBef>
              <a:spcAft>
                <a:spcPts val="0"/>
              </a:spcAft>
              <a:buClr>
                <a:schemeClr val="lt1"/>
              </a:buClr>
              <a:buSzPts val="1200"/>
              <a:buNone/>
              <a:defRPr sz="1200">
                <a:solidFill>
                  <a:schemeClr val="lt1"/>
                </a:solidFill>
              </a:defRPr>
            </a:lvl2pPr>
            <a:lvl3pPr lvl="2" algn="l">
              <a:lnSpc>
                <a:spcPct val="115000"/>
              </a:lnSpc>
              <a:spcBef>
                <a:spcPts val="0"/>
              </a:spcBef>
              <a:spcAft>
                <a:spcPts val="0"/>
              </a:spcAft>
              <a:buClr>
                <a:schemeClr val="lt1"/>
              </a:buClr>
              <a:buSzPts val="1200"/>
              <a:buNone/>
              <a:defRPr sz="1200">
                <a:solidFill>
                  <a:schemeClr val="lt1"/>
                </a:solidFill>
              </a:defRPr>
            </a:lvl3pPr>
            <a:lvl4pPr lvl="3" algn="l">
              <a:lnSpc>
                <a:spcPct val="115000"/>
              </a:lnSpc>
              <a:spcBef>
                <a:spcPts val="0"/>
              </a:spcBef>
              <a:spcAft>
                <a:spcPts val="0"/>
              </a:spcAft>
              <a:buClr>
                <a:schemeClr val="lt1"/>
              </a:buClr>
              <a:buSzPts val="1200"/>
              <a:buNone/>
              <a:defRPr sz="1200">
                <a:solidFill>
                  <a:schemeClr val="lt1"/>
                </a:solidFill>
              </a:defRPr>
            </a:lvl4pPr>
            <a:lvl5pPr lvl="4" algn="l">
              <a:lnSpc>
                <a:spcPct val="115000"/>
              </a:lnSpc>
              <a:spcBef>
                <a:spcPts val="0"/>
              </a:spcBef>
              <a:spcAft>
                <a:spcPts val="0"/>
              </a:spcAft>
              <a:buClr>
                <a:schemeClr val="lt1"/>
              </a:buClr>
              <a:buSzPts val="1200"/>
              <a:buNone/>
              <a:defRPr sz="1200">
                <a:solidFill>
                  <a:schemeClr val="lt1"/>
                </a:solidFill>
              </a:defRPr>
            </a:lvl5pPr>
            <a:lvl6pPr lvl="5" algn="l">
              <a:lnSpc>
                <a:spcPct val="115000"/>
              </a:lnSpc>
              <a:spcBef>
                <a:spcPts val="0"/>
              </a:spcBef>
              <a:spcAft>
                <a:spcPts val="0"/>
              </a:spcAft>
              <a:buClr>
                <a:schemeClr val="lt1"/>
              </a:buClr>
              <a:buSzPts val="1200"/>
              <a:buNone/>
              <a:defRPr sz="1200">
                <a:solidFill>
                  <a:schemeClr val="lt1"/>
                </a:solidFill>
              </a:defRPr>
            </a:lvl6pPr>
            <a:lvl7pPr lvl="6" algn="l">
              <a:lnSpc>
                <a:spcPct val="115000"/>
              </a:lnSpc>
              <a:spcBef>
                <a:spcPts val="0"/>
              </a:spcBef>
              <a:spcAft>
                <a:spcPts val="0"/>
              </a:spcAft>
              <a:buClr>
                <a:schemeClr val="lt1"/>
              </a:buClr>
              <a:buSzPts val="1200"/>
              <a:buNone/>
              <a:defRPr sz="1200">
                <a:solidFill>
                  <a:schemeClr val="lt1"/>
                </a:solidFill>
              </a:defRPr>
            </a:lvl7pPr>
            <a:lvl8pPr lvl="7" algn="l">
              <a:lnSpc>
                <a:spcPct val="115000"/>
              </a:lnSpc>
              <a:spcBef>
                <a:spcPts val="0"/>
              </a:spcBef>
              <a:spcAft>
                <a:spcPts val="0"/>
              </a:spcAft>
              <a:buClr>
                <a:schemeClr val="lt1"/>
              </a:buClr>
              <a:buSzPts val="1200"/>
              <a:buNone/>
              <a:defRPr sz="1200">
                <a:solidFill>
                  <a:schemeClr val="lt1"/>
                </a:solidFill>
              </a:defRPr>
            </a:lvl8pPr>
            <a:lvl9pPr lvl="8" algn="l">
              <a:lnSpc>
                <a:spcPct val="115000"/>
              </a:lnSpc>
              <a:spcBef>
                <a:spcPts val="0"/>
              </a:spcBef>
              <a:spcAft>
                <a:spcPts val="0"/>
              </a:spcAft>
              <a:buClr>
                <a:schemeClr val="lt1"/>
              </a:buClr>
              <a:buSzPts val="1200"/>
              <a:buNone/>
              <a:defRPr sz="1200">
                <a:solidFill>
                  <a:schemeClr val="lt1"/>
                </a:solidFill>
              </a:defRPr>
            </a:lvl9pPr>
          </a:lstStyle>
          <a:p/>
        </p:txBody>
      </p:sp>
    </p:spTree>
  </p:cSld>
  <p:clrMapOvr>
    <a:masterClrMapping/>
  </p:clrMapOvr>
  <p:extLst>
    <p:ext uri="{DCECCB84-F9BA-43D5-87BE-67443E8EF086}">
      <p15:sldGuideLst>
        <p15:guide id="1" pos="2880">
          <p15:clr>
            <a:srgbClr val="E46962"/>
          </p15:clr>
        </p15:guide>
        <p15:guide id="2" orient="horz" pos="960">
          <p15:clr>
            <a:srgbClr val="E46962"/>
          </p15:clr>
        </p15:guide>
      </p15:sldGuideLst>
    </p:ext>
  </p:extLst>
</p:sldLayout>
</file>

<file path=ppt/slideLayouts/slideLayout2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bio">
  <p:cSld name="TITLE_AND_BODY_1_1">
    <p:bg>
      <p:bgPr>
        <a:solidFill>
          <a:schemeClr val="accent2"/>
        </a:solidFill>
      </p:bgPr>
    </p:bg>
    <p:spTree>
      <p:nvGrpSpPr>
        <p:cNvPr id="956" name="Shape 956"/>
        <p:cNvGrpSpPr/>
        <p:nvPr/>
      </p:nvGrpSpPr>
      <p:grpSpPr>
        <a:xfrm>
          <a:off x="0" y="0"/>
          <a:ext cx="0" cy="0"/>
          <a:chOff x="0" y="0"/>
          <a:chExt cx="0" cy="0"/>
        </a:xfrm>
      </p:grpSpPr>
      <p:sp>
        <p:nvSpPr>
          <p:cNvPr id="957" name="Google Shape;957;p214"/>
          <p:cNvSpPr/>
          <p:nvPr/>
        </p:nvSpPr>
        <p:spPr>
          <a:xfrm>
            <a:off x="4583975" y="0"/>
            <a:ext cx="4567500" cy="5715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958" name="Google Shape;958;p214"/>
          <p:cNvSpPr/>
          <p:nvPr>
            <p:ph idx="2" type="pic"/>
          </p:nvPr>
        </p:nvSpPr>
        <p:spPr>
          <a:xfrm flipH="1">
            <a:off x="953803" y="1184556"/>
            <a:ext cx="2664300" cy="3336300"/>
          </a:xfrm>
          <a:prstGeom prst="rect">
            <a:avLst/>
          </a:prstGeom>
          <a:noFill/>
          <a:ln>
            <a:noFill/>
          </a:ln>
        </p:spPr>
      </p:sp>
      <p:sp>
        <p:nvSpPr>
          <p:cNvPr id="959" name="Google Shape;959;p214"/>
          <p:cNvSpPr txBox="1"/>
          <p:nvPr>
            <p:ph type="title"/>
          </p:nvPr>
        </p:nvSpPr>
        <p:spPr>
          <a:xfrm>
            <a:off x="5036975"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960" name="Google Shape;960;p214"/>
          <p:cNvSpPr txBox="1"/>
          <p:nvPr>
            <p:ph idx="1" type="subTitle"/>
          </p:nvPr>
        </p:nvSpPr>
        <p:spPr>
          <a:xfrm>
            <a:off x="5036975"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961" name="Google Shape;961;p214"/>
          <p:cNvSpPr txBox="1"/>
          <p:nvPr>
            <p:ph idx="3" type="body"/>
          </p:nvPr>
        </p:nvSpPr>
        <p:spPr>
          <a:xfrm>
            <a:off x="5036975"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2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rtification covers 1">
  <p:cSld name="TITLE_1_1">
    <p:spTree>
      <p:nvGrpSpPr>
        <p:cNvPr id="962" name="Shape 962"/>
        <p:cNvGrpSpPr/>
        <p:nvPr/>
      </p:nvGrpSpPr>
      <p:grpSpPr>
        <a:xfrm>
          <a:off x="0" y="0"/>
          <a:ext cx="0" cy="0"/>
          <a:chOff x="0" y="0"/>
          <a:chExt cx="0" cy="0"/>
        </a:xfrm>
      </p:grpSpPr>
      <p:pic>
        <p:nvPicPr>
          <p:cNvPr id="963" name="Google Shape;963;p215" title="Mesh Holographic Gradients - Dark Gradient 22.png"/>
          <p:cNvPicPr preferRelativeResize="0"/>
          <p:nvPr/>
        </p:nvPicPr>
        <p:blipFill rotWithShape="1">
          <a:blip r:embed="rId2">
            <a:alphaModFix/>
          </a:blip>
          <a:srcRect b="0" l="0" r="0" t="0"/>
          <a:stretch/>
        </p:blipFill>
        <p:spPr>
          <a:xfrm>
            <a:off x="0" y="0"/>
            <a:ext cx="9144003" cy="5143499"/>
          </a:xfrm>
          <a:prstGeom prst="rect">
            <a:avLst/>
          </a:prstGeom>
          <a:noFill/>
          <a:ln>
            <a:noFill/>
          </a:ln>
        </p:spPr>
      </p:pic>
      <p:pic>
        <p:nvPicPr>
          <p:cNvPr id="964" name="Google Shape;964;p215"/>
          <p:cNvPicPr preferRelativeResize="0"/>
          <p:nvPr/>
        </p:nvPicPr>
        <p:blipFill rotWithShape="1">
          <a:blip r:embed="rId3">
            <a:alphaModFix/>
          </a:blip>
          <a:srcRect b="0" l="0" r="0" t="0"/>
          <a:stretch/>
        </p:blipFill>
        <p:spPr>
          <a:xfrm>
            <a:off x="457200" y="531584"/>
            <a:ext cx="316413" cy="390600"/>
          </a:xfrm>
          <a:prstGeom prst="rect">
            <a:avLst/>
          </a:prstGeom>
          <a:noFill/>
          <a:ln>
            <a:noFill/>
          </a:ln>
        </p:spPr>
      </p:pic>
      <p:sp>
        <p:nvSpPr>
          <p:cNvPr id="965" name="Google Shape;965;p215"/>
          <p:cNvSpPr txBox="1"/>
          <p:nvPr>
            <p:ph type="title"/>
          </p:nvPr>
        </p:nvSpPr>
        <p:spPr>
          <a:xfrm>
            <a:off x="457200" y="2925261"/>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966" name="Google Shape;966;p215"/>
          <p:cNvSpPr txBox="1"/>
          <p:nvPr>
            <p:ph idx="1" type="subTitle"/>
          </p:nvPr>
        </p:nvSpPr>
        <p:spPr>
          <a:xfrm>
            <a:off x="457200" y="47730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2">
    <p:spTree>
      <p:nvGrpSpPr>
        <p:cNvPr id="967" name="Shape 967"/>
        <p:cNvGrpSpPr/>
        <p:nvPr/>
      </p:nvGrpSpPr>
      <p:grpSpPr>
        <a:xfrm>
          <a:off x="0" y="0"/>
          <a:ext cx="0" cy="0"/>
          <a:chOff x="0" y="0"/>
          <a:chExt cx="0" cy="0"/>
        </a:xfrm>
      </p:grpSpPr>
      <p:sp>
        <p:nvSpPr>
          <p:cNvPr id="968" name="Google Shape;968;p216"/>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969" name="Google Shape;969;p216"/>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Full width visual">
  <p:cSld name="TITLE_ONLY_1_1">
    <p:spTree>
      <p:nvGrpSpPr>
        <p:cNvPr id="970" name="Shape 970"/>
        <p:cNvGrpSpPr/>
        <p:nvPr/>
      </p:nvGrpSpPr>
      <p:grpSpPr>
        <a:xfrm>
          <a:off x="0" y="0"/>
          <a:ext cx="0" cy="0"/>
          <a:chOff x="0" y="0"/>
          <a:chExt cx="0" cy="0"/>
        </a:xfrm>
      </p:grpSpPr>
      <p:sp>
        <p:nvSpPr>
          <p:cNvPr id="971" name="Google Shape;971;p217"/>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972" name="Google Shape;972;p217"/>
          <p:cNvSpPr txBox="1"/>
          <p:nvPr>
            <p:ph type="title"/>
          </p:nvPr>
        </p:nvSpPr>
        <p:spPr>
          <a:xfrm>
            <a:off x="571500" y="889000"/>
            <a:ext cx="80010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973" name="Google Shape;973;p217"/>
          <p:cNvSpPr/>
          <p:nvPr>
            <p:ph idx="2" type="pic"/>
          </p:nvPr>
        </p:nvSpPr>
        <p:spPr>
          <a:xfrm>
            <a:off x="944450" y="1901167"/>
            <a:ext cx="7283700" cy="3179100"/>
          </a:xfrm>
          <a:prstGeom prst="rect">
            <a:avLst/>
          </a:prstGeom>
          <a:noFill/>
          <a:ln>
            <a:noFill/>
          </a:ln>
        </p:spPr>
      </p:sp>
    </p:spTree>
  </p:cSld>
  <p:clrMapOvr>
    <a:masterClrMapping/>
  </p:clrMapOvr>
  <p:extLst>
    <p:ext uri="{DCECCB84-F9BA-43D5-87BE-67443E8EF086}">
      <p15:sldGuideLst>
        <p15:guide id="1" pos="595">
          <p15:clr>
            <a:srgbClr val="E46962"/>
          </p15:clr>
        </p15:guide>
        <p15:guide id="2" pos="5183">
          <p15:clr>
            <a:srgbClr val="E46962"/>
          </p15:clr>
        </p15:guide>
      </p15:sldGuideLst>
    </p:ext>
  </p:extLst>
</p:sldLayout>
</file>

<file path=ppt/slideLayouts/slideLayout2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2">
  <p:cSld name="TITLE_AND_BODY_4">
    <p:spTree>
      <p:nvGrpSpPr>
        <p:cNvPr id="974" name="Shape 974"/>
        <p:cNvGrpSpPr/>
        <p:nvPr/>
      </p:nvGrpSpPr>
      <p:grpSpPr>
        <a:xfrm>
          <a:off x="0" y="0"/>
          <a:ext cx="0" cy="0"/>
          <a:chOff x="0" y="0"/>
          <a:chExt cx="0" cy="0"/>
        </a:xfrm>
      </p:grpSpPr>
      <p:sp>
        <p:nvSpPr>
          <p:cNvPr id="975" name="Google Shape;975;p218"/>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976" name="Google Shape;976;p218"/>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977" name="Google Shape;977;p218"/>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TITLE_ONLY_5">
    <p:spTree>
      <p:nvGrpSpPr>
        <p:cNvPr id="978" name="Shape 978"/>
        <p:cNvGrpSpPr/>
        <p:nvPr/>
      </p:nvGrpSpPr>
      <p:grpSpPr>
        <a:xfrm>
          <a:off x="0" y="0"/>
          <a:ext cx="0" cy="0"/>
          <a:chOff x="0" y="0"/>
          <a:chExt cx="0" cy="0"/>
        </a:xfrm>
      </p:grpSpPr>
      <p:sp>
        <p:nvSpPr>
          <p:cNvPr id="979" name="Google Shape;979;p219"/>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980" name="Google Shape;980;p219"/>
          <p:cNvSpPr txBox="1"/>
          <p:nvPr>
            <p:ph type="title"/>
          </p:nvPr>
        </p:nvSpPr>
        <p:spPr>
          <a:xfrm>
            <a:off x="571500" y="889000"/>
            <a:ext cx="80010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p:cSld name="TITLE_AND_BODY_3">
    <p:spTree>
      <p:nvGrpSpPr>
        <p:cNvPr id="981" name="Shape 981"/>
        <p:cNvGrpSpPr/>
        <p:nvPr/>
      </p:nvGrpSpPr>
      <p:grpSpPr>
        <a:xfrm>
          <a:off x="0" y="0"/>
          <a:ext cx="0" cy="0"/>
          <a:chOff x="0" y="0"/>
          <a:chExt cx="0" cy="0"/>
        </a:xfrm>
      </p:grpSpPr>
      <p:sp>
        <p:nvSpPr>
          <p:cNvPr id="982" name="Google Shape;982;p220"/>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983" name="Google Shape;983;p220"/>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984" name="Google Shape;984;p220"/>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one column">
  <p:cSld name="CUSTOM_3_1">
    <p:spTree>
      <p:nvGrpSpPr>
        <p:cNvPr id="985" name="Shape 985"/>
        <p:cNvGrpSpPr/>
        <p:nvPr/>
      </p:nvGrpSpPr>
      <p:grpSpPr>
        <a:xfrm>
          <a:off x="0" y="0"/>
          <a:ext cx="0" cy="0"/>
          <a:chOff x="0" y="0"/>
          <a:chExt cx="0" cy="0"/>
        </a:xfrm>
      </p:grpSpPr>
      <p:sp>
        <p:nvSpPr>
          <p:cNvPr id="986" name="Google Shape;986;p221"/>
          <p:cNvSpPr txBox="1"/>
          <p:nvPr>
            <p:ph idx="1" type="subTitle"/>
          </p:nvPr>
        </p:nvSpPr>
        <p:spPr>
          <a:xfrm>
            <a:off x="571500" y="1905000"/>
            <a:ext cx="3093000" cy="3987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987" name="Google Shape;987;p221"/>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988" name="Google Shape;988;p221"/>
          <p:cNvSpPr txBox="1"/>
          <p:nvPr>
            <p:ph idx="2" type="body"/>
          </p:nvPr>
        </p:nvSpPr>
        <p:spPr>
          <a:xfrm>
            <a:off x="571500" y="2406917"/>
            <a:ext cx="3093000" cy="26730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989" name="Google Shape;989;p221"/>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6">
    <p:spTree>
      <p:nvGrpSpPr>
        <p:cNvPr id="990" name="Shape 990"/>
        <p:cNvGrpSpPr/>
        <p:nvPr/>
      </p:nvGrpSpPr>
      <p:grpSpPr>
        <a:xfrm>
          <a:off x="0" y="0"/>
          <a:ext cx="0" cy="0"/>
          <a:chOff x="0" y="0"/>
          <a:chExt cx="0" cy="0"/>
        </a:xfrm>
      </p:grpSpPr>
      <p:sp>
        <p:nvSpPr>
          <p:cNvPr id="991" name="Google Shape;991;p222"/>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three columns 3 1">
  <p:cSld name="TITLE_AND_TWO_COLUMNS_1_3_1">
    <p:spTree>
      <p:nvGrpSpPr>
        <p:cNvPr id="992" name="Shape 992"/>
        <p:cNvGrpSpPr/>
        <p:nvPr/>
      </p:nvGrpSpPr>
      <p:grpSpPr>
        <a:xfrm>
          <a:off x="0" y="0"/>
          <a:ext cx="0" cy="0"/>
          <a:chOff x="0" y="0"/>
          <a:chExt cx="0" cy="0"/>
        </a:xfrm>
      </p:grpSpPr>
      <p:sp>
        <p:nvSpPr>
          <p:cNvPr id="993" name="Google Shape;993;p223"/>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994" name="Google Shape;994;p223"/>
          <p:cNvSpPr txBox="1"/>
          <p:nvPr>
            <p:ph type="title"/>
          </p:nvPr>
        </p:nvSpPr>
        <p:spPr>
          <a:xfrm>
            <a:off x="607200" y="1140611"/>
            <a:ext cx="3936000" cy="596400"/>
          </a:xfrm>
          <a:prstGeom prst="rect">
            <a:avLst/>
          </a:prstGeom>
        </p:spPr>
        <p:txBody>
          <a:bodyPr anchorCtr="0" anchor="ctr" bIns="0" lIns="0" spcFirstLastPara="1" rIns="0" wrap="square" tIns="0">
            <a:spAutoFit/>
          </a:bodyPr>
          <a:lstStyle>
            <a:lvl1pPr lvl="0">
              <a:spcBef>
                <a:spcPts val="0"/>
              </a:spcBef>
              <a:spcAft>
                <a:spcPts val="0"/>
              </a:spcAft>
              <a:buSzPts val="3000"/>
              <a:buNone/>
              <a:defRPr b="1" sz="1800"/>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995" name="Google Shape;995;p223"/>
          <p:cNvSpPr txBox="1"/>
          <p:nvPr>
            <p:ph idx="1" type="body"/>
          </p:nvPr>
        </p:nvSpPr>
        <p:spPr>
          <a:xfrm>
            <a:off x="607200" y="3520806"/>
            <a:ext cx="1951500" cy="16134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0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996" name="Google Shape;996;p223"/>
          <p:cNvSpPr txBox="1"/>
          <p:nvPr>
            <p:ph idx="2" type="body"/>
          </p:nvPr>
        </p:nvSpPr>
        <p:spPr>
          <a:xfrm>
            <a:off x="2759850" y="3520806"/>
            <a:ext cx="1951500" cy="16134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0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997" name="Google Shape;997;p223"/>
          <p:cNvSpPr txBox="1"/>
          <p:nvPr>
            <p:ph idx="3" type="body"/>
          </p:nvPr>
        </p:nvSpPr>
        <p:spPr>
          <a:xfrm>
            <a:off x="4912500" y="3520806"/>
            <a:ext cx="1951500" cy="1613400"/>
          </a:xfrm>
          <a:prstGeom prst="rect">
            <a:avLst/>
          </a:prstGeom>
        </p:spPr>
        <p:txBody>
          <a:bodyPr anchorCtr="0" anchor="t" bIns="0" lIns="0" spcFirstLastPara="1" rIns="0" wrap="square" tIns="0">
            <a:spAutoFit/>
          </a:bodyPr>
          <a:lstStyle>
            <a:lvl1pPr indent="-317500" lvl="0" marL="457200">
              <a:spcBef>
                <a:spcPts val="0"/>
              </a:spcBef>
              <a:spcAft>
                <a:spcPts val="0"/>
              </a:spcAft>
              <a:buClr>
                <a:schemeClr val="accent1"/>
              </a:buClr>
              <a:buSzPts val="1400"/>
              <a:buChar char="●"/>
              <a:defRPr sz="10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998" name="Google Shape;998;p223"/>
          <p:cNvSpPr txBox="1"/>
          <p:nvPr>
            <p:ph idx="4" type="subTitle"/>
          </p:nvPr>
        </p:nvSpPr>
        <p:spPr>
          <a:xfrm>
            <a:off x="607200" y="3084639"/>
            <a:ext cx="1951500" cy="398700"/>
          </a:xfrm>
          <a:prstGeom prst="rect">
            <a:avLst/>
          </a:prstGeom>
        </p:spPr>
        <p:txBody>
          <a:bodyPr anchorCtr="0" anchor="t" bIns="0" lIns="0" spcFirstLastPara="1" rIns="0" wrap="square" tIns="0">
            <a:spAutoFit/>
          </a:bodyPr>
          <a:lstStyle>
            <a:lvl1pPr lvl="0">
              <a:spcBef>
                <a:spcPts val="0"/>
              </a:spcBef>
              <a:spcAft>
                <a:spcPts val="0"/>
              </a:spcAft>
              <a:buSzPts val="1400"/>
              <a:buNone/>
              <a:defRPr b="1" sz="1000">
                <a:solidFill>
                  <a:schemeClr val="accent4"/>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9" name="Google Shape;999;p223"/>
          <p:cNvSpPr txBox="1"/>
          <p:nvPr>
            <p:ph idx="5" type="subTitle"/>
          </p:nvPr>
        </p:nvSpPr>
        <p:spPr>
          <a:xfrm>
            <a:off x="4912500" y="3084639"/>
            <a:ext cx="1951500" cy="398700"/>
          </a:xfrm>
          <a:prstGeom prst="rect">
            <a:avLst/>
          </a:prstGeom>
        </p:spPr>
        <p:txBody>
          <a:bodyPr anchorCtr="0" anchor="t" bIns="0" lIns="0" spcFirstLastPara="1" rIns="0" wrap="square" tIns="0">
            <a:spAutoFit/>
          </a:bodyPr>
          <a:lstStyle>
            <a:lvl1pPr lvl="0">
              <a:spcBef>
                <a:spcPts val="0"/>
              </a:spcBef>
              <a:spcAft>
                <a:spcPts val="0"/>
              </a:spcAft>
              <a:buSzPts val="1400"/>
              <a:buNone/>
              <a:defRPr b="1" sz="1000">
                <a:solidFill>
                  <a:schemeClr val="accent4"/>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0" name="Google Shape;1000;p223"/>
          <p:cNvSpPr txBox="1"/>
          <p:nvPr>
            <p:ph idx="6" type="subTitle"/>
          </p:nvPr>
        </p:nvSpPr>
        <p:spPr>
          <a:xfrm>
            <a:off x="2759850" y="3084639"/>
            <a:ext cx="1951500" cy="398700"/>
          </a:xfrm>
          <a:prstGeom prst="rect">
            <a:avLst/>
          </a:prstGeom>
        </p:spPr>
        <p:txBody>
          <a:bodyPr anchorCtr="0" anchor="t" bIns="0" lIns="0" spcFirstLastPara="1" rIns="0" wrap="square" tIns="0">
            <a:spAutoFit/>
          </a:bodyPr>
          <a:lstStyle>
            <a:lvl1pPr lvl="0">
              <a:spcBef>
                <a:spcPts val="0"/>
              </a:spcBef>
              <a:spcAft>
                <a:spcPts val="0"/>
              </a:spcAft>
              <a:buSzPts val="1400"/>
              <a:buNone/>
              <a:defRPr b="1" sz="1000">
                <a:solidFill>
                  <a:schemeClr val="accent4"/>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ercise">
  <p:cSld name="CUSTOM_7">
    <p:spTree>
      <p:nvGrpSpPr>
        <p:cNvPr id="1001" name="Shape 1001"/>
        <p:cNvGrpSpPr/>
        <p:nvPr/>
      </p:nvGrpSpPr>
      <p:grpSpPr>
        <a:xfrm>
          <a:off x="0" y="0"/>
          <a:ext cx="0" cy="0"/>
          <a:chOff x="0" y="0"/>
          <a:chExt cx="0" cy="0"/>
        </a:xfrm>
      </p:grpSpPr>
      <p:sp>
        <p:nvSpPr>
          <p:cNvPr id="1002" name="Google Shape;1002;p224"/>
          <p:cNvSpPr txBox="1"/>
          <p:nvPr>
            <p:ph idx="1" type="subTitle"/>
          </p:nvPr>
        </p:nvSpPr>
        <p:spPr>
          <a:xfrm>
            <a:off x="571500" y="4736333"/>
            <a:ext cx="3259200" cy="343800"/>
          </a:xfrm>
          <a:prstGeom prst="rect">
            <a:avLst/>
          </a:prstGeom>
          <a:solidFill>
            <a:schemeClr val="accent6"/>
          </a:solidFill>
        </p:spPr>
        <p:txBody>
          <a:bodyPr anchorCtr="0" anchor="ctr" bIns="91425" lIns="91425" spcFirstLastPara="1" rIns="91425" wrap="square" tIns="91425">
            <a:spAutoFit/>
          </a:bodyPr>
          <a:lstStyle>
            <a:lvl1pPr lvl="0">
              <a:spcBef>
                <a:spcPts val="0"/>
              </a:spcBef>
              <a:spcAft>
                <a:spcPts val="0"/>
              </a:spcAft>
              <a:buSzPts val="14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3" name="Google Shape;1003;p224"/>
          <p:cNvSpPr txBox="1"/>
          <p:nvPr>
            <p:ph type="title"/>
          </p:nvPr>
        </p:nvSpPr>
        <p:spPr>
          <a:xfrm>
            <a:off x="571500" y="889000"/>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004" name="Google Shape;1004;p224"/>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184">
          <p15:clr>
            <a:srgbClr val="E46962"/>
          </p15:clr>
        </p15:guide>
        <p15:guide id="2" pos="576">
          <p15:clr>
            <a:srgbClr val="E46962"/>
          </p15:clr>
        </p15:guide>
      </p15:sldGuideLst>
    </p:ext>
  </p:extLst>
</p:sldLayout>
</file>

<file path=ppt/slideLayouts/slideLayout2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screen quote">
  <p:cSld name="CUSTOM_8_1">
    <p:spTree>
      <p:nvGrpSpPr>
        <p:cNvPr id="1005" name="Shape 1005"/>
        <p:cNvGrpSpPr/>
        <p:nvPr/>
      </p:nvGrpSpPr>
      <p:grpSpPr>
        <a:xfrm>
          <a:off x="0" y="0"/>
          <a:ext cx="0" cy="0"/>
          <a:chOff x="0" y="0"/>
          <a:chExt cx="0" cy="0"/>
        </a:xfrm>
      </p:grpSpPr>
      <p:sp>
        <p:nvSpPr>
          <p:cNvPr id="1006" name="Google Shape;1006;p225"/>
          <p:cNvSpPr txBox="1"/>
          <p:nvPr>
            <p:ph type="title"/>
          </p:nvPr>
        </p:nvSpPr>
        <p:spPr>
          <a:xfrm>
            <a:off x="5139900" y="2026361"/>
            <a:ext cx="3089700" cy="1937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400"/>
              <a:buFont typeface="Poppins SemiBold"/>
              <a:buNone/>
              <a:defRPr b="0" sz="1400">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1400"/>
              <a:buFont typeface="Poppins SemiBold"/>
              <a:buNone/>
              <a:defRPr sz="1400">
                <a:solidFill>
                  <a:schemeClr val="lt1"/>
                </a:solidFill>
                <a:latin typeface="Poppins SemiBold"/>
                <a:ea typeface="Poppins SemiBold"/>
                <a:cs typeface="Poppins SemiBold"/>
                <a:sym typeface="Poppins SemiBold"/>
              </a:defRPr>
            </a:lvl9pPr>
          </a:lstStyle>
          <a:p/>
        </p:txBody>
      </p:sp>
      <p:sp>
        <p:nvSpPr>
          <p:cNvPr id="1007" name="Google Shape;1007;p225"/>
          <p:cNvSpPr txBox="1"/>
          <p:nvPr>
            <p:ph idx="2"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1008" name="Google Shape;1008;p225"/>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
        <p:nvSpPr>
          <p:cNvPr id="1009" name="Google Shape;1009;p225"/>
          <p:cNvSpPr txBox="1"/>
          <p:nvPr>
            <p:ph idx="3" type="title"/>
          </p:nvPr>
        </p:nvSpPr>
        <p:spPr>
          <a:xfrm>
            <a:off x="5139900" y="4564667"/>
            <a:ext cx="3089700" cy="2577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000"/>
              <a:buFont typeface="Poppins SemiBold"/>
              <a:buNone/>
              <a:defRPr b="0" sz="1000">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1000"/>
              <a:buFont typeface="Poppins SemiBold"/>
              <a:buNone/>
              <a:defRPr sz="1000">
                <a:solidFill>
                  <a:schemeClr val="lt1"/>
                </a:solidFill>
                <a:latin typeface="Poppins SemiBold"/>
                <a:ea typeface="Poppins SemiBold"/>
                <a:cs typeface="Poppins SemiBold"/>
                <a:sym typeface="Poppins SemiBold"/>
              </a:defRPr>
            </a:lvl9pPr>
          </a:lstStyle>
          <a:p/>
        </p:txBody>
      </p:sp>
      <p:sp>
        <p:nvSpPr>
          <p:cNvPr id="1010" name="Google Shape;1010;p225"/>
          <p:cNvSpPr txBox="1"/>
          <p:nvPr>
            <p:ph idx="4" type="body"/>
          </p:nvPr>
        </p:nvSpPr>
        <p:spPr>
          <a:xfrm>
            <a:off x="5139900" y="4822333"/>
            <a:ext cx="3089700" cy="2577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Lato"/>
              <a:buChar char="●"/>
              <a:defRPr sz="1000">
                <a:solidFill>
                  <a:schemeClr val="lt1"/>
                </a:solidFill>
                <a:latin typeface="Lato"/>
                <a:ea typeface="Lato"/>
                <a:cs typeface="Lato"/>
                <a:sym typeface="Lato"/>
              </a:defRPr>
            </a:lvl1pPr>
            <a:lvl2pPr indent="-292100" lvl="1" marL="914400">
              <a:lnSpc>
                <a:spcPct val="115000"/>
              </a:lnSpc>
              <a:spcBef>
                <a:spcPts val="1000"/>
              </a:spcBef>
              <a:spcAft>
                <a:spcPts val="0"/>
              </a:spcAft>
              <a:buClr>
                <a:schemeClr val="lt1"/>
              </a:buClr>
              <a:buSzPts val="1000"/>
              <a:buFont typeface="Lato"/>
              <a:buChar char="○"/>
              <a:defRPr sz="1000">
                <a:solidFill>
                  <a:schemeClr val="lt1"/>
                </a:solidFill>
                <a:latin typeface="Lato"/>
                <a:ea typeface="Lato"/>
                <a:cs typeface="Lato"/>
                <a:sym typeface="Lato"/>
              </a:defRPr>
            </a:lvl2pPr>
            <a:lvl3pPr indent="-317500" lvl="2" marL="13716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3pPr>
            <a:lvl4pPr indent="-317500" lvl="3" marL="18288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4pPr>
            <a:lvl5pPr indent="-317500" lvl="4" marL="22860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5pPr>
            <a:lvl6pPr indent="-317500" lvl="5" marL="27432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6pPr>
            <a:lvl7pPr indent="-317500" lvl="6" marL="32004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7pPr>
            <a:lvl8pPr indent="-317500" lvl="7" marL="3657600">
              <a:lnSpc>
                <a:spcPct val="115000"/>
              </a:lnSpc>
              <a:spcBef>
                <a:spcPts val="1000"/>
              </a:spcBef>
              <a:spcAft>
                <a:spcPts val="0"/>
              </a:spcAft>
              <a:buClr>
                <a:schemeClr val="lt1"/>
              </a:buClr>
              <a:buSzPts val="1400"/>
              <a:buFont typeface="Lato"/>
              <a:buChar char="○"/>
              <a:defRPr>
                <a:solidFill>
                  <a:schemeClr val="lt1"/>
                </a:solidFill>
                <a:latin typeface="Lato"/>
                <a:ea typeface="Lato"/>
                <a:cs typeface="Lato"/>
                <a:sym typeface="Lato"/>
              </a:defRPr>
            </a:lvl8pPr>
            <a:lvl9pPr indent="-317500" lvl="8" marL="4114800">
              <a:lnSpc>
                <a:spcPct val="115000"/>
              </a:lnSpc>
              <a:spcBef>
                <a:spcPts val="1000"/>
              </a:spcBef>
              <a:spcAft>
                <a:spcPts val="1000"/>
              </a:spcAft>
              <a:buClr>
                <a:schemeClr val="lt1"/>
              </a:buClr>
              <a:buSzPts val="1400"/>
              <a:buFont typeface="Lato"/>
              <a:buChar char="■"/>
              <a:defRPr>
                <a:solidFill>
                  <a:schemeClr val="lt1"/>
                </a:solidFill>
                <a:latin typeface="Lato"/>
                <a:ea typeface="Lato"/>
                <a:cs typeface="Lato"/>
                <a:sym typeface="Lato"/>
              </a:defRPr>
            </a:lvl9pPr>
          </a:lstStyle>
          <a:p/>
        </p:txBody>
      </p:sp>
      <p:sp>
        <p:nvSpPr>
          <p:cNvPr id="1011" name="Google Shape;1011;p225"/>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76">
          <p15:clr>
            <a:srgbClr val="E46962"/>
          </p15:clr>
        </p15:guide>
        <p15:guide id="2" pos="5184">
          <p15:clr>
            <a:srgbClr val="E46962"/>
          </p15:clr>
        </p15:guide>
      </p15:sldGuideLst>
    </p:ext>
  </p:extLst>
</p:sldLayout>
</file>

<file path=ppt/slideLayouts/slideLayout2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two columns">
  <p:cSld name="TITLE_AND_BODY_1_1_1">
    <p:spTree>
      <p:nvGrpSpPr>
        <p:cNvPr id="1012" name="Shape 1012"/>
        <p:cNvGrpSpPr/>
        <p:nvPr/>
      </p:nvGrpSpPr>
      <p:grpSpPr>
        <a:xfrm>
          <a:off x="0" y="0"/>
          <a:ext cx="0" cy="0"/>
          <a:chOff x="0" y="0"/>
          <a:chExt cx="0" cy="0"/>
        </a:xfrm>
      </p:grpSpPr>
      <p:sp>
        <p:nvSpPr>
          <p:cNvPr id="1013" name="Google Shape;1013;p226"/>
          <p:cNvSpPr txBox="1"/>
          <p:nvPr>
            <p:ph idx="12" type="sldNum"/>
          </p:nvPr>
        </p:nvSpPr>
        <p:spPr>
          <a:xfrm>
            <a:off x="8572500" y="5080004"/>
            <a:ext cx="571500" cy="6351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014" name="Google Shape;1014;p226"/>
          <p:cNvSpPr txBox="1"/>
          <p:nvPr>
            <p:ph type="title"/>
          </p:nvPr>
        </p:nvSpPr>
        <p:spPr>
          <a:xfrm>
            <a:off x="571500" y="889005"/>
            <a:ext cx="4000500" cy="1016100"/>
          </a:xfrm>
          <a:prstGeom prst="rect">
            <a:avLst/>
          </a:prstGeom>
        </p:spPr>
        <p:txBody>
          <a:bodyPr anchorCtr="0" anchor="ctr" bIns="0" lIns="0" spcFirstLastPara="1" rIns="0" wrap="square" tIns="0">
            <a:spAutoFit/>
          </a:bodyPr>
          <a:lstStyle>
            <a:lvl1pPr lvl="0">
              <a:spcBef>
                <a:spcPts val="0"/>
              </a:spcBef>
              <a:spcAft>
                <a:spcPts val="0"/>
              </a:spcAft>
              <a:buSzPts val="3000"/>
              <a:buNone/>
              <a:defRPr b="1"/>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015" name="Google Shape;1015;p226"/>
          <p:cNvSpPr txBox="1"/>
          <p:nvPr>
            <p:ph idx="1" type="body"/>
          </p:nvPr>
        </p:nvSpPr>
        <p:spPr>
          <a:xfrm>
            <a:off x="571500" y="2406917"/>
            <a:ext cx="3093000" cy="26730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016" name="Google Shape;1016;p226"/>
          <p:cNvSpPr txBox="1"/>
          <p:nvPr>
            <p:ph idx="2" type="body"/>
          </p:nvPr>
        </p:nvSpPr>
        <p:spPr>
          <a:xfrm>
            <a:off x="4572000" y="2406917"/>
            <a:ext cx="3093000" cy="26730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017" name="Google Shape;1017;p226"/>
          <p:cNvSpPr txBox="1"/>
          <p:nvPr>
            <p:ph idx="3" type="subTitle"/>
          </p:nvPr>
        </p:nvSpPr>
        <p:spPr>
          <a:xfrm>
            <a:off x="571500" y="1905000"/>
            <a:ext cx="3093000" cy="3987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
        <p:nvSpPr>
          <p:cNvPr id="1018" name="Google Shape;1018;p226"/>
          <p:cNvSpPr txBox="1"/>
          <p:nvPr>
            <p:ph idx="4" type="subTitle"/>
          </p:nvPr>
        </p:nvSpPr>
        <p:spPr>
          <a:xfrm>
            <a:off x="4572000" y="1905000"/>
            <a:ext cx="3093000" cy="398700"/>
          </a:xfrm>
          <a:prstGeom prst="rect">
            <a:avLst/>
          </a:prstGeom>
        </p:spPr>
        <p:txBody>
          <a:bodyPr anchorCtr="0" anchor="t" bIns="0" lIns="0" spcFirstLastPara="1" rIns="0" wrap="square" tIns="0">
            <a:spAutoFit/>
          </a:bodyPr>
          <a:lstStyle>
            <a:lvl1pPr indent="-63500" lvl="0" marL="0" marR="0" algn="l">
              <a:lnSpc>
                <a:spcPct val="100000"/>
              </a:lnSpc>
              <a:spcBef>
                <a:spcPts val="0"/>
              </a:spcBef>
              <a:spcAft>
                <a:spcPts val="0"/>
              </a:spcAft>
              <a:buClr>
                <a:schemeClr val="accent4"/>
              </a:buClr>
              <a:buSzPts val="1000"/>
              <a:buFont typeface="Poppins SemiBold"/>
              <a:buNone/>
              <a:defRPr sz="1000">
                <a:solidFill>
                  <a:schemeClr val="accent4"/>
                </a:solidFill>
                <a:latin typeface="Poppins SemiBold"/>
                <a:ea typeface="Poppins SemiBold"/>
                <a:cs typeface="Poppins SemiBold"/>
                <a:sym typeface="Poppins SemiBold"/>
              </a:defRPr>
            </a:lvl1pPr>
            <a:lvl2pPr lvl="1">
              <a:lnSpc>
                <a:spcPct val="100000"/>
              </a:lnSpc>
              <a:spcBef>
                <a:spcPts val="0"/>
              </a:spcBef>
              <a:spcAft>
                <a:spcPts val="0"/>
              </a:spcAft>
              <a:buClr>
                <a:schemeClr val="accent4"/>
              </a:buClr>
              <a:buSzPts val="1400"/>
              <a:buNone/>
              <a:defRPr>
                <a:solidFill>
                  <a:schemeClr val="accent4"/>
                </a:solidFill>
              </a:defRPr>
            </a:lvl2pPr>
            <a:lvl3pPr lvl="2">
              <a:lnSpc>
                <a:spcPct val="100000"/>
              </a:lnSpc>
              <a:spcBef>
                <a:spcPts val="0"/>
              </a:spcBef>
              <a:spcAft>
                <a:spcPts val="0"/>
              </a:spcAft>
              <a:buClr>
                <a:schemeClr val="accent4"/>
              </a:buClr>
              <a:buSzPts val="1400"/>
              <a:buNone/>
              <a:defRPr>
                <a:solidFill>
                  <a:schemeClr val="accent4"/>
                </a:solidFill>
              </a:defRPr>
            </a:lvl3pPr>
            <a:lvl4pPr lvl="3">
              <a:lnSpc>
                <a:spcPct val="100000"/>
              </a:lnSpc>
              <a:spcBef>
                <a:spcPts val="0"/>
              </a:spcBef>
              <a:spcAft>
                <a:spcPts val="0"/>
              </a:spcAft>
              <a:buClr>
                <a:schemeClr val="accent4"/>
              </a:buClr>
              <a:buSzPts val="1400"/>
              <a:buNone/>
              <a:defRPr>
                <a:solidFill>
                  <a:schemeClr val="accent4"/>
                </a:solidFill>
              </a:defRPr>
            </a:lvl4pPr>
            <a:lvl5pPr lvl="4">
              <a:lnSpc>
                <a:spcPct val="100000"/>
              </a:lnSpc>
              <a:spcBef>
                <a:spcPts val="0"/>
              </a:spcBef>
              <a:spcAft>
                <a:spcPts val="0"/>
              </a:spcAft>
              <a:buClr>
                <a:schemeClr val="accent4"/>
              </a:buClr>
              <a:buSzPts val="1400"/>
              <a:buNone/>
              <a:defRPr>
                <a:solidFill>
                  <a:schemeClr val="accent4"/>
                </a:solidFill>
              </a:defRPr>
            </a:lvl5pPr>
            <a:lvl6pPr lvl="5">
              <a:lnSpc>
                <a:spcPct val="100000"/>
              </a:lnSpc>
              <a:spcBef>
                <a:spcPts val="0"/>
              </a:spcBef>
              <a:spcAft>
                <a:spcPts val="0"/>
              </a:spcAft>
              <a:buClr>
                <a:schemeClr val="accent4"/>
              </a:buClr>
              <a:buSzPts val="1400"/>
              <a:buNone/>
              <a:defRPr>
                <a:solidFill>
                  <a:schemeClr val="accent4"/>
                </a:solidFill>
              </a:defRPr>
            </a:lvl6pPr>
            <a:lvl7pPr lvl="6">
              <a:lnSpc>
                <a:spcPct val="100000"/>
              </a:lnSpc>
              <a:spcBef>
                <a:spcPts val="0"/>
              </a:spcBef>
              <a:spcAft>
                <a:spcPts val="0"/>
              </a:spcAft>
              <a:buClr>
                <a:schemeClr val="accent4"/>
              </a:buClr>
              <a:buSzPts val="1400"/>
              <a:buNone/>
              <a:defRPr>
                <a:solidFill>
                  <a:schemeClr val="accent4"/>
                </a:solidFill>
              </a:defRPr>
            </a:lvl7pPr>
            <a:lvl8pPr lvl="7">
              <a:lnSpc>
                <a:spcPct val="100000"/>
              </a:lnSpc>
              <a:spcBef>
                <a:spcPts val="0"/>
              </a:spcBef>
              <a:spcAft>
                <a:spcPts val="0"/>
              </a:spcAft>
              <a:buClr>
                <a:schemeClr val="accent4"/>
              </a:buClr>
              <a:buSzPts val="1400"/>
              <a:buNone/>
              <a:defRPr>
                <a:solidFill>
                  <a:schemeClr val="accent4"/>
                </a:solidFill>
              </a:defRPr>
            </a:lvl8pPr>
            <a:lvl9pPr lvl="8">
              <a:lnSpc>
                <a:spcPct val="100000"/>
              </a:lnSpc>
              <a:spcBef>
                <a:spcPts val="0"/>
              </a:spcBef>
              <a:spcAft>
                <a:spcPts val="0"/>
              </a:spcAft>
              <a:buClr>
                <a:schemeClr val="accent4"/>
              </a:buClr>
              <a:buSzPts val="1400"/>
              <a:buNone/>
              <a:defRPr>
                <a:solidFill>
                  <a:schemeClr val="accent4"/>
                </a:solidFill>
              </a:defRPr>
            </a:lvl9pPr>
          </a:lstStyle>
          <a:p/>
        </p:txBody>
      </p:sp>
    </p:spTree>
  </p:cSld>
  <p:clrMapOvr>
    <a:masterClrMapping/>
  </p:clrMapOvr>
</p:sldLayout>
</file>

<file path=ppt/slideLayouts/slideLayout2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bullet point 2 1">
  <p:cSld name="CUSTOM_1_1_1_1_4">
    <p:spTree>
      <p:nvGrpSpPr>
        <p:cNvPr id="1019" name="Shape 1019"/>
        <p:cNvGrpSpPr/>
        <p:nvPr/>
      </p:nvGrpSpPr>
      <p:grpSpPr>
        <a:xfrm>
          <a:off x="0" y="0"/>
          <a:ext cx="0" cy="0"/>
          <a:chOff x="0" y="0"/>
          <a:chExt cx="0" cy="0"/>
        </a:xfrm>
      </p:grpSpPr>
      <p:sp>
        <p:nvSpPr>
          <p:cNvPr id="1020" name="Google Shape;1020;p227"/>
          <p:cNvSpPr txBox="1"/>
          <p:nvPr>
            <p:ph type="title"/>
          </p:nvPr>
        </p:nvSpPr>
        <p:spPr>
          <a:xfrm>
            <a:off x="607200" y="1111921"/>
            <a:ext cx="3936000" cy="598800"/>
          </a:xfrm>
          <a:prstGeom prst="rect">
            <a:avLst/>
          </a:prstGeom>
        </p:spPr>
        <p:txBody>
          <a:bodyPr anchorCtr="0" anchor="ctr" bIns="0" lIns="0" spcFirstLastPara="1" rIns="0" wrap="square" tIns="0">
            <a:spAutoFit/>
          </a:bodyPr>
          <a:lstStyle>
            <a:lvl1pPr lvl="0">
              <a:spcBef>
                <a:spcPts val="0"/>
              </a:spcBef>
              <a:spcAft>
                <a:spcPts val="0"/>
              </a:spcAft>
              <a:buSzPts val="3000"/>
              <a:buNone/>
              <a:defRPr b="1" sz="2000"/>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021" name="Google Shape;1021;p227"/>
          <p:cNvSpPr txBox="1"/>
          <p:nvPr>
            <p:ph idx="1" type="body"/>
          </p:nvPr>
        </p:nvSpPr>
        <p:spPr>
          <a:xfrm>
            <a:off x="607200" y="1739278"/>
            <a:ext cx="4607400" cy="33804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2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3">
  <p:cSld name="TITLE_AND_BODY_5">
    <p:spTree>
      <p:nvGrpSpPr>
        <p:cNvPr id="1022" name="Shape 1022"/>
        <p:cNvGrpSpPr/>
        <p:nvPr/>
      </p:nvGrpSpPr>
      <p:grpSpPr>
        <a:xfrm>
          <a:off x="0" y="0"/>
          <a:ext cx="0" cy="0"/>
          <a:chOff x="0" y="0"/>
          <a:chExt cx="0" cy="0"/>
        </a:xfrm>
      </p:grpSpPr>
      <p:sp>
        <p:nvSpPr>
          <p:cNvPr id="1023" name="Google Shape;1023;p228"/>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024" name="Google Shape;1024;p228"/>
          <p:cNvSpPr txBox="1"/>
          <p:nvPr>
            <p:ph type="title"/>
          </p:nvPr>
        </p:nvSpPr>
        <p:spPr>
          <a:xfrm>
            <a:off x="571500" y="889000"/>
            <a:ext cx="3089700" cy="10161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800"/>
              <a:buFont typeface="Poppins"/>
              <a:buNone/>
              <a:defRPr b="1" sz="1800">
                <a:solidFill>
                  <a:schemeClr val="dk1"/>
                </a:solidFill>
                <a:latin typeface="Poppins"/>
                <a:ea typeface="Poppins"/>
                <a:cs typeface="Poppins"/>
                <a:sym typeface="Poppins"/>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1025" name="Google Shape;1025;p228"/>
          <p:cNvSpPr txBox="1"/>
          <p:nvPr>
            <p:ph idx="1" type="body"/>
          </p:nvPr>
        </p:nvSpPr>
        <p:spPr>
          <a:xfrm>
            <a:off x="571500" y="1905000"/>
            <a:ext cx="3089700" cy="3174900"/>
          </a:xfrm>
          <a:prstGeom prst="rect">
            <a:avLst/>
          </a:prstGeom>
        </p:spPr>
        <p:txBody>
          <a:bodyPr anchorCtr="0" anchor="t" bIns="0" lIns="0" spcFirstLastPara="1" rIns="0" wrap="square" tIns="0">
            <a:noAutofit/>
          </a:bodyPr>
          <a:lstStyle>
            <a:lvl1pPr indent="-304800" lvl="0" marL="457200">
              <a:lnSpc>
                <a:spcPct val="115000"/>
              </a:lnSpc>
              <a:spcBef>
                <a:spcPts val="0"/>
              </a:spcBef>
              <a:spcAft>
                <a:spcPts val="0"/>
              </a:spcAft>
              <a:buClr>
                <a:srgbClr val="00D3AD"/>
              </a:buClr>
              <a:buSzPts val="1200"/>
              <a:buFont typeface="Lato"/>
              <a:buChar char="●"/>
              <a:defRPr sz="1200">
                <a:solidFill>
                  <a:schemeClr val="lt2"/>
                </a:solidFill>
                <a:latin typeface="Lato"/>
                <a:ea typeface="Lato"/>
                <a:cs typeface="Lato"/>
                <a:sym typeface="Lato"/>
              </a:defRPr>
            </a:lvl1pPr>
            <a:lvl2pPr indent="-304800" lvl="1" marL="914400">
              <a:lnSpc>
                <a:spcPct val="115000"/>
              </a:lnSpc>
              <a:spcBef>
                <a:spcPts val="1000"/>
              </a:spcBef>
              <a:spcAft>
                <a:spcPts val="0"/>
              </a:spcAft>
              <a:buClr>
                <a:schemeClr val="accent1"/>
              </a:buClr>
              <a:buSzPts val="1200"/>
              <a:buFont typeface="Lato"/>
              <a:buChar char="○"/>
              <a:defRPr sz="1200">
                <a:solidFill>
                  <a:schemeClr val="lt2"/>
                </a:solidFill>
                <a:latin typeface="Lato"/>
                <a:ea typeface="Lato"/>
                <a:cs typeface="Lato"/>
                <a:sym typeface="Lato"/>
              </a:defRPr>
            </a:lvl2pPr>
            <a:lvl3pPr indent="-292100" lvl="2" marL="1371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3pPr>
            <a:lvl4pPr indent="-292100" lvl="3" marL="18288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4pPr>
            <a:lvl5pPr indent="-292100" lvl="4" marL="22860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5pPr>
            <a:lvl6pPr indent="-292100" lvl="5" marL="27432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6pPr>
            <a:lvl7pPr indent="-292100" lvl="6" marL="32004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7pPr>
            <a:lvl8pPr indent="-292100" lvl="7" marL="3657600">
              <a:lnSpc>
                <a:spcPct val="115000"/>
              </a:lnSpc>
              <a:spcBef>
                <a:spcPts val="1000"/>
              </a:spcBef>
              <a:spcAft>
                <a:spcPts val="0"/>
              </a:spcAft>
              <a:buClr>
                <a:schemeClr val="accent1"/>
              </a:buClr>
              <a:buSzPts val="1000"/>
              <a:buFont typeface="Lato"/>
              <a:buChar char="○"/>
              <a:defRPr sz="1000">
                <a:solidFill>
                  <a:schemeClr val="lt2"/>
                </a:solidFill>
                <a:latin typeface="Lato"/>
                <a:ea typeface="Lato"/>
                <a:cs typeface="Lato"/>
                <a:sym typeface="Lato"/>
              </a:defRPr>
            </a:lvl8pPr>
            <a:lvl9pPr indent="-292100" lvl="8" marL="4114800">
              <a:lnSpc>
                <a:spcPct val="115000"/>
              </a:lnSpc>
              <a:spcBef>
                <a:spcPts val="1000"/>
              </a:spcBef>
              <a:spcAft>
                <a:spcPts val="1000"/>
              </a:spcAft>
              <a:buClr>
                <a:schemeClr val="accent1"/>
              </a:buClr>
              <a:buSzPts val="10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2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1">
  <p:cSld name="TITLE_AND_BODY_3_1">
    <p:spTree>
      <p:nvGrpSpPr>
        <p:cNvPr id="1026" name="Shape 1026"/>
        <p:cNvGrpSpPr/>
        <p:nvPr/>
      </p:nvGrpSpPr>
      <p:grpSpPr>
        <a:xfrm>
          <a:off x="0" y="0"/>
          <a:ext cx="0" cy="0"/>
          <a:chOff x="0" y="0"/>
          <a:chExt cx="0" cy="0"/>
        </a:xfrm>
      </p:grpSpPr>
      <p:sp>
        <p:nvSpPr>
          <p:cNvPr id="1027" name="Google Shape;1027;p229"/>
          <p:cNvSpPr txBox="1"/>
          <p:nvPr>
            <p:ph idx="12" type="sldNum"/>
          </p:nvPr>
        </p:nvSpPr>
        <p:spPr>
          <a:xfrm>
            <a:off x="8572500" y="5080004"/>
            <a:ext cx="571500" cy="635100"/>
          </a:xfrm>
          <a:prstGeom prst="rect">
            <a:avLst/>
          </a:prstGeom>
          <a:noFill/>
          <a:ln>
            <a:noFill/>
          </a:ln>
        </p:spPr>
        <p:txBody>
          <a:bodyPr anchorCtr="0" anchor="t" bIns="68575" lIns="68575" spcFirstLastPara="1" rIns="68575" wrap="square" tIns="68575">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028" name="Google Shape;1028;p229"/>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8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800">
                <a:solidFill>
                  <a:schemeClr val="dk1"/>
                </a:solidFill>
              </a:defRPr>
            </a:lvl2pPr>
            <a:lvl3pPr lvl="2" algn="l">
              <a:lnSpc>
                <a:spcPct val="115000"/>
              </a:lnSpc>
              <a:spcBef>
                <a:spcPts val="0"/>
              </a:spcBef>
              <a:spcAft>
                <a:spcPts val="0"/>
              </a:spcAft>
              <a:buClr>
                <a:schemeClr val="dk1"/>
              </a:buClr>
              <a:buSzPts val="1400"/>
              <a:buNone/>
              <a:defRPr sz="1800">
                <a:solidFill>
                  <a:schemeClr val="dk1"/>
                </a:solidFill>
              </a:defRPr>
            </a:lvl3pPr>
            <a:lvl4pPr lvl="3" algn="l">
              <a:lnSpc>
                <a:spcPct val="115000"/>
              </a:lnSpc>
              <a:spcBef>
                <a:spcPts val="0"/>
              </a:spcBef>
              <a:spcAft>
                <a:spcPts val="0"/>
              </a:spcAft>
              <a:buClr>
                <a:schemeClr val="dk1"/>
              </a:buClr>
              <a:buSzPts val="1400"/>
              <a:buNone/>
              <a:defRPr sz="1800">
                <a:solidFill>
                  <a:schemeClr val="dk1"/>
                </a:solidFill>
              </a:defRPr>
            </a:lvl4pPr>
            <a:lvl5pPr lvl="4" algn="l">
              <a:lnSpc>
                <a:spcPct val="115000"/>
              </a:lnSpc>
              <a:spcBef>
                <a:spcPts val="0"/>
              </a:spcBef>
              <a:spcAft>
                <a:spcPts val="0"/>
              </a:spcAft>
              <a:buClr>
                <a:schemeClr val="dk1"/>
              </a:buClr>
              <a:buSzPts val="1400"/>
              <a:buNone/>
              <a:defRPr sz="1800">
                <a:solidFill>
                  <a:schemeClr val="dk1"/>
                </a:solidFill>
              </a:defRPr>
            </a:lvl5pPr>
            <a:lvl6pPr lvl="5" algn="l">
              <a:lnSpc>
                <a:spcPct val="115000"/>
              </a:lnSpc>
              <a:spcBef>
                <a:spcPts val="0"/>
              </a:spcBef>
              <a:spcAft>
                <a:spcPts val="0"/>
              </a:spcAft>
              <a:buClr>
                <a:schemeClr val="dk1"/>
              </a:buClr>
              <a:buSzPts val="1400"/>
              <a:buNone/>
              <a:defRPr sz="1800">
                <a:solidFill>
                  <a:schemeClr val="dk1"/>
                </a:solidFill>
              </a:defRPr>
            </a:lvl6pPr>
            <a:lvl7pPr lvl="6" algn="l">
              <a:lnSpc>
                <a:spcPct val="115000"/>
              </a:lnSpc>
              <a:spcBef>
                <a:spcPts val="0"/>
              </a:spcBef>
              <a:spcAft>
                <a:spcPts val="0"/>
              </a:spcAft>
              <a:buClr>
                <a:schemeClr val="dk1"/>
              </a:buClr>
              <a:buSzPts val="1400"/>
              <a:buNone/>
              <a:defRPr sz="1800">
                <a:solidFill>
                  <a:schemeClr val="dk1"/>
                </a:solidFill>
              </a:defRPr>
            </a:lvl7pPr>
            <a:lvl8pPr lvl="7" algn="l">
              <a:lnSpc>
                <a:spcPct val="115000"/>
              </a:lnSpc>
              <a:spcBef>
                <a:spcPts val="0"/>
              </a:spcBef>
              <a:spcAft>
                <a:spcPts val="0"/>
              </a:spcAft>
              <a:buClr>
                <a:schemeClr val="dk1"/>
              </a:buClr>
              <a:buSzPts val="1400"/>
              <a:buNone/>
              <a:defRPr sz="1800">
                <a:solidFill>
                  <a:schemeClr val="dk1"/>
                </a:solidFill>
              </a:defRPr>
            </a:lvl8pPr>
            <a:lvl9pPr lvl="8" algn="l">
              <a:lnSpc>
                <a:spcPct val="115000"/>
              </a:lnSpc>
              <a:spcBef>
                <a:spcPts val="0"/>
              </a:spcBef>
              <a:spcAft>
                <a:spcPts val="0"/>
              </a:spcAft>
              <a:buClr>
                <a:schemeClr val="dk1"/>
              </a:buClr>
              <a:buSzPts val="1400"/>
              <a:buNone/>
              <a:defRPr sz="1800">
                <a:solidFill>
                  <a:schemeClr val="dk1"/>
                </a:solidFill>
              </a:defRPr>
            </a:lvl9pPr>
          </a:lstStyle>
          <a:p/>
        </p:txBody>
      </p:sp>
      <p:sp>
        <p:nvSpPr>
          <p:cNvPr id="1029" name="Google Shape;1029;p229"/>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2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out logo 2 1 1">
  <p:cSld name="Cover without logo 2_1_1">
    <p:bg>
      <p:bgPr>
        <a:solidFill>
          <a:srgbClr val="07182C"/>
        </a:solidFill>
      </p:bgPr>
    </p:bg>
    <p:spTree>
      <p:nvGrpSpPr>
        <p:cNvPr id="1030" name="Shape 1030"/>
        <p:cNvGrpSpPr/>
        <p:nvPr/>
      </p:nvGrpSpPr>
      <p:grpSpPr>
        <a:xfrm>
          <a:off x="0" y="0"/>
          <a:ext cx="0" cy="0"/>
          <a:chOff x="0" y="0"/>
          <a:chExt cx="0" cy="0"/>
        </a:xfrm>
      </p:grpSpPr>
      <p:pic>
        <p:nvPicPr>
          <p:cNvPr id="1031" name="Google Shape;1031;p230" title="Mesh Holographic Gradients - Dark Gradient 22.png"/>
          <p:cNvPicPr preferRelativeResize="0"/>
          <p:nvPr/>
        </p:nvPicPr>
        <p:blipFill rotWithShape="1">
          <a:blip r:embed="rId2">
            <a:alphaModFix/>
          </a:blip>
          <a:srcRect b="0" l="0" r="0" t="0"/>
          <a:stretch/>
        </p:blipFill>
        <p:spPr>
          <a:xfrm flipH="1" rot="10800000">
            <a:off x="0" y="571500"/>
            <a:ext cx="9144003" cy="5143499"/>
          </a:xfrm>
          <a:prstGeom prst="rect">
            <a:avLst/>
          </a:prstGeom>
          <a:noFill/>
          <a:ln>
            <a:noFill/>
          </a:ln>
        </p:spPr>
      </p:pic>
      <p:sp>
        <p:nvSpPr>
          <p:cNvPr id="1032" name="Google Shape;1032;p230"/>
          <p:cNvSpPr txBox="1"/>
          <p:nvPr>
            <p:ph type="title"/>
          </p:nvPr>
        </p:nvSpPr>
        <p:spPr>
          <a:xfrm>
            <a:off x="457200" y="508000"/>
            <a:ext cx="6862800" cy="1734900"/>
          </a:xfrm>
          <a:prstGeom prst="rect">
            <a:avLst/>
          </a:prstGeom>
        </p:spPr>
        <p:txBody>
          <a:bodyPr anchorCtr="0" anchor="b" bIns="0" lIns="0" spcFirstLastPara="1" rIns="0" wrap="square" tIns="0">
            <a:noAutofit/>
          </a:bodyPr>
          <a:lstStyle>
            <a:lvl1pPr indent="0" lvl="0" marL="0" marR="0" algn="l">
              <a:lnSpc>
                <a:spcPct val="80000"/>
              </a:lnSpc>
              <a:spcBef>
                <a:spcPts val="0"/>
              </a:spcBef>
              <a:spcAft>
                <a:spcPts val="0"/>
              </a:spcAft>
              <a:buNone/>
              <a:defRPr sz="48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033" name="Google Shape;1033;p230"/>
          <p:cNvSpPr txBox="1"/>
          <p:nvPr>
            <p:ph idx="1" type="subTitle"/>
          </p:nvPr>
        </p:nvSpPr>
        <p:spPr>
          <a:xfrm>
            <a:off x="457200" y="2243000"/>
            <a:ext cx="68628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1pPr>
            <a:lvl2pPr indent="0" lvl="1"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2pPr>
            <a:lvl3pPr indent="0" lvl="2"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3pPr>
            <a:lvl4pPr indent="0" lvl="3"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4pPr>
            <a:lvl5pPr indent="0" lvl="4"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5pPr>
            <a:lvl6pPr indent="0" lvl="5"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6pPr>
            <a:lvl7pPr indent="0" lvl="6"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7pPr>
            <a:lvl8pPr indent="0" lvl="7"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8pPr>
            <a:lvl9pPr indent="0" lvl="8" marL="0" marR="0" algn="l">
              <a:lnSpc>
                <a:spcPct val="100000"/>
              </a:lnSpc>
              <a:spcBef>
                <a:spcPts val="0"/>
              </a:spcBef>
              <a:spcAft>
                <a:spcPts val="0"/>
              </a:spcAft>
              <a:buNone/>
              <a:defRPr sz="2000">
                <a:solidFill>
                  <a:srgbClr val="60A5FA"/>
                </a:solidFill>
                <a:latin typeface="Poppins Medium"/>
                <a:ea typeface="Poppins Medium"/>
                <a:cs typeface="Poppins Medium"/>
                <a:sym typeface="Poppins Medium"/>
              </a:defRPr>
            </a:lvl9pPr>
          </a:lstStyle>
          <a:p/>
        </p:txBody>
      </p:sp>
    </p:spTree>
  </p:cSld>
  <p:clrMapOvr>
    <a:masterClrMapping/>
  </p:clrMapOvr>
</p:sldLayout>
</file>

<file path=ppt/slideLayouts/slideLayout2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 Alt 6">
  <p:cSld name="CUSTOM_11">
    <p:bg>
      <p:bgPr>
        <a:solidFill>
          <a:schemeClr val="lt2"/>
        </a:solidFill>
      </p:bgPr>
    </p:bg>
    <p:spTree>
      <p:nvGrpSpPr>
        <p:cNvPr id="1034" name="Shape 1034"/>
        <p:cNvGrpSpPr/>
        <p:nvPr/>
      </p:nvGrpSpPr>
      <p:grpSpPr>
        <a:xfrm>
          <a:off x="0" y="0"/>
          <a:ext cx="0" cy="0"/>
          <a:chOff x="0" y="0"/>
          <a:chExt cx="0" cy="0"/>
        </a:xfrm>
      </p:grpSpPr>
      <p:sp>
        <p:nvSpPr>
          <p:cNvPr id="1035" name="Google Shape;1035;p231"/>
          <p:cNvSpPr txBox="1"/>
          <p:nvPr>
            <p:ph idx="1" type="subTitle"/>
          </p:nvPr>
        </p:nvSpPr>
        <p:spPr>
          <a:xfrm>
            <a:off x="6600775" y="2845802"/>
            <a:ext cx="1877400" cy="539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4800"/>
              <a:buFont typeface="IBM Plex Sans"/>
              <a:buNone/>
              <a:defRPr sz="4800">
                <a:solidFill>
                  <a:schemeClr val="lt1"/>
                </a:solidFill>
              </a:defRPr>
            </a:lvl1pPr>
            <a:lvl2pPr lvl="1" algn="ctr">
              <a:spcBef>
                <a:spcPts val="0"/>
              </a:spcBef>
              <a:spcAft>
                <a:spcPts val="0"/>
              </a:spcAft>
              <a:buClr>
                <a:schemeClr val="lt1"/>
              </a:buClr>
              <a:buSzPts val="4800"/>
              <a:buFont typeface="IBM Plex Sans"/>
              <a:buNone/>
              <a:defRPr sz="4800">
                <a:solidFill>
                  <a:schemeClr val="lt1"/>
                </a:solidFill>
              </a:defRPr>
            </a:lvl2pPr>
            <a:lvl3pPr lvl="2" algn="ctr">
              <a:spcBef>
                <a:spcPts val="0"/>
              </a:spcBef>
              <a:spcAft>
                <a:spcPts val="0"/>
              </a:spcAft>
              <a:buClr>
                <a:schemeClr val="lt1"/>
              </a:buClr>
              <a:buSzPts val="4800"/>
              <a:buFont typeface="IBM Plex Sans"/>
              <a:buNone/>
              <a:defRPr sz="4800">
                <a:solidFill>
                  <a:schemeClr val="lt1"/>
                </a:solidFill>
              </a:defRPr>
            </a:lvl3pPr>
            <a:lvl4pPr lvl="3" algn="ctr">
              <a:spcBef>
                <a:spcPts val="0"/>
              </a:spcBef>
              <a:spcAft>
                <a:spcPts val="0"/>
              </a:spcAft>
              <a:buClr>
                <a:schemeClr val="lt1"/>
              </a:buClr>
              <a:buSzPts val="4800"/>
              <a:buFont typeface="IBM Plex Sans"/>
              <a:buNone/>
              <a:defRPr sz="4800">
                <a:solidFill>
                  <a:schemeClr val="lt1"/>
                </a:solidFill>
              </a:defRPr>
            </a:lvl4pPr>
            <a:lvl5pPr lvl="4" algn="ctr">
              <a:spcBef>
                <a:spcPts val="0"/>
              </a:spcBef>
              <a:spcAft>
                <a:spcPts val="0"/>
              </a:spcAft>
              <a:buClr>
                <a:schemeClr val="lt1"/>
              </a:buClr>
              <a:buSzPts val="4800"/>
              <a:buFont typeface="IBM Plex Sans"/>
              <a:buNone/>
              <a:defRPr sz="4800">
                <a:solidFill>
                  <a:schemeClr val="lt1"/>
                </a:solidFill>
              </a:defRPr>
            </a:lvl5pPr>
            <a:lvl6pPr lvl="5" algn="ctr">
              <a:spcBef>
                <a:spcPts val="0"/>
              </a:spcBef>
              <a:spcAft>
                <a:spcPts val="0"/>
              </a:spcAft>
              <a:buClr>
                <a:schemeClr val="lt1"/>
              </a:buClr>
              <a:buSzPts val="4800"/>
              <a:buFont typeface="IBM Plex Sans"/>
              <a:buNone/>
              <a:defRPr sz="4800">
                <a:solidFill>
                  <a:schemeClr val="lt1"/>
                </a:solidFill>
              </a:defRPr>
            </a:lvl6pPr>
            <a:lvl7pPr lvl="6" algn="ctr">
              <a:spcBef>
                <a:spcPts val="0"/>
              </a:spcBef>
              <a:spcAft>
                <a:spcPts val="0"/>
              </a:spcAft>
              <a:buClr>
                <a:schemeClr val="lt1"/>
              </a:buClr>
              <a:buSzPts val="4800"/>
              <a:buFont typeface="IBM Plex Sans"/>
              <a:buNone/>
              <a:defRPr sz="4800">
                <a:solidFill>
                  <a:schemeClr val="lt1"/>
                </a:solidFill>
              </a:defRPr>
            </a:lvl7pPr>
            <a:lvl8pPr lvl="7" algn="ctr">
              <a:spcBef>
                <a:spcPts val="0"/>
              </a:spcBef>
              <a:spcAft>
                <a:spcPts val="0"/>
              </a:spcAft>
              <a:buClr>
                <a:schemeClr val="lt1"/>
              </a:buClr>
              <a:buSzPts val="4800"/>
              <a:buFont typeface="IBM Plex Sans"/>
              <a:buNone/>
              <a:defRPr sz="4800">
                <a:solidFill>
                  <a:schemeClr val="lt1"/>
                </a:solidFill>
              </a:defRPr>
            </a:lvl8pPr>
            <a:lvl9pPr lvl="8" algn="ctr">
              <a:spcBef>
                <a:spcPts val="0"/>
              </a:spcBef>
              <a:spcAft>
                <a:spcPts val="0"/>
              </a:spcAft>
              <a:buClr>
                <a:schemeClr val="lt1"/>
              </a:buClr>
              <a:buSzPts val="4800"/>
              <a:buFont typeface="IBM Plex Sans"/>
              <a:buNone/>
              <a:defRPr sz="4800">
                <a:solidFill>
                  <a:schemeClr val="lt1"/>
                </a:solidFill>
              </a:defRPr>
            </a:lvl9pPr>
          </a:lstStyle>
          <a:p/>
        </p:txBody>
      </p:sp>
      <p:sp>
        <p:nvSpPr>
          <p:cNvPr id="1036" name="Google Shape;1036;p231"/>
          <p:cNvSpPr txBox="1"/>
          <p:nvPr>
            <p:ph idx="2" type="body"/>
          </p:nvPr>
        </p:nvSpPr>
        <p:spPr>
          <a:xfrm>
            <a:off x="3479850" y="4591333"/>
            <a:ext cx="2271000" cy="864600"/>
          </a:xfrm>
          <a:prstGeom prst="rect">
            <a:avLst/>
          </a:prstGeom>
        </p:spPr>
        <p:txBody>
          <a:bodyPr anchorCtr="0" anchor="t" bIns="91425" lIns="0" spcFirstLastPara="1" rIns="0" wrap="square" tIns="0">
            <a:spAutoFit/>
          </a:bodyPr>
          <a:lstStyle>
            <a:lvl1pPr indent="-304800" lvl="0" marL="457200" algn="ctr">
              <a:spcBef>
                <a:spcPts val="0"/>
              </a:spcBef>
              <a:spcAft>
                <a:spcPts val="0"/>
              </a:spcAft>
              <a:buClr>
                <a:schemeClr val="lt1"/>
              </a:buClr>
              <a:buSzPts val="1200"/>
              <a:buFont typeface="IBM Plex Sans"/>
              <a:buChar char="●"/>
              <a:defRPr sz="1200">
                <a:solidFill>
                  <a:schemeClr val="lt1"/>
                </a:solidFill>
              </a:defRPr>
            </a:lvl1pPr>
            <a:lvl2pPr indent="-304800" lvl="1" marL="914400" algn="ctr">
              <a:spcBef>
                <a:spcPts val="1200"/>
              </a:spcBef>
              <a:spcAft>
                <a:spcPts val="0"/>
              </a:spcAft>
              <a:buClr>
                <a:schemeClr val="lt1"/>
              </a:buClr>
              <a:buSzPts val="1200"/>
              <a:buFont typeface="IBM Plex Sans"/>
              <a:buChar char="○"/>
              <a:defRPr sz="1200">
                <a:solidFill>
                  <a:schemeClr val="lt1"/>
                </a:solidFill>
              </a:defRPr>
            </a:lvl2pPr>
            <a:lvl3pPr indent="-304800" lvl="2" marL="1371600" algn="ctr">
              <a:spcBef>
                <a:spcPts val="1200"/>
              </a:spcBef>
              <a:spcAft>
                <a:spcPts val="0"/>
              </a:spcAft>
              <a:buClr>
                <a:schemeClr val="lt1"/>
              </a:buClr>
              <a:buSzPts val="1200"/>
              <a:buFont typeface="IBM Plex Sans"/>
              <a:buChar char="■"/>
              <a:defRPr sz="1200">
                <a:solidFill>
                  <a:schemeClr val="lt1"/>
                </a:solidFill>
              </a:defRPr>
            </a:lvl3pPr>
            <a:lvl4pPr indent="-304800" lvl="3" marL="1828800" algn="ctr">
              <a:spcBef>
                <a:spcPts val="1200"/>
              </a:spcBef>
              <a:spcAft>
                <a:spcPts val="0"/>
              </a:spcAft>
              <a:buClr>
                <a:schemeClr val="lt1"/>
              </a:buClr>
              <a:buSzPts val="1200"/>
              <a:buFont typeface="IBM Plex Sans"/>
              <a:buChar char="●"/>
              <a:defRPr sz="1200">
                <a:solidFill>
                  <a:schemeClr val="lt1"/>
                </a:solidFill>
              </a:defRPr>
            </a:lvl4pPr>
            <a:lvl5pPr indent="-304800" lvl="4" marL="2286000" algn="ctr">
              <a:spcBef>
                <a:spcPts val="1200"/>
              </a:spcBef>
              <a:spcAft>
                <a:spcPts val="0"/>
              </a:spcAft>
              <a:buClr>
                <a:schemeClr val="lt1"/>
              </a:buClr>
              <a:buSzPts val="1200"/>
              <a:buFont typeface="IBM Plex Sans"/>
              <a:buChar char="○"/>
              <a:defRPr sz="1200">
                <a:solidFill>
                  <a:schemeClr val="lt1"/>
                </a:solidFill>
              </a:defRPr>
            </a:lvl5pPr>
            <a:lvl6pPr indent="-304800" lvl="5" marL="2743200" algn="ctr">
              <a:spcBef>
                <a:spcPts val="1200"/>
              </a:spcBef>
              <a:spcAft>
                <a:spcPts val="0"/>
              </a:spcAft>
              <a:buClr>
                <a:schemeClr val="lt1"/>
              </a:buClr>
              <a:buSzPts val="1200"/>
              <a:buFont typeface="IBM Plex Sans"/>
              <a:buChar char="■"/>
              <a:defRPr sz="1200">
                <a:solidFill>
                  <a:schemeClr val="lt1"/>
                </a:solidFill>
              </a:defRPr>
            </a:lvl6pPr>
            <a:lvl7pPr indent="-304800" lvl="6" marL="3200400" algn="ctr">
              <a:spcBef>
                <a:spcPts val="1200"/>
              </a:spcBef>
              <a:spcAft>
                <a:spcPts val="0"/>
              </a:spcAft>
              <a:buClr>
                <a:schemeClr val="lt1"/>
              </a:buClr>
              <a:buSzPts val="1200"/>
              <a:buFont typeface="IBM Plex Sans"/>
              <a:buChar char="●"/>
              <a:defRPr sz="1200">
                <a:solidFill>
                  <a:schemeClr val="lt1"/>
                </a:solidFill>
              </a:defRPr>
            </a:lvl7pPr>
            <a:lvl8pPr indent="-304800" lvl="7" marL="3657600" algn="ctr">
              <a:spcBef>
                <a:spcPts val="1200"/>
              </a:spcBef>
              <a:spcAft>
                <a:spcPts val="0"/>
              </a:spcAft>
              <a:buClr>
                <a:schemeClr val="lt1"/>
              </a:buClr>
              <a:buSzPts val="1200"/>
              <a:buFont typeface="IBM Plex Sans"/>
              <a:buChar char="○"/>
              <a:defRPr sz="1200">
                <a:solidFill>
                  <a:schemeClr val="lt1"/>
                </a:solidFill>
              </a:defRPr>
            </a:lvl8pPr>
            <a:lvl9pPr indent="-304800" lvl="8" marL="4114800" algn="ctr">
              <a:spcBef>
                <a:spcPts val="1200"/>
              </a:spcBef>
              <a:spcAft>
                <a:spcPts val="1200"/>
              </a:spcAft>
              <a:buClr>
                <a:schemeClr val="lt1"/>
              </a:buClr>
              <a:buSzPts val="1200"/>
              <a:buFont typeface="IBM Plex Sans"/>
              <a:buChar char="■"/>
              <a:defRPr sz="1200">
                <a:solidFill>
                  <a:schemeClr val="lt1"/>
                </a:solidFill>
              </a:defRPr>
            </a:lvl9pPr>
          </a:lstStyle>
          <a:p/>
        </p:txBody>
      </p:sp>
      <p:sp>
        <p:nvSpPr>
          <p:cNvPr id="1037" name="Google Shape;1037;p231"/>
          <p:cNvSpPr txBox="1"/>
          <p:nvPr>
            <p:ph idx="3" type="subTitle"/>
          </p:nvPr>
        </p:nvSpPr>
        <p:spPr>
          <a:xfrm>
            <a:off x="440575" y="2969668"/>
            <a:ext cx="2366700" cy="287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1038" name="Google Shape;1038;p231"/>
          <p:cNvSpPr txBox="1"/>
          <p:nvPr>
            <p:ph idx="4" type="body"/>
          </p:nvPr>
        </p:nvSpPr>
        <p:spPr>
          <a:xfrm>
            <a:off x="436800" y="3489741"/>
            <a:ext cx="2366700" cy="1968300"/>
          </a:xfrm>
          <a:prstGeom prst="rect">
            <a:avLst/>
          </a:prstGeom>
        </p:spPr>
        <p:txBody>
          <a:bodyPr anchorCtr="0" anchor="t" bIns="91425" lIns="0" spcFirstLastPara="1" rIns="0" wrap="square" tIns="0">
            <a:spAutoFit/>
          </a:bodyPr>
          <a:lstStyle>
            <a:lvl1pPr indent="-292100" lvl="0" marL="457200">
              <a:spcBef>
                <a:spcPts val="0"/>
              </a:spcBef>
              <a:spcAft>
                <a:spcPts val="0"/>
              </a:spcAft>
              <a:buClr>
                <a:schemeClr val="lt1"/>
              </a:buClr>
              <a:buSzPts val="1000"/>
              <a:buFont typeface="IBM Plex Sans"/>
              <a:buChar char="●"/>
              <a:defRPr>
                <a:solidFill>
                  <a:schemeClr val="lt1"/>
                </a:solidFill>
              </a:defRPr>
            </a:lvl1pPr>
            <a:lvl2pPr indent="-292100" lvl="1" marL="914400">
              <a:spcBef>
                <a:spcPts val="1200"/>
              </a:spcBef>
              <a:spcAft>
                <a:spcPts val="0"/>
              </a:spcAft>
              <a:buClr>
                <a:schemeClr val="lt1"/>
              </a:buClr>
              <a:buSzPts val="1000"/>
              <a:buFont typeface="IBM Plex Sans"/>
              <a:buChar char="○"/>
              <a:defRPr>
                <a:solidFill>
                  <a:schemeClr val="lt1"/>
                </a:solidFill>
              </a:defRPr>
            </a:lvl2pPr>
            <a:lvl3pPr indent="-292100" lvl="2" marL="1371600">
              <a:spcBef>
                <a:spcPts val="1200"/>
              </a:spcBef>
              <a:spcAft>
                <a:spcPts val="0"/>
              </a:spcAft>
              <a:buClr>
                <a:schemeClr val="lt1"/>
              </a:buClr>
              <a:buSzPts val="1000"/>
              <a:buFont typeface="IBM Plex Sans"/>
              <a:buChar char="■"/>
              <a:defRPr>
                <a:solidFill>
                  <a:schemeClr val="lt1"/>
                </a:solidFill>
              </a:defRPr>
            </a:lvl3pPr>
            <a:lvl4pPr indent="-292100" lvl="3" marL="1828800">
              <a:spcBef>
                <a:spcPts val="1200"/>
              </a:spcBef>
              <a:spcAft>
                <a:spcPts val="0"/>
              </a:spcAft>
              <a:buClr>
                <a:schemeClr val="lt1"/>
              </a:buClr>
              <a:buSzPts val="1000"/>
              <a:buFont typeface="IBM Plex Sans"/>
              <a:buChar char="●"/>
              <a:defRPr>
                <a:solidFill>
                  <a:schemeClr val="lt1"/>
                </a:solidFill>
              </a:defRPr>
            </a:lvl4pPr>
            <a:lvl5pPr indent="-292100" lvl="4" marL="2286000">
              <a:spcBef>
                <a:spcPts val="1200"/>
              </a:spcBef>
              <a:spcAft>
                <a:spcPts val="0"/>
              </a:spcAft>
              <a:buClr>
                <a:schemeClr val="lt1"/>
              </a:buClr>
              <a:buSzPts val="1000"/>
              <a:buFont typeface="IBM Plex Sans"/>
              <a:buChar char="○"/>
              <a:defRPr>
                <a:solidFill>
                  <a:schemeClr val="lt1"/>
                </a:solidFill>
              </a:defRPr>
            </a:lvl5pPr>
            <a:lvl6pPr indent="-292100" lvl="5" marL="2743200">
              <a:spcBef>
                <a:spcPts val="1200"/>
              </a:spcBef>
              <a:spcAft>
                <a:spcPts val="0"/>
              </a:spcAft>
              <a:buClr>
                <a:schemeClr val="lt1"/>
              </a:buClr>
              <a:buSzPts val="1000"/>
              <a:buFont typeface="IBM Plex Sans"/>
              <a:buChar char="■"/>
              <a:defRPr>
                <a:solidFill>
                  <a:schemeClr val="lt1"/>
                </a:solidFill>
              </a:defRPr>
            </a:lvl6pPr>
            <a:lvl7pPr indent="-292100" lvl="6" marL="3200400">
              <a:spcBef>
                <a:spcPts val="1200"/>
              </a:spcBef>
              <a:spcAft>
                <a:spcPts val="0"/>
              </a:spcAft>
              <a:buClr>
                <a:schemeClr val="lt1"/>
              </a:buClr>
              <a:buSzPts val="1000"/>
              <a:buFont typeface="IBM Plex Sans"/>
              <a:buChar char="●"/>
              <a:defRPr>
                <a:solidFill>
                  <a:schemeClr val="lt1"/>
                </a:solidFill>
              </a:defRPr>
            </a:lvl7pPr>
            <a:lvl8pPr indent="-292100" lvl="7" marL="3657600">
              <a:spcBef>
                <a:spcPts val="1200"/>
              </a:spcBef>
              <a:spcAft>
                <a:spcPts val="0"/>
              </a:spcAft>
              <a:buClr>
                <a:schemeClr val="lt1"/>
              </a:buClr>
              <a:buSzPts val="1000"/>
              <a:buFont typeface="IBM Plex Sans"/>
              <a:buChar char="○"/>
              <a:defRPr>
                <a:solidFill>
                  <a:schemeClr val="lt1"/>
                </a:solidFill>
              </a:defRPr>
            </a:lvl8pPr>
            <a:lvl9pPr indent="-292100" lvl="8" marL="4114800">
              <a:spcBef>
                <a:spcPts val="1200"/>
              </a:spcBef>
              <a:spcAft>
                <a:spcPts val="1200"/>
              </a:spcAft>
              <a:buClr>
                <a:schemeClr val="lt1"/>
              </a:buClr>
              <a:buSzPts val="1000"/>
              <a:buFont typeface="IBM Plex Sans"/>
              <a:buChar char="■"/>
              <a:defRPr>
                <a:solidFill>
                  <a:schemeClr val="lt1"/>
                </a:solidFill>
              </a:defRPr>
            </a:lvl9pPr>
          </a:lstStyle>
          <a:p/>
        </p:txBody>
      </p:sp>
      <p:sp>
        <p:nvSpPr>
          <p:cNvPr id="1039" name="Google Shape;1039;p231"/>
          <p:cNvSpPr txBox="1"/>
          <p:nvPr>
            <p:ph idx="5" type="subTitle"/>
          </p:nvPr>
        </p:nvSpPr>
        <p:spPr>
          <a:xfrm>
            <a:off x="3633300" y="3612944"/>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1040" name="Google Shape;1040;p231"/>
          <p:cNvSpPr txBox="1"/>
          <p:nvPr>
            <p:ph idx="6" type="subTitle"/>
          </p:nvPr>
        </p:nvSpPr>
        <p:spPr>
          <a:xfrm>
            <a:off x="6600775" y="3612944"/>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1041" name="Google Shape;1041;p231"/>
          <p:cNvSpPr txBox="1"/>
          <p:nvPr>
            <p:ph idx="7" type="subTitle"/>
          </p:nvPr>
        </p:nvSpPr>
        <p:spPr>
          <a:xfrm>
            <a:off x="6600775" y="5077028"/>
            <a:ext cx="1877400" cy="287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1000"/>
              <a:buFont typeface="IBM Plex Sans"/>
              <a:buNone/>
              <a:defRPr sz="1000">
                <a:solidFill>
                  <a:schemeClr val="lt1"/>
                </a:solidFill>
              </a:defRPr>
            </a:lvl1pPr>
            <a:lvl2pPr lvl="1" algn="ctr">
              <a:spcBef>
                <a:spcPts val="0"/>
              </a:spcBef>
              <a:spcAft>
                <a:spcPts val="0"/>
              </a:spcAft>
              <a:buClr>
                <a:schemeClr val="lt1"/>
              </a:buClr>
              <a:buSzPts val="1000"/>
              <a:buFont typeface="IBM Plex Sans"/>
              <a:buNone/>
              <a:defRPr sz="1000">
                <a:solidFill>
                  <a:schemeClr val="lt1"/>
                </a:solidFill>
              </a:defRPr>
            </a:lvl2pPr>
            <a:lvl3pPr lvl="2" algn="ctr">
              <a:spcBef>
                <a:spcPts val="0"/>
              </a:spcBef>
              <a:spcAft>
                <a:spcPts val="0"/>
              </a:spcAft>
              <a:buClr>
                <a:schemeClr val="lt1"/>
              </a:buClr>
              <a:buSzPts val="1000"/>
              <a:buFont typeface="IBM Plex Sans"/>
              <a:buNone/>
              <a:defRPr sz="1000">
                <a:solidFill>
                  <a:schemeClr val="lt1"/>
                </a:solidFill>
              </a:defRPr>
            </a:lvl3pPr>
            <a:lvl4pPr lvl="3" algn="ctr">
              <a:spcBef>
                <a:spcPts val="0"/>
              </a:spcBef>
              <a:spcAft>
                <a:spcPts val="0"/>
              </a:spcAft>
              <a:buClr>
                <a:schemeClr val="lt1"/>
              </a:buClr>
              <a:buSzPts val="1000"/>
              <a:buFont typeface="IBM Plex Sans"/>
              <a:buNone/>
              <a:defRPr sz="1000">
                <a:solidFill>
                  <a:schemeClr val="lt1"/>
                </a:solidFill>
              </a:defRPr>
            </a:lvl4pPr>
            <a:lvl5pPr lvl="4" algn="ctr">
              <a:spcBef>
                <a:spcPts val="0"/>
              </a:spcBef>
              <a:spcAft>
                <a:spcPts val="0"/>
              </a:spcAft>
              <a:buClr>
                <a:schemeClr val="lt1"/>
              </a:buClr>
              <a:buSzPts val="1000"/>
              <a:buFont typeface="IBM Plex Sans"/>
              <a:buNone/>
              <a:defRPr sz="1000">
                <a:solidFill>
                  <a:schemeClr val="lt1"/>
                </a:solidFill>
              </a:defRPr>
            </a:lvl5pPr>
            <a:lvl6pPr lvl="5" algn="ctr">
              <a:spcBef>
                <a:spcPts val="0"/>
              </a:spcBef>
              <a:spcAft>
                <a:spcPts val="0"/>
              </a:spcAft>
              <a:buClr>
                <a:schemeClr val="lt1"/>
              </a:buClr>
              <a:buSzPts val="1000"/>
              <a:buFont typeface="IBM Plex Sans"/>
              <a:buNone/>
              <a:defRPr sz="1000">
                <a:solidFill>
                  <a:schemeClr val="lt1"/>
                </a:solidFill>
              </a:defRPr>
            </a:lvl6pPr>
            <a:lvl7pPr lvl="6" algn="ctr">
              <a:spcBef>
                <a:spcPts val="0"/>
              </a:spcBef>
              <a:spcAft>
                <a:spcPts val="0"/>
              </a:spcAft>
              <a:buClr>
                <a:schemeClr val="lt1"/>
              </a:buClr>
              <a:buSzPts val="1000"/>
              <a:buFont typeface="IBM Plex Sans"/>
              <a:buNone/>
              <a:defRPr sz="1000">
                <a:solidFill>
                  <a:schemeClr val="lt1"/>
                </a:solidFill>
              </a:defRPr>
            </a:lvl7pPr>
            <a:lvl8pPr lvl="7" algn="ctr">
              <a:spcBef>
                <a:spcPts val="0"/>
              </a:spcBef>
              <a:spcAft>
                <a:spcPts val="0"/>
              </a:spcAft>
              <a:buClr>
                <a:schemeClr val="lt1"/>
              </a:buClr>
              <a:buSzPts val="1000"/>
              <a:buFont typeface="IBM Plex Sans"/>
              <a:buNone/>
              <a:defRPr sz="1000">
                <a:solidFill>
                  <a:schemeClr val="lt1"/>
                </a:solidFill>
              </a:defRPr>
            </a:lvl8pPr>
            <a:lvl9pPr lvl="8" algn="ctr">
              <a:spcBef>
                <a:spcPts val="0"/>
              </a:spcBef>
              <a:spcAft>
                <a:spcPts val="0"/>
              </a:spcAft>
              <a:buClr>
                <a:schemeClr val="lt1"/>
              </a:buClr>
              <a:buSzPts val="1000"/>
              <a:buFont typeface="IBM Plex Sans"/>
              <a:buNone/>
              <a:defRPr sz="1000">
                <a:solidFill>
                  <a:schemeClr val="lt1"/>
                </a:solidFill>
              </a:defRPr>
            </a:lvl9pPr>
          </a:lstStyle>
          <a:p/>
        </p:txBody>
      </p:sp>
      <p:sp>
        <p:nvSpPr>
          <p:cNvPr id="1042" name="Google Shape;1042;p231"/>
          <p:cNvSpPr txBox="1"/>
          <p:nvPr>
            <p:ph idx="8" type="subTitle"/>
          </p:nvPr>
        </p:nvSpPr>
        <p:spPr>
          <a:xfrm>
            <a:off x="3633300" y="2845802"/>
            <a:ext cx="1877400" cy="539100"/>
          </a:xfrm>
          <a:prstGeom prst="rect">
            <a:avLst/>
          </a:prstGeom>
        </p:spPr>
        <p:txBody>
          <a:bodyPr anchorCtr="0" anchor="t" bIns="0" lIns="0" spcFirstLastPara="1" rIns="0" wrap="square" tIns="0">
            <a:spAutoFit/>
          </a:bodyPr>
          <a:lstStyle>
            <a:lvl1pPr lvl="0" algn="ctr">
              <a:spcBef>
                <a:spcPts val="0"/>
              </a:spcBef>
              <a:spcAft>
                <a:spcPts val="0"/>
              </a:spcAft>
              <a:buClr>
                <a:schemeClr val="lt1"/>
              </a:buClr>
              <a:buSzPts val="4800"/>
              <a:buFont typeface="IBM Plex Sans"/>
              <a:buNone/>
              <a:defRPr sz="4800">
                <a:solidFill>
                  <a:schemeClr val="lt1"/>
                </a:solidFill>
              </a:defRPr>
            </a:lvl1pPr>
            <a:lvl2pPr lvl="1" algn="ctr">
              <a:spcBef>
                <a:spcPts val="0"/>
              </a:spcBef>
              <a:spcAft>
                <a:spcPts val="0"/>
              </a:spcAft>
              <a:buClr>
                <a:schemeClr val="lt1"/>
              </a:buClr>
              <a:buSzPts val="4800"/>
              <a:buFont typeface="IBM Plex Sans"/>
              <a:buNone/>
              <a:defRPr sz="4800">
                <a:solidFill>
                  <a:schemeClr val="lt1"/>
                </a:solidFill>
              </a:defRPr>
            </a:lvl2pPr>
            <a:lvl3pPr lvl="2" algn="ctr">
              <a:spcBef>
                <a:spcPts val="0"/>
              </a:spcBef>
              <a:spcAft>
                <a:spcPts val="0"/>
              </a:spcAft>
              <a:buClr>
                <a:schemeClr val="lt1"/>
              </a:buClr>
              <a:buSzPts val="4800"/>
              <a:buFont typeface="IBM Plex Sans"/>
              <a:buNone/>
              <a:defRPr sz="4800">
                <a:solidFill>
                  <a:schemeClr val="lt1"/>
                </a:solidFill>
              </a:defRPr>
            </a:lvl3pPr>
            <a:lvl4pPr lvl="3" algn="ctr">
              <a:spcBef>
                <a:spcPts val="0"/>
              </a:spcBef>
              <a:spcAft>
                <a:spcPts val="0"/>
              </a:spcAft>
              <a:buClr>
                <a:schemeClr val="lt1"/>
              </a:buClr>
              <a:buSzPts val="4800"/>
              <a:buFont typeface="IBM Plex Sans"/>
              <a:buNone/>
              <a:defRPr sz="4800">
                <a:solidFill>
                  <a:schemeClr val="lt1"/>
                </a:solidFill>
              </a:defRPr>
            </a:lvl4pPr>
            <a:lvl5pPr lvl="4" algn="ctr">
              <a:spcBef>
                <a:spcPts val="0"/>
              </a:spcBef>
              <a:spcAft>
                <a:spcPts val="0"/>
              </a:spcAft>
              <a:buClr>
                <a:schemeClr val="lt1"/>
              </a:buClr>
              <a:buSzPts val="4800"/>
              <a:buFont typeface="IBM Plex Sans"/>
              <a:buNone/>
              <a:defRPr sz="4800">
                <a:solidFill>
                  <a:schemeClr val="lt1"/>
                </a:solidFill>
              </a:defRPr>
            </a:lvl5pPr>
            <a:lvl6pPr lvl="5" algn="ctr">
              <a:spcBef>
                <a:spcPts val="0"/>
              </a:spcBef>
              <a:spcAft>
                <a:spcPts val="0"/>
              </a:spcAft>
              <a:buClr>
                <a:schemeClr val="lt1"/>
              </a:buClr>
              <a:buSzPts val="4800"/>
              <a:buFont typeface="IBM Plex Sans"/>
              <a:buNone/>
              <a:defRPr sz="4800">
                <a:solidFill>
                  <a:schemeClr val="lt1"/>
                </a:solidFill>
              </a:defRPr>
            </a:lvl6pPr>
            <a:lvl7pPr lvl="6" algn="ctr">
              <a:spcBef>
                <a:spcPts val="0"/>
              </a:spcBef>
              <a:spcAft>
                <a:spcPts val="0"/>
              </a:spcAft>
              <a:buClr>
                <a:schemeClr val="lt1"/>
              </a:buClr>
              <a:buSzPts val="4800"/>
              <a:buFont typeface="IBM Plex Sans"/>
              <a:buNone/>
              <a:defRPr sz="4800">
                <a:solidFill>
                  <a:schemeClr val="lt1"/>
                </a:solidFill>
              </a:defRPr>
            </a:lvl7pPr>
            <a:lvl8pPr lvl="7" algn="ctr">
              <a:spcBef>
                <a:spcPts val="0"/>
              </a:spcBef>
              <a:spcAft>
                <a:spcPts val="0"/>
              </a:spcAft>
              <a:buClr>
                <a:schemeClr val="lt1"/>
              </a:buClr>
              <a:buSzPts val="4800"/>
              <a:buFont typeface="IBM Plex Sans"/>
              <a:buNone/>
              <a:defRPr sz="4800">
                <a:solidFill>
                  <a:schemeClr val="lt1"/>
                </a:solidFill>
              </a:defRPr>
            </a:lvl8pPr>
            <a:lvl9pPr lvl="8" algn="ctr">
              <a:spcBef>
                <a:spcPts val="0"/>
              </a:spcBef>
              <a:spcAft>
                <a:spcPts val="0"/>
              </a:spcAft>
              <a:buClr>
                <a:schemeClr val="lt1"/>
              </a:buClr>
              <a:buSzPts val="4800"/>
              <a:buFont typeface="IBM Plex Sans"/>
              <a:buNone/>
              <a:defRPr sz="4800">
                <a:solidFill>
                  <a:schemeClr val="lt1"/>
                </a:solidFill>
              </a:defRPr>
            </a:lvl9pPr>
          </a:lstStyle>
          <a:p/>
        </p:txBody>
      </p:sp>
      <p:sp>
        <p:nvSpPr>
          <p:cNvPr id="1043" name="Google Shape;1043;p231"/>
          <p:cNvSpPr txBox="1"/>
          <p:nvPr>
            <p:ph idx="9" type="subTitle"/>
          </p:nvPr>
        </p:nvSpPr>
        <p:spPr>
          <a:xfrm>
            <a:off x="436725" y="905333"/>
            <a:ext cx="4182300" cy="287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200"/>
              <a:buFont typeface="IBM Plex Sans"/>
              <a:buNone/>
              <a:defRPr sz="1200">
                <a:solidFill>
                  <a:schemeClr val="lt1"/>
                </a:solidFill>
              </a:defRPr>
            </a:lvl1pPr>
            <a:lvl2pPr lvl="1">
              <a:spcBef>
                <a:spcPts val="0"/>
              </a:spcBef>
              <a:spcAft>
                <a:spcPts val="0"/>
              </a:spcAft>
              <a:buClr>
                <a:schemeClr val="lt1"/>
              </a:buClr>
              <a:buSzPts val="1200"/>
              <a:buFont typeface="IBM Plex Sans"/>
              <a:buNone/>
              <a:defRPr sz="1200">
                <a:solidFill>
                  <a:schemeClr val="lt1"/>
                </a:solidFill>
              </a:defRPr>
            </a:lvl2pPr>
            <a:lvl3pPr lvl="2">
              <a:spcBef>
                <a:spcPts val="0"/>
              </a:spcBef>
              <a:spcAft>
                <a:spcPts val="0"/>
              </a:spcAft>
              <a:buClr>
                <a:schemeClr val="lt1"/>
              </a:buClr>
              <a:buSzPts val="1200"/>
              <a:buFont typeface="IBM Plex Sans"/>
              <a:buNone/>
              <a:defRPr sz="1200">
                <a:solidFill>
                  <a:schemeClr val="lt1"/>
                </a:solidFill>
              </a:defRPr>
            </a:lvl3pPr>
            <a:lvl4pPr lvl="3">
              <a:spcBef>
                <a:spcPts val="0"/>
              </a:spcBef>
              <a:spcAft>
                <a:spcPts val="0"/>
              </a:spcAft>
              <a:buClr>
                <a:schemeClr val="lt1"/>
              </a:buClr>
              <a:buSzPts val="1200"/>
              <a:buFont typeface="IBM Plex Sans"/>
              <a:buNone/>
              <a:defRPr sz="1200">
                <a:solidFill>
                  <a:schemeClr val="lt1"/>
                </a:solidFill>
              </a:defRPr>
            </a:lvl4pPr>
            <a:lvl5pPr lvl="4">
              <a:spcBef>
                <a:spcPts val="0"/>
              </a:spcBef>
              <a:spcAft>
                <a:spcPts val="0"/>
              </a:spcAft>
              <a:buClr>
                <a:schemeClr val="lt1"/>
              </a:buClr>
              <a:buSzPts val="1200"/>
              <a:buFont typeface="IBM Plex Sans"/>
              <a:buNone/>
              <a:defRPr sz="1200">
                <a:solidFill>
                  <a:schemeClr val="lt1"/>
                </a:solidFill>
              </a:defRPr>
            </a:lvl5pPr>
            <a:lvl6pPr lvl="5">
              <a:spcBef>
                <a:spcPts val="0"/>
              </a:spcBef>
              <a:spcAft>
                <a:spcPts val="0"/>
              </a:spcAft>
              <a:buClr>
                <a:schemeClr val="lt1"/>
              </a:buClr>
              <a:buSzPts val="1200"/>
              <a:buFont typeface="IBM Plex Sans"/>
              <a:buNone/>
              <a:defRPr sz="1200">
                <a:solidFill>
                  <a:schemeClr val="lt1"/>
                </a:solidFill>
              </a:defRPr>
            </a:lvl6pPr>
            <a:lvl7pPr lvl="6">
              <a:spcBef>
                <a:spcPts val="0"/>
              </a:spcBef>
              <a:spcAft>
                <a:spcPts val="0"/>
              </a:spcAft>
              <a:buClr>
                <a:schemeClr val="lt1"/>
              </a:buClr>
              <a:buSzPts val="1200"/>
              <a:buFont typeface="IBM Plex Sans"/>
              <a:buNone/>
              <a:defRPr sz="1200">
                <a:solidFill>
                  <a:schemeClr val="lt1"/>
                </a:solidFill>
              </a:defRPr>
            </a:lvl7pPr>
            <a:lvl8pPr lvl="7">
              <a:spcBef>
                <a:spcPts val="0"/>
              </a:spcBef>
              <a:spcAft>
                <a:spcPts val="0"/>
              </a:spcAft>
              <a:buClr>
                <a:schemeClr val="lt1"/>
              </a:buClr>
              <a:buSzPts val="1200"/>
              <a:buFont typeface="IBM Plex Sans"/>
              <a:buNone/>
              <a:defRPr sz="1200">
                <a:solidFill>
                  <a:schemeClr val="lt1"/>
                </a:solidFill>
              </a:defRPr>
            </a:lvl8pPr>
            <a:lvl9pPr lvl="8">
              <a:spcBef>
                <a:spcPts val="0"/>
              </a:spcBef>
              <a:spcAft>
                <a:spcPts val="0"/>
              </a:spcAft>
              <a:buClr>
                <a:schemeClr val="lt1"/>
              </a:buClr>
              <a:buSzPts val="1200"/>
              <a:buFont typeface="IBM Plex Sans"/>
              <a:buNone/>
              <a:defRPr sz="1200">
                <a:solidFill>
                  <a:schemeClr val="lt1"/>
                </a:solidFill>
              </a:defRPr>
            </a:lvl9pPr>
          </a:lstStyle>
          <a:p/>
        </p:txBody>
      </p:sp>
      <p:sp>
        <p:nvSpPr>
          <p:cNvPr id="1044" name="Google Shape;1044;p231"/>
          <p:cNvSpPr txBox="1"/>
          <p:nvPr>
            <p:ph type="title"/>
          </p:nvPr>
        </p:nvSpPr>
        <p:spPr>
          <a:xfrm>
            <a:off x="436725" y="1368694"/>
            <a:ext cx="4182300" cy="653100"/>
          </a:xfrm>
          <a:prstGeom prst="rect">
            <a:avLst/>
          </a:prstGeom>
        </p:spPr>
        <p:txBody>
          <a:bodyPr anchorCtr="0" anchor="ctr" bIns="0" lIns="0" spcFirstLastPara="1" rIns="0" wrap="square" tIns="0">
            <a:spAutoFit/>
          </a:bodyPr>
          <a:lstStyle>
            <a:lvl1pPr lvl="0">
              <a:spcBef>
                <a:spcPts val="0"/>
              </a:spcBef>
              <a:spcAft>
                <a:spcPts val="0"/>
              </a:spcAft>
              <a:buNone/>
              <a:defRPr sz="1800">
                <a:solidFill>
                  <a:schemeClr val="lt1"/>
                </a:solidFill>
              </a:defRPr>
            </a:lvl1pPr>
            <a:lvl2pPr lvl="1">
              <a:spcBef>
                <a:spcPts val="0"/>
              </a:spcBef>
              <a:spcAft>
                <a:spcPts val="0"/>
              </a:spcAft>
              <a:buNone/>
              <a:defRPr>
                <a:solidFill>
                  <a:schemeClr val="lt1"/>
                </a:solidFill>
              </a:defRPr>
            </a:lvl2pPr>
            <a:lvl3pPr lvl="2">
              <a:spcBef>
                <a:spcPts val="0"/>
              </a:spcBef>
              <a:spcAft>
                <a:spcPts val="0"/>
              </a:spcAft>
              <a:buNone/>
              <a:defRPr>
                <a:solidFill>
                  <a:schemeClr val="lt1"/>
                </a:solidFill>
              </a:defRPr>
            </a:lvl3pPr>
            <a:lvl4pPr lvl="3">
              <a:spcBef>
                <a:spcPts val="0"/>
              </a:spcBef>
              <a:spcAft>
                <a:spcPts val="0"/>
              </a:spcAft>
              <a:buNone/>
              <a:defRPr>
                <a:solidFill>
                  <a:schemeClr val="lt1"/>
                </a:solidFill>
              </a:defRPr>
            </a:lvl4pPr>
            <a:lvl5pPr lvl="4">
              <a:spcBef>
                <a:spcPts val="0"/>
              </a:spcBef>
              <a:spcAft>
                <a:spcPts val="0"/>
              </a:spcAft>
              <a:buNone/>
              <a:defRPr>
                <a:solidFill>
                  <a:schemeClr val="lt1"/>
                </a:solidFill>
              </a:defRPr>
            </a:lvl5pPr>
            <a:lvl6pPr lvl="5">
              <a:spcBef>
                <a:spcPts val="0"/>
              </a:spcBef>
              <a:spcAft>
                <a:spcPts val="0"/>
              </a:spcAft>
              <a:buNone/>
              <a:defRPr>
                <a:solidFill>
                  <a:schemeClr val="lt1"/>
                </a:solidFill>
              </a:defRPr>
            </a:lvl6pPr>
            <a:lvl7pPr lvl="6">
              <a:spcBef>
                <a:spcPts val="0"/>
              </a:spcBef>
              <a:spcAft>
                <a:spcPts val="0"/>
              </a:spcAft>
              <a:buNone/>
              <a:defRPr>
                <a:solidFill>
                  <a:schemeClr val="lt1"/>
                </a:solidFill>
              </a:defRPr>
            </a:lvl7pPr>
            <a:lvl8pPr lvl="7">
              <a:spcBef>
                <a:spcPts val="0"/>
              </a:spcBef>
              <a:spcAft>
                <a:spcPts val="0"/>
              </a:spcAft>
              <a:buNone/>
              <a:defRPr>
                <a:solidFill>
                  <a:schemeClr val="lt1"/>
                </a:solidFill>
              </a:defRPr>
            </a:lvl8pPr>
            <a:lvl9pPr lvl="8">
              <a:spcBef>
                <a:spcPts val="0"/>
              </a:spcBef>
              <a:spcAft>
                <a:spcPts val="0"/>
              </a:spcAft>
              <a:buNone/>
              <a:defRPr>
                <a:solidFill>
                  <a:schemeClr val="lt1"/>
                </a:solidFill>
              </a:defRPr>
            </a:lvl9pPr>
          </a:lstStyle>
          <a:p/>
        </p:txBody>
      </p:sp>
      <p:sp>
        <p:nvSpPr>
          <p:cNvPr id="1045" name="Google Shape;1045;p231"/>
          <p:cNvSpPr txBox="1"/>
          <p:nvPr>
            <p:ph idx="12" type="sldNum"/>
          </p:nvPr>
        </p:nvSpPr>
        <p:spPr>
          <a:xfrm>
            <a:off x="8280600" y="254000"/>
            <a:ext cx="386400" cy="254100"/>
          </a:xfrm>
          <a:prstGeom prst="rect">
            <a:avLst/>
          </a:prstGeom>
          <a:noFill/>
          <a:ln>
            <a:noFill/>
          </a:ln>
        </p:spPr>
        <p:txBody>
          <a:bodyPr anchorCtr="0" anchor="t" bIns="0" lIns="0" spcFirstLastPara="1" rIns="0" wrap="square" tIns="0">
            <a:noAutofit/>
          </a:bodyPr>
          <a:lstStyle>
            <a:lvl1pPr lvl="0" algn="r">
              <a:buClr>
                <a:schemeClr val="lt1"/>
              </a:buClr>
              <a:buSzPts val="800"/>
              <a:buNone/>
              <a:defRPr sz="800">
                <a:solidFill>
                  <a:schemeClr val="lt1"/>
                </a:solidFill>
                <a:latin typeface="IBM Plex Sans"/>
                <a:ea typeface="IBM Plex Sans"/>
                <a:cs typeface="IBM Plex Sans"/>
                <a:sym typeface="IBM Plex Sans"/>
              </a:defRPr>
            </a:lvl1pPr>
            <a:lvl2pPr lvl="1" algn="r">
              <a:buClr>
                <a:schemeClr val="lt1"/>
              </a:buClr>
              <a:buSzPts val="800"/>
              <a:buNone/>
              <a:defRPr sz="800">
                <a:solidFill>
                  <a:schemeClr val="lt1"/>
                </a:solidFill>
                <a:latin typeface="IBM Plex Sans"/>
                <a:ea typeface="IBM Plex Sans"/>
                <a:cs typeface="IBM Plex Sans"/>
                <a:sym typeface="IBM Plex Sans"/>
              </a:defRPr>
            </a:lvl2pPr>
            <a:lvl3pPr lvl="2" algn="r">
              <a:buClr>
                <a:schemeClr val="lt1"/>
              </a:buClr>
              <a:buSzPts val="800"/>
              <a:buNone/>
              <a:defRPr sz="800">
                <a:solidFill>
                  <a:schemeClr val="lt1"/>
                </a:solidFill>
                <a:latin typeface="IBM Plex Sans"/>
                <a:ea typeface="IBM Plex Sans"/>
                <a:cs typeface="IBM Plex Sans"/>
                <a:sym typeface="IBM Plex Sans"/>
              </a:defRPr>
            </a:lvl3pPr>
            <a:lvl4pPr lvl="3" algn="r">
              <a:buClr>
                <a:schemeClr val="lt1"/>
              </a:buClr>
              <a:buSzPts val="800"/>
              <a:buNone/>
              <a:defRPr sz="800">
                <a:solidFill>
                  <a:schemeClr val="lt1"/>
                </a:solidFill>
                <a:latin typeface="IBM Plex Sans"/>
                <a:ea typeface="IBM Plex Sans"/>
                <a:cs typeface="IBM Plex Sans"/>
                <a:sym typeface="IBM Plex Sans"/>
              </a:defRPr>
            </a:lvl4pPr>
            <a:lvl5pPr lvl="4" algn="r">
              <a:buClr>
                <a:schemeClr val="lt1"/>
              </a:buClr>
              <a:buSzPts val="800"/>
              <a:buNone/>
              <a:defRPr sz="800">
                <a:solidFill>
                  <a:schemeClr val="lt1"/>
                </a:solidFill>
                <a:latin typeface="IBM Plex Sans"/>
                <a:ea typeface="IBM Plex Sans"/>
                <a:cs typeface="IBM Plex Sans"/>
                <a:sym typeface="IBM Plex Sans"/>
              </a:defRPr>
            </a:lvl5pPr>
            <a:lvl6pPr lvl="5" algn="r">
              <a:buClr>
                <a:schemeClr val="lt1"/>
              </a:buClr>
              <a:buSzPts val="800"/>
              <a:buNone/>
              <a:defRPr sz="800">
                <a:solidFill>
                  <a:schemeClr val="lt1"/>
                </a:solidFill>
                <a:latin typeface="IBM Plex Sans"/>
                <a:ea typeface="IBM Plex Sans"/>
                <a:cs typeface="IBM Plex Sans"/>
                <a:sym typeface="IBM Plex Sans"/>
              </a:defRPr>
            </a:lvl6pPr>
            <a:lvl7pPr lvl="6" algn="r">
              <a:buClr>
                <a:schemeClr val="lt1"/>
              </a:buClr>
              <a:buSzPts val="800"/>
              <a:buNone/>
              <a:defRPr sz="800">
                <a:solidFill>
                  <a:schemeClr val="lt1"/>
                </a:solidFill>
                <a:latin typeface="IBM Plex Sans"/>
                <a:ea typeface="IBM Plex Sans"/>
                <a:cs typeface="IBM Plex Sans"/>
                <a:sym typeface="IBM Plex Sans"/>
              </a:defRPr>
            </a:lvl7pPr>
            <a:lvl8pPr lvl="7" algn="r">
              <a:buClr>
                <a:schemeClr val="lt1"/>
              </a:buClr>
              <a:buSzPts val="800"/>
              <a:buNone/>
              <a:defRPr sz="800">
                <a:solidFill>
                  <a:schemeClr val="lt1"/>
                </a:solidFill>
                <a:latin typeface="IBM Plex Sans"/>
                <a:ea typeface="IBM Plex Sans"/>
                <a:cs typeface="IBM Plex Sans"/>
                <a:sym typeface="IBM Plex Sans"/>
              </a:defRPr>
            </a:lvl8pPr>
            <a:lvl9pPr lvl="8" algn="r">
              <a:buClr>
                <a:schemeClr val="lt1"/>
              </a:buClr>
              <a:buSzPts val="800"/>
              <a:buNone/>
              <a:defRPr sz="800">
                <a:solidFill>
                  <a:schemeClr val="lt1"/>
                </a:solidFill>
                <a:latin typeface="IBM Plex Sans"/>
                <a:ea typeface="IBM Plex Sans"/>
                <a:cs typeface="IBM Plex Sans"/>
                <a:sym typeface="IBM Plex Sans"/>
              </a:defRPr>
            </a:lvl9pPr>
          </a:lstStyle>
          <a:p>
            <a:pPr indent="-50800" lvl="0" marL="0" rtl="0" algn="r">
              <a:spcBef>
                <a:spcPts val="0"/>
              </a:spcBef>
              <a:spcAft>
                <a:spcPts val="0"/>
              </a:spcAft>
              <a:buClr>
                <a:schemeClr val="lt1"/>
              </a:buClr>
              <a:buSzPts val="800"/>
              <a:buFont typeface="IBM Plex Sans"/>
              <a:buNone/>
            </a:pPr>
            <a:fld id="{00000000-1234-1234-1234-123412341234}" type="slidenum">
              <a:rPr lang="en"/>
              <a:t>‹#›</a:t>
            </a:fld>
            <a:endParaRPr/>
          </a:p>
        </p:txBody>
      </p:sp>
      <p:sp>
        <p:nvSpPr>
          <p:cNvPr id="1046" name="Google Shape;1046;p231"/>
          <p:cNvSpPr txBox="1"/>
          <p:nvPr>
            <p:ph idx="13" type="subTitle"/>
          </p:nvPr>
        </p:nvSpPr>
        <p:spPr>
          <a:xfrm>
            <a:off x="6802800" y="256333"/>
            <a:ext cx="1050600" cy="162000"/>
          </a:xfrm>
          <a:prstGeom prst="rect">
            <a:avLst/>
          </a:prstGeom>
        </p:spPr>
        <p:txBody>
          <a:bodyPr anchorCtr="0" anchor="t" bIns="0" lIns="0" spcFirstLastPara="1" rIns="0" wrap="square" tIns="0">
            <a:spAutoFit/>
          </a:bodyPr>
          <a:lstStyle>
            <a:lvl1pPr lvl="0" algn="r">
              <a:spcBef>
                <a:spcPts val="0"/>
              </a:spcBef>
              <a:spcAft>
                <a:spcPts val="0"/>
              </a:spcAft>
              <a:buClr>
                <a:schemeClr val="lt1"/>
              </a:buClr>
              <a:buSzPts val="800"/>
              <a:buFont typeface="IBM Plex Sans"/>
              <a:buNone/>
              <a:defRPr sz="800">
                <a:solidFill>
                  <a:schemeClr val="lt1"/>
                </a:solidFill>
              </a:defRPr>
            </a:lvl1pPr>
            <a:lvl2pPr lvl="1" algn="r">
              <a:spcBef>
                <a:spcPts val="0"/>
              </a:spcBef>
              <a:spcAft>
                <a:spcPts val="0"/>
              </a:spcAft>
              <a:buClr>
                <a:schemeClr val="lt1"/>
              </a:buClr>
              <a:buSzPts val="800"/>
              <a:buFont typeface="IBM Plex Sans"/>
              <a:buNone/>
              <a:defRPr sz="800">
                <a:solidFill>
                  <a:schemeClr val="lt1"/>
                </a:solidFill>
              </a:defRPr>
            </a:lvl2pPr>
            <a:lvl3pPr lvl="2" algn="r">
              <a:spcBef>
                <a:spcPts val="0"/>
              </a:spcBef>
              <a:spcAft>
                <a:spcPts val="0"/>
              </a:spcAft>
              <a:buClr>
                <a:schemeClr val="lt1"/>
              </a:buClr>
              <a:buSzPts val="800"/>
              <a:buFont typeface="IBM Plex Sans"/>
              <a:buNone/>
              <a:defRPr sz="800">
                <a:solidFill>
                  <a:schemeClr val="lt1"/>
                </a:solidFill>
              </a:defRPr>
            </a:lvl3pPr>
            <a:lvl4pPr lvl="3" algn="r">
              <a:spcBef>
                <a:spcPts val="0"/>
              </a:spcBef>
              <a:spcAft>
                <a:spcPts val="0"/>
              </a:spcAft>
              <a:buClr>
                <a:schemeClr val="lt1"/>
              </a:buClr>
              <a:buSzPts val="800"/>
              <a:buFont typeface="IBM Plex Sans"/>
              <a:buNone/>
              <a:defRPr sz="800">
                <a:solidFill>
                  <a:schemeClr val="lt1"/>
                </a:solidFill>
              </a:defRPr>
            </a:lvl4pPr>
            <a:lvl5pPr lvl="4" algn="r">
              <a:spcBef>
                <a:spcPts val="0"/>
              </a:spcBef>
              <a:spcAft>
                <a:spcPts val="0"/>
              </a:spcAft>
              <a:buClr>
                <a:schemeClr val="lt1"/>
              </a:buClr>
              <a:buSzPts val="800"/>
              <a:buFont typeface="IBM Plex Sans"/>
              <a:buNone/>
              <a:defRPr sz="800">
                <a:solidFill>
                  <a:schemeClr val="lt1"/>
                </a:solidFill>
              </a:defRPr>
            </a:lvl5pPr>
            <a:lvl6pPr lvl="5" algn="r">
              <a:spcBef>
                <a:spcPts val="0"/>
              </a:spcBef>
              <a:spcAft>
                <a:spcPts val="0"/>
              </a:spcAft>
              <a:buClr>
                <a:schemeClr val="lt1"/>
              </a:buClr>
              <a:buSzPts val="800"/>
              <a:buFont typeface="IBM Plex Sans"/>
              <a:buNone/>
              <a:defRPr sz="800">
                <a:solidFill>
                  <a:schemeClr val="lt1"/>
                </a:solidFill>
              </a:defRPr>
            </a:lvl6pPr>
            <a:lvl7pPr lvl="6" algn="r">
              <a:spcBef>
                <a:spcPts val="0"/>
              </a:spcBef>
              <a:spcAft>
                <a:spcPts val="0"/>
              </a:spcAft>
              <a:buClr>
                <a:schemeClr val="lt1"/>
              </a:buClr>
              <a:buSzPts val="800"/>
              <a:buFont typeface="IBM Plex Sans"/>
              <a:buNone/>
              <a:defRPr sz="800">
                <a:solidFill>
                  <a:schemeClr val="lt1"/>
                </a:solidFill>
              </a:defRPr>
            </a:lvl7pPr>
            <a:lvl8pPr lvl="7" algn="r">
              <a:spcBef>
                <a:spcPts val="0"/>
              </a:spcBef>
              <a:spcAft>
                <a:spcPts val="0"/>
              </a:spcAft>
              <a:buClr>
                <a:schemeClr val="lt1"/>
              </a:buClr>
              <a:buSzPts val="800"/>
              <a:buFont typeface="IBM Plex Sans"/>
              <a:buNone/>
              <a:defRPr sz="800">
                <a:solidFill>
                  <a:schemeClr val="lt1"/>
                </a:solidFill>
              </a:defRPr>
            </a:lvl8pPr>
            <a:lvl9pPr lvl="8" algn="r">
              <a:spcBef>
                <a:spcPts val="0"/>
              </a:spcBef>
              <a:spcAft>
                <a:spcPts val="0"/>
              </a:spcAft>
              <a:buClr>
                <a:schemeClr val="lt1"/>
              </a:buClr>
              <a:buSzPts val="800"/>
              <a:buFont typeface="IBM Plex Sans"/>
              <a:buNone/>
              <a:defRPr sz="800">
                <a:solidFill>
                  <a:schemeClr val="lt1"/>
                </a:solidFill>
              </a:defRPr>
            </a:lvl9pPr>
          </a:lstStyle>
          <a:p/>
        </p:txBody>
      </p:sp>
      <p:sp>
        <p:nvSpPr>
          <p:cNvPr id="1047" name="Google Shape;1047;p231"/>
          <p:cNvSpPr txBox="1"/>
          <p:nvPr>
            <p:ph idx="14" type="subTitle"/>
          </p:nvPr>
        </p:nvSpPr>
        <p:spPr>
          <a:xfrm>
            <a:off x="436725" y="256333"/>
            <a:ext cx="1893000" cy="254100"/>
          </a:xfrm>
          <a:prstGeom prst="rect">
            <a:avLst/>
          </a:prstGeom>
        </p:spPr>
        <p:txBody>
          <a:bodyPr anchorCtr="0" anchor="t" bIns="0" lIns="0" spcFirstLastPara="1" rIns="91425" wrap="square" tIns="0">
            <a:spAutoFit/>
          </a:bodyPr>
          <a:lstStyle>
            <a:lvl1pPr lvl="0">
              <a:spcBef>
                <a:spcPts val="0"/>
              </a:spcBef>
              <a:spcAft>
                <a:spcPts val="0"/>
              </a:spcAft>
              <a:buClr>
                <a:schemeClr val="lt1"/>
              </a:buClr>
              <a:buSzPts val="800"/>
              <a:buFont typeface="IBM Plex Sans"/>
              <a:buNone/>
              <a:defRPr sz="800">
                <a:solidFill>
                  <a:schemeClr val="lt1"/>
                </a:solidFill>
              </a:defRPr>
            </a:lvl1pPr>
            <a:lvl2pPr lvl="1">
              <a:spcBef>
                <a:spcPts val="0"/>
              </a:spcBef>
              <a:spcAft>
                <a:spcPts val="0"/>
              </a:spcAft>
              <a:buClr>
                <a:schemeClr val="lt1"/>
              </a:buClr>
              <a:buSzPts val="800"/>
              <a:buFont typeface="IBM Plex Sans"/>
              <a:buNone/>
              <a:defRPr sz="800">
                <a:solidFill>
                  <a:schemeClr val="lt1"/>
                </a:solidFill>
              </a:defRPr>
            </a:lvl2pPr>
            <a:lvl3pPr lvl="2">
              <a:spcBef>
                <a:spcPts val="0"/>
              </a:spcBef>
              <a:spcAft>
                <a:spcPts val="0"/>
              </a:spcAft>
              <a:buClr>
                <a:schemeClr val="lt1"/>
              </a:buClr>
              <a:buSzPts val="800"/>
              <a:buFont typeface="IBM Plex Sans"/>
              <a:buNone/>
              <a:defRPr sz="800">
                <a:solidFill>
                  <a:schemeClr val="lt1"/>
                </a:solidFill>
              </a:defRPr>
            </a:lvl3pPr>
            <a:lvl4pPr lvl="3">
              <a:spcBef>
                <a:spcPts val="0"/>
              </a:spcBef>
              <a:spcAft>
                <a:spcPts val="0"/>
              </a:spcAft>
              <a:buClr>
                <a:schemeClr val="lt1"/>
              </a:buClr>
              <a:buSzPts val="800"/>
              <a:buFont typeface="IBM Plex Sans"/>
              <a:buNone/>
              <a:defRPr sz="800">
                <a:solidFill>
                  <a:schemeClr val="lt1"/>
                </a:solidFill>
              </a:defRPr>
            </a:lvl4pPr>
            <a:lvl5pPr lvl="4">
              <a:spcBef>
                <a:spcPts val="0"/>
              </a:spcBef>
              <a:spcAft>
                <a:spcPts val="0"/>
              </a:spcAft>
              <a:buClr>
                <a:schemeClr val="lt1"/>
              </a:buClr>
              <a:buSzPts val="800"/>
              <a:buFont typeface="IBM Plex Sans"/>
              <a:buNone/>
              <a:defRPr sz="800">
                <a:solidFill>
                  <a:schemeClr val="lt1"/>
                </a:solidFill>
              </a:defRPr>
            </a:lvl5pPr>
            <a:lvl6pPr lvl="5">
              <a:spcBef>
                <a:spcPts val="0"/>
              </a:spcBef>
              <a:spcAft>
                <a:spcPts val="0"/>
              </a:spcAft>
              <a:buClr>
                <a:schemeClr val="lt1"/>
              </a:buClr>
              <a:buSzPts val="800"/>
              <a:buFont typeface="IBM Plex Sans"/>
              <a:buNone/>
              <a:defRPr sz="800">
                <a:solidFill>
                  <a:schemeClr val="lt1"/>
                </a:solidFill>
              </a:defRPr>
            </a:lvl6pPr>
            <a:lvl7pPr lvl="6">
              <a:spcBef>
                <a:spcPts val="0"/>
              </a:spcBef>
              <a:spcAft>
                <a:spcPts val="0"/>
              </a:spcAft>
              <a:buClr>
                <a:schemeClr val="lt1"/>
              </a:buClr>
              <a:buSzPts val="800"/>
              <a:buFont typeface="IBM Plex Sans"/>
              <a:buNone/>
              <a:defRPr sz="800">
                <a:solidFill>
                  <a:schemeClr val="lt1"/>
                </a:solidFill>
              </a:defRPr>
            </a:lvl7pPr>
            <a:lvl8pPr lvl="7">
              <a:spcBef>
                <a:spcPts val="0"/>
              </a:spcBef>
              <a:spcAft>
                <a:spcPts val="0"/>
              </a:spcAft>
              <a:buClr>
                <a:schemeClr val="lt1"/>
              </a:buClr>
              <a:buSzPts val="800"/>
              <a:buFont typeface="IBM Plex Sans"/>
              <a:buNone/>
              <a:defRPr sz="800">
                <a:solidFill>
                  <a:schemeClr val="lt1"/>
                </a:solidFill>
              </a:defRPr>
            </a:lvl8pPr>
            <a:lvl9pPr lvl="8">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2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dule index">
  <p:cSld name="CUSTOM_6_1">
    <p:bg>
      <p:bgPr>
        <a:solidFill>
          <a:schemeClr val="dk1"/>
        </a:solidFill>
      </p:bgPr>
    </p:bg>
    <p:spTree>
      <p:nvGrpSpPr>
        <p:cNvPr id="1048" name="Shape 1048"/>
        <p:cNvGrpSpPr/>
        <p:nvPr/>
      </p:nvGrpSpPr>
      <p:grpSpPr>
        <a:xfrm>
          <a:off x="0" y="0"/>
          <a:ext cx="0" cy="0"/>
          <a:chOff x="0" y="0"/>
          <a:chExt cx="0" cy="0"/>
        </a:xfrm>
      </p:grpSpPr>
      <p:sp>
        <p:nvSpPr>
          <p:cNvPr id="1049" name="Google Shape;1049;p232"/>
          <p:cNvSpPr txBox="1"/>
          <p:nvPr>
            <p:ph type="title"/>
          </p:nvPr>
        </p:nvSpPr>
        <p:spPr>
          <a:xfrm>
            <a:off x="571500" y="889002"/>
            <a:ext cx="4000500" cy="6339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3000"/>
              <a:buNone/>
              <a:defRPr b="1">
                <a:solidFill>
                  <a:schemeClr val="lt1"/>
                </a:solidFill>
              </a:defRPr>
            </a:lvl1pPr>
            <a:lvl2pPr lvl="1">
              <a:spcBef>
                <a:spcPts val="0"/>
              </a:spcBef>
              <a:spcAft>
                <a:spcPts val="0"/>
              </a:spcAft>
              <a:buClr>
                <a:schemeClr val="lt1"/>
              </a:buClr>
              <a:buSzPts val="3600"/>
              <a:buNone/>
              <a:defRPr>
                <a:solidFill>
                  <a:schemeClr val="lt1"/>
                </a:solidFill>
              </a:defRPr>
            </a:lvl2pPr>
            <a:lvl3pPr lvl="2">
              <a:spcBef>
                <a:spcPts val="0"/>
              </a:spcBef>
              <a:spcAft>
                <a:spcPts val="0"/>
              </a:spcAft>
              <a:buClr>
                <a:schemeClr val="lt1"/>
              </a:buClr>
              <a:buSzPts val="3600"/>
              <a:buNone/>
              <a:defRPr>
                <a:solidFill>
                  <a:schemeClr val="lt1"/>
                </a:solidFill>
              </a:defRPr>
            </a:lvl3pPr>
            <a:lvl4pPr lvl="3">
              <a:spcBef>
                <a:spcPts val="0"/>
              </a:spcBef>
              <a:spcAft>
                <a:spcPts val="0"/>
              </a:spcAft>
              <a:buClr>
                <a:schemeClr val="lt1"/>
              </a:buClr>
              <a:buSzPts val="3600"/>
              <a:buNone/>
              <a:defRPr>
                <a:solidFill>
                  <a:schemeClr val="lt1"/>
                </a:solidFill>
              </a:defRPr>
            </a:lvl4pPr>
            <a:lvl5pPr lvl="4">
              <a:spcBef>
                <a:spcPts val="0"/>
              </a:spcBef>
              <a:spcAft>
                <a:spcPts val="0"/>
              </a:spcAft>
              <a:buClr>
                <a:schemeClr val="lt1"/>
              </a:buClr>
              <a:buSzPts val="3600"/>
              <a:buNone/>
              <a:defRPr>
                <a:solidFill>
                  <a:schemeClr val="lt1"/>
                </a:solidFill>
              </a:defRPr>
            </a:lvl5pPr>
            <a:lvl6pPr lvl="5">
              <a:spcBef>
                <a:spcPts val="0"/>
              </a:spcBef>
              <a:spcAft>
                <a:spcPts val="0"/>
              </a:spcAft>
              <a:buClr>
                <a:schemeClr val="lt1"/>
              </a:buClr>
              <a:buSzPts val="3600"/>
              <a:buNone/>
              <a:defRPr>
                <a:solidFill>
                  <a:schemeClr val="lt1"/>
                </a:solidFill>
              </a:defRPr>
            </a:lvl6pPr>
            <a:lvl7pPr lvl="6">
              <a:spcBef>
                <a:spcPts val="0"/>
              </a:spcBef>
              <a:spcAft>
                <a:spcPts val="0"/>
              </a:spcAft>
              <a:buClr>
                <a:schemeClr val="lt1"/>
              </a:buClr>
              <a:buSzPts val="3600"/>
              <a:buNone/>
              <a:defRPr>
                <a:solidFill>
                  <a:schemeClr val="lt1"/>
                </a:solidFill>
              </a:defRPr>
            </a:lvl7pPr>
            <a:lvl8pPr lvl="7">
              <a:spcBef>
                <a:spcPts val="0"/>
              </a:spcBef>
              <a:spcAft>
                <a:spcPts val="0"/>
              </a:spcAft>
              <a:buClr>
                <a:schemeClr val="lt1"/>
              </a:buClr>
              <a:buSzPts val="3600"/>
              <a:buNone/>
              <a:defRPr>
                <a:solidFill>
                  <a:schemeClr val="lt1"/>
                </a:solidFill>
              </a:defRPr>
            </a:lvl8pPr>
            <a:lvl9pPr lvl="8">
              <a:spcBef>
                <a:spcPts val="0"/>
              </a:spcBef>
              <a:spcAft>
                <a:spcPts val="0"/>
              </a:spcAft>
              <a:buClr>
                <a:schemeClr val="lt1"/>
              </a:buClr>
              <a:buSzPts val="3600"/>
              <a:buNone/>
              <a:defRPr>
                <a:solidFill>
                  <a:schemeClr val="lt1"/>
                </a:solidFill>
              </a:defRPr>
            </a:lvl9pPr>
          </a:lstStyle>
          <a:p/>
        </p:txBody>
      </p:sp>
      <p:sp>
        <p:nvSpPr>
          <p:cNvPr id="1050" name="Google Shape;1050;p232"/>
          <p:cNvSpPr txBox="1"/>
          <p:nvPr>
            <p:ph idx="12" type="sldNum"/>
          </p:nvPr>
        </p:nvSpPr>
        <p:spPr>
          <a:xfrm>
            <a:off x="8572500" y="5080004"/>
            <a:ext cx="571500" cy="635100"/>
          </a:xfrm>
          <a:prstGeom prst="rect">
            <a:avLst/>
          </a:prstGeom>
          <a:noFill/>
          <a:ln>
            <a:noFill/>
          </a:ln>
        </p:spPr>
        <p:txBody>
          <a:bodyPr anchorCtr="0" anchor="t" bIns="91425" lIns="91425" spcFirstLastPara="1" rIns="91425" wrap="square" tIns="91425">
            <a:noAutofit/>
          </a:bodyPr>
          <a:lstStyle>
            <a:lvl1pPr lvl="0">
              <a:buNone/>
              <a:defRPr sz="900">
                <a:solidFill>
                  <a:schemeClr val="accent4"/>
                </a:solidFill>
              </a:defRPr>
            </a:lvl1pPr>
            <a:lvl2pPr lvl="1">
              <a:buNone/>
              <a:defRPr sz="900">
                <a:solidFill>
                  <a:schemeClr val="accent4"/>
                </a:solidFill>
              </a:defRPr>
            </a:lvl2pPr>
            <a:lvl3pPr lvl="2">
              <a:buNone/>
              <a:defRPr sz="900">
                <a:solidFill>
                  <a:schemeClr val="accent4"/>
                </a:solidFill>
              </a:defRPr>
            </a:lvl3pPr>
            <a:lvl4pPr lvl="3">
              <a:buNone/>
              <a:defRPr sz="900">
                <a:solidFill>
                  <a:schemeClr val="accent4"/>
                </a:solidFill>
              </a:defRPr>
            </a:lvl4pPr>
            <a:lvl5pPr lvl="4">
              <a:buNone/>
              <a:defRPr sz="900">
                <a:solidFill>
                  <a:schemeClr val="accent4"/>
                </a:solidFill>
              </a:defRPr>
            </a:lvl5pPr>
            <a:lvl6pPr lvl="5">
              <a:buNone/>
              <a:defRPr sz="900">
                <a:solidFill>
                  <a:schemeClr val="accent4"/>
                </a:solidFill>
              </a:defRPr>
            </a:lvl6pPr>
            <a:lvl7pPr lvl="6">
              <a:buNone/>
              <a:defRPr sz="900">
                <a:solidFill>
                  <a:schemeClr val="accent4"/>
                </a:solidFill>
              </a:defRPr>
            </a:lvl7pPr>
            <a:lvl8pPr lvl="7">
              <a:buNone/>
              <a:defRPr sz="900">
                <a:solidFill>
                  <a:schemeClr val="accent4"/>
                </a:solidFill>
              </a:defRPr>
            </a:lvl8pPr>
            <a:lvl9pPr lvl="8">
              <a:buNone/>
              <a:defRPr sz="900">
                <a:solidFill>
                  <a:schemeClr val="accent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959">
          <p15:clr>
            <a:srgbClr val="E46962"/>
          </p15:clr>
        </p15:guide>
      </p15:sldGuideLst>
    </p:ext>
  </p:extLst>
</p:sldLayout>
</file>

<file path=ppt/slideLayouts/slideLayout2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3  1">
  <p:cSld name="CUSTOM_6_1_1">
    <p:bg>
      <p:bgPr>
        <a:solidFill>
          <a:schemeClr val="lt2"/>
        </a:solidFill>
      </p:bgPr>
    </p:bg>
    <p:spTree>
      <p:nvGrpSpPr>
        <p:cNvPr id="1051" name="Shape 1051"/>
        <p:cNvGrpSpPr/>
        <p:nvPr/>
      </p:nvGrpSpPr>
      <p:grpSpPr>
        <a:xfrm>
          <a:off x="0" y="0"/>
          <a:ext cx="0" cy="0"/>
          <a:chOff x="0" y="0"/>
          <a:chExt cx="0" cy="0"/>
        </a:xfrm>
      </p:grpSpPr>
      <p:sp>
        <p:nvSpPr>
          <p:cNvPr id="1052" name="Google Shape;1052;p233"/>
          <p:cNvSpPr txBox="1"/>
          <p:nvPr>
            <p:ph type="title"/>
          </p:nvPr>
        </p:nvSpPr>
        <p:spPr>
          <a:xfrm>
            <a:off x="607200" y="1140611"/>
            <a:ext cx="3936000" cy="596400"/>
          </a:xfrm>
          <a:prstGeom prst="rect">
            <a:avLst/>
          </a:prstGeom>
        </p:spPr>
        <p:txBody>
          <a:bodyPr anchorCtr="0" anchor="ctr" bIns="0" lIns="0" spcFirstLastPara="1" rIns="0" wrap="square" tIns="0">
            <a:spAutoFit/>
          </a:bodyPr>
          <a:lstStyle>
            <a:lvl1pPr lvl="0">
              <a:spcBef>
                <a:spcPts val="0"/>
              </a:spcBef>
              <a:spcAft>
                <a:spcPts val="0"/>
              </a:spcAft>
              <a:buSzPts val="3000"/>
              <a:buAutoNum type="arabicPeriod"/>
              <a:defRPr b="1" sz="1800">
                <a:solidFill>
                  <a:schemeClr val="lt1"/>
                </a:solidFill>
              </a:defRPr>
            </a:lvl1pPr>
            <a:lvl2pPr lvl="1">
              <a:spcBef>
                <a:spcPts val="0"/>
              </a:spcBef>
              <a:spcAft>
                <a:spcPts val="0"/>
              </a:spcAft>
              <a:buSzPts val="3600"/>
              <a:buAutoNum type="alphaLcPeriod"/>
              <a:defRPr/>
            </a:lvl2pPr>
            <a:lvl3pPr lvl="2">
              <a:spcBef>
                <a:spcPts val="0"/>
              </a:spcBef>
              <a:spcAft>
                <a:spcPts val="0"/>
              </a:spcAft>
              <a:buSzPts val="3600"/>
              <a:buAutoNum type="romanLcPeriod"/>
              <a:defRPr/>
            </a:lvl3pPr>
            <a:lvl4pPr lvl="3">
              <a:spcBef>
                <a:spcPts val="0"/>
              </a:spcBef>
              <a:spcAft>
                <a:spcPts val="0"/>
              </a:spcAft>
              <a:buSzPts val="3600"/>
              <a:buAutoNum type="arabicPeriod"/>
              <a:defRPr/>
            </a:lvl4pPr>
            <a:lvl5pPr lvl="4">
              <a:spcBef>
                <a:spcPts val="0"/>
              </a:spcBef>
              <a:spcAft>
                <a:spcPts val="0"/>
              </a:spcAft>
              <a:buSzPts val="3600"/>
              <a:buAutoNum type="alphaLcPeriod"/>
              <a:defRPr/>
            </a:lvl5pPr>
            <a:lvl6pPr lvl="5">
              <a:spcBef>
                <a:spcPts val="0"/>
              </a:spcBef>
              <a:spcAft>
                <a:spcPts val="0"/>
              </a:spcAft>
              <a:buSzPts val="3600"/>
              <a:buAutoNum type="romanLcPeriod"/>
              <a:defRPr/>
            </a:lvl6pPr>
            <a:lvl7pPr lvl="6">
              <a:spcBef>
                <a:spcPts val="0"/>
              </a:spcBef>
              <a:spcAft>
                <a:spcPts val="0"/>
              </a:spcAft>
              <a:buSzPts val="3600"/>
              <a:buAutoNum type="arabicPeriod"/>
              <a:defRPr/>
            </a:lvl7pPr>
            <a:lvl8pPr lvl="7">
              <a:spcBef>
                <a:spcPts val="0"/>
              </a:spcBef>
              <a:spcAft>
                <a:spcPts val="0"/>
              </a:spcAft>
              <a:buSzPts val="3600"/>
              <a:buAutoNum type="alphaLcPeriod"/>
              <a:defRPr/>
            </a:lvl8pPr>
            <a:lvl9pPr lvl="8">
              <a:spcBef>
                <a:spcPts val="0"/>
              </a:spcBef>
              <a:spcAft>
                <a:spcPts val="0"/>
              </a:spcAft>
              <a:buSzPts val="3600"/>
              <a:buAutoNum type="romanLcPeriod"/>
              <a:defRPr/>
            </a:lvl9pPr>
          </a:lstStyle>
          <a:p/>
        </p:txBody>
      </p:sp>
    </p:spTree>
  </p:cSld>
  <p:clrMapOvr>
    <a:masterClrMapping/>
  </p:clrMapOvr>
</p:sldLayout>
</file>

<file path=ppt/slideLayouts/slideLayout2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7">
    <p:spTree>
      <p:nvGrpSpPr>
        <p:cNvPr id="1053" name="Shape 1053"/>
        <p:cNvGrpSpPr/>
        <p:nvPr/>
      </p:nvGrpSpPr>
      <p:grpSpPr>
        <a:xfrm>
          <a:off x="0" y="0"/>
          <a:ext cx="0" cy="0"/>
          <a:chOff x="0" y="0"/>
          <a:chExt cx="0" cy="0"/>
        </a:xfrm>
      </p:grpSpPr>
      <p:sp>
        <p:nvSpPr>
          <p:cNvPr id="1054" name="Google Shape;1054;p234"/>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1">
  <p:cSld name="Title + Subtitle_2">
    <p:spTree>
      <p:nvGrpSpPr>
        <p:cNvPr id="1055" name="Shape 1055"/>
        <p:cNvGrpSpPr/>
        <p:nvPr/>
      </p:nvGrpSpPr>
      <p:grpSpPr>
        <a:xfrm>
          <a:off x="0" y="0"/>
          <a:ext cx="0" cy="0"/>
          <a:chOff x="0" y="0"/>
          <a:chExt cx="0" cy="0"/>
        </a:xfrm>
      </p:grpSpPr>
      <p:sp>
        <p:nvSpPr>
          <p:cNvPr id="1056" name="Google Shape;1056;p235"/>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057" name="Google Shape;1057;p235"/>
          <p:cNvSpPr txBox="1"/>
          <p:nvPr>
            <p:ph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Body: 1 column 1">
  <p:cSld name="Title + Body_1">
    <p:spTree>
      <p:nvGrpSpPr>
        <p:cNvPr id="1058" name="Shape 1058"/>
        <p:cNvGrpSpPr/>
        <p:nvPr/>
      </p:nvGrpSpPr>
      <p:grpSpPr>
        <a:xfrm>
          <a:off x="0" y="0"/>
          <a:ext cx="0" cy="0"/>
          <a:chOff x="0" y="0"/>
          <a:chExt cx="0" cy="0"/>
        </a:xfrm>
      </p:grpSpPr>
      <p:sp>
        <p:nvSpPr>
          <p:cNvPr id="1059" name="Google Shape;1059;p236"/>
          <p:cNvSpPr txBox="1"/>
          <p:nvPr>
            <p:ph type="title"/>
          </p:nvPr>
        </p:nvSpPr>
        <p:spPr>
          <a:xfrm>
            <a:off x="457200"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60" name="Google Shape;1060;p236"/>
          <p:cNvSpPr txBox="1"/>
          <p:nvPr>
            <p:ph idx="1" type="subTitle"/>
          </p:nvPr>
        </p:nvSpPr>
        <p:spPr>
          <a:xfrm>
            <a:off x="457200"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061" name="Google Shape;1061;p236"/>
          <p:cNvSpPr txBox="1"/>
          <p:nvPr>
            <p:ph idx="2" type="body"/>
          </p:nvPr>
        </p:nvSpPr>
        <p:spPr>
          <a:xfrm>
            <a:off x="457200"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1">
  <p:cSld name="ONE_COLUMN_TEXT_1">
    <p:spTree>
      <p:nvGrpSpPr>
        <p:cNvPr id="1062" name="Shape 1062"/>
        <p:cNvGrpSpPr/>
        <p:nvPr/>
      </p:nvGrpSpPr>
      <p:grpSpPr>
        <a:xfrm>
          <a:off x="0" y="0"/>
          <a:ext cx="0" cy="0"/>
          <a:chOff x="0" y="0"/>
          <a:chExt cx="0" cy="0"/>
        </a:xfrm>
      </p:grpSpPr>
      <p:sp>
        <p:nvSpPr>
          <p:cNvPr id="1063" name="Google Shape;1063;p237"/>
          <p:cNvSpPr txBox="1"/>
          <p:nvPr>
            <p:ph type="title"/>
          </p:nvPr>
        </p:nvSpPr>
        <p:spPr>
          <a:xfrm>
            <a:off x="457200" y="518667"/>
            <a:ext cx="3204600" cy="10056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64" name="Google Shape;1064;p237"/>
          <p:cNvSpPr txBox="1"/>
          <p:nvPr>
            <p:ph idx="1" type="body"/>
          </p:nvPr>
        </p:nvSpPr>
        <p:spPr>
          <a:xfrm>
            <a:off x="457200" y="1524417"/>
            <a:ext cx="32046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sldLayout>
</file>

<file path=ppt/slideLayouts/slideLayout2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Right 1">
  <p:cSld name="Text + Image_1">
    <p:spTree>
      <p:nvGrpSpPr>
        <p:cNvPr id="1065" name="Shape 1065"/>
        <p:cNvGrpSpPr/>
        <p:nvPr/>
      </p:nvGrpSpPr>
      <p:grpSpPr>
        <a:xfrm>
          <a:off x="0" y="0"/>
          <a:ext cx="0" cy="0"/>
          <a:chOff x="0" y="0"/>
          <a:chExt cx="0" cy="0"/>
        </a:xfrm>
      </p:grpSpPr>
      <p:sp>
        <p:nvSpPr>
          <p:cNvPr id="1066" name="Google Shape;1066;p238"/>
          <p:cNvSpPr/>
          <p:nvPr>
            <p:ph idx="2" type="pic"/>
          </p:nvPr>
        </p:nvSpPr>
        <p:spPr>
          <a:xfrm>
            <a:off x="4572000" y="91667"/>
            <a:ext cx="4495800" cy="5531700"/>
          </a:xfrm>
          <a:prstGeom prst="roundRect">
            <a:avLst>
              <a:gd fmla="val 16667" name="adj"/>
            </a:avLst>
          </a:prstGeom>
          <a:noFill/>
          <a:ln>
            <a:noFill/>
          </a:ln>
        </p:spPr>
      </p:sp>
      <p:sp>
        <p:nvSpPr>
          <p:cNvPr id="1067" name="Google Shape;1067;p238"/>
          <p:cNvSpPr txBox="1"/>
          <p:nvPr>
            <p:ph type="title"/>
          </p:nvPr>
        </p:nvSpPr>
        <p:spPr>
          <a:xfrm>
            <a:off x="457200" y="942000"/>
            <a:ext cx="3661500" cy="1064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68" name="Google Shape;1068;p238"/>
          <p:cNvSpPr txBox="1"/>
          <p:nvPr>
            <p:ph idx="1" type="subTitle"/>
          </p:nvPr>
        </p:nvSpPr>
        <p:spPr>
          <a:xfrm>
            <a:off x="457200" y="508000"/>
            <a:ext cx="36615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069" name="Google Shape;1069;p238"/>
          <p:cNvSpPr txBox="1"/>
          <p:nvPr>
            <p:ph idx="3" type="body"/>
          </p:nvPr>
        </p:nvSpPr>
        <p:spPr>
          <a:xfrm>
            <a:off x="457200" y="2139583"/>
            <a:ext cx="36615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1">
  <p:cSld name="Title + Body 1_1">
    <p:spTree>
      <p:nvGrpSpPr>
        <p:cNvPr id="1070" name="Shape 1070"/>
        <p:cNvGrpSpPr/>
        <p:nvPr/>
      </p:nvGrpSpPr>
      <p:grpSpPr>
        <a:xfrm>
          <a:off x="0" y="0"/>
          <a:ext cx="0" cy="0"/>
          <a:chOff x="0" y="0"/>
          <a:chExt cx="0" cy="0"/>
        </a:xfrm>
      </p:grpSpPr>
      <p:sp>
        <p:nvSpPr>
          <p:cNvPr id="1071" name="Google Shape;1071;p239"/>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1072" name="Google Shape;1072;p239"/>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073" name="Google Shape;1073;p239"/>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74" name="Google Shape;1074;p239"/>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6">
    <p:spTree>
      <p:nvGrpSpPr>
        <p:cNvPr id="1075" name="Shape 1075"/>
        <p:cNvGrpSpPr/>
        <p:nvPr/>
      </p:nvGrpSpPr>
      <p:grpSpPr>
        <a:xfrm>
          <a:off x="0" y="0"/>
          <a:ext cx="0" cy="0"/>
          <a:chOff x="0" y="0"/>
          <a:chExt cx="0" cy="0"/>
        </a:xfrm>
      </p:grpSpPr>
      <p:sp>
        <p:nvSpPr>
          <p:cNvPr id="1076" name="Google Shape;1076;p240"/>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077" name="Google Shape;1077;p240"/>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8">
    <p:spTree>
      <p:nvGrpSpPr>
        <p:cNvPr id="1078" name="Shape 1078"/>
        <p:cNvGrpSpPr/>
        <p:nvPr/>
      </p:nvGrpSpPr>
      <p:grpSpPr>
        <a:xfrm>
          <a:off x="0" y="0"/>
          <a:ext cx="0" cy="0"/>
          <a:chOff x="0" y="0"/>
          <a:chExt cx="0" cy="0"/>
        </a:xfrm>
      </p:grpSpPr>
      <p:sp>
        <p:nvSpPr>
          <p:cNvPr id="1079" name="Google Shape;1079;p241"/>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Title and text">
    <p:spTree>
      <p:nvGrpSpPr>
        <p:cNvPr id="1080" name="Shape 1080"/>
        <p:cNvGrpSpPr/>
        <p:nvPr/>
      </p:nvGrpSpPr>
      <p:grpSpPr>
        <a:xfrm>
          <a:off x="0" y="0"/>
          <a:ext cx="0" cy="0"/>
          <a:chOff x="0" y="0"/>
          <a:chExt cx="0" cy="0"/>
        </a:xfrm>
      </p:grpSpPr>
      <p:sp>
        <p:nvSpPr>
          <p:cNvPr id="1081" name="Google Shape;1081;p242"/>
          <p:cNvSpPr txBox="1"/>
          <p:nvPr>
            <p:ph type="title"/>
          </p:nvPr>
        </p:nvSpPr>
        <p:spPr>
          <a:xfrm>
            <a:off x="571500" y="889000"/>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9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900">
                <a:solidFill>
                  <a:schemeClr val="dk1"/>
                </a:solidFill>
              </a:defRPr>
            </a:lvl2pPr>
            <a:lvl3pPr lvl="2" algn="l">
              <a:lnSpc>
                <a:spcPct val="115000"/>
              </a:lnSpc>
              <a:spcBef>
                <a:spcPts val="0"/>
              </a:spcBef>
              <a:spcAft>
                <a:spcPts val="0"/>
              </a:spcAft>
              <a:buClr>
                <a:schemeClr val="dk1"/>
              </a:buClr>
              <a:buSzPts val="1400"/>
              <a:buNone/>
              <a:defRPr sz="1900">
                <a:solidFill>
                  <a:schemeClr val="dk1"/>
                </a:solidFill>
              </a:defRPr>
            </a:lvl3pPr>
            <a:lvl4pPr lvl="3" algn="l">
              <a:lnSpc>
                <a:spcPct val="115000"/>
              </a:lnSpc>
              <a:spcBef>
                <a:spcPts val="0"/>
              </a:spcBef>
              <a:spcAft>
                <a:spcPts val="0"/>
              </a:spcAft>
              <a:buClr>
                <a:schemeClr val="dk1"/>
              </a:buClr>
              <a:buSzPts val="1400"/>
              <a:buNone/>
              <a:defRPr sz="1900">
                <a:solidFill>
                  <a:schemeClr val="dk1"/>
                </a:solidFill>
              </a:defRPr>
            </a:lvl4pPr>
            <a:lvl5pPr lvl="4" algn="l">
              <a:lnSpc>
                <a:spcPct val="115000"/>
              </a:lnSpc>
              <a:spcBef>
                <a:spcPts val="0"/>
              </a:spcBef>
              <a:spcAft>
                <a:spcPts val="0"/>
              </a:spcAft>
              <a:buClr>
                <a:schemeClr val="dk1"/>
              </a:buClr>
              <a:buSzPts val="1400"/>
              <a:buNone/>
              <a:defRPr sz="1900">
                <a:solidFill>
                  <a:schemeClr val="dk1"/>
                </a:solidFill>
              </a:defRPr>
            </a:lvl5pPr>
            <a:lvl6pPr lvl="5" algn="l">
              <a:lnSpc>
                <a:spcPct val="115000"/>
              </a:lnSpc>
              <a:spcBef>
                <a:spcPts val="0"/>
              </a:spcBef>
              <a:spcAft>
                <a:spcPts val="0"/>
              </a:spcAft>
              <a:buClr>
                <a:schemeClr val="dk1"/>
              </a:buClr>
              <a:buSzPts val="1400"/>
              <a:buNone/>
              <a:defRPr sz="1900">
                <a:solidFill>
                  <a:schemeClr val="dk1"/>
                </a:solidFill>
              </a:defRPr>
            </a:lvl6pPr>
            <a:lvl7pPr lvl="6" algn="l">
              <a:lnSpc>
                <a:spcPct val="115000"/>
              </a:lnSpc>
              <a:spcBef>
                <a:spcPts val="0"/>
              </a:spcBef>
              <a:spcAft>
                <a:spcPts val="0"/>
              </a:spcAft>
              <a:buClr>
                <a:schemeClr val="dk1"/>
              </a:buClr>
              <a:buSzPts val="1400"/>
              <a:buNone/>
              <a:defRPr sz="1900">
                <a:solidFill>
                  <a:schemeClr val="dk1"/>
                </a:solidFill>
              </a:defRPr>
            </a:lvl7pPr>
            <a:lvl8pPr lvl="7" algn="l">
              <a:lnSpc>
                <a:spcPct val="115000"/>
              </a:lnSpc>
              <a:spcBef>
                <a:spcPts val="0"/>
              </a:spcBef>
              <a:spcAft>
                <a:spcPts val="0"/>
              </a:spcAft>
              <a:buClr>
                <a:schemeClr val="dk1"/>
              </a:buClr>
              <a:buSzPts val="1400"/>
              <a:buNone/>
              <a:defRPr sz="1900">
                <a:solidFill>
                  <a:schemeClr val="dk1"/>
                </a:solidFill>
              </a:defRPr>
            </a:lvl8pPr>
            <a:lvl9pPr lvl="8" algn="l">
              <a:lnSpc>
                <a:spcPct val="115000"/>
              </a:lnSpc>
              <a:spcBef>
                <a:spcPts val="0"/>
              </a:spcBef>
              <a:spcAft>
                <a:spcPts val="0"/>
              </a:spcAft>
              <a:buClr>
                <a:schemeClr val="dk1"/>
              </a:buClr>
              <a:buSzPts val="1400"/>
              <a:buNone/>
              <a:defRPr sz="1900">
                <a:solidFill>
                  <a:schemeClr val="dk1"/>
                </a:solidFill>
              </a:defRPr>
            </a:lvl9pPr>
          </a:lstStyle>
          <a:p/>
        </p:txBody>
      </p:sp>
      <p:sp>
        <p:nvSpPr>
          <p:cNvPr id="1082" name="Google Shape;1082;p242"/>
          <p:cNvSpPr txBox="1"/>
          <p:nvPr>
            <p:ph idx="1" type="body"/>
          </p:nvPr>
        </p:nvSpPr>
        <p:spPr>
          <a:xfrm>
            <a:off x="571500" y="1905000"/>
            <a:ext cx="40005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
        <p:nvSpPr>
          <p:cNvPr id="1083" name="Google Shape;1083;p242"/>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one column 1">
  <p:cSld name="Sub header, one column">
    <p:spTree>
      <p:nvGrpSpPr>
        <p:cNvPr id="1084" name="Shape 1084"/>
        <p:cNvGrpSpPr/>
        <p:nvPr/>
      </p:nvGrpSpPr>
      <p:grpSpPr>
        <a:xfrm>
          <a:off x="0" y="0"/>
          <a:ext cx="0" cy="0"/>
          <a:chOff x="0" y="0"/>
          <a:chExt cx="0" cy="0"/>
        </a:xfrm>
      </p:grpSpPr>
      <p:sp>
        <p:nvSpPr>
          <p:cNvPr id="1085" name="Google Shape;1085;p243"/>
          <p:cNvSpPr txBox="1"/>
          <p:nvPr>
            <p:ph idx="1" type="subTitle"/>
          </p:nvPr>
        </p:nvSpPr>
        <p:spPr>
          <a:xfrm>
            <a:off x="5715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
        <p:nvSpPr>
          <p:cNvPr id="1086" name="Google Shape;1086;p243"/>
          <p:cNvSpPr txBox="1"/>
          <p:nvPr>
            <p:ph type="title"/>
          </p:nvPr>
        </p:nvSpPr>
        <p:spPr>
          <a:xfrm>
            <a:off x="571500" y="889006"/>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b="1"/>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087" name="Google Shape;1087;p243"/>
          <p:cNvSpPr txBox="1"/>
          <p:nvPr>
            <p:ph idx="2" type="body"/>
          </p:nvPr>
        </p:nvSpPr>
        <p:spPr>
          <a:xfrm>
            <a:off x="5715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1088" name="Google Shape;1088;p243"/>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s with icons 1 1">
  <p:cSld name="Highlights with icons 1_1">
    <p:spTree>
      <p:nvGrpSpPr>
        <p:cNvPr id="1089" name="Shape 1089"/>
        <p:cNvGrpSpPr/>
        <p:nvPr/>
      </p:nvGrpSpPr>
      <p:grpSpPr>
        <a:xfrm>
          <a:off x="0" y="0"/>
          <a:ext cx="0" cy="0"/>
          <a:chOff x="0" y="0"/>
          <a:chExt cx="0" cy="0"/>
        </a:xfrm>
      </p:grpSpPr>
      <p:sp>
        <p:nvSpPr>
          <p:cNvPr id="1090" name="Google Shape;1090;p244"/>
          <p:cNvSpPr txBox="1"/>
          <p:nvPr>
            <p:ph idx="12" type="sldNum"/>
          </p:nvPr>
        </p:nvSpPr>
        <p:spPr>
          <a:xfrm>
            <a:off x="8572500" y="5080004"/>
            <a:ext cx="571500" cy="635100"/>
          </a:xfrm>
          <a:prstGeom prst="rect">
            <a:avLst/>
          </a:prstGeom>
          <a:noFill/>
          <a:ln>
            <a:noFill/>
          </a:ln>
        </p:spPr>
        <p:txBody>
          <a:bodyPr anchorCtr="0" anchor="t" bIns="126400" lIns="126400" spcFirstLastPara="1" rIns="126400" wrap="square" tIns="1264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091" name="Google Shape;1091;p244"/>
          <p:cNvSpPr/>
          <p:nvPr>
            <p:ph idx="2" type="pic"/>
          </p:nvPr>
        </p:nvSpPr>
        <p:spPr>
          <a:xfrm>
            <a:off x="0" y="0"/>
            <a:ext cx="9144000" cy="2814900"/>
          </a:xfrm>
          <a:prstGeom prst="roundRect">
            <a:avLst>
              <a:gd fmla="val 1254" name="adj"/>
            </a:avLst>
          </a:prstGeom>
          <a:noFill/>
          <a:ln>
            <a:noFill/>
          </a:ln>
        </p:spPr>
      </p:sp>
      <p:sp>
        <p:nvSpPr>
          <p:cNvPr id="1092" name="Google Shape;1092;p244"/>
          <p:cNvSpPr txBox="1"/>
          <p:nvPr>
            <p:ph type="title"/>
          </p:nvPr>
        </p:nvSpPr>
        <p:spPr>
          <a:xfrm>
            <a:off x="457200" y="3730167"/>
            <a:ext cx="3667500" cy="1080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093" name="Google Shape;1093;p244"/>
          <p:cNvSpPr txBox="1"/>
          <p:nvPr>
            <p:ph idx="1" type="subTitle"/>
          </p:nvPr>
        </p:nvSpPr>
        <p:spPr>
          <a:xfrm>
            <a:off x="457200" y="3211500"/>
            <a:ext cx="3667500" cy="434100"/>
          </a:xfrm>
          <a:prstGeom prst="rect">
            <a:avLst/>
          </a:prstGeom>
        </p:spPr>
        <p:txBody>
          <a:bodyPr anchorCtr="0" anchor="b" bIns="0" lIns="0" spcFirstLastPara="1" rIns="0" wrap="square" tIns="0">
            <a:no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094" name="Google Shape;1094;p244"/>
          <p:cNvSpPr txBox="1"/>
          <p:nvPr>
            <p:ph idx="3" type="body"/>
          </p:nvPr>
        </p:nvSpPr>
        <p:spPr>
          <a:xfrm>
            <a:off x="4581600" y="2815000"/>
            <a:ext cx="4105200" cy="2391900"/>
          </a:xfrm>
          <a:prstGeom prst="rect">
            <a:avLst/>
          </a:prstGeom>
        </p:spPr>
        <p:txBody>
          <a:bodyPr anchorCtr="0" anchor="t" bIns="0" lIns="0" spcFirstLastPara="1" rIns="0" wrap="square" tIns="94800">
            <a:spAutoFit/>
          </a:bodyPr>
          <a:lstStyle>
            <a:lvl1pPr indent="-304800" lvl="0" marL="457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1pPr>
            <a:lvl2pPr indent="-304800" lvl="1" marL="914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2pPr>
            <a:lvl3pPr indent="-304800" lvl="2" marL="1371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3pPr>
            <a:lvl4pPr indent="-304800" lvl="3" marL="1828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4pPr>
            <a:lvl5pPr indent="-304800" lvl="4" marL="22860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5pPr>
            <a:lvl6pPr indent="-304800" lvl="5" marL="27432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6pPr>
            <a:lvl7pPr indent="-304800" lvl="6" marL="32004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7pPr>
            <a:lvl8pPr indent="-304800" lvl="7" marL="36576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8pPr>
            <a:lvl9pPr indent="-304800" lvl="8" marL="4114800">
              <a:lnSpc>
                <a:spcPct val="115000"/>
              </a:lnSpc>
              <a:spcBef>
                <a:spcPts val="0"/>
              </a:spcBef>
              <a:spcAft>
                <a:spcPts val="0"/>
              </a:spcAft>
              <a:buClr>
                <a:schemeClr val="accent1"/>
              </a:buClr>
              <a:buSzPts val="1200"/>
              <a:buFont typeface="Lato"/>
              <a:buChar char="■"/>
              <a:defRPr sz="1200">
                <a:solidFill>
                  <a:schemeClr val="dk2"/>
                </a:solidFill>
                <a:latin typeface="Lato"/>
                <a:ea typeface="Lato"/>
                <a:cs typeface="Lato"/>
                <a:sym typeface="Lato"/>
              </a:defRPr>
            </a:lvl9pPr>
          </a:lstStyle>
          <a:p/>
        </p:txBody>
      </p:sp>
    </p:spTree>
  </p:cSld>
  <p:clrMapOvr>
    <a:masterClrMapping/>
  </p:clrMapOvr>
</p:sldLayout>
</file>

<file path=ppt/slideLayouts/slideLayout2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2">
  <p:cSld name="TITLE_AND_BODY_3_2">
    <p:spTree>
      <p:nvGrpSpPr>
        <p:cNvPr id="1095" name="Shape 1095"/>
        <p:cNvGrpSpPr/>
        <p:nvPr/>
      </p:nvGrpSpPr>
      <p:grpSpPr>
        <a:xfrm>
          <a:off x="0" y="0"/>
          <a:ext cx="0" cy="0"/>
          <a:chOff x="0" y="0"/>
          <a:chExt cx="0" cy="0"/>
        </a:xfrm>
      </p:grpSpPr>
      <p:sp>
        <p:nvSpPr>
          <p:cNvPr id="1096" name="Google Shape;1096;p245"/>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097" name="Google Shape;1097;p245"/>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9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900">
                <a:solidFill>
                  <a:schemeClr val="dk1"/>
                </a:solidFill>
              </a:defRPr>
            </a:lvl2pPr>
            <a:lvl3pPr lvl="2" algn="l">
              <a:lnSpc>
                <a:spcPct val="115000"/>
              </a:lnSpc>
              <a:spcBef>
                <a:spcPts val="0"/>
              </a:spcBef>
              <a:spcAft>
                <a:spcPts val="0"/>
              </a:spcAft>
              <a:buClr>
                <a:schemeClr val="dk1"/>
              </a:buClr>
              <a:buSzPts val="1400"/>
              <a:buNone/>
              <a:defRPr sz="1900">
                <a:solidFill>
                  <a:schemeClr val="dk1"/>
                </a:solidFill>
              </a:defRPr>
            </a:lvl3pPr>
            <a:lvl4pPr lvl="3" algn="l">
              <a:lnSpc>
                <a:spcPct val="115000"/>
              </a:lnSpc>
              <a:spcBef>
                <a:spcPts val="0"/>
              </a:spcBef>
              <a:spcAft>
                <a:spcPts val="0"/>
              </a:spcAft>
              <a:buClr>
                <a:schemeClr val="dk1"/>
              </a:buClr>
              <a:buSzPts val="1400"/>
              <a:buNone/>
              <a:defRPr sz="1900">
                <a:solidFill>
                  <a:schemeClr val="dk1"/>
                </a:solidFill>
              </a:defRPr>
            </a:lvl4pPr>
            <a:lvl5pPr lvl="4" algn="l">
              <a:lnSpc>
                <a:spcPct val="115000"/>
              </a:lnSpc>
              <a:spcBef>
                <a:spcPts val="0"/>
              </a:spcBef>
              <a:spcAft>
                <a:spcPts val="0"/>
              </a:spcAft>
              <a:buClr>
                <a:schemeClr val="dk1"/>
              </a:buClr>
              <a:buSzPts val="1400"/>
              <a:buNone/>
              <a:defRPr sz="1900">
                <a:solidFill>
                  <a:schemeClr val="dk1"/>
                </a:solidFill>
              </a:defRPr>
            </a:lvl5pPr>
            <a:lvl6pPr lvl="5" algn="l">
              <a:lnSpc>
                <a:spcPct val="115000"/>
              </a:lnSpc>
              <a:spcBef>
                <a:spcPts val="0"/>
              </a:spcBef>
              <a:spcAft>
                <a:spcPts val="0"/>
              </a:spcAft>
              <a:buClr>
                <a:schemeClr val="dk1"/>
              </a:buClr>
              <a:buSzPts val="1400"/>
              <a:buNone/>
              <a:defRPr sz="1900">
                <a:solidFill>
                  <a:schemeClr val="dk1"/>
                </a:solidFill>
              </a:defRPr>
            </a:lvl6pPr>
            <a:lvl7pPr lvl="6" algn="l">
              <a:lnSpc>
                <a:spcPct val="115000"/>
              </a:lnSpc>
              <a:spcBef>
                <a:spcPts val="0"/>
              </a:spcBef>
              <a:spcAft>
                <a:spcPts val="0"/>
              </a:spcAft>
              <a:buClr>
                <a:schemeClr val="dk1"/>
              </a:buClr>
              <a:buSzPts val="1400"/>
              <a:buNone/>
              <a:defRPr sz="1900">
                <a:solidFill>
                  <a:schemeClr val="dk1"/>
                </a:solidFill>
              </a:defRPr>
            </a:lvl7pPr>
            <a:lvl8pPr lvl="7" algn="l">
              <a:lnSpc>
                <a:spcPct val="115000"/>
              </a:lnSpc>
              <a:spcBef>
                <a:spcPts val="0"/>
              </a:spcBef>
              <a:spcAft>
                <a:spcPts val="0"/>
              </a:spcAft>
              <a:buClr>
                <a:schemeClr val="dk1"/>
              </a:buClr>
              <a:buSzPts val="1400"/>
              <a:buNone/>
              <a:defRPr sz="1900">
                <a:solidFill>
                  <a:schemeClr val="dk1"/>
                </a:solidFill>
              </a:defRPr>
            </a:lvl8pPr>
            <a:lvl9pPr lvl="8" algn="l">
              <a:lnSpc>
                <a:spcPct val="115000"/>
              </a:lnSpc>
              <a:spcBef>
                <a:spcPts val="0"/>
              </a:spcBef>
              <a:spcAft>
                <a:spcPts val="0"/>
              </a:spcAft>
              <a:buClr>
                <a:schemeClr val="dk1"/>
              </a:buClr>
              <a:buSzPts val="1400"/>
              <a:buNone/>
              <a:defRPr sz="1900">
                <a:solidFill>
                  <a:schemeClr val="dk1"/>
                </a:solidFill>
              </a:defRPr>
            </a:lvl9pPr>
          </a:lstStyle>
          <a:p/>
        </p:txBody>
      </p:sp>
      <p:sp>
        <p:nvSpPr>
          <p:cNvPr id="1098" name="Google Shape;1098;p245"/>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2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2">
  <p:cSld name="ONE_COLUMN_TEXT_2">
    <p:spTree>
      <p:nvGrpSpPr>
        <p:cNvPr id="1099" name="Shape 1099"/>
        <p:cNvGrpSpPr/>
        <p:nvPr/>
      </p:nvGrpSpPr>
      <p:grpSpPr>
        <a:xfrm>
          <a:off x="0" y="0"/>
          <a:ext cx="0" cy="0"/>
          <a:chOff x="0" y="0"/>
          <a:chExt cx="0" cy="0"/>
        </a:xfrm>
      </p:grpSpPr>
      <p:sp>
        <p:nvSpPr>
          <p:cNvPr id="1100" name="Google Shape;1100;p246"/>
          <p:cNvSpPr txBox="1"/>
          <p:nvPr>
            <p:ph type="title"/>
          </p:nvPr>
        </p:nvSpPr>
        <p:spPr>
          <a:xfrm>
            <a:off x="457200" y="518667"/>
            <a:ext cx="3204600" cy="1005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101" name="Google Shape;1101;p246"/>
          <p:cNvSpPr txBox="1"/>
          <p:nvPr>
            <p:ph idx="1" type="body"/>
          </p:nvPr>
        </p:nvSpPr>
        <p:spPr>
          <a:xfrm>
            <a:off x="457200" y="1524417"/>
            <a:ext cx="32046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2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2">
  <p:cSld name="Title + Body 1_2">
    <p:spTree>
      <p:nvGrpSpPr>
        <p:cNvPr id="1102" name="Shape 1102"/>
        <p:cNvGrpSpPr/>
        <p:nvPr/>
      </p:nvGrpSpPr>
      <p:grpSpPr>
        <a:xfrm>
          <a:off x="0" y="0"/>
          <a:ext cx="0" cy="0"/>
          <a:chOff x="0" y="0"/>
          <a:chExt cx="0" cy="0"/>
        </a:xfrm>
      </p:grpSpPr>
      <p:sp>
        <p:nvSpPr>
          <p:cNvPr id="1103" name="Google Shape;1103;p247"/>
          <p:cNvSpPr txBox="1"/>
          <p:nvPr>
            <p:ph type="title"/>
          </p:nvPr>
        </p:nvSpPr>
        <p:spPr>
          <a:xfrm>
            <a:off x="457200" y="1694917"/>
            <a:ext cx="4114800" cy="4449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1104" name="Google Shape;1104;p247"/>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105" name="Google Shape;1105;p247"/>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106" name="Google Shape;1106;p247"/>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 header, two columns 1">
  <p:cSld name="Sub header, two columns">
    <p:spTree>
      <p:nvGrpSpPr>
        <p:cNvPr id="1107" name="Shape 1107"/>
        <p:cNvGrpSpPr/>
        <p:nvPr/>
      </p:nvGrpSpPr>
      <p:grpSpPr>
        <a:xfrm>
          <a:off x="0" y="0"/>
          <a:ext cx="0" cy="0"/>
          <a:chOff x="0" y="0"/>
          <a:chExt cx="0" cy="0"/>
        </a:xfrm>
      </p:grpSpPr>
      <p:sp>
        <p:nvSpPr>
          <p:cNvPr id="1108" name="Google Shape;1108;p248"/>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109" name="Google Shape;1109;p248"/>
          <p:cNvSpPr txBox="1"/>
          <p:nvPr>
            <p:ph type="title"/>
          </p:nvPr>
        </p:nvSpPr>
        <p:spPr>
          <a:xfrm>
            <a:off x="571500" y="889006"/>
            <a:ext cx="40005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b="1"/>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110" name="Google Shape;1110;p248"/>
          <p:cNvSpPr txBox="1"/>
          <p:nvPr>
            <p:ph idx="1" type="body"/>
          </p:nvPr>
        </p:nvSpPr>
        <p:spPr>
          <a:xfrm>
            <a:off x="5715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1111" name="Google Shape;1111;p248"/>
          <p:cNvSpPr txBox="1"/>
          <p:nvPr>
            <p:ph idx="2" type="body"/>
          </p:nvPr>
        </p:nvSpPr>
        <p:spPr>
          <a:xfrm>
            <a:off x="4572000" y="2406917"/>
            <a:ext cx="3093000" cy="26730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SzPts val="900"/>
              <a:buChar char="●"/>
              <a:defRPr sz="1200"/>
            </a:lvl1pPr>
            <a:lvl2pPr indent="-285750" lvl="1" marL="914400" algn="l">
              <a:lnSpc>
                <a:spcPct val="115000"/>
              </a:lnSpc>
              <a:spcBef>
                <a:spcPts val="0"/>
              </a:spcBef>
              <a:spcAft>
                <a:spcPts val="0"/>
              </a:spcAft>
              <a:buSzPts val="900"/>
              <a:buChar char="○"/>
              <a:defRPr/>
            </a:lvl2pPr>
            <a:lvl3pPr indent="-279400" lvl="2" marL="1371600" algn="l">
              <a:lnSpc>
                <a:spcPct val="115000"/>
              </a:lnSpc>
              <a:spcBef>
                <a:spcPts val="1000"/>
              </a:spcBef>
              <a:spcAft>
                <a:spcPts val="0"/>
              </a:spcAft>
              <a:buSzPts val="800"/>
              <a:buChar char="■"/>
              <a:defRPr/>
            </a:lvl3pPr>
            <a:lvl4pPr indent="-279400" lvl="3" marL="1828800" algn="l">
              <a:lnSpc>
                <a:spcPct val="115000"/>
              </a:lnSpc>
              <a:spcBef>
                <a:spcPts val="1000"/>
              </a:spcBef>
              <a:spcAft>
                <a:spcPts val="0"/>
              </a:spcAft>
              <a:buSzPts val="800"/>
              <a:buChar char="●"/>
              <a:defRPr/>
            </a:lvl4pPr>
            <a:lvl5pPr indent="-279400" lvl="4" marL="2286000" algn="l">
              <a:lnSpc>
                <a:spcPct val="115000"/>
              </a:lnSpc>
              <a:spcBef>
                <a:spcPts val="1000"/>
              </a:spcBef>
              <a:spcAft>
                <a:spcPts val="0"/>
              </a:spcAft>
              <a:buSzPts val="800"/>
              <a:buChar char="○"/>
              <a:defRPr/>
            </a:lvl5pPr>
            <a:lvl6pPr indent="-279400" lvl="5" marL="2743200" algn="l">
              <a:lnSpc>
                <a:spcPct val="115000"/>
              </a:lnSpc>
              <a:spcBef>
                <a:spcPts val="1000"/>
              </a:spcBef>
              <a:spcAft>
                <a:spcPts val="0"/>
              </a:spcAft>
              <a:buSzPts val="800"/>
              <a:buChar char="■"/>
              <a:defRPr/>
            </a:lvl6pPr>
            <a:lvl7pPr indent="-279400" lvl="6" marL="3200400" algn="l">
              <a:lnSpc>
                <a:spcPct val="115000"/>
              </a:lnSpc>
              <a:spcBef>
                <a:spcPts val="1000"/>
              </a:spcBef>
              <a:spcAft>
                <a:spcPts val="0"/>
              </a:spcAft>
              <a:buSzPts val="800"/>
              <a:buChar char="●"/>
              <a:defRPr/>
            </a:lvl7pPr>
            <a:lvl8pPr indent="-279400" lvl="7" marL="3657600" algn="l">
              <a:lnSpc>
                <a:spcPct val="115000"/>
              </a:lnSpc>
              <a:spcBef>
                <a:spcPts val="1000"/>
              </a:spcBef>
              <a:spcAft>
                <a:spcPts val="0"/>
              </a:spcAft>
              <a:buSzPts val="800"/>
              <a:buChar char="○"/>
              <a:defRPr/>
            </a:lvl8pPr>
            <a:lvl9pPr indent="-279400" lvl="8" marL="4114800" algn="l">
              <a:lnSpc>
                <a:spcPct val="115000"/>
              </a:lnSpc>
              <a:spcBef>
                <a:spcPts val="1000"/>
              </a:spcBef>
              <a:spcAft>
                <a:spcPts val="1000"/>
              </a:spcAft>
              <a:buSzPts val="800"/>
              <a:buChar char="■"/>
              <a:defRPr/>
            </a:lvl9pPr>
          </a:lstStyle>
          <a:p/>
        </p:txBody>
      </p:sp>
      <p:sp>
        <p:nvSpPr>
          <p:cNvPr id="1112" name="Google Shape;1112;p248"/>
          <p:cNvSpPr txBox="1"/>
          <p:nvPr>
            <p:ph idx="3" type="subTitle"/>
          </p:nvPr>
        </p:nvSpPr>
        <p:spPr>
          <a:xfrm>
            <a:off x="5715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
        <p:nvSpPr>
          <p:cNvPr id="1113" name="Google Shape;1113;p248"/>
          <p:cNvSpPr txBox="1"/>
          <p:nvPr>
            <p:ph idx="4" type="subTitle"/>
          </p:nvPr>
        </p:nvSpPr>
        <p:spPr>
          <a:xfrm>
            <a:off x="4572000" y="1905000"/>
            <a:ext cx="3093000" cy="1710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chemeClr val="accent4"/>
              </a:buClr>
              <a:buSzPts val="800"/>
              <a:buFont typeface="Poppins SemiBold"/>
              <a:buNone/>
              <a:defRPr sz="1000">
                <a:solidFill>
                  <a:schemeClr val="accent4"/>
                </a:solidFill>
                <a:latin typeface="Poppins SemiBold"/>
                <a:ea typeface="Poppins SemiBold"/>
                <a:cs typeface="Poppins SemiBold"/>
                <a:sym typeface="Poppins SemiBold"/>
              </a:defRPr>
            </a:lvl1pPr>
            <a:lvl2pPr lvl="1" algn="l">
              <a:lnSpc>
                <a:spcPct val="100000"/>
              </a:lnSpc>
              <a:spcBef>
                <a:spcPts val="0"/>
              </a:spcBef>
              <a:spcAft>
                <a:spcPts val="0"/>
              </a:spcAft>
              <a:buClr>
                <a:schemeClr val="accent4"/>
              </a:buClr>
              <a:buSzPts val="900"/>
              <a:buNone/>
              <a:defRPr>
                <a:solidFill>
                  <a:schemeClr val="accent4"/>
                </a:solidFill>
              </a:defRPr>
            </a:lvl2pPr>
            <a:lvl3pPr lvl="2" algn="l">
              <a:lnSpc>
                <a:spcPct val="100000"/>
              </a:lnSpc>
              <a:spcBef>
                <a:spcPts val="0"/>
              </a:spcBef>
              <a:spcAft>
                <a:spcPts val="0"/>
              </a:spcAft>
              <a:buClr>
                <a:schemeClr val="accent4"/>
              </a:buClr>
              <a:buSzPts val="800"/>
              <a:buNone/>
              <a:defRPr>
                <a:solidFill>
                  <a:schemeClr val="accent4"/>
                </a:solidFill>
              </a:defRPr>
            </a:lvl3pPr>
            <a:lvl4pPr lvl="3" algn="l">
              <a:lnSpc>
                <a:spcPct val="100000"/>
              </a:lnSpc>
              <a:spcBef>
                <a:spcPts val="0"/>
              </a:spcBef>
              <a:spcAft>
                <a:spcPts val="0"/>
              </a:spcAft>
              <a:buClr>
                <a:schemeClr val="accent4"/>
              </a:buClr>
              <a:buSzPts val="800"/>
              <a:buNone/>
              <a:defRPr>
                <a:solidFill>
                  <a:schemeClr val="accent4"/>
                </a:solidFill>
              </a:defRPr>
            </a:lvl4pPr>
            <a:lvl5pPr lvl="4" algn="l">
              <a:lnSpc>
                <a:spcPct val="100000"/>
              </a:lnSpc>
              <a:spcBef>
                <a:spcPts val="0"/>
              </a:spcBef>
              <a:spcAft>
                <a:spcPts val="0"/>
              </a:spcAft>
              <a:buClr>
                <a:schemeClr val="accent4"/>
              </a:buClr>
              <a:buSzPts val="800"/>
              <a:buNone/>
              <a:defRPr>
                <a:solidFill>
                  <a:schemeClr val="accent4"/>
                </a:solidFill>
              </a:defRPr>
            </a:lvl5pPr>
            <a:lvl6pPr lvl="5" algn="l">
              <a:lnSpc>
                <a:spcPct val="100000"/>
              </a:lnSpc>
              <a:spcBef>
                <a:spcPts val="0"/>
              </a:spcBef>
              <a:spcAft>
                <a:spcPts val="0"/>
              </a:spcAft>
              <a:buClr>
                <a:schemeClr val="accent4"/>
              </a:buClr>
              <a:buSzPts val="800"/>
              <a:buNone/>
              <a:defRPr>
                <a:solidFill>
                  <a:schemeClr val="accent4"/>
                </a:solidFill>
              </a:defRPr>
            </a:lvl6pPr>
            <a:lvl7pPr lvl="6" algn="l">
              <a:lnSpc>
                <a:spcPct val="100000"/>
              </a:lnSpc>
              <a:spcBef>
                <a:spcPts val="0"/>
              </a:spcBef>
              <a:spcAft>
                <a:spcPts val="0"/>
              </a:spcAft>
              <a:buClr>
                <a:schemeClr val="accent4"/>
              </a:buClr>
              <a:buSzPts val="800"/>
              <a:buNone/>
              <a:defRPr>
                <a:solidFill>
                  <a:schemeClr val="accent4"/>
                </a:solidFill>
              </a:defRPr>
            </a:lvl7pPr>
            <a:lvl8pPr lvl="7" algn="l">
              <a:lnSpc>
                <a:spcPct val="100000"/>
              </a:lnSpc>
              <a:spcBef>
                <a:spcPts val="0"/>
              </a:spcBef>
              <a:spcAft>
                <a:spcPts val="0"/>
              </a:spcAft>
              <a:buClr>
                <a:schemeClr val="accent4"/>
              </a:buClr>
              <a:buSzPts val="800"/>
              <a:buNone/>
              <a:defRPr>
                <a:solidFill>
                  <a:schemeClr val="accent4"/>
                </a:solidFill>
              </a:defRPr>
            </a:lvl8pPr>
            <a:lvl9pPr lvl="8" algn="l">
              <a:lnSpc>
                <a:spcPct val="100000"/>
              </a:lnSpc>
              <a:spcBef>
                <a:spcPts val="0"/>
              </a:spcBef>
              <a:spcAft>
                <a:spcPts val="0"/>
              </a:spcAft>
              <a:buClr>
                <a:schemeClr val="accent4"/>
              </a:buClr>
              <a:buSzPts val="800"/>
              <a:buNone/>
              <a:defRPr>
                <a:solidFill>
                  <a:schemeClr val="accent4"/>
                </a:solidFill>
              </a:defRPr>
            </a:lvl9pPr>
          </a:lstStyle>
          <a:p/>
        </p:txBody>
      </p:sp>
    </p:spTree>
  </p:cSld>
  <p:clrMapOvr>
    <a:masterClrMapping/>
  </p:clrMapOvr>
</p:sldLayout>
</file>

<file path=ppt/slideLayouts/slideLayout2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ullet points 1">
  <p:cSld name="Title and bullet points_1">
    <p:spTree>
      <p:nvGrpSpPr>
        <p:cNvPr id="1114" name="Shape 1114"/>
        <p:cNvGrpSpPr/>
        <p:nvPr/>
      </p:nvGrpSpPr>
      <p:grpSpPr>
        <a:xfrm>
          <a:off x="0" y="0"/>
          <a:ext cx="0" cy="0"/>
          <a:chOff x="0" y="0"/>
          <a:chExt cx="0" cy="0"/>
        </a:xfrm>
      </p:grpSpPr>
      <p:sp>
        <p:nvSpPr>
          <p:cNvPr id="1115" name="Google Shape;1115;p249"/>
          <p:cNvSpPr txBox="1"/>
          <p:nvPr>
            <p:ph idx="12" type="sldNum"/>
          </p:nvPr>
        </p:nvSpPr>
        <p:spPr>
          <a:xfrm>
            <a:off x="8572500" y="5080004"/>
            <a:ext cx="571500" cy="635100"/>
          </a:xfrm>
          <a:prstGeom prst="rect">
            <a:avLst/>
          </a:prstGeom>
          <a:noFill/>
          <a:ln>
            <a:noFill/>
          </a:ln>
        </p:spPr>
        <p:txBody>
          <a:bodyPr anchorCtr="0" anchor="t" bIns="94800" lIns="94800" spcFirstLastPara="1" rIns="94800" wrap="square" tIns="94800">
            <a:noAutofit/>
          </a:bodyPr>
          <a:lstStyle>
            <a:lvl1pPr indent="0" lvl="0"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116" name="Google Shape;1116;p249"/>
          <p:cNvSpPr txBox="1"/>
          <p:nvPr>
            <p:ph type="title"/>
          </p:nvPr>
        </p:nvSpPr>
        <p:spPr>
          <a:xfrm>
            <a:off x="457200" y="507990"/>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sldLayout>
</file>

<file path=ppt/slideLayouts/slideLayout2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9">
    <p:spTree>
      <p:nvGrpSpPr>
        <p:cNvPr id="1117" name="Shape 1117"/>
        <p:cNvGrpSpPr/>
        <p:nvPr/>
      </p:nvGrpSpPr>
      <p:grpSpPr>
        <a:xfrm>
          <a:off x="0" y="0"/>
          <a:ext cx="0" cy="0"/>
          <a:chOff x="0" y="0"/>
          <a:chExt cx="0" cy="0"/>
        </a:xfrm>
      </p:grpSpPr>
      <p:sp>
        <p:nvSpPr>
          <p:cNvPr id="1118" name="Google Shape;1118;p250"/>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TITLE_ONLY_10">
    <p:spTree>
      <p:nvGrpSpPr>
        <p:cNvPr id="1119" name="Shape 1119"/>
        <p:cNvGrpSpPr/>
        <p:nvPr/>
      </p:nvGrpSpPr>
      <p:grpSpPr>
        <a:xfrm>
          <a:off x="0" y="0"/>
          <a:ext cx="0" cy="0"/>
          <a:chOff x="0" y="0"/>
          <a:chExt cx="0" cy="0"/>
        </a:xfrm>
      </p:grpSpPr>
      <p:sp>
        <p:nvSpPr>
          <p:cNvPr id="1120" name="Google Shape;1120;p251"/>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3">
  <p:cSld name="Title + Body 1_3">
    <p:spTree>
      <p:nvGrpSpPr>
        <p:cNvPr id="1121" name="Shape 1121"/>
        <p:cNvGrpSpPr/>
        <p:nvPr/>
      </p:nvGrpSpPr>
      <p:grpSpPr>
        <a:xfrm>
          <a:off x="0" y="0"/>
          <a:ext cx="0" cy="0"/>
          <a:chOff x="0" y="0"/>
          <a:chExt cx="0" cy="0"/>
        </a:xfrm>
      </p:grpSpPr>
      <p:sp>
        <p:nvSpPr>
          <p:cNvPr id="1122" name="Google Shape;1122;p252"/>
          <p:cNvSpPr txBox="1"/>
          <p:nvPr>
            <p:ph type="title"/>
          </p:nvPr>
        </p:nvSpPr>
        <p:spPr>
          <a:xfrm>
            <a:off x="457200" y="1694917"/>
            <a:ext cx="4114800" cy="444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1123" name="Google Shape;1123;p252"/>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124" name="Google Shape;1124;p252"/>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125" name="Google Shape;1125;p252"/>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Body 4">
  <p:cSld name="Title + Body 1_4">
    <p:spTree>
      <p:nvGrpSpPr>
        <p:cNvPr id="1126" name="Shape 1126"/>
        <p:cNvGrpSpPr/>
        <p:nvPr/>
      </p:nvGrpSpPr>
      <p:grpSpPr>
        <a:xfrm>
          <a:off x="0" y="0"/>
          <a:ext cx="0" cy="0"/>
          <a:chOff x="0" y="0"/>
          <a:chExt cx="0" cy="0"/>
        </a:xfrm>
      </p:grpSpPr>
      <p:sp>
        <p:nvSpPr>
          <p:cNvPr id="1127" name="Google Shape;1127;p253"/>
          <p:cNvSpPr txBox="1"/>
          <p:nvPr>
            <p:ph type="title"/>
          </p:nvPr>
        </p:nvSpPr>
        <p:spPr>
          <a:xfrm>
            <a:off x="457200" y="1694917"/>
            <a:ext cx="4114800" cy="4449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2"/>
              </a:buClr>
              <a:buSzPts val="1200"/>
              <a:buFont typeface="Poppins SemiBold"/>
              <a:buNone/>
              <a:defRPr b="1" sz="1200">
                <a:solidFill>
                  <a:schemeClr val="dk2"/>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dk2"/>
              </a:buClr>
              <a:buSzPts val="1200"/>
              <a:buNone/>
              <a:defRPr sz="1200">
                <a:solidFill>
                  <a:schemeClr val="dk2"/>
                </a:solidFill>
              </a:defRPr>
            </a:lvl2pPr>
            <a:lvl3pPr lvl="2" algn="l">
              <a:lnSpc>
                <a:spcPct val="115000"/>
              </a:lnSpc>
              <a:spcBef>
                <a:spcPts val="0"/>
              </a:spcBef>
              <a:spcAft>
                <a:spcPts val="0"/>
              </a:spcAft>
              <a:buClr>
                <a:schemeClr val="dk2"/>
              </a:buClr>
              <a:buSzPts val="1200"/>
              <a:buNone/>
              <a:defRPr sz="1200">
                <a:solidFill>
                  <a:schemeClr val="dk2"/>
                </a:solidFill>
              </a:defRPr>
            </a:lvl3pPr>
            <a:lvl4pPr lvl="3" algn="l">
              <a:lnSpc>
                <a:spcPct val="115000"/>
              </a:lnSpc>
              <a:spcBef>
                <a:spcPts val="0"/>
              </a:spcBef>
              <a:spcAft>
                <a:spcPts val="0"/>
              </a:spcAft>
              <a:buClr>
                <a:schemeClr val="dk2"/>
              </a:buClr>
              <a:buSzPts val="1200"/>
              <a:buNone/>
              <a:defRPr sz="1200">
                <a:solidFill>
                  <a:schemeClr val="dk2"/>
                </a:solidFill>
              </a:defRPr>
            </a:lvl4pPr>
            <a:lvl5pPr lvl="4" algn="l">
              <a:lnSpc>
                <a:spcPct val="115000"/>
              </a:lnSpc>
              <a:spcBef>
                <a:spcPts val="0"/>
              </a:spcBef>
              <a:spcAft>
                <a:spcPts val="0"/>
              </a:spcAft>
              <a:buClr>
                <a:schemeClr val="dk2"/>
              </a:buClr>
              <a:buSzPts val="1200"/>
              <a:buNone/>
              <a:defRPr sz="1200">
                <a:solidFill>
                  <a:schemeClr val="dk2"/>
                </a:solidFill>
              </a:defRPr>
            </a:lvl5pPr>
            <a:lvl6pPr lvl="5" algn="l">
              <a:lnSpc>
                <a:spcPct val="115000"/>
              </a:lnSpc>
              <a:spcBef>
                <a:spcPts val="0"/>
              </a:spcBef>
              <a:spcAft>
                <a:spcPts val="0"/>
              </a:spcAft>
              <a:buClr>
                <a:schemeClr val="dk2"/>
              </a:buClr>
              <a:buSzPts val="1200"/>
              <a:buNone/>
              <a:defRPr sz="1200">
                <a:solidFill>
                  <a:schemeClr val="dk2"/>
                </a:solidFill>
              </a:defRPr>
            </a:lvl6pPr>
            <a:lvl7pPr lvl="6" algn="l">
              <a:lnSpc>
                <a:spcPct val="115000"/>
              </a:lnSpc>
              <a:spcBef>
                <a:spcPts val="0"/>
              </a:spcBef>
              <a:spcAft>
                <a:spcPts val="0"/>
              </a:spcAft>
              <a:buClr>
                <a:schemeClr val="dk2"/>
              </a:buClr>
              <a:buSzPts val="1200"/>
              <a:buNone/>
              <a:defRPr sz="1200">
                <a:solidFill>
                  <a:schemeClr val="dk2"/>
                </a:solidFill>
              </a:defRPr>
            </a:lvl7pPr>
            <a:lvl8pPr lvl="7" algn="l">
              <a:lnSpc>
                <a:spcPct val="115000"/>
              </a:lnSpc>
              <a:spcBef>
                <a:spcPts val="0"/>
              </a:spcBef>
              <a:spcAft>
                <a:spcPts val="0"/>
              </a:spcAft>
              <a:buClr>
                <a:schemeClr val="dk2"/>
              </a:buClr>
              <a:buSzPts val="1200"/>
              <a:buNone/>
              <a:defRPr sz="1200">
                <a:solidFill>
                  <a:schemeClr val="dk2"/>
                </a:solidFill>
              </a:defRPr>
            </a:lvl8pPr>
            <a:lvl9pPr lvl="8" algn="l">
              <a:lnSpc>
                <a:spcPct val="115000"/>
              </a:lnSpc>
              <a:spcBef>
                <a:spcPts val="0"/>
              </a:spcBef>
              <a:spcAft>
                <a:spcPts val="0"/>
              </a:spcAft>
              <a:buClr>
                <a:schemeClr val="dk2"/>
              </a:buClr>
              <a:buSzPts val="1200"/>
              <a:buNone/>
              <a:defRPr sz="1200">
                <a:solidFill>
                  <a:schemeClr val="dk2"/>
                </a:solidFill>
              </a:defRPr>
            </a:lvl9pPr>
          </a:lstStyle>
          <a:p/>
        </p:txBody>
      </p:sp>
      <p:sp>
        <p:nvSpPr>
          <p:cNvPr id="1128" name="Google Shape;1128;p253"/>
          <p:cNvSpPr txBox="1"/>
          <p:nvPr>
            <p:ph idx="1" type="subTitle"/>
          </p:nvPr>
        </p:nvSpPr>
        <p:spPr>
          <a:xfrm>
            <a:off x="457200" y="508000"/>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129" name="Google Shape;1129;p253"/>
          <p:cNvSpPr txBox="1"/>
          <p:nvPr>
            <p:ph idx="2" type="title"/>
          </p:nvPr>
        </p:nvSpPr>
        <p:spPr>
          <a:xfrm>
            <a:off x="457200" y="964518"/>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130" name="Google Shape;1130;p253"/>
          <p:cNvSpPr txBox="1"/>
          <p:nvPr>
            <p:ph idx="3" type="body"/>
          </p:nvPr>
        </p:nvSpPr>
        <p:spPr>
          <a:xfrm>
            <a:off x="457200" y="2139583"/>
            <a:ext cx="4114800" cy="3067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itle and one column 1 3">
  <p:cSld name="TITLE_AND_BODY_3_3">
    <p:spTree>
      <p:nvGrpSpPr>
        <p:cNvPr id="1131" name="Shape 1131"/>
        <p:cNvGrpSpPr/>
        <p:nvPr/>
      </p:nvGrpSpPr>
      <p:grpSpPr>
        <a:xfrm>
          <a:off x="0" y="0"/>
          <a:ext cx="0" cy="0"/>
          <a:chOff x="0" y="0"/>
          <a:chExt cx="0" cy="0"/>
        </a:xfrm>
      </p:grpSpPr>
      <p:sp>
        <p:nvSpPr>
          <p:cNvPr id="1132" name="Google Shape;1132;p254"/>
          <p:cNvSpPr txBox="1"/>
          <p:nvPr>
            <p:ph idx="12" type="sldNum"/>
          </p:nvPr>
        </p:nvSpPr>
        <p:spPr>
          <a:xfrm>
            <a:off x="8572500" y="5080004"/>
            <a:ext cx="571500" cy="635100"/>
          </a:xfrm>
          <a:prstGeom prst="rect">
            <a:avLst/>
          </a:prstGeom>
          <a:noFill/>
          <a:ln>
            <a:noFill/>
          </a:ln>
        </p:spPr>
        <p:txBody>
          <a:bodyPr anchorCtr="0" anchor="t" bIns="71100" lIns="71100" spcFirstLastPara="1" rIns="71100" wrap="square" tIns="71100">
            <a:noAutofit/>
          </a:bodyPr>
          <a:lstStyle>
            <a:lvl1pPr indent="0" lvl="0" marL="0" algn="l">
              <a:buClr>
                <a:schemeClr val="accent4"/>
              </a:buClr>
              <a:buSzPts val="900"/>
              <a:buFont typeface="Arial"/>
              <a:buNone/>
              <a:defRPr b="0" i="0" sz="900" u="none" cap="none" strike="noStrike">
                <a:solidFill>
                  <a:schemeClr val="accent4"/>
                </a:solidFill>
                <a:latin typeface="Arial"/>
                <a:ea typeface="Arial"/>
                <a:cs typeface="Arial"/>
                <a:sym typeface="Arial"/>
              </a:defRPr>
            </a:lvl1pPr>
            <a:lvl2pPr indent="0" lvl="1" marL="0" algn="l">
              <a:buClr>
                <a:schemeClr val="accent4"/>
              </a:buClr>
              <a:buSzPts val="900"/>
              <a:buFont typeface="Arial"/>
              <a:buNone/>
              <a:defRPr b="0" i="0" sz="900" u="none" cap="none" strike="noStrike">
                <a:solidFill>
                  <a:schemeClr val="accent4"/>
                </a:solidFill>
                <a:latin typeface="Arial"/>
                <a:ea typeface="Arial"/>
                <a:cs typeface="Arial"/>
                <a:sym typeface="Arial"/>
              </a:defRPr>
            </a:lvl2pPr>
            <a:lvl3pPr indent="0" lvl="2" marL="0" algn="l">
              <a:buClr>
                <a:schemeClr val="accent4"/>
              </a:buClr>
              <a:buSzPts val="900"/>
              <a:buFont typeface="Arial"/>
              <a:buNone/>
              <a:defRPr b="0" i="0" sz="900" u="none" cap="none" strike="noStrike">
                <a:solidFill>
                  <a:schemeClr val="accent4"/>
                </a:solidFill>
                <a:latin typeface="Arial"/>
                <a:ea typeface="Arial"/>
                <a:cs typeface="Arial"/>
                <a:sym typeface="Arial"/>
              </a:defRPr>
            </a:lvl3pPr>
            <a:lvl4pPr indent="0" lvl="3" marL="0" algn="l">
              <a:buClr>
                <a:schemeClr val="accent4"/>
              </a:buClr>
              <a:buSzPts val="900"/>
              <a:buFont typeface="Arial"/>
              <a:buNone/>
              <a:defRPr b="0" i="0" sz="900" u="none" cap="none" strike="noStrike">
                <a:solidFill>
                  <a:schemeClr val="accent4"/>
                </a:solidFill>
                <a:latin typeface="Arial"/>
                <a:ea typeface="Arial"/>
                <a:cs typeface="Arial"/>
                <a:sym typeface="Arial"/>
              </a:defRPr>
            </a:lvl4pPr>
            <a:lvl5pPr indent="0" lvl="4" marL="0" algn="l">
              <a:buClr>
                <a:schemeClr val="accent4"/>
              </a:buClr>
              <a:buSzPts val="900"/>
              <a:buFont typeface="Arial"/>
              <a:buNone/>
              <a:defRPr b="0" i="0" sz="900" u="none" cap="none" strike="noStrike">
                <a:solidFill>
                  <a:schemeClr val="accent4"/>
                </a:solidFill>
                <a:latin typeface="Arial"/>
                <a:ea typeface="Arial"/>
                <a:cs typeface="Arial"/>
                <a:sym typeface="Arial"/>
              </a:defRPr>
            </a:lvl5pPr>
            <a:lvl6pPr indent="0" lvl="5" marL="0" algn="l">
              <a:buClr>
                <a:schemeClr val="accent4"/>
              </a:buClr>
              <a:buSzPts val="900"/>
              <a:buFont typeface="Arial"/>
              <a:buNone/>
              <a:defRPr b="0" i="0" sz="900" u="none" cap="none" strike="noStrike">
                <a:solidFill>
                  <a:schemeClr val="accent4"/>
                </a:solidFill>
                <a:latin typeface="Arial"/>
                <a:ea typeface="Arial"/>
                <a:cs typeface="Arial"/>
                <a:sym typeface="Arial"/>
              </a:defRPr>
            </a:lvl6pPr>
            <a:lvl7pPr indent="0" lvl="6" marL="0" algn="l">
              <a:buClr>
                <a:schemeClr val="accent4"/>
              </a:buClr>
              <a:buSzPts val="900"/>
              <a:buFont typeface="Arial"/>
              <a:buNone/>
              <a:defRPr b="0" i="0" sz="900" u="none" cap="none" strike="noStrike">
                <a:solidFill>
                  <a:schemeClr val="accent4"/>
                </a:solidFill>
                <a:latin typeface="Arial"/>
                <a:ea typeface="Arial"/>
                <a:cs typeface="Arial"/>
                <a:sym typeface="Arial"/>
              </a:defRPr>
            </a:lvl7pPr>
            <a:lvl8pPr indent="0" lvl="7" marL="0" algn="l">
              <a:buClr>
                <a:schemeClr val="accent4"/>
              </a:buClr>
              <a:buSzPts val="900"/>
              <a:buFont typeface="Arial"/>
              <a:buNone/>
              <a:defRPr b="0" i="0" sz="900" u="none" cap="none" strike="noStrike">
                <a:solidFill>
                  <a:schemeClr val="accent4"/>
                </a:solidFill>
                <a:latin typeface="Arial"/>
                <a:ea typeface="Arial"/>
                <a:cs typeface="Arial"/>
                <a:sym typeface="Arial"/>
              </a:defRPr>
            </a:lvl8pPr>
            <a:lvl9pPr indent="0" lvl="8" marL="0" algn="l">
              <a:buClr>
                <a:schemeClr val="accent4"/>
              </a:buClr>
              <a:buSzPts val="900"/>
              <a:buFont typeface="Arial"/>
              <a:buNone/>
              <a:defRPr b="0" i="0" sz="900" u="none" cap="none" strike="noStrike">
                <a:solidFill>
                  <a:schemeClr val="accent4"/>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1133" name="Google Shape;1133;p254"/>
          <p:cNvSpPr txBox="1"/>
          <p:nvPr>
            <p:ph type="title"/>
          </p:nvPr>
        </p:nvSpPr>
        <p:spPr>
          <a:xfrm>
            <a:off x="571500" y="889000"/>
            <a:ext cx="3089700" cy="1016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400"/>
              <a:buFont typeface="Poppins"/>
              <a:buNone/>
              <a:defRPr b="1" sz="1900">
                <a:solidFill>
                  <a:schemeClr val="dk1"/>
                </a:solidFill>
                <a:latin typeface="Poppins"/>
                <a:ea typeface="Poppins"/>
                <a:cs typeface="Poppins"/>
                <a:sym typeface="Poppins"/>
              </a:defRPr>
            </a:lvl1pPr>
            <a:lvl2pPr lvl="1" algn="l">
              <a:lnSpc>
                <a:spcPct val="115000"/>
              </a:lnSpc>
              <a:spcBef>
                <a:spcPts val="0"/>
              </a:spcBef>
              <a:spcAft>
                <a:spcPts val="0"/>
              </a:spcAft>
              <a:buClr>
                <a:schemeClr val="dk1"/>
              </a:buClr>
              <a:buSzPts val="1400"/>
              <a:buNone/>
              <a:defRPr sz="1900">
                <a:solidFill>
                  <a:schemeClr val="dk1"/>
                </a:solidFill>
              </a:defRPr>
            </a:lvl2pPr>
            <a:lvl3pPr lvl="2" algn="l">
              <a:lnSpc>
                <a:spcPct val="115000"/>
              </a:lnSpc>
              <a:spcBef>
                <a:spcPts val="0"/>
              </a:spcBef>
              <a:spcAft>
                <a:spcPts val="0"/>
              </a:spcAft>
              <a:buClr>
                <a:schemeClr val="dk1"/>
              </a:buClr>
              <a:buSzPts val="1400"/>
              <a:buNone/>
              <a:defRPr sz="1900">
                <a:solidFill>
                  <a:schemeClr val="dk1"/>
                </a:solidFill>
              </a:defRPr>
            </a:lvl3pPr>
            <a:lvl4pPr lvl="3" algn="l">
              <a:lnSpc>
                <a:spcPct val="115000"/>
              </a:lnSpc>
              <a:spcBef>
                <a:spcPts val="0"/>
              </a:spcBef>
              <a:spcAft>
                <a:spcPts val="0"/>
              </a:spcAft>
              <a:buClr>
                <a:schemeClr val="dk1"/>
              </a:buClr>
              <a:buSzPts val="1400"/>
              <a:buNone/>
              <a:defRPr sz="1900">
                <a:solidFill>
                  <a:schemeClr val="dk1"/>
                </a:solidFill>
              </a:defRPr>
            </a:lvl4pPr>
            <a:lvl5pPr lvl="4" algn="l">
              <a:lnSpc>
                <a:spcPct val="115000"/>
              </a:lnSpc>
              <a:spcBef>
                <a:spcPts val="0"/>
              </a:spcBef>
              <a:spcAft>
                <a:spcPts val="0"/>
              </a:spcAft>
              <a:buClr>
                <a:schemeClr val="dk1"/>
              </a:buClr>
              <a:buSzPts val="1400"/>
              <a:buNone/>
              <a:defRPr sz="1900">
                <a:solidFill>
                  <a:schemeClr val="dk1"/>
                </a:solidFill>
              </a:defRPr>
            </a:lvl5pPr>
            <a:lvl6pPr lvl="5" algn="l">
              <a:lnSpc>
                <a:spcPct val="115000"/>
              </a:lnSpc>
              <a:spcBef>
                <a:spcPts val="0"/>
              </a:spcBef>
              <a:spcAft>
                <a:spcPts val="0"/>
              </a:spcAft>
              <a:buClr>
                <a:schemeClr val="dk1"/>
              </a:buClr>
              <a:buSzPts val="1400"/>
              <a:buNone/>
              <a:defRPr sz="1900">
                <a:solidFill>
                  <a:schemeClr val="dk1"/>
                </a:solidFill>
              </a:defRPr>
            </a:lvl6pPr>
            <a:lvl7pPr lvl="6" algn="l">
              <a:lnSpc>
                <a:spcPct val="115000"/>
              </a:lnSpc>
              <a:spcBef>
                <a:spcPts val="0"/>
              </a:spcBef>
              <a:spcAft>
                <a:spcPts val="0"/>
              </a:spcAft>
              <a:buClr>
                <a:schemeClr val="dk1"/>
              </a:buClr>
              <a:buSzPts val="1400"/>
              <a:buNone/>
              <a:defRPr sz="1900">
                <a:solidFill>
                  <a:schemeClr val="dk1"/>
                </a:solidFill>
              </a:defRPr>
            </a:lvl7pPr>
            <a:lvl8pPr lvl="7" algn="l">
              <a:lnSpc>
                <a:spcPct val="115000"/>
              </a:lnSpc>
              <a:spcBef>
                <a:spcPts val="0"/>
              </a:spcBef>
              <a:spcAft>
                <a:spcPts val="0"/>
              </a:spcAft>
              <a:buClr>
                <a:schemeClr val="dk1"/>
              </a:buClr>
              <a:buSzPts val="1400"/>
              <a:buNone/>
              <a:defRPr sz="1900">
                <a:solidFill>
                  <a:schemeClr val="dk1"/>
                </a:solidFill>
              </a:defRPr>
            </a:lvl8pPr>
            <a:lvl9pPr lvl="8" algn="l">
              <a:lnSpc>
                <a:spcPct val="115000"/>
              </a:lnSpc>
              <a:spcBef>
                <a:spcPts val="0"/>
              </a:spcBef>
              <a:spcAft>
                <a:spcPts val="0"/>
              </a:spcAft>
              <a:buClr>
                <a:schemeClr val="dk1"/>
              </a:buClr>
              <a:buSzPts val="1400"/>
              <a:buNone/>
              <a:defRPr sz="1900">
                <a:solidFill>
                  <a:schemeClr val="dk1"/>
                </a:solidFill>
              </a:defRPr>
            </a:lvl9pPr>
          </a:lstStyle>
          <a:p/>
        </p:txBody>
      </p:sp>
      <p:sp>
        <p:nvSpPr>
          <p:cNvPr id="1134" name="Google Shape;1134;p254"/>
          <p:cNvSpPr txBox="1"/>
          <p:nvPr>
            <p:ph idx="1" type="body"/>
          </p:nvPr>
        </p:nvSpPr>
        <p:spPr>
          <a:xfrm>
            <a:off x="571500" y="1905000"/>
            <a:ext cx="3089700" cy="3174900"/>
          </a:xfrm>
          <a:prstGeom prst="rect">
            <a:avLst/>
          </a:prstGeom>
          <a:noFill/>
          <a:ln>
            <a:noFill/>
          </a:ln>
        </p:spPr>
        <p:txBody>
          <a:bodyPr anchorCtr="0" anchor="t" bIns="0" lIns="0" spcFirstLastPara="1" rIns="0" wrap="square" tIns="0">
            <a:noAutofit/>
          </a:bodyPr>
          <a:lstStyle>
            <a:lvl1pPr indent="-285750" lvl="0" marL="457200" algn="l">
              <a:lnSpc>
                <a:spcPct val="115000"/>
              </a:lnSpc>
              <a:spcBef>
                <a:spcPts val="0"/>
              </a:spcBef>
              <a:spcAft>
                <a:spcPts val="0"/>
              </a:spcAft>
              <a:buClr>
                <a:srgbClr val="00D3AD"/>
              </a:buClr>
              <a:buSzPts val="900"/>
              <a:buFont typeface="Lato"/>
              <a:buChar char="●"/>
              <a:defRPr sz="1200">
                <a:solidFill>
                  <a:schemeClr val="lt2"/>
                </a:solidFill>
                <a:latin typeface="Lato"/>
                <a:ea typeface="Lato"/>
                <a:cs typeface="Lato"/>
                <a:sym typeface="Lato"/>
              </a:defRPr>
            </a:lvl1pPr>
            <a:lvl2pPr indent="-285750" lvl="1" marL="914400" algn="l">
              <a:lnSpc>
                <a:spcPct val="115000"/>
              </a:lnSpc>
              <a:spcBef>
                <a:spcPts val="1000"/>
              </a:spcBef>
              <a:spcAft>
                <a:spcPts val="0"/>
              </a:spcAft>
              <a:buClr>
                <a:schemeClr val="accent1"/>
              </a:buClr>
              <a:buSzPts val="900"/>
              <a:buFont typeface="Lato"/>
              <a:buChar char="○"/>
              <a:defRPr sz="1200">
                <a:solidFill>
                  <a:schemeClr val="lt2"/>
                </a:solidFill>
                <a:latin typeface="Lato"/>
                <a:ea typeface="Lato"/>
                <a:cs typeface="Lato"/>
                <a:sym typeface="Lato"/>
              </a:defRPr>
            </a:lvl2pPr>
            <a:lvl3pPr indent="-279400" lvl="2" marL="1371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3pPr>
            <a:lvl4pPr indent="-279400" lvl="3" marL="18288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4pPr>
            <a:lvl5pPr indent="-279400" lvl="4" marL="22860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5pPr>
            <a:lvl6pPr indent="-279400" lvl="5" marL="27432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6pPr>
            <a:lvl7pPr indent="-279400" lvl="6" marL="32004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7pPr>
            <a:lvl8pPr indent="-279400" lvl="7" marL="3657600" algn="l">
              <a:lnSpc>
                <a:spcPct val="115000"/>
              </a:lnSpc>
              <a:spcBef>
                <a:spcPts val="1000"/>
              </a:spcBef>
              <a:spcAft>
                <a:spcPts val="0"/>
              </a:spcAft>
              <a:buClr>
                <a:schemeClr val="accent1"/>
              </a:buClr>
              <a:buSzPts val="800"/>
              <a:buFont typeface="Lato"/>
              <a:buChar char="○"/>
              <a:defRPr sz="1000">
                <a:solidFill>
                  <a:schemeClr val="lt2"/>
                </a:solidFill>
                <a:latin typeface="Lato"/>
                <a:ea typeface="Lato"/>
                <a:cs typeface="Lato"/>
                <a:sym typeface="Lato"/>
              </a:defRPr>
            </a:lvl8pPr>
            <a:lvl9pPr indent="-279400" lvl="8" marL="4114800" algn="l">
              <a:lnSpc>
                <a:spcPct val="115000"/>
              </a:lnSpc>
              <a:spcBef>
                <a:spcPts val="1000"/>
              </a:spcBef>
              <a:spcAft>
                <a:spcPts val="1000"/>
              </a:spcAft>
              <a:buClr>
                <a:schemeClr val="accent1"/>
              </a:buClr>
              <a:buSzPts val="800"/>
              <a:buFont typeface="Lato"/>
              <a:buChar char="■"/>
              <a:defRPr sz="1000">
                <a:solidFill>
                  <a:schemeClr val="lt2"/>
                </a:solidFill>
                <a:latin typeface="Lato"/>
                <a:ea typeface="Lato"/>
                <a:cs typeface="Lato"/>
                <a:sym typeface="Lato"/>
              </a:defRPr>
            </a:lvl9pPr>
          </a:lstStyle>
          <a:p/>
        </p:txBody>
      </p:sp>
    </p:spTree>
  </p:cSld>
  <p:clrMapOvr>
    <a:masterClrMapping/>
  </p:clrMapOvr>
</p:sldLayout>
</file>

<file path=ppt/slideLayouts/slideLayout2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column 3">
  <p:cSld name="ONE_COLUMN_TEXT_3">
    <p:spTree>
      <p:nvGrpSpPr>
        <p:cNvPr id="1135" name="Shape 1135"/>
        <p:cNvGrpSpPr/>
        <p:nvPr/>
      </p:nvGrpSpPr>
      <p:grpSpPr>
        <a:xfrm>
          <a:off x="0" y="0"/>
          <a:ext cx="0" cy="0"/>
          <a:chOff x="0" y="0"/>
          <a:chExt cx="0" cy="0"/>
        </a:xfrm>
      </p:grpSpPr>
      <p:sp>
        <p:nvSpPr>
          <p:cNvPr id="1136" name="Google Shape;1136;p255"/>
          <p:cNvSpPr txBox="1"/>
          <p:nvPr>
            <p:ph type="title"/>
          </p:nvPr>
        </p:nvSpPr>
        <p:spPr>
          <a:xfrm>
            <a:off x="457200" y="518667"/>
            <a:ext cx="3204600" cy="1005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137" name="Google Shape;1137;p255"/>
          <p:cNvSpPr txBox="1"/>
          <p:nvPr>
            <p:ph idx="1" type="body"/>
          </p:nvPr>
        </p:nvSpPr>
        <p:spPr>
          <a:xfrm>
            <a:off x="457200" y="1524417"/>
            <a:ext cx="32046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pos="2307">
          <p15:clr>
            <a:srgbClr val="E46962"/>
          </p15:clr>
        </p15:guide>
      </p15:sldGuideLst>
    </p:ext>
  </p:extLst>
</p:sldLayout>
</file>

<file path=ppt/slideLayouts/slideLayout2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7">
  <p:cSld name="TITLE_ONLY_11">
    <p:spTree>
      <p:nvGrpSpPr>
        <p:cNvPr id="1138" name="Shape 1138"/>
        <p:cNvGrpSpPr/>
        <p:nvPr/>
      </p:nvGrpSpPr>
      <p:grpSpPr>
        <a:xfrm>
          <a:off x="0" y="0"/>
          <a:ext cx="0" cy="0"/>
          <a:chOff x="0" y="0"/>
          <a:chExt cx="0" cy="0"/>
        </a:xfrm>
      </p:grpSpPr>
      <p:sp>
        <p:nvSpPr>
          <p:cNvPr id="1139" name="Google Shape;1139;p256"/>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2_1">
    <p:spTree>
      <p:nvGrpSpPr>
        <p:cNvPr id="1140" name="Shape 1140"/>
        <p:cNvGrpSpPr/>
        <p:nvPr/>
      </p:nvGrpSpPr>
      <p:grpSpPr>
        <a:xfrm>
          <a:off x="0" y="0"/>
          <a:ext cx="0" cy="0"/>
          <a:chOff x="0" y="0"/>
          <a:chExt cx="0" cy="0"/>
        </a:xfrm>
      </p:grpSpPr>
      <p:sp>
        <p:nvSpPr>
          <p:cNvPr id="1141" name="Google Shape;1141;p257"/>
          <p:cNvSpPr txBox="1"/>
          <p:nvPr>
            <p:ph type="title"/>
          </p:nvPr>
        </p:nvSpPr>
        <p:spPr>
          <a:xfrm>
            <a:off x="284850" y="317667"/>
            <a:ext cx="6423900" cy="6531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1142" name="Google Shape;1142;p257"/>
          <p:cNvSpPr txBox="1"/>
          <p:nvPr>
            <p:ph idx="12" type="sldNum"/>
          </p:nvPr>
        </p:nvSpPr>
        <p:spPr>
          <a:xfrm>
            <a:off x="8308150" y="5313473"/>
            <a:ext cx="548700" cy="84600"/>
          </a:xfrm>
          <a:prstGeom prst="rect">
            <a:avLst/>
          </a:prstGeom>
          <a:noFill/>
          <a:ln>
            <a:noFill/>
          </a:ln>
        </p:spPr>
        <p:txBody>
          <a:bodyPr anchorCtr="0" anchor="ctr" bIns="91425" lIns="91425" spcFirstLastPara="1" rIns="91425" wrap="square" tIns="91425">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1143" name="Google Shape;1143;p257"/>
          <p:cNvSpPr txBox="1"/>
          <p:nvPr>
            <p:ph idx="2" type="title"/>
          </p:nvPr>
        </p:nvSpPr>
        <p:spPr>
          <a:xfrm>
            <a:off x="4629750" y="5309972"/>
            <a:ext cx="1328400" cy="84600"/>
          </a:xfrm>
          <a:prstGeom prst="rect">
            <a:avLst/>
          </a:prstGeom>
        </p:spPr>
        <p:txBody>
          <a:bodyPr anchorCtr="0" anchor="ctr" bIns="0" lIns="0" spcFirstLastPara="1" rIns="0" wrap="square" tIns="0">
            <a:spAutoFit/>
          </a:bodyPr>
          <a:lstStyle>
            <a:lvl1pPr lvl="0">
              <a:spcBef>
                <a:spcPts val="0"/>
              </a:spcBef>
              <a:spcAft>
                <a:spcPts val="0"/>
              </a:spcAft>
              <a:buSzPts val="600"/>
              <a:buFont typeface="Inter"/>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144" name="Google Shape;1144;p257"/>
          <p:cNvSpPr txBox="1"/>
          <p:nvPr>
            <p:ph idx="3" type="title"/>
          </p:nvPr>
        </p:nvSpPr>
        <p:spPr>
          <a:xfrm>
            <a:off x="6086100" y="5309972"/>
            <a:ext cx="1328400" cy="84600"/>
          </a:xfrm>
          <a:prstGeom prst="rect">
            <a:avLst/>
          </a:prstGeom>
        </p:spPr>
        <p:txBody>
          <a:bodyPr anchorCtr="0" anchor="ctr" bIns="0" lIns="0" spcFirstLastPara="1" rIns="0" wrap="square" tIns="0">
            <a:spAutoFit/>
          </a:bodyPr>
          <a:lstStyle>
            <a:lvl1pPr lvl="0">
              <a:spcBef>
                <a:spcPts val="0"/>
              </a:spcBef>
              <a:spcAft>
                <a:spcPts val="0"/>
              </a:spcAft>
              <a:buSzPts val="600"/>
              <a:buFont typeface="Inter"/>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Tree>
  </p:cSld>
  <p:clrMapOvr>
    <a:masterClrMapping/>
  </p:clrMapOvr>
</p:sldLayout>
</file>

<file path=ppt/slideLayouts/slideLayout2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7">
    <p:spTree>
      <p:nvGrpSpPr>
        <p:cNvPr id="1145" name="Shape 1145"/>
        <p:cNvGrpSpPr/>
        <p:nvPr/>
      </p:nvGrpSpPr>
      <p:grpSpPr>
        <a:xfrm>
          <a:off x="0" y="0"/>
          <a:ext cx="0" cy="0"/>
          <a:chOff x="0" y="0"/>
          <a:chExt cx="0" cy="0"/>
        </a:xfrm>
      </p:grpSpPr>
      <p:sp>
        <p:nvSpPr>
          <p:cNvPr id="1146" name="Google Shape;1146;p258"/>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147" name="Google Shape;1147;p258"/>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8">
  <p:cSld name="TITLE_ONLY_12">
    <p:spTree>
      <p:nvGrpSpPr>
        <p:cNvPr id="1148" name="Shape 1148"/>
        <p:cNvGrpSpPr/>
        <p:nvPr/>
      </p:nvGrpSpPr>
      <p:grpSpPr>
        <a:xfrm>
          <a:off x="0" y="0"/>
          <a:ext cx="0" cy="0"/>
          <a:chOff x="0" y="0"/>
          <a:chExt cx="0" cy="0"/>
        </a:xfrm>
      </p:grpSpPr>
      <p:sp>
        <p:nvSpPr>
          <p:cNvPr id="1149" name="Google Shape;1149;p259"/>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wo columns 1">
  <p:cSld name="Chapter title and two columns_1">
    <p:spTree>
      <p:nvGrpSpPr>
        <p:cNvPr id="1150" name="Shape 1150"/>
        <p:cNvGrpSpPr/>
        <p:nvPr/>
      </p:nvGrpSpPr>
      <p:grpSpPr>
        <a:xfrm>
          <a:off x="0" y="0"/>
          <a:ext cx="0" cy="0"/>
          <a:chOff x="0" y="0"/>
          <a:chExt cx="0" cy="0"/>
        </a:xfrm>
      </p:grpSpPr>
      <p:sp>
        <p:nvSpPr>
          <p:cNvPr id="1151" name="Google Shape;1151;p260"/>
          <p:cNvSpPr txBox="1"/>
          <p:nvPr>
            <p:ph type="title"/>
          </p:nvPr>
        </p:nvSpPr>
        <p:spPr>
          <a:xfrm>
            <a:off x="4572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152" name="Google Shape;1152;p260"/>
          <p:cNvSpPr txBox="1"/>
          <p:nvPr>
            <p:ph idx="1" type="body"/>
          </p:nvPr>
        </p:nvSpPr>
        <p:spPr>
          <a:xfrm>
            <a:off x="4572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1153" name="Google Shape;1153;p260"/>
          <p:cNvSpPr txBox="1"/>
          <p:nvPr>
            <p:ph idx="2"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1154" name="Google Shape;1154;p260"/>
          <p:cNvSpPr txBox="1"/>
          <p:nvPr>
            <p:ph idx="3" type="title"/>
          </p:nvPr>
        </p:nvSpPr>
        <p:spPr>
          <a:xfrm>
            <a:off x="45617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155" name="Google Shape;1155;p260"/>
          <p:cNvSpPr txBox="1"/>
          <p:nvPr>
            <p:ph idx="4" type="body"/>
          </p:nvPr>
        </p:nvSpPr>
        <p:spPr>
          <a:xfrm>
            <a:off x="45617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Tree>
  </p:cSld>
  <p:clrMapOvr>
    <a:masterClrMapping/>
  </p:clrMapOvr>
</p:sldLayout>
</file>

<file path=ppt/slideLayouts/slideLayout2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1">
  <p:cSld name="TITLE_ONLY_6_1">
    <p:spTree>
      <p:nvGrpSpPr>
        <p:cNvPr id="1156" name="Shape 1156"/>
        <p:cNvGrpSpPr/>
        <p:nvPr/>
      </p:nvGrpSpPr>
      <p:grpSpPr>
        <a:xfrm>
          <a:off x="0" y="0"/>
          <a:ext cx="0" cy="0"/>
          <a:chOff x="0" y="0"/>
          <a:chExt cx="0" cy="0"/>
        </a:xfrm>
      </p:grpSpPr>
      <p:sp>
        <p:nvSpPr>
          <p:cNvPr id="1157" name="Google Shape;1157;p261"/>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7 1">
  <p:cSld name="TITLE_ONLY_7_1">
    <p:spTree>
      <p:nvGrpSpPr>
        <p:cNvPr id="1158" name="Shape 1158"/>
        <p:cNvGrpSpPr/>
        <p:nvPr/>
      </p:nvGrpSpPr>
      <p:grpSpPr>
        <a:xfrm>
          <a:off x="0" y="0"/>
          <a:ext cx="0" cy="0"/>
          <a:chOff x="0" y="0"/>
          <a:chExt cx="0" cy="0"/>
        </a:xfrm>
      </p:grpSpPr>
      <p:sp>
        <p:nvSpPr>
          <p:cNvPr id="1159" name="Google Shape;1159;p262"/>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1 1">
  <p:cSld name="Title + Subtitle_1_1">
    <p:spTree>
      <p:nvGrpSpPr>
        <p:cNvPr id="1160" name="Shape 1160"/>
        <p:cNvGrpSpPr/>
        <p:nvPr/>
      </p:nvGrpSpPr>
      <p:grpSpPr>
        <a:xfrm>
          <a:off x="0" y="0"/>
          <a:ext cx="0" cy="0"/>
          <a:chOff x="0" y="0"/>
          <a:chExt cx="0" cy="0"/>
        </a:xfrm>
      </p:grpSpPr>
      <p:sp>
        <p:nvSpPr>
          <p:cNvPr id="1161" name="Google Shape;1161;p263"/>
          <p:cNvSpPr txBox="1"/>
          <p:nvPr>
            <p:ph idx="1" type="subTitle"/>
          </p:nvPr>
        </p:nvSpPr>
        <p:spPr>
          <a:xfrm>
            <a:off x="457200" y="457175"/>
            <a:ext cx="8229600" cy="434100"/>
          </a:xfrm>
          <a:prstGeom prst="rect">
            <a:avLst/>
          </a:prstGeom>
        </p:spPr>
        <p:txBody>
          <a:bodyPr anchorCtr="0" anchor="ctr" bIns="0" lIns="0" spcFirstLastPara="1" rIns="0" wrap="square" tIns="0">
            <a:spAutoFit/>
          </a:bodyPr>
          <a:lstStyle>
            <a:lvl1pPr indent="0" lvl="0"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1pPr>
            <a:lvl2pPr indent="0" lvl="1"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2pPr>
            <a:lvl3pPr indent="0" lvl="2"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3pPr>
            <a:lvl4pPr indent="0" lvl="3"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4pPr>
            <a:lvl5pPr indent="0" lvl="4"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5pPr>
            <a:lvl6pPr indent="0" lvl="5"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6pPr>
            <a:lvl7pPr indent="0" lvl="6"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7pPr>
            <a:lvl8pPr indent="0" lvl="7"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8pPr>
            <a:lvl9pPr indent="0" lvl="8" marL="0" marR="0" algn="l">
              <a:lnSpc>
                <a:spcPct val="100000"/>
              </a:lnSpc>
              <a:spcBef>
                <a:spcPts val="0"/>
              </a:spcBef>
              <a:spcAft>
                <a:spcPts val="0"/>
              </a:spcAft>
              <a:buNone/>
              <a:defRPr sz="1600">
                <a:solidFill>
                  <a:srgbClr val="60A5FA"/>
                </a:solidFill>
                <a:latin typeface="Poppins SemiBold"/>
                <a:ea typeface="Poppins SemiBold"/>
                <a:cs typeface="Poppins SemiBold"/>
                <a:sym typeface="Poppins SemiBold"/>
              </a:defRPr>
            </a:lvl9pPr>
          </a:lstStyle>
          <a:p/>
        </p:txBody>
      </p:sp>
      <p:sp>
        <p:nvSpPr>
          <p:cNvPr id="1162" name="Google Shape;1162;p263"/>
          <p:cNvSpPr txBox="1"/>
          <p:nvPr>
            <p:ph type="title"/>
          </p:nvPr>
        </p:nvSpPr>
        <p:spPr>
          <a:xfrm>
            <a:off x="457200" y="891285"/>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4">
  <p:cSld name="TITLE_AND_BODY_8">
    <p:spTree>
      <p:nvGrpSpPr>
        <p:cNvPr id="1163" name="Shape 1163"/>
        <p:cNvGrpSpPr/>
        <p:nvPr/>
      </p:nvGrpSpPr>
      <p:grpSpPr>
        <a:xfrm>
          <a:off x="0" y="0"/>
          <a:ext cx="0" cy="0"/>
          <a:chOff x="0" y="0"/>
          <a:chExt cx="0" cy="0"/>
        </a:xfrm>
      </p:grpSpPr>
      <p:sp>
        <p:nvSpPr>
          <p:cNvPr id="1164" name="Google Shape;1164;p264"/>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165" name="Google Shape;1165;p264"/>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1">
  <p:cSld name="TITLE_ONLY_4">
    <p:spTree>
      <p:nvGrpSpPr>
        <p:cNvPr id="1166" name="Shape 1166"/>
        <p:cNvGrpSpPr/>
        <p:nvPr/>
      </p:nvGrpSpPr>
      <p:grpSpPr>
        <a:xfrm>
          <a:off x="0" y="0"/>
          <a:ext cx="0" cy="0"/>
          <a:chOff x="0" y="0"/>
          <a:chExt cx="0" cy="0"/>
        </a:xfrm>
      </p:grpSpPr>
      <p:sp>
        <p:nvSpPr>
          <p:cNvPr id="1167" name="Google Shape;1167;p265"/>
          <p:cNvSpPr txBox="1"/>
          <p:nvPr>
            <p:ph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and two columns 2">
  <p:cSld name="Chapter title and two columns_2">
    <p:spTree>
      <p:nvGrpSpPr>
        <p:cNvPr id="1168" name="Shape 1168"/>
        <p:cNvGrpSpPr/>
        <p:nvPr/>
      </p:nvGrpSpPr>
      <p:grpSpPr>
        <a:xfrm>
          <a:off x="0" y="0"/>
          <a:ext cx="0" cy="0"/>
          <a:chOff x="0" y="0"/>
          <a:chExt cx="0" cy="0"/>
        </a:xfrm>
      </p:grpSpPr>
      <p:sp>
        <p:nvSpPr>
          <p:cNvPr id="1169" name="Google Shape;1169;p266"/>
          <p:cNvSpPr txBox="1"/>
          <p:nvPr>
            <p:ph type="title"/>
          </p:nvPr>
        </p:nvSpPr>
        <p:spPr>
          <a:xfrm>
            <a:off x="4572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170" name="Google Shape;1170;p266"/>
          <p:cNvSpPr txBox="1"/>
          <p:nvPr>
            <p:ph idx="1" type="body"/>
          </p:nvPr>
        </p:nvSpPr>
        <p:spPr>
          <a:xfrm>
            <a:off x="4572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1171" name="Google Shape;1171;p266"/>
          <p:cNvSpPr txBox="1"/>
          <p:nvPr>
            <p:ph idx="2" type="title"/>
          </p:nvPr>
        </p:nvSpPr>
        <p:spPr>
          <a:xfrm>
            <a:off x="4561700" y="1525575"/>
            <a:ext cx="3661500" cy="614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1pPr>
            <a:lvl2pPr lvl="1"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2pPr>
            <a:lvl3pPr lvl="2"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3pPr>
            <a:lvl4pPr lvl="3"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4pPr>
            <a:lvl5pPr lvl="4"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5pPr>
            <a:lvl6pPr lvl="5"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6pPr>
            <a:lvl7pPr lvl="6"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7pPr>
            <a:lvl8pPr lvl="7"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8pPr>
            <a:lvl9pPr lvl="8" algn="l">
              <a:lnSpc>
                <a:spcPct val="115000"/>
              </a:lnSpc>
              <a:spcBef>
                <a:spcPts val="0"/>
              </a:spcBef>
              <a:spcAft>
                <a:spcPts val="0"/>
              </a:spcAft>
              <a:buClr>
                <a:schemeClr val="accent1"/>
              </a:buClr>
              <a:buSzPts val="1200"/>
              <a:buFont typeface="Poppins SemiBold"/>
              <a:buNone/>
              <a:defRPr sz="1200">
                <a:solidFill>
                  <a:schemeClr val="accent1"/>
                </a:solidFill>
                <a:latin typeface="Poppins SemiBold"/>
                <a:ea typeface="Poppins SemiBold"/>
                <a:cs typeface="Poppins SemiBold"/>
                <a:sym typeface="Poppins SemiBold"/>
              </a:defRPr>
            </a:lvl9pPr>
          </a:lstStyle>
          <a:p/>
        </p:txBody>
      </p:sp>
      <p:sp>
        <p:nvSpPr>
          <p:cNvPr id="1172" name="Google Shape;1172;p266"/>
          <p:cNvSpPr txBox="1"/>
          <p:nvPr>
            <p:ph idx="3" type="body"/>
          </p:nvPr>
        </p:nvSpPr>
        <p:spPr>
          <a:xfrm>
            <a:off x="4561700" y="2139575"/>
            <a:ext cx="3661500" cy="31182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sz="1400">
                <a:solidFill>
                  <a:schemeClr val="dk2"/>
                </a:solidFill>
                <a:latin typeface="Lato"/>
                <a:ea typeface="Lato"/>
                <a:cs typeface="Lato"/>
                <a:sym typeface="Lato"/>
              </a:defRPr>
            </a:lvl9pPr>
          </a:lstStyle>
          <a:p/>
        </p:txBody>
      </p:sp>
      <p:sp>
        <p:nvSpPr>
          <p:cNvPr id="1173" name="Google Shape;1173;p266"/>
          <p:cNvSpPr txBox="1"/>
          <p:nvPr>
            <p:ph idx="4" type="title"/>
          </p:nvPr>
        </p:nvSpPr>
        <p:spPr>
          <a:xfrm>
            <a:off x="457200" y="457197"/>
            <a:ext cx="8229600" cy="636300"/>
          </a:xfrm>
          <a:prstGeom prst="rect">
            <a:avLst/>
          </a:prstGeom>
        </p:spPr>
        <p:txBody>
          <a:bodyPr anchorCtr="0" anchor="ctr"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a:solidFill>
                  <a:schemeClr val="dk1"/>
                </a:solidFill>
                <a:latin typeface="Poppins Medium"/>
                <a:ea typeface="Poppins Medium"/>
                <a:cs typeface="Poppins Medium"/>
                <a:sym typeface="Poppins Medium"/>
              </a:defRPr>
            </a:lvl9pPr>
          </a:lstStyle>
          <a:p/>
        </p:txBody>
      </p:sp>
    </p:spTree>
  </p:cSld>
  <p:clrMapOvr>
    <a:masterClrMapping/>
  </p:clrMapOvr>
</p:sldLayout>
</file>

<file path=ppt/slideLayouts/slideLayout2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5">
  <p:cSld name="TITLE_AND_BODY_9">
    <p:spTree>
      <p:nvGrpSpPr>
        <p:cNvPr id="1174" name="Shape 1174"/>
        <p:cNvGrpSpPr/>
        <p:nvPr/>
      </p:nvGrpSpPr>
      <p:grpSpPr>
        <a:xfrm>
          <a:off x="0" y="0"/>
          <a:ext cx="0" cy="0"/>
          <a:chOff x="0" y="0"/>
          <a:chExt cx="0" cy="0"/>
        </a:xfrm>
      </p:grpSpPr>
      <p:sp>
        <p:nvSpPr>
          <p:cNvPr id="1175" name="Google Shape;1175;p267"/>
          <p:cNvSpPr txBox="1"/>
          <p:nvPr>
            <p:ph type="title"/>
          </p:nvPr>
        </p:nvSpPr>
        <p:spPr>
          <a:xfrm>
            <a:off x="457200" y="518667"/>
            <a:ext cx="8229600" cy="366900"/>
          </a:xfrm>
          <a:prstGeom prst="rect">
            <a:avLst/>
          </a:prstGeom>
          <a:noFill/>
          <a:ln>
            <a:noFill/>
          </a:ln>
        </p:spPr>
        <p:txBody>
          <a:bodyPr anchorCtr="0" anchor="ctr" bIns="0" lIns="0" spcFirstLastPara="1" rIns="0" wrap="square" tIns="0">
            <a:spAutoFit/>
          </a:bodyPr>
          <a:lstStyle>
            <a:lvl1pPr lvl="0" algn="l">
              <a:lnSpc>
                <a:spcPct val="80000"/>
              </a:lnSpc>
              <a:spcBef>
                <a:spcPts val="0"/>
              </a:spcBef>
              <a:spcAft>
                <a:spcPts val="0"/>
              </a:spcAft>
              <a:buSzPts val="3100"/>
              <a:buNone/>
              <a:defRPr sz="3100"/>
            </a:lvl1pPr>
            <a:lvl2pPr lvl="1" algn="l">
              <a:lnSpc>
                <a:spcPct val="100000"/>
              </a:lnSpc>
              <a:spcBef>
                <a:spcPts val="0"/>
              </a:spcBef>
              <a:spcAft>
                <a:spcPts val="0"/>
              </a:spcAft>
              <a:buSzPts val="3100"/>
              <a:buNone/>
              <a:defRPr sz="3100"/>
            </a:lvl2pPr>
            <a:lvl3pPr lvl="2" algn="l">
              <a:lnSpc>
                <a:spcPct val="100000"/>
              </a:lnSpc>
              <a:spcBef>
                <a:spcPts val="0"/>
              </a:spcBef>
              <a:spcAft>
                <a:spcPts val="0"/>
              </a:spcAft>
              <a:buSzPts val="3100"/>
              <a:buNone/>
              <a:defRPr sz="3100"/>
            </a:lvl3pPr>
            <a:lvl4pPr lvl="3" algn="l">
              <a:lnSpc>
                <a:spcPct val="100000"/>
              </a:lnSpc>
              <a:spcBef>
                <a:spcPts val="0"/>
              </a:spcBef>
              <a:spcAft>
                <a:spcPts val="0"/>
              </a:spcAft>
              <a:buSzPts val="3100"/>
              <a:buNone/>
              <a:defRPr sz="3100"/>
            </a:lvl4pPr>
            <a:lvl5pPr lvl="4" algn="l">
              <a:lnSpc>
                <a:spcPct val="100000"/>
              </a:lnSpc>
              <a:spcBef>
                <a:spcPts val="0"/>
              </a:spcBef>
              <a:spcAft>
                <a:spcPts val="0"/>
              </a:spcAft>
              <a:buSzPts val="3100"/>
              <a:buNone/>
              <a:defRPr sz="3100"/>
            </a:lvl5pPr>
            <a:lvl6pPr lvl="5" algn="l">
              <a:lnSpc>
                <a:spcPct val="100000"/>
              </a:lnSpc>
              <a:spcBef>
                <a:spcPts val="0"/>
              </a:spcBef>
              <a:spcAft>
                <a:spcPts val="0"/>
              </a:spcAft>
              <a:buSzPts val="3100"/>
              <a:buNone/>
              <a:defRPr sz="3100"/>
            </a:lvl6pPr>
            <a:lvl7pPr lvl="6" algn="l">
              <a:lnSpc>
                <a:spcPct val="100000"/>
              </a:lnSpc>
              <a:spcBef>
                <a:spcPts val="0"/>
              </a:spcBef>
              <a:spcAft>
                <a:spcPts val="0"/>
              </a:spcAft>
              <a:buSzPts val="3100"/>
              <a:buNone/>
              <a:defRPr sz="3100"/>
            </a:lvl7pPr>
            <a:lvl8pPr lvl="7" algn="l">
              <a:lnSpc>
                <a:spcPct val="100000"/>
              </a:lnSpc>
              <a:spcBef>
                <a:spcPts val="0"/>
              </a:spcBef>
              <a:spcAft>
                <a:spcPts val="0"/>
              </a:spcAft>
              <a:buSzPts val="3100"/>
              <a:buNone/>
              <a:defRPr sz="3100"/>
            </a:lvl8pPr>
            <a:lvl9pPr lvl="8" algn="l">
              <a:lnSpc>
                <a:spcPct val="100000"/>
              </a:lnSpc>
              <a:spcBef>
                <a:spcPts val="0"/>
              </a:spcBef>
              <a:spcAft>
                <a:spcPts val="0"/>
              </a:spcAft>
              <a:buSzPts val="3100"/>
              <a:buNone/>
              <a:defRPr sz="3100"/>
            </a:lvl9pPr>
          </a:lstStyle>
          <a:p/>
        </p:txBody>
      </p:sp>
      <p:sp>
        <p:nvSpPr>
          <p:cNvPr id="1176" name="Google Shape;1176;p267"/>
          <p:cNvSpPr txBox="1"/>
          <p:nvPr>
            <p:ph idx="1" type="body"/>
          </p:nvPr>
        </p:nvSpPr>
        <p:spPr>
          <a:xfrm>
            <a:off x="457200" y="1524417"/>
            <a:ext cx="4105200" cy="3682800"/>
          </a:xfrm>
          <a:prstGeom prst="rect">
            <a:avLst/>
          </a:prstGeom>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Ovr>
    <a:masterClrMapping/>
  </p:clrMapOvr>
  <p:extLst>
    <p:ext uri="{DCECCB84-F9BA-43D5-87BE-67443E8EF086}">
      <p15:sldGuideLst>
        <p15:guide id="1" orient="horz" pos="960">
          <p15:clr>
            <a:srgbClr val="E46962"/>
          </p15:clr>
        </p15:guide>
      </p15:sldGuideLst>
    </p:ext>
  </p:extLst>
</p:sldLayout>
</file>

<file path=ppt/slideLayouts/slideLayout2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9 master">
  <p:cSld name="Slide 19 master">
    <p:spTree>
      <p:nvGrpSpPr>
        <p:cNvPr id="1177" name="Shape 1177"/>
        <p:cNvGrpSpPr/>
        <p:nvPr/>
      </p:nvGrpSpPr>
      <p:grpSpPr>
        <a:xfrm>
          <a:off x="0" y="0"/>
          <a:ext cx="0" cy="0"/>
          <a:chOff x="0" y="0"/>
          <a:chExt cx="0" cy="0"/>
        </a:xfrm>
      </p:grpSpPr>
      <p:pic>
        <p:nvPicPr>
          <p:cNvPr descr="preencoded.png" id="1178" name="Google Shape;1178;p268"/>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179" name="Google Shape;1179;p268"/>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6 master">
  <p:cSld name="Slide 16 master">
    <p:spTree>
      <p:nvGrpSpPr>
        <p:cNvPr id="1180" name="Shape 1180"/>
        <p:cNvGrpSpPr/>
        <p:nvPr/>
      </p:nvGrpSpPr>
      <p:grpSpPr>
        <a:xfrm>
          <a:off x="0" y="0"/>
          <a:ext cx="0" cy="0"/>
          <a:chOff x="0" y="0"/>
          <a:chExt cx="0" cy="0"/>
        </a:xfrm>
      </p:grpSpPr>
      <p:pic>
        <p:nvPicPr>
          <p:cNvPr descr="preencoded.png" id="1181" name="Google Shape;1181;p269"/>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182" name="Google Shape;1182;p269"/>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7 master">
  <p:cSld name="Slide 17 master">
    <p:spTree>
      <p:nvGrpSpPr>
        <p:cNvPr id="1183" name="Shape 1183"/>
        <p:cNvGrpSpPr/>
        <p:nvPr/>
      </p:nvGrpSpPr>
      <p:grpSpPr>
        <a:xfrm>
          <a:off x="0" y="0"/>
          <a:ext cx="0" cy="0"/>
          <a:chOff x="0" y="0"/>
          <a:chExt cx="0" cy="0"/>
        </a:xfrm>
      </p:grpSpPr>
      <p:pic>
        <p:nvPicPr>
          <p:cNvPr descr="preencoded.png" id="1184" name="Google Shape;1184;p270"/>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185" name="Google Shape;1185;p270"/>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8 master">
  <p:cSld name="Slide 18 master">
    <p:spTree>
      <p:nvGrpSpPr>
        <p:cNvPr id="1186" name="Shape 1186"/>
        <p:cNvGrpSpPr/>
        <p:nvPr/>
      </p:nvGrpSpPr>
      <p:grpSpPr>
        <a:xfrm>
          <a:off x="0" y="0"/>
          <a:ext cx="0" cy="0"/>
          <a:chOff x="0" y="0"/>
          <a:chExt cx="0" cy="0"/>
        </a:xfrm>
      </p:grpSpPr>
      <p:pic>
        <p:nvPicPr>
          <p:cNvPr descr="preencoded.png" id="1187" name="Google Shape;1187;p271"/>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188" name="Google Shape;1188;p271"/>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9 master 1">
  <p:cSld name="Slide 19 master_1">
    <p:spTree>
      <p:nvGrpSpPr>
        <p:cNvPr id="1189" name="Shape 1189"/>
        <p:cNvGrpSpPr/>
        <p:nvPr/>
      </p:nvGrpSpPr>
      <p:grpSpPr>
        <a:xfrm>
          <a:off x="0" y="0"/>
          <a:ext cx="0" cy="0"/>
          <a:chOff x="0" y="0"/>
          <a:chExt cx="0" cy="0"/>
        </a:xfrm>
      </p:grpSpPr>
      <p:pic>
        <p:nvPicPr>
          <p:cNvPr descr="preencoded.png" id="1190" name="Google Shape;1190;p272"/>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191" name="Google Shape;1191;p272"/>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193" name="Shape 1193"/>
        <p:cNvGrpSpPr/>
        <p:nvPr/>
      </p:nvGrpSpPr>
      <p:grpSpPr>
        <a:xfrm>
          <a:off x="0" y="0"/>
          <a:ext cx="0" cy="0"/>
          <a:chOff x="0" y="0"/>
          <a:chExt cx="0" cy="0"/>
        </a:xfrm>
      </p:grpSpPr>
      <p:pic>
        <p:nvPicPr>
          <p:cNvPr descr="preencoded.png" id="1194" name="Google Shape;1194;p274"/>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195" name="Google Shape;1195;p274"/>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196" name="Shape 1196"/>
        <p:cNvGrpSpPr/>
        <p:nvPr/>
      </p:nvGrpSpPr>
      <p:grpSpPr>
        <a:xfrm>
          <a:off x="0" y="0"/>
          <a:ext cx="0" cy="0"/>
          <a:chOff x="0" y="0"/>
          <a:chExt cx="0" cy="0"/>
        </a:xfrm>
      </p:grpSpPr>
      <p:pic>
        <p:nvPicPr>
          <p:cNvPr descr="preencoded.png" id="1197" name="Google Shape;1197;p275"/>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198" name="Google Shape;1198;p275"/>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199" name="Shape 1199"/>
        <p:cNvGrpSpPr/>
        <p:nvPr/>
      </p:nvGrpSpPr>
      <p:grpSpPr>
        <a:xfrm>
          <a:off x="0" y="0"/>
          <a:ext cx="0" cy="0"/>
          <a:chOff x="0" y="0"/>
          <a:chExt cx="0" cy="0"/>
        </a:xfrm>
      </p:grpSpPr>
      <p:pic>
        <p:nvPicPr>
          <p:cNvPr descr="preencoded.png" id="1200" name="Google Shape;1200;p276"/>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201" name="Google Shape;1201;p276"/>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1202" name="Shape 1202"/>
        <p:cNvGrpSpPr/>
        <p:nvPr/>
      </p:nvGrpSpPr>
      <p:grpSpPr>
        <a:xfrm>
          <a:off x="0" y="0"/>
          <a:ext cx="0" cy="0"/>
          <a:chOff x="0" y="0"/>
          <a:chExt cx="0" cy="0"/>
        </a:xfrm>
      </p:grpSpPr>
      <p:pic>
        <p:nvPicPr>
          <p:cNvPr descr="preencoded.png" id="1203" name="Google Shape;1203;p277"/>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204" name="Google Shape;1204;p277"/>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1205" name="Shape 1205"/>
        <p:cNvGrpSpPr/>
        <p:nvPr/>
      </p:nvGrpSpPr>
      <p:grpSpPr>
        <a:xfrm>
          <a:off x="0" y="0"/>
          <a:ext cx="0" cy="0"/>
          <a:chOff x="0" y="0"/>
          <a:chExt cx="0" cy="0"/>
        </a:xfrm>
      </p:grpSpPr>
      <p:pic>
        <p:nvPicPr>
          <p:cNvPr descr="preencoded.png" id="1206" name="Google Shape;1206;p278"/>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207" name="Google Shape;1207;p278"/>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1208" name="Shape 1208"/>
        <p:cNvGrpSpPr/>
        <p:nvPr/>
      </p:nvGrpSpPr>
      <p:grpSpPr>
        <a:xfrm>
          <a:off x="0" y="0"/>
          <a:ext cx="0" cy="0"/>
          <a:chOff x="0" y="0"/>
          <a:chExt cx="0" cy="0"/>
        </a:xfrm>
      </p:grpSpPr>
      <p:pic>
        <p:nvPicPr>
          <p:cNvPr descr="preencoded.png" id="1209" name="Google Shape;1209;p279"/>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210" name="Google Shape;1210;p279"/>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1211" name="Shape 1211"/>
        <p:cNvGrpSpPr/>
        <p:nvPr/>
      </p:nvGrpSpPr>
      <p:grpSpPr>
        <a:xfrm>
          <a:off x="0" y="0"/>
          <a:ext cx="0" cy="0"/>
          <a:chOff x="0" y="0"/>
          <a:chExt cx="0" cy="0"/>
        </a:xfrm>
      </p:grpSpPr>
      <p:pic>
        <p:nvPicPr>
          <p:cNvPr descr="preencoded.png" id="1212" name="Google Shape;1212;p280"/>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213" name="Google Shape;1213;p280"/>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1214" name="Shape 1214"/>
        <p:cNvGrpSpPr/>
        <p:nvPr/>
      </p:nvGrpSpPr>
      <p:grpSpPr>
        <a:xfrm>
          <a:off x="0" y="0"/>
          <a:ext cx="0" cy="0"/>
          <a:chOff x="0" y="0"/>
          <a:chExt cx="0" cy="0"/>
        </a:xfrm>
      </p:grpSpPr>
      <p:pic>
        <p:nvPicPr>
          <p:cNvPr descr="preencoded.png" id="1215" name="Google Shape;1215;p281"/>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216" name="Google Shape;1216;p281"/>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1217" name="Shape 1217"/>
        <p:cNvGrpSpPr/>
        <p:nvPr/>
      </p:nvGrpSpPr>
      <p:grpSpPr>
        <a:xfrm>
          <a:off x="0" y="0"/>
          <a:ext cx="0" cy="0"/>
          <a:chOff x="0" y="0"/>
          <a:chExt cx="0" cy="0"/>
        </a:xfrm>
      </p:grpSpPr>
      <p:pic>
        <p:nvPicPr>
          <p:cNvPr descr="preencoded.png" id="1218" name="Google Shape;1218;p282"/>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219" name="Google Shape;1219;p282"/>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1220" name="Shape 1220"/>
        <p:cNvGrpSpPr/>
        <p:nvPr/>
      </p:nvGrpSpPr>
      <p:grpSpPr>
        <a:xfrm>
          <a:off x="0" y="0"/>
          <a:ext cx="0" cy="0"/>
          <a:chOff x="0" y="0"/>
          <a:chExt cx="0" cy="0"/>
        </a:xfrm>
      </p:grpSpPr>
      <p:pic>
        <p:nvPicPr>
          <p:cNvPr descr="preencoded.png" id="1221" name="Google Shape;1221;p283"/>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222" name="Google Shape;1222;p283"/>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spTree>
      <p:nvGrpSpPr>
        <p:cNvPr id="1223" name="Shape 1223"/>
        <p:cNvGrpSpPr/>
        <p:nvPr/>
      </p:nvGrpSpPr>
      <p:grpSpPr>
        <a:xfrm>
          <a:off x="0" y="0"/>
          <a:ext cx="0" cy="0"/>
          <a:chOff x="0" y="0"/>
          <a:chExt cx="0" cy="0"/>
        </a:xfrm>
      </p:grpSpPr>
      <p:pic>
        <p:nvPicPr>
          <p:cNvPr descr="preencoded.png" id="1224" name="Google Shape;1224;p284"/>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225" name="Google Shape;1225;p284"/>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master">
  <p:cSld name="Slide 12 master">
    <p:spTree>
      <p:nvGrpSpPr>
        <p:cNvPr id="1226" name="Shape 1226"/>
        <p:cNvGrpSpPr/>
        <p:nvPr/>
      </p:nvGrpSpPr>
      <p:grpSpPr>
        <a:xfrm>
          <a:off x="0" y="0"/>
          <a:ext cx="0" cy="0"/>
          <a:chOff x="0" y="0"/>
          <a:chExt cx="0" cy="0"/>
        </a:xfrm>
      </p:grpSpPr>
      <p:pic>
        <p:nvPicPr>
          <p:cNvPr descr="preencoded.png" id="1227" name="Google Shape;1227;p285"/>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228" name="Google Shape;1228;p285"/>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3 master">
  <p:cSld name="Slide 13 master">
    <p:spTree>
      <p:nvGrpSpPr>
        <p:cNvPr id="1229" name="Shape 1229"/>
        <p:cNvGrpSpPr/>
        <p:nvPr/>
      </p:nvGrpSpPr>
      <p:grpSpPr>
        <a:xfrm>
          <a:off x="0" y="0"/>
          <a:ext cx="0" cy="0"/>
          <a:chOff x="0" y="0"/>
          <a:chExt cx="0" cy="0"/>
        </a:xfrm>
      </p:grpSpPr>
      <p:pic>
        <p:nvPicPr>
          <p:cNvPr descr="preencoded.png" id="1230" name="Google Shape;1230;p286"/>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231" name="Google Shape;1231;p286"/>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4 master">
  <p:cSld name="Slide 14 master">
    <p:spTree>
      <p:nvGrpSpPr>
        <p:cNvPr id="1232" name="Shape 1232"/>
        <p:cNvGrpSpPr/>
        <p:nvPr/>
      </p:nvGrpSpPr>
      <p:grpSpPr>
        <a:xfrm>
          <a:off x="0" y="0"/>
          <a:ext cx="0" cy="0"/>
          <a:chOff x="0" y="0"/>
          <a:chExt cx="0" cy="0"/>
        </a:xfrm>
      </p:grpSpPr>
      <p:pic>
        <p:nvPicPr>
          <p:cNvPr descr="preencoded.png" id="1233" name="Google Shape;1233;p287"/>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234" name="Google Shape;1234;p287"/>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5 master">
  <p:cSld name="Slide 15 master">
    <p:spTree>
      <p:nvGrpSpPr>
        <p:cNvPr id="1235" name="Shape 1235"/>
        <p:cNvGrpSpPr/>
        <p:nvPr/>
      </p:nvGrpSpPr>
      <p:grpSpPr>
        <a:xfrm>
          <a:off x="0" y="0"/>
          <a:ext cx="0" cy="0"/>
          <a:chOff x="0" y="0"/>
          <a:chExt cx="0" cy="0"/>
        </a:xfrm>
      </p:grpSpPr>
      <p:pic>
        <p:nvPicPr>
          <p:cNvPr descr="preencoded.png" id="1236" name="Google Shape;1236;p288"/>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237" name="Google Shape;1237;p288"/>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6 master">
  <p:cSld name="Slide 16 master">
    <p:spTree>
      <p:nvGrpSpPr>
        <p:cNvPr id="1238" name="Shape 1238"/>
        <p:cNvGrpSpPr/>
        <p:nvPr/>
      </p:nvGrpSpPr>
      <p:grpSpPr>
        <a:xfrm>
          <a:off x="0" y="0"/>
          <a:ext cx="0" cy="0"/>
          <a:chOff x="0" y="0"/>
          <a:chExt cx="0" cy="0"/>
        </a:xfrm>
      </p:grpSpPr>
      <p:pic>
        <p:nvPicPr>
          <p:cNvPr descr="preencoded.png" id="1239" name="Google Shape;1239;p289"/>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240" name="Google Shape;1240;p289"/>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7 master">
  <p:cSld name="Slide 17 master">
    <p:spTree>
      <p:nvGrpSpPr>
        <p:cNvPr id="1241" name="Shape 1241"/>
        <p:cNvGrpSpPr/>
        <p:nvPr/>
      </p:nvGrpSpPr>
      <p:grpSpPr>
        <a:xfrm>
          <a:off x="0" y="0"/>
          <a:ext cx="0" cy="0"/>
          <a:chOff x="0" y="0"/>
          <a:chExt cx="0" cy="0"/>
        </a:xfrm>
      </p:grpSpPr>
      <p:pic>
        <p:nvPicPr>
          <p:cNvPr descr="preencoded.png" id="1242" name="Google Shape;1242;p290"/>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243" name="Google Shape;1243;p290"/>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8 master">
  <p:cSld name="Slide 18 master">
    <p:spTree>
      <p:nvGrpSpPr>
        <p:cNvPr id="1244" name="Shape 1244"/>
        <p:cNvGrpSpPr/>
        <p:nvPr/>
      </p:nvGrpSpPr>
      <p:grpSpPr>
        <a:xfrm>
          <a:off x="0" y="0"/>
          <a:ext cx="0" cy="0"/>
          <a:chOff x="0" y="0"/>
          <a:chExt cx="0" cy="0"/>
        </a:xfrm>
      </p:grpSpPr>
      <p:pic>
        <p:nvPicPr>
          <p:cNvPr descr="preencoded.png" id="1245" name="Google Shape;1245;p291"/>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246" name="Google Shape;1246;p291"/>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9 master">
  <p:cSld name="Slide 19 master">
    <p:spTree>
      <p:nvGrpSpPr>
        <p:cNvPr id="1247" name="Shape 1247"/>
        <p:cNvGrpSpPr/>
        <p:nvPr/>
      </p:nvGrpSpPr>
      <p:grpSpPr>
        <a:xfrm>
          <a:off x="0" y="0"/>
          <a:ext cx="0" cy="0"/>
          <a:chOff x="0" y="0"/>
          <a:chExt cx="0" cy="0"/>
        </a:xfrm>
      </p:grpSpPr>
      <p:pic>
        <p:nvPicPr>
          <p:cNvPr descr="preencoded.png" id="1248" name="Google Shape;1248;p292"/>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249" name="Google Shape;1249;p292"/>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0 master">
  <p:cSld name="Slide 20 master">
    <p:spTree>
      <p:nvGrpSpPr>
        <p:cNvPr id="1250" name="Shape 1250"/>
        <p:cNvGrpSpPr/>
        <p:nvPr/>
      </p:nvGrpSpPr>
      <p:grpSpPr>
        <a:xfrm>
          <a:off x="0" y="0"/>
          <a:ext cx="0" cy="0"/>
          <a:chOff x="0" y="0"/>
          <a:chExt cx="0" cy="0"/>
        </a:xfrm>
      </p:grpSpPr>
      <p:pic>
        <p:nvPicPr>
          <p:cNvPr descr="preencoded.png" id="1251" name="Google Shape;1251;p293"/>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1252" name="Google Shape;1252;p293"/>
          <p:cNvSpPr/>
          <p:nvPr/>
        </p:nvSpPr>
        <p:spPr>
          <a:xfrm>
            <a:off x="0" y="0"/>
            <a:ext cx="9144000" cy="5715000"/>
          </a:xfrm>
          <a:prstGeom prst="rect">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253" name="Shape 125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73" Type="http://schemas.openxmlformats.org/officeDocument/2006/relationships/slideLayout" Target="../slideLayouts/slideLayout73.xml"/><Relationship Id="rId72" Type="http://schemas.openxmlformats.org/officeDocument/2006/relationships/slideLayout" Target="../slideLayouts/slideLayout72.xml"/><Relationship Id="rId31" Type="http://schemas.openxmlformats.org/officeDocument/2006/relationships/slideLayout" Target="../slideLayouts/slideLayout31.xml"/><Relationship Id="rId75" Type="http://schemas.openxmlformats.org/officeDocument/2006/relationships/slideLayout" Target="../slideLayouts/slideLayout75.xml"/><Relationship Id="rId30" Type="http://schemas.openxmlformats.org/officeDocument/2006/relationships/slideLayout" Target="../slideLayouts/slideLayout30.xml"/><Relationship Id="rId74" Type="http://schemas.openxmlformats.org/officeDocument/2006/relationships/slideLayout" Target="../slideLayouts/slideLayout74.xml"/><Relationship Id="rId33" Type="http://schemas.openxmlformats.org/officeDocument/2006/relationships/slideLayout" Target="../slideLayouts/slideLayout33.xml"/><Relationship Id="rId77" Type="http://schemas.openxmlformats.org/officeDocument/2006/relationships/slideLayout" Target="../slideLayouts/slideLayout77.xml"/><Relationship Id="rId32" Type="http://schemas.openxmlformats.org/officeDocument/2006/relationships/slideLayout" Target="../slideLayouts/slideLayout32.xml"/><Relationship Id="rId76" Type="http://schemas.openxmlformats.org/officeDocument/2006/relationships/slideLayout" Target="../slideLayouts/slideLayout76.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78" Type="http://schemas.openxmlformats.org/officeDocument/2006/relationships/theme" Target="../theme/theme1.xml"/><Relationship Id="rId71" Type="http://schemas.openxmlformats.org/officeDocument/2006/relationships/slideLayout" Target="../slideLayouts/slideLayout71.xml"/><Relationship Id="rId70" Type="http://schemas.openxmlformats.org/officeDocument/2006/relationships/slideLayout" Target="../slideLayouts/slideLayout70.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62" Type="http://schemas.openxmlformats.org/officeDocument/2006/relationships/slideLayout" Target="../slideLayouts/slideLayout62.xml"/><Relationship Id="rId61" Type="http://schemas.openxmlformats.org/officeDocument/2006/relationships/slideLayout" Target="../slideLayouts/slideLayout61.xml"/><Relationship Id="rId20" Type="http://schemas.openxmlformats.org/officeDocument/2006/relationships/slideLayout" Target="../slideLayouts/slideLayout20.xml"/><Relationship Id="rId64" Type="http://schemas.openxmlformats.org/officeDocument/2006/relationships/slideLayout" Target="../slideLayouts/slideLayout64.xml"/><Relationship Id="rId63" Type="http://schemas.openxmlformats.org/officeDocument/2006/relationships/slideLayout" Target="../slideLayouts/slideLayout63.xml"/><Relationship Id="rId22" Type="http://schemas.openxmlformats.org/officeDocument/2006/relationships/slideLayout" Target="../slideLayouts/slideLayout22.xml"/><Relationship Id="rId66" Type="http://schemas.openxmlformats.org/officeDocument/2006/relationships/slideLayout" Target="../slideLayouts/slideLayout66.xml"/><Relationship Id="rId21" Type="http://schemas.openxmlformats.org/officeDocument/2006/relationships/slideLayout" Target="../slideLayouts/slideLayout21.xml"/><Relationship Id="rId65" Type="http://schemas.openxmlformats.org/officeDocument/2006/relationships/slideLayout" Target="../slideLayouts/slideLayout65.xml"/><Relationship Id="rId24" Type="http://schemas.openxmlformats.org/officeDocument/2006/relationships/slideLayout" Target="../slideLayouts/slideLayout24.xml"/><Relationship Id="rId68" Type="http://schemas.openxmlformats.org/officeDocument/2006/relationships/slideLayout" Target="../slideLayouts/slideLayout68.xml"/><Relationship Id="rId23" Type="http://schemas.openxmlformats.org/officeDocument/2006/relationships/slideLayout" Target="../slideLayouts/slideLayout23.xml"/><Relationship Id="rId67" Type="http://schemas.openxmlformats.org/officeDocument/2006/relationships/slideLayout" Target="../slideLayouts/slideLayout67.xml"/><Relationship Id="rId60" Type="http://schemas.openxmlformats.org/officeDocument/2006/relationships/slideLayout" Target="../slideLayouts/slideLayout60.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69" Type="http://schemas.openxmlformats.org/officeDocument/2006/relationships/slideLayout" Target="../slideLayouts/slideLayout6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57" Type="http://schemas.openxmlformats.org/officeDocument/2006/relationships/slideLayout" Target="../slideLayouts/slideLayout57.xml"/><Relationship Id="rId12" Type="http://schemas.openxmlformats.org/officeDocument/2006/relationships/slideLayout" Target="../slideLayouts/slideLayout12.xml"/><Relationship Id="rId56" Type="http://schemas.openxmlformats.org/officeDocument/2006/relationships/slideLayout" Target="../slideLayouts/slideLayout56.xml"/><Relationship Id="rId15" Type="http://schemas.openxmlformats.org/officeDocument/2006/relationships/slideLayout" Target="../slideLayouts/slideLayout15.xml"/><Relationship Id="rId59" Type="http://schemas.openxmlformats.org/officeDocument/2006/relationships/slideLayout" Target="../slideLayouts/slideLayout59.xml"/><Relationship Id="rId14" Type="http://schemas.openxmlformats.org/officeDocument/2006/relationships/slideLayout" Target="../slideLayouts/slideLayout14.xml"/><Relationship Id="rId58" Type="http://schemas.openxmlformats.org/officeDocument/2006/relationships/slideLayout" Target="../slideLayouts/slideLayout5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117.xml"/><Relationship Id="rId42" Type="http://schemas.openxmlformats.org/officeDocument/2006/relationships/slideLayout" Target="../slideLayouts/slideLayout119.xml"/><Relationship Id="rId41" Type="http://schemas.openxmlformats.org/officeDocument/2006/relationships/slideLayout" Target="../slideLayouts/slideLayout118.xml"/><Relationship Id="rId44" Type="http://schemas.openxmlformats.org/officeDocument/2006/relationships/slideLayout" Target="../slideLayouts/slideLayout121.xml"/><Relationship Id="rId43" Type="http://schemas.openxmlformats.org/officeDocument/2006/relationships/slideLayout" Target="../slideLayouts/slideLayout120.xml"/><Relationship Id="rId46" Type="http://schemas.openxmlformats.org/officeDocument/2006/relationships/slideLayout" Target="../slideLayouts/slideLayout123.xml"/><Relationship Id="rId45" Type="http://schemas.openxmlformats.org/officeDocument/2006/relationships/slideLayout" Target="../slideLayouts/slideLayout122.xml"/><Relationship Id="rId48" Type="http://schemas.openxmlformats.org/officeDocument/2006/relationships/slideLayout" Target="../slideLayouts/slideLayout125.xml"/><Relationship Id="rId47" Type="http://schemas.openxmlformats.org/officeDocument/2006/relationships/slideLayout" Target="../slideLayouts/slideLayout124.xml"/><Relationship Id="rId49" Type="http://schemas.openxmlformats.org/officeDocument/2006/relationships/slideLayout" Target="../slideLayouts/slideLayout126.xml"/><Relationship Id="rId31" Type="http://schemas.openxmlformats.org/officeDocument/2006/relationships/slideLayout" Target="../slideLayouts/slideLayout108.xml"/><Relationship Id="rId30" Type="http://schemas.openxmlformats.org/officeDocument/2006/relationships/slideLayout" Target="../slideLayouts/slideLayout107.xml"/><Relationship Id="rId33" Type="http://schemas.openxmlformats.org/officeDocument/2006/relationships/slideLayout" Target="../slideLayouts/slideLayout110.xml"/><Relationship Id="rId32" Type="http://schemas.openxmlformats.org/officeDocument/2006/relationships/slideLayout" Target="../slideLayouts/slideLayout109.xml"/><Relationship Id="rId35" Type="http://schemas.openxmlformats.org/officeDocument/2006/relationships/slideLayout" Target="../slideLayouts/slideLayout112.xml"/><Relationship Id="rId34" Type="http://schemas.openxmlformats.org/officeDocument/2006/relationships/slideLayout" Target="../slideLayouts/slideLayout111.xml"/><Relationship Id="rId37" Type="http://schemas.openxmlformats.org/officeDocument/2006/relationships/slideLayout" Target="../slideLayouts/slideLayout114.xml"/><Relationship Id="rId36" Type="http://schemas.openxmlformats.org/officeDocument/2006/relationships/slideLayout" Target="../slideLayouts/slideLayout113.xml"/><Relationship Id="rId39" Type="http://schemas.openxmlformats.org/officeDocument/2006/relationships/slideLayout" Target="../slideLayouts/slideLayout116.xml"/><Relationship Id="rId38" Type="http://schemas.openxmlformats.org/officeDocument/2006/relationships/slideLayout" Target="../slideLayouts/slideLayout115.xml"/><Relationship Id="rId20" Type="http://schemas.openxmlformats.org/officeDocument/2006/relationships/slideLayout" Target="../slideLayouts/slideLayout97.xml"/><Relationship Id="rId22" Type="http://schemas.openxmlformats.org/officeDocument/2006/relationships/slideLayout" Target="../slideLayouts/slideLayout99.xml"/><Relationship Id="rId21" Type="http://schemas.openxmlformats.org/officeDocument/2006/relationships/slideLayout" Target="../slideLayouts/slideLayout98.xml"/><Relationship Id="rId24" Type="http://schemas.openxmlformats.org/officeDocument/2006/relationships/slideLayout" Target="../slideLayouts/slideLayout101.xml"/><Relationship Id="rId23" Type="http://schemas.openxmlformats.org/officeDocument/2006/relationships/slideLayout" Target="../slideLayouts/slideLayout100.xml"/><Relationship Id="rId26" Type="http://schemas.openxmlformats.org/officeDocument/2006/relationships/slideLayout" Target="../slideLayouts/slideLayout103.xml"/><Relationship Id="rId25" Type="http://schemas.openxmlformats.org/officeDocument/2006/relationships/slideLayout" Target="../slideLayouts/slideLayout102.xml"/><Relationship Id="rId28" Type="http://schemas.openxmlformats.org/officeDocument/2006/relationships/slideLayout" Target="../slideLayouts/slideLayout105.xml"/><Relationship Id="rId27" Type="http://schemas.openxmlformats.org/officeDocument/2006/relationships/slideLayout" Target="../slideLayouts/slideLayout104.xml"/><Relationship Id="rId29" Type="http://schemas.openxmlformats.org/officeDocument/2006/relationships/slideLayout" Target="../slideLayouts/slideLayout106.xml"/><Relationship Id="rId95" Type="http://schemas.openxmlformats.org/officeDocument/2006/relationships/slideLayout" Target="../slideLayouts/slideLayout172.xml"/><Relationship Id="rId94" Type="http://schemas.openxmlformats.org/officeDocument/2006/relationships/slideLayout" Target="../slideLayouts/slideLayout171.xml"/><Relationship Id="rId97" Type="http://schemas.openxmlformats.org/officeDocument/2006/relationships/slideLayout" Target="../slideLayouts/slideLayout174.xml"/><Relationship Id="rId96" Type="http://schemas.openxmlformats.org/officeDocument/2006/relationships/slideLayout" Target="../slideLayouts/slideLayout173.xml"/><Relationship Id="rId11" Type="http://schemas.openxmlformats.org/officeDocument/2006/relationships/slideLayout" Target="../slideLayouts/slideLayout88.xml"/><Relationship Id="rId10" Type="http://schemas.openxmlformats.org/officeDocument/2006/relationships/slideLayout" Target="../slideLayouts/slideLayout87.xml"/><Relationship Id="rId98" Type="http://schemas.openxmlformats.org/officeDocument/2006/relationships/theme" Target="../theme/theme4.xml"/><Relationship Id="rId13" Type="http://schemas.openxmlformats.org/officeDocument/2006/relationships/slideLayout" Target="../slideLayouts/slideLayout90.xml"/><Relationship Id="rId12" Type="http://schemas.openxmlformats.org/officeDocument/2006/relationships/slideLayout" Target="../slideLayouts/slideLayout89.xml"/><Relationship Id="rId91" Type="http://schemas.openxmlformats.org/officeDocument/2006/relationships/slideLayout" Target="../slideLayouts/slideLayout168.xml"/><Relationship Id="rId90" Type="http://schemas.openxmlformats.org/officeDocument/2006/relationships/slideLayout" Target="../slideLayouts/slideLayout167.xml"/><Relationship Id="rId93" Type="http://schemas.openxmlformats.org/officeDocument/2006/relationships/slideLayout" Target="../slideLayouts/slideLayout170.xml"/><Relationship Id="rId92" Type="http://schemas.openxmlformats.org/officeDocument/2006/relationships/slideLayout" Target="../slideLayouts/slideLayout169.xml"/><Relationship Id="rId15" Type="http://schemas.openxmlformats.org/officeDocument/2006/relationships/slideLayout" Target="../slideLayouts/slideLayout92.xml"/><Relationship Id="rId14" Type="http://schemas.openxmlformats.org/officeDocument/2006/relationships/slideLayout" Target="../slideLayouts/slideLayout91.xml"/><Relationship Id="rId17" Type="http://schemas.openxmlformats.org/officeDocument/2006/relationships/slideLayout" Target="../slideLayouts/slideLayout94.xml"/><Relationship Id="rId16" Type="http://schemas.openxmlformats.org/officeDocument/2006/relationships/slideLayout" Target="../slideLayouts/slideLayout93.xml"/><Relationship Id="rId19" Type="http://schemas.openxmlformats.org/officeDocument/2006/relationships/slideLayout" Target="../slideLayouts/slideLayout96.xml"/><Relationship Id="rId18" Type="http://schemas.openxmlformats.org/officeDocument/2006/relationships/slideLayout" Target="../slideLayouts/slideLayout95.xml"/><Relationship Id="rId84" Type="http://schemas.openxmlformats.org/officeDocument/2006/relationships/slideLayout" Target="../slideLayouts/slideLayout161.xml"/><Relationship Id="rId83" Type="http://schemas.openxmlformats.org/officeDocument/2006/relationships/slideLayout" Target="../slideLayouts/slideLayout160.xml"/><Relationship Id="rId86" Type="http://schemas.openxmlformats.org/officeDocument/2006/relationships/slideLayout" Target="../slideLayouts/slideLayout163.xml"/><Relationship Id="rId85" Type="http://schemas.openxmlformats.org/officeDocument/2006/relationships/slideLayout" Target="../slideLayouts/slideLayout162.xml"/><Relationship Id="rId88" Type="http://schemas.openxmlformats.org/officeDocument/2006/relationships/slideLayout" Target="../slideLayouts/slideLayout165.xml"/><Relationship Id="rId87" Type="http://schemas.openxmlformats.org/officeDocument/2006/relationships/slideLayout" Target="../slideLayouts/slideLayout164.xml"/><Relationship Id="rId89" Type="http://schemas.openxmlformats.org/officeDocument/2006/relationships/slideLayout" Target="../slideLayouts/slideLayout166.xml"/><Relationship Id="rId80" Type="http://schemas.openxmlformats.org/officeDocument/2006/relationships/slideLayout" Target="../slideLayouts/slideLayout157.xml"/><Relationship Id="rId82" Type="http://schemas.openxmlformats.org/officeDocument/2006/relationships/slideLayout" Target="../slideLayouts/slideLayout159.xml"/><Relationship Id="rId81" Type="http://schemas.openxmlformats.org/officeDocument/2006/relationships/slideLayout" Target="../slideLayouts/slideLayout158.xml"/><Relationship Id="rId1" Type="http://schemas.openxmlformats.org/officeDocument/2006/relationships/slideLayout" Target="../slideLayouts/slideLayout78.xml"/><Relationship Id="rId2" Type="http://schemas.openxmlformats.org/officeDocument/2006/relationships/slideLayout" Target="../slideLayouts/slideLayout79.xml"/><Relationship Id="rId3" Type="http://schemas.openxmlformats.org/officeDocument/2006/relationships/slideLayout" Target="../slideLayouts/slideLayout80.xml"/><Relationship Id="rId4" Type="http://schemas.openxmlformats.org/officeDocument/2006/relationships/slideLayout" Target="../slideLayouts/slideLayout81.xml"/><Relationship Id="rId9" Type="http://schemas.openxmlformats.org/officeDocument/2006/relationships/slideLayout" Target="../slideLayouts/slideLayout86.xml"/><Relationship Id="rId5" Type="http://schemas.openxmlformats.org/officeDocument/2006/relationships/slideLayout" Target="../slideLayouts/slideLayout82.xml"/><Relationship Id="rId6" Type="http://schemas.openxmlformats.org/officeDocument/2006/relationships/slideLayout" Target="../slideLayouts/slideLayout83.xml"/><Relationship Id="rId7" Type="http://schemas.openxmlformats.org/officeDocument/2006/relationships/slideLayout" Target="../slideLayouts/slideLayout84.xml"/><Relationship Id="rId8" Type="http://schemas.openxmlformats.org/officeDocument/2006/relationships/slideLayout" Target="../slideLayouts/slideLayout85.xml"/><Relationship Id="rId73" Type="http://schemas.openxmlformats.org/officeDocument/2006/relationships/slideLayout" Target="../slideLayouts/slideLayout150.xml"/><Relationship Id="rId72" Type="http://schemas.openxmlformats.org/officeDocument/2006/relationships/slideLayout" Target="../slideLayouts/slideLayout149.xml"/><Relationship Id="rId75" Type="http://schemas.openxmlformats.org/officeDocument/2006/relationships/slideLayout" Target="../slideLayouts/slideLayout152.xml"/><Relationship Id="rId74" Type="http://schemas.openxmlformats.org/officeDocument/2006/relationships/slideLayout" Target="../slideLayouts/slideLayout151.xml"/><Relationship Id="rId77" Type="http://schemas.openxmlformats.org/officeDocument/2006/relationships/slideLayout" Target="../slideLayouts/slideLayout154.xml"/><Relationship Id="rId76" Type="http://schemas.openxmlformats.org/officeDocument/2006/relationships/slideLayout" Target="../slideLayouts/slideLayout153.xml"/><Relationship Id="rId79" Type="http://schemas.openxmlformats.org/officeDocument/2006/relationships/slideLayout" Target="../slideLayouts/slideLayout156.xml"/><Relationship Id="rId78" Type="http://schemas.openxmlformats.org/officeDocument/2006/relationships/slideLayout" Target="../slideLayouts/slideLayout155.xml"/><Relationship Id="rId71" Type="http://schemas.openxmlformats.org/officeDocument/2006/relationships/slideLayout" Target="../slideLayouts/slideLayout148.xml"/><Relationship Id="rId70" Type="http://schemas.openxmlformats.org/officeDocument/2006/relationships/slideLayout" Target="../slideLayouts/slideLayout147.xml"/><Relationship Id="rId62" Type="http://schemas.openxmlformats.org/officeDocument/2006/relationships/slideLayout" Target="../slideLayouts/slideLayout139.xml"/><Relationship Id="rId61" Type="http://schemas.openxmlformats.org/officeDocument/2006/relationships/slideLayout" Target="../slideLayouts/slideLayout138.xml"/><Relationship Id="rId64" Type="http://schemas.openxmlformats.org/officeDocument/2006/relationships/slideLayout" Target="../slideLayouts/slideLayout141.xml"/><Relationship Id="rId63" Type="http://schemas.openxmlformats.org/officeDocument/2006/relationships/slideLayout" Target="../slideLayouts/slideLayout140.xml"/><Relationship Id="rId66" Type="http://schemas.openxmlformats.org/officeDocument/2006/relationships/slideLayout" Target="../slideLayouts/slideLayout143.xml"/><Relationship Id="rId65" Type="http://schemas.openxmlformats.org/officeDocument/2006/relationships/slideLayout" Target="../slideLayouts/slideLayout142.xml"/><Relationship Id="rId68" Type="http://schemas.openxmlformats.org/officeDocument/2006/relationships/slideLayout" Target="../slideLayouts/slideLayout145.xml"/><Relationship Id="rId67" Type="http://schemas.openxmlformats.org/officeDocument/2006/relationships/slideLayout" Target="../slideLayouts/slideLayout144.xml"/><Relationship Id="rId60" Type="http://schemas.openxmlformats.org/officeDocument/2006/relationships/slideLayout" Target="../slideLayouts/slideLayout137.xml"/><Relationship Id="rId69" Type="http://schemas.openxmlformats.org/officeDocument/2006/relationships/slideLayout" Target="../slideLayouts/slideLayout146.xml"/><Relationship Id="rId51" Type="http://schemas.openxmlformats.org/officeDocument/2006/relationships/slideLayout" Target="../slideLayouts/slideLayout128.xml"/><Relationship Id="rId50" Type="http://schemas.openxmlformats.org/officeDocument/2006/relationships/slideLayout" Target="../slideLayouts/slideLayout127.xml"/><Relationship Id="rId53" Type="http://schemas.openxmlformats.org/officeDocument/2006/relationships/slideLayout" Target="../slideLayouts/slideLayout130.xml"/><Relationship Id="rId52" Type="http://schemas.openxmlformats.org/officeDocument/2006/relationships/slideLayout" Target="../slideLayouts/slideLayout129.xml"/><Relationship Id="rId55" Type="http://schemas.openxmlformats.org/officeDocument/2006/relationships/slideLayout" Target="../slideLayouts/slideLayout132.xml"/><Relationship Id="rId54" Type="http://schemas.openxmlformats.org/officeDocument/2006/relationships/slideLayout" Target="../slideLayouts/slideLayout131.xml"/><Relationship Id="rId57" Type="http://schemas.openxmlformats.org/officeDocument/2006/relationships/slideLayout" Target="../slideLayouts/slideLayout134.xml"/><Relationship Id="rId56" Type="http://schemas.openxmlformats.org/officeDocument/2006/relationships/slideLayout" Target="../slideLayouts/slideLayout133.xml"/><Relationship Id="rId59" Type="http://schemas.openxmlformats.org/officeDocument/2006/relationships/slideLayout" Target="../slideLayouts/slideLayout136.xml"/><Relationship Id="rId58" Type="http://schemas.openxmlformats.org/officeDocument/2006/relationships/slideLayout" Target="../slideLayouts/slideLayout135.xml"/></Relationships>
</file>

<file path=ppt/slideMasters/_rels/slideMaster3.xml.rels><?xml version="1.0" encoding="UTF-8" standalone="yes"?><Relationships xmlns="http://schemas.openxmlformats.org/package/2006/relationships"><Relationship Id="rId40" Type="http://schemas.openxmlformats.org/officeDocument/2006/relationships/slideLayout" Target="../slideLayouts/slideLayout214.xml"/><Relationship Id="rId42" Type="http://schemas.openxmlformats.org/officeDocument/2006/relationships/slideLayout" Target="../slideLayouts/slideLayout216.xml"/><Relationship Id="rId41" Type="http://schemas.openxmlformats.org/officeDocument/2006/relationships/slideLayout" Target="../slideLayouts/slideLayout215.xml"/><Relationship Id="rId44" Type="http://schemas.openxmlformats.org/officeDocument/2006/relationships/slideLayout" Target="../slideLayouts/slideLayout218.xml"/><Relationship Id="rId43" Type="http://schemas.openxmlformats.org/officeDocument/2006/relationships/slideLayout" Target="../slideLayouts/slideLayout217.xml"/><Relationship Id="rId46" Type="http://schemas.openxmlformats.org/officeDocument/2006/relationships/slideLayout" Target="../slideLayouts/slideLayout220.xml"/><Relationship Id="rId45" Type="http://schemas.openxmlformats.org/officeDocument/2006/relationships/slideLayout" Target="../slideLayouts/slideLayout219.xml"/><Relationship Id="rId48" Type="http://schemas.openxmlformats.org/officeDocument/2006/relationships/slideLayout" Target="../slideLayouts/slideLayout222.xml"/><Relationship Id="rId47" Type="http://schemas.openxmlformats.org/officeDocument/2006/relationships/slideLayout" Target="../slideLayouts/slideLayout221.xml"/><Relationship Id="rId49" Type="http://schemas.openxmlformats.org/officeDocument/2006/relationships/slideLayout" Target="../slideLayouts/slideLayout223.xml"/><Relationship Id="rId31" Type="http://schemas.openxmlformats.org/officeDocument/2006/relationships/slideLayout" Target="../slideLayouts/slideLayout205.xml"/><Relationship Id="rId30" Type="http://schemas.openxmlformats.org/officeDocument/2006/relationships/slideLayout" Target="../slideLayouts/slideLayout204.xml"/><Relationship Id="rId33" Type="http://schemas.openxmlformats.org/officeDocument/2006/relationships/slideLayout" Target="../slideLayouts/slideLayout207.xml"/><Relationship Id="rId32" Type="http://schemas.openxmlformats.org/officeDocument/2006/relationships/slideLayout" Target="../slideLayouts/slideLayout206.xml"/><Relationship Id="rId35" Type="http://schemas.openxmlformats.org/officeDocument/2006/relationships/slideLayout" Target="../slideLayouts/slideLayout209.xml"/><Relationship Id="rId34" Type="http://schemas.openxmlformats.org/officeDocument/2006/relationships/slideLayout" Target="../slideLayouts/slideLayout208.xml"/><Relationship Id="rId37" Type="http://schemas.openxmlformats.org/officeDocument/2006/relationships/slideLayout" Target="../slideLayouts/slideLayout211.xml"/><Relationship Id="rId36" Type="http://schemas.openxmlformats.org/officeDocument/2006/relationships/slideLayout" Target="../slideLayouts/slideLayout210.xml"/><Relationship Id="rId39" Type="http://schemas.openxmlformats.org/officeDocument/2006/relationships/slideLayout" Target="../slideLayouts/slideLayout213.xml"/><Relationship Id="rId38" Type="http://schemas.openxmlformats.org/officeDocument/2006/relationships/slideLayout" Target="../slideLayouts/slideLayout212.xml"/><Relationship Id="rId20" Type="http://schemas.openxmlformats.org/officeDocument/2006/relationships/slideLayout" Target="../slideLayouts/slideLayout194.xml"/><Relationship Id="rId22" Type="http://schemas.openxmlformats.org/officeDocument/2006/relationships/slideLayout" Target="../slideLayouts/slideLayout196.xml"/><Relationship Id="rId21" Type="http://schemas.openxmlformats.org/officeDocument/2006/relationships/slideLayout" Target="../slideLayouts/slideLayout195.xml"/><Relationship Id="rId24" Type="http://schemas.openxmlformats.org/officeDocument/2006/relationships/slideLayout" Target="../slideLayouts/slideLayout198.xml"/><Relationship Id="rId23" Type="http://schemas.openxmlformats.org/officeDocument/2006/relationships/slideLayout" Target="../slideLayouts/slideLayout197.xml"/><Relationship Id="rId26" Type="http://schemas.openxmlformats.org/officeDocument/2006/relationships/slideLayout" Target="../slideLayouts/slideLayout200.xml"/><Relationship Id="rId25" Type="http://schemas.openxmlformats.org/officeDocument/2006/relationships/slideLayout" Target="../slideLayouts/slideLayout199.xml"/><Relationship Id="rId28" Type="http://schemas.openxmlformats.org/officeDocument/2006/relationships/slideLayout" Target="../slideLayouts/slideLayout202.xml"/><Relationship Id="rId27" Type="http://schemas.openxmlformats.org/officeDocument/2006/relationships/slideLayout" Target="../slideLayouts/slideLayout201.xml"/><Relationship Id="rId29" Type="http://schemas.openxmlformats.org/officeDocument/2006/relationships/slideLayout" Target="../slideLayouts/slideLayout203.xml"/><Relationship Id="rId95" Type="http://schemas.openxmlformats.org/officeDocument/2006/relationships/slideLayout" Target="../slideLayouts/slideLayout269.xml"/><Relationship Id="rId94" Type="http://schemas.openxmlformats.org/officeDocument/2006/relationships/slideLayout" Target="../slideLayouts/slideLayout268.xml"/><Relationship Id="rId96" Type="http://schemas.openxmlformats.org/officeDocument/2006/relationships/theme" Target="../theme/theme2.xml"/><Relationship Id="rId11" Type="http://schemas.openxmlformats.org/officeDocument/2006/relationships/slideLayout" Target="../slideLayouts/slideLayout185.xml"/><Relationship Id="rId10" Type="http://schemas.openxmlformats.org/officeDocument/2006/relationships/slideLayout" Target="../slideLayouts/slideLayout184.xml"/><Relationship Id="rId13" Type="http://schemas.openxmlformats.org/officeDocument/2006/relationships/slideLayout" Target="../slideLayouts/slideLayout187.xml"/><Relationship Id="rId12" Type="http://schemas.openxmlformats.org/officeDocument/2006/relationships/slideLayout" Target="../slideLayouts/slideLayout186.xml"/><Relationship Id="rId91" Type="http://schemas.openxmlformats.org/officeDocument/2006/relationships/slideLayout" Target="../slideLayouts/slideLayout265.xml"/><Relationship Id="rId90" Type="http://schemas.openxmlformats.org/officeDocument/2006/relationships/slideLayout" Target="../slideLayouts/slideLayout264.xml"/><Relationship Id="rId93" Type="http://schemas.openxmlformats.org/officeDocument/2006/relationships/slideLayout" Target="../slideLayouts/slideLayout267.xml"/><Relationship Id="rId92" Type="http://schemas.openxmlformats.org/officeDocument/2006/relationships/slideLayout" Target="../slideLayouts/slideLayout266.xml"/><Relationship Id="rId15" Type="http://schemas.openxmlformats.org/officeDocument/2006/relationships/slideLayout" Target="../slideLayouts/slideLayout189.xml"/><Relationship Id="rId14" Type="http://schemas.openxmlformats.org/officeDocument/2006/relationships/slideLayout" Target="../slideLayouts/slideLayout188.xml"/><Relationship Id="rId17" Type="http://schemas.openxmlformats.org/officeDocument/2006/relationships/slideLayout" Target="../slideLayouts/slideLayout191.xml"/><Relationship Id="rId16" Type="http://schemas.openxmlformats.org/officeDocument/2006/relationships/slideLayout" Target="../slideLayouts/slideLayout190.xml"/><Relationship Id="rId19" Type="http://schemas.openxmlformats.org/officeDocument/2006/relationships/slideLayout" Target="../slideLayouts/slideLayout193.xml"/><Relationship Id="rId18" Type="http://schemas.openxmlformats.org/officeDocument/2006/relationships/slideLayout" Target="../slideLayouts/slideLayout192.xml"/><Relationship Id="rId84" Type="http://schemas.openxmlformats.org/officeDocument/2006/relationships/slideLayout" Target="../slideLayouts/slideLayout258.xml"/><Relationship Id="rId83" Type="http://schemas.openxmlformats.org/officeDocument/2006/relationships/slideLayout" Target="../slideLayouts/slideLayout257.xml"/><Relationship Id="rId86" Type="http://schemas.openxmlformats.org/officeDocument/2006/relationships/slideLayout" Target="../slideLayouts/slideLayout260.xml"/><Relationship Id="rId85" Type="http://schemas.openxmlformats.org/officeDocument/2006/relationships/slideLayout" Target="../slideLayouts/slideLayout259.xml"/><Relationship Id="rId88" Type="http://schemas.openxmlformats.org/officeDocument/2006/relationships/slideLayout" Target="../slideLayouts/slideLayout262.xml"/><Relationship Id="rId87" Type="http://schemas.openxmlformats.org/officeDocument/2006/relationships/slideLayout" Target="../slideLayouts/slideLayout261.xml"/><Relationship Id="rId89" Type="http://schemas.openxmlformats.org/officeDocument/2006/relationships/slideLayout" Target="../slideLayouts/slideLayout263.xml"/><Relationship Id="rId80" Type="http://schemas.openxmlformats.org/officeDocument/2006/relationships/slideLayout" Target="../slideLayouts/slideLayout254.xml"/><Relationship Id="rId82" Type="http://schemas.openxmlformats.org/officeDocument/2006/relationships/slideLayout" Target="../slideLayouts/slideLayout256.xml"/><Relationship Id="rId81" Type="http://schemas.openxmlformats.org/officeDocument/2006/relationships/slideLayout" Target="../slideLayouts/slideLayout255.xml"/><Relationship Id="rId1" Type="http://schemas.openxmlformats.org/officeDocument/2006/relationships/slideLayout" Target="../slideLayouts/slideLayout175.xml"/><Relationship Id="rId2" Type="http://schemas.openxmlformats.org/officeDocument/2006/relationships/slideLayout" Target="../slideLayouts/slideLayout176.xml"/><Relationship Id="rId3" Type="http://schemas.openxmlformats.org/officeDocument/2006/relationships/slideLayout" Target="../slideLayouts/slideLayout177.xml"/><Relationship Id="rId4" Type="http://schemas.openxmlformats.org/officeDocument/2006/relationships/slideLayout" Target="../slideLayouts/slideLayout178.xml"/><Relationship Id="rId9" Type="http://schemas.openxmlformats.org/officeDocument/2006/relationships/slideLayout" Target="../slideLayouts/slideLayout183.xml"/><Relationship Id="rId5" Type="http://schemas.openxmlformats.org/officeDocument/2006/relationships/slideLayout" Target="../slideLayouts/slideLayout179.xml"/><Relationship Id="rId6" Type="http://schemas.openxmlformats.org/officeDocument/2006/relationships/slideLayout" Target="../slideLayouts/slideLayout180.xml"/><Relationship Id="rId7" Type="http://schemas.openxmlformats.org/officeDocument/2006/relationships/slideLayout" Target="../slideLayouts/slideLayout181.xml"/><Relationship Id="rId8" Type="http://schemas.openxmlformats.org/officeDocument/2006/relationships/slideLayout" Target="../slideLayouts/slideLayout182.xml"/><Relationship Id="rId73" Type="http://schemas.openxmlformats.org/officeDocument/2006/relationships/slideLayout" Target="../slideLayouts/slideLayout247.xml"/><Relationship Id="rId72" Type="http://schemas.openxmlformats.org/officeDocument/2006/relationships/slideLayout" Target="../slideLayouts/slideLayout246.xml"/><Relationship Id="rId75" Type="http://schemas.openxmlformats.org/officeDocument/2006/relationships/slideLayout" Target="../slideLayouts/slideLayout249.xml"/><Relationship Id="rId74" Type="http://schemas.openxmlformats.org/officeDocument/2006/relationships/slideLayout" Target="../slideLayouts/slideLayout248.xml"/><Relationship Id="rId77" Type="http://schemas.openxmlformats.org/officeDocument/2006/relationships/slideLayout" Target="../slideLayouts/slideLayout251.xml"/><Relationship Id="rId76" Type="http://schemas.openxmlformats.org/officeDocument/2006/relationships/slideLayout" Target="../slideLayouts/slideLayout250.xml"/><Relationship Id="rId79" Type="http://schemas.openxmlformats.org/officeDocument/2006/relationships/slideLayout" Target="../slideLayouts/slideLayout253.xml"/><Relationship Id="rId78" Type="http://schemas.openxmlformats.org/officeDocument/2006/relationships/slideLayout" Target="../slideLayouts/slideLayout252.xml"/><Relationship Id="rId71" Type="http://schemas.openxmlformats.org/officeDocument/2006/relationships/slideLayout" Target="../slideLayouts/slideLayout245.xml"/><Relationship Id="rId70" Type="http://schemas.openxmlformats.org/officeDocument/2006/relationships/slideLayout" Target="../slideLayouts/slideLayout244.xml"/><Relationship Id="rId62" Type="http://schemas.openxmlformats.org/officeDocument/2006/relationships/slideLayout" Target="../slideLayouts/slideLayout236.xml"/><Relationship Id="rId61" Type="http://schemas.openxmlformats.org/officeDocument/2006/relationships/slideLayout" Target="../slideLayouts/slideLayout235.xml"/><Relationship Id="rId64" Type="http://schemas.openxmlformats.org/officeDocument/2006/relationships/slideLayout" Target="../slideLayouts/slideLayout238.xml"/><Relationship Id="rId63" Type="http://schemas.openxmlformats.org/officeDocument/2006/relationships/slideLayout" Target="../slideLayouts/slideLayout237.xml"/><Relationship Id="rId66" Type="http://schemas.openxmlformats.org/officeDocument/2006/relationships/slideLayout" Target="../slideLayouts/slideLayout240.xml"/><Relationship Id="rId65" Type="http://schemas.openxmlformats.org/officeDocument/2006/relationships/slideLayout" Target="../slideLayouts/slideLayout239.xml"/><Relationship Id="rId68" Type="http://schemas.openxmlformats.org/officeDocument/2006/relationships/slideLayout" Target="../slideLayouts/slideLayout242.xml"/><Relationship Id="rId67" Type="http://schemas.openxmlformats.org/officeDocument/2006/relationships/slideLayout" Target="../slideLayouts/slideLayout241.xml"/><Relationship Id="rId60" Type="http://schemas.openxmlformats.org/officeDocument/2006/relationships/slideLayout" Target="../slideLayouts/slideLayout234.xml"/><Relationship Id="rId69" Type="http://schemas.openxmlformats.org/officeDocument/2006/relationships/slideLayout" Target="../slideLayouts/slideLayout243.xml"/><Relationship Id="rId51" Type="http://schemas.openxmlformats.org/officeDocument/2006/relationships/slideLayout" Target="../slideLayouts/slideLayout225.xml"/><Relationship Id="rId50" Type="http://schemas.openxmlformats.org/officeDocument/2006/relationships/slideLayout" Target="../slideLayouts/slideLayout224.xml"/><Relationship Id="rId53" Type="http://schemas.openxmlformats.org/officeDocument/2006/relationships/slideLayout" Target="../slideLayouts/slideLayout227.xml"/><Relationship Id="rId52" Type="http://schemas.openxmlformats.org/officeDocument/2006/relationships/slideLayout" Target="../slideLayouts/slideLayout226.xml"/><Relationship Id="rId55" Type="http://schemas.openxmlformats.org/officeDocument/2006/relationships/slideLayout" Target="../slideLayouts/slideLayout229.xml"/><Relationship Id="rId54" Type="http://schemas.openxmlformats.org/officeDocument/2006/relationships/slideLayout" Target="../slideLayouts/slideLayout228.xml"/><Relationship Id="rId57" Type="http://schemas.openxmlformats.org/officeDocument/2006/relationships/slideLayout" Target="../slideLayouts/slideLayout231.xml"/><Relationship Id="rId56" Type="http://schemas.openxmlformats.org/officeDocument/2006/relationships/slideLayout" Target="../slideLayouts/slideLayout230.xml"/><Relationship Id="rId59" Type="http://schemas.openxmlformats.org/officeDocument/2006/relationships/slideLayout" Target="../slideLayouts/slideLayout233.xml"/><Relationship Id="rId58" Type="http://schemas.openxmlformats.org/officeDocument/2006/relationships/slideLayout" Target="../slideLayouts/slideLayout232.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289.xml"/><Relationship Id="rId22" Type="http://schemas.openxmlformats.org/officeDocument/2006/relationships/theme" Target="../theme/theme5.xml"/><Relationship Id="rId21" Type="http://schemas.openxmlformats.org/officeDocument/2006/relationships/slideLayout" Target="../slideLayouts/slideLayout290.xml"/><Relationship Id="rId11" Type="http://schemas.openxmlformats.org/officeDocument/2006/relationships/slideLayout" Target="../slideLayouts/slideLayout280.xml"/><Relationship Id="rId10" Type="http://schemas.openxmlformats.org/officeDocument/2006/relationships/slideLayout" Target="../slideLayouts/slideLayout279.xml"/><Relationship Id="rId13" Type="http://schemas.openxmlformats.org/officeDocument/2006/relationships/slideLayout" Target="../slideLayouts/slideLayout282.xml"/><Relationship Id="rId12" Type="http://schemas.openxmlformats.org/officeDocument/2006/relationships/slideLayout" Target="../slideLayouts/slideLayout281.xml"/><Relationship Id="rId15" Type="http://schemas.openxmlformats.org/officeDocument/2006/relationships/slideLayout" Target="../slideLayouts/slideLayout284.xml"/><Relationship Id="rId14" Type="http://schemas.openxmlformats.org/officeDocument/2006/relationships/slideLayout" Target="../slideLayouts/slideLayout283.xml"/><Relationship Id="rId17" Type="http://schemas.openxmlformats.org/officeDocument/2006/relationships/slideLayout" Target="../slideLayouts/slideLayout286.xml"/><Relationship Id="rId16" Type="http://schemas.openxmlformats.org/officeDocument/2006/relationships/slideLayout" Target="../slideLayouts/slideLayout285.xml"/><Relationship Id="rId19" Type="http://schemas.openxmlformats.org/officeDocument/2006/relationships/slideLayout" Target="../slideLayouts/slideLayout288.xml"/><Relationship Id="rId18" Type="http://schemas.openxmlformats.org/officeDocument/2006/relationships/slideLayout" Target="../slideLayouts/slideLayout287.xml"/><Relationship Id="rId1" Type="http://schemas.openxmlformats.org/officeDocument/2006/relationships/slideLayout" Target="../slideLayouts/slideLayout270.xml"/><Relationship Id="rId2" Type="http://schemas.openxmlformats.org/officeDocument/2006/relationships/slideLayout" Target="../slideLayouts/slideLayout271.xml"/><Relationship Id="rId3" Type="http://schemas.openxmlformats.org/officeDocument/2006/relationships/slideLayout" Target="../slideLayouts/slideLayout272.xml"/><Relationship Id="rId4" Type="http://schemas.openxmlformats.org/officeDocument/2006/relationships/slideLayout" Target="../slideLayouts/slideLayout273.xml"/><Relationship Id="rId9" Type="http://schemas.openxmlformats.org/officeDocument/2006/relationships/slideLayout" Target="../slideLayouts/slideLayout278.xml"/><Relationship Id="rId5" Type="http://schemas.openxmlformats.org/officeDocument/2006/relationships/slideLayout" Target="../slideLayouts/slideLayout274.xml"/><Relationship Id="rId6" Type="http://schemas.openxmlformats.org/officeDocument/2006/relationships/slideLayout" Target="../slideLayouts/slideLayout275.xml"/><Relationship Id="rId7" Type="http://schemas.openxmlformats.org/officeDocument/2006/relationships/slideLayout" Target="../slideLayouts/slideLayout276.xml"/><Relationship Id="rId8" Type="http://schemas.openxmlformats.org/officeDocument/2006/relationships/slideLayout" Target="../slideLayouts/slideLayout27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457197"/>
            <a:ext cx="8229600" cy="636300"/>
          </a:xfrm>
          <a:prstGeom prst="rect">
            <a:avLst/>
          </a:prstGeom>
          <a:noFill/>
          <a:ln>
            <a:noFill/>
          </a:ln>
        </p:spPr>
        <p:txBody>
          <a:bodyPr anchorCtr="0" anchor="ctr"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9pPr>
          </a:lstStyle>
          <a:p/>
        </p:txBody>
      </p:sp>
      <p:sp>
        <p:nvSpPr>
          <p:cNvPr id="7" name="Google Shape;7;p1"/>
          <p:cNvSpPr txBox="1"/>
          <p:nvPr>
            <p:ph idx="1" type="body"/>
          </p:nvPr>
        </p:nvSpPr>
        <p:spPr>
          <a:xfrm>
            <a:off x="457200" y="1524425"/>
            <a:ext cx="8229600" cy="3733500"/>
          </a:xfrm>
          <a:prstGeom prst="rect">
            <a:avLst/>
          </a:prstGeom>
          <a:noFill/>
          <a:ln>
            <a:noFill/>
          </a:ln>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 id="2147483711" r:id="rId64"/>
    <p:sldLayoutId id="2147483712" r:id="rId65"/>
    <p:sldLayoutId id="2147483713" r:id="rId66"/>
    <p:sldLayoutId id="2147483714" r:id="rId67"/>
    <p:sldLayoutId id="2147483715" r:id="rId68"/>
    <p:sldLayoutId id="2147483716" r:id="rId69"/>
    <p:sldLayoutId id="2147483717" r:id="rId70"/>
    <p:sldLayoutId id="2147483718" r:id="rId71"/>
    <p:sldLayoutId id="2147483719" r:id="rId72"/>
    <p:sldLayoutId id="2147483720" r:id="rId73"/>
    <p:sldLayoutId id="2147483721" r:id="rId74"/>
    <p:sldLayoutId id="2147483722" r:id="rId75"/>
    <p:sldLayoutId id="2147483723" r:id="rId76"/>
    <p:sldLayoutId id="2147483724" r:id="rId7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orient="horz" pos="288">
          <p15:clr>
            <a:srgbClr val="E46962"/>
          </p15:clr>
        </p15:guide>
        <p15:guide id="3" pos="5472">
          <p15:clr>
            <a:srgbClr val="E46962"/>
          </p15:clr>
        </p15:guide>
        <p15:guide id="4" orient="horz" pos="3312">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46" name="Shape 346"/>
        <p:cNvGrpSpPr/>
        <p:nvPr/>
      </p:nvGrpSpPr>
      <p:grpSpPr>
        <a:xfrm>
          <a:off x="0" y="0"/>
          <a:ext cx="0" cy="0"/>
          <a:chOff x="0" y="0"/>
          <a:chExt cx="0" cy="0"/>
        </a:xfrm>
      </p:grpSpPr>
      <p:sp>
        <p:nvSpPr>
          <p:cNvPr id="347" name="Google Shape;347;p79"/>
          <p:cNvSpPr txBox="1"/>
          <p:nvPr>
            <p:ph type="title"/>
          </p:nvPr>
        </p:nvSpPr>
        <p:spPr>
          <a:xfrm>
            <a:off x="457200" y="457197"/>
            <a:ext cx="8229600" cy="636300"/>
          </a:xfrm>
          <a:prstGeom prst="rect">
            <a:avLst/>
          </a:prstGeom>
          <a:noFill/>
          <a:ln>
            <a:noFill/>
          </a:ln>
        </p:spPr>
        <p:txBody>
          <a:bodyPr anchorCtr="0" anchor="ctr"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348" name="Google Shape;348;p79"/>
          <p:cNvSpPr txBox="1"/>
          <p:nvPr>
            <p:ph idx="1" type="body"/>
          </p:nvPr>
        </p:nvSpPr>
        <p:spPr>
          <a:xfrm>
            <a:off x="457200" y="1524425"/>
            <a:ext cx="8229600" cy="3733500"/>
          </a:xfrm>
          <a:prstGeom prst="rect">
            <a:avLst/>
          </a:prstGeom>
          <a:noFill/>
          <a:ln>
            <a:noFill/>
          </a:ln>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 id="2147483736" r:id="rId12"/>
    <p:sldLayoutId id="2147483737" r:id="rId13"/>
    <p:sldLayoutId id="2147483738" r:id="rId14"/>
    <p:sldLayoutId id="2147483739" r:id="rId15"/>
    <p:sldLayoutId id="2147483740" r:id="rId16"/>
    <p:sldLayoutId id="2147483741" r:id="rId17"/>
    <p:sldLayoutId id="2147483742" r:id="rId18"/>
    <p:sldLayoutId id="2147483743" r:id="rId19"/>
    <p:sldLayoutId id="2147483744" r:id="rId20"/>
    <p:sldLayoutId id="2147483745" r:id="rId21"/>
    <p:sldLayoutId id="2147483746" r:id="rId22"/>
    <p:sldLayoutId id="2147483747" r:id="rId23"/>
    <p:sldLayoutId id="2147483748" r:id="rId24"/>
    <p:sldLayoutId id="2147483749" r:id="rId25"/>
    <p:sldLayoutId id="2147483750" r:id="rId26"/>
    <p:sldLayoutId id="2147483751" r:id="rId27"/>
    <p:sldLayoutId id="2147483752" r:id="rId28"/>
    <p:sldLayoutId id="2147483753" r:id="rId29"/>
    <p:sldLayoutId id="2147483754" r:id="rId30"/>
    <p:sldLayoutId id="2147483755" r:id="rId31"/>
    <p:sldLayoutId id="2147483756" r:id="rId32"/>
    <p:sldLayoutId id="2147483757" r:id="rId33"/>
    <p:sldLayoutId id="2147483758" r:id="rId34"/>
    <p:sldLayoutId id="2147483759" r:id="rId35"/>
    <p:sldLayoutId id="2147483760" r:id="rId36"/>
    <p:sldLayoutId id="2147483761" r:id="rId37"/>
    <p:sldLayoutId id="2147483762" r:id="rId38"/>
    <p:sldLayoutId id="2147483763" r:id="rId39"/>
    <p:sldLayoutId id="2147483764" r:id="rId40"/>
    <p:sldLayoutId id="2147483765" r:id="rId41"/>
    <p:sldLayoutId id="2147483766" r:id="rId42"/>
    <p:sldLayoutId id="2147483767" r:id="rId43"/>
    <p:sldLayoutId id="2147483768" r:id="rId44"/>
    <p:sldLayoutId id="2147483769" r:id="rId45"/>
    <p:sldLayoutId id="2147483770" r:id="rId46"/>
    <p:sldLayoutId id="2147483771" r:id="rId47"/>
    <p:sldLayoutId id="2147483772" r:id="rId48"/>
    <p:sldLayoutId id="2147483773" r:id="rId49"/>
    <p:sldLayoutId id="2147483774" r:id="rId50"/>
    <p:sldLayoutId id="2147483775" r:id="rId51"/>
    <p:sldLayoutId id="2147483776" r:id="rId52"/>
    <p:sldLayoutId id="2147483777" r:id="rId53"/>
    <p:sldLayoutId id="2147483778" r:id="rId54"/>
    <p:sldLayoutId id="2147483779" r:id="rId55"/>
    <p:sldLayoutId id="2147483780" r:id="rId56"/>
    <p:sldLayoutId id="2147483781" r:id="rId57"/>
    <p:sldLayoutId id="2147483782" r:id="rId58"/>
    <p:sldLayoutId id="2147483783" r:id="rId59"/>
    <p:sldLayoutId id="2147483784" r:id="rId60"/>
    <p:sldLayoutId id="2147483785" r:id="rId61"/>
    <p:sldLayoutId id="2147483786" r:id="rId62"/>
    <p:sldLayoutId id="2147483787" r:id="rId63"/>
    <p:sldLayoutId id="2147483788" r:id="rId64"/>
    <p:sldLayoutId id="2147483789" r:id="rId65"/>
    <p:sldLayoutId id="2147483790" r:id="rId66"/>
    <p:sldLayoutId id="2147483791" r:id="rId67"/>
    <p:sldLayoutId id="2147483792" r:id="rId68"/>
    <p:sldLayoutId id="2147483793" r:id="rId69"/>
    <p:sldLayoutId id="2147483794" r:id="rId70"/>
    <p:sldLayoutId id="2147483795" r:id="rId71"/>
    <p:sldLayoutId id="2147483796" r:id="rId72"/>
    <p:sldLayoutId id="2147483797" r:id="rId73"/>
    <p:sldLayoutId id="2147483798" r:id="rId74"/>
    <p:sldLayoutId id="2147483799" r:id="rId75"/>
    <p:sldLayoutId id="2147483800" r:id="rId76"/>
    <p:sldLayoutId id="2147483801" r:id="rId77"/>
    <p:sldLayoutId id="2147483802" r:id="rId78"/>
    <p:sldLayoutId id="2147483803" r:id="rId79"/>
    <p:sldLayoutId id="2147483804" r:id="rId80"/>
    <p:sldLayoutId id="2147483805" r:id="rId81"/>
    <p:sldLayoutId id="2147483806" r:id="rId82"/>
    <p:sldLayoutId id="2147483807" r:id="rId83"/>
    <p:sldLayoutId id="2147483808" r:id="rId84"/>
    <p:sldLayoutId id="2147483809" r:id="rId85"/>
    <p:sldLayoutId id="2147483810" r:id="rId86"/>
    <p:sldLayoutId id="2147483811" r:id="rId87"/>
    <p:sldLayoutId id="2147483812" r:id="rId88"/>
    <p:sldLayoutId id="2147483813" r:id="rId89"/>
    <p:sldLayoutId id="2147483814" r:id="rId90"/>
    <p:sldLayoutId id="2147483815" r:id="rId91"/>
    <p:sldLayoutId id="2147483816" r:id="rId92"/>
    <p:sldLayoutId id="2147483817" r:id="rId93"/>
    <p:sldLayoutId id="2147483818" r:id="rId94"/>
    <p:sldLayoutId id="2147483819" r:id="rId95"/>
    <p:sldLayoutId id="2147483820" r:id="rId96"/>
    <p:sldLayoutId id="2147483821" r:id="rId9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orient="horz" pos="288">
          <p15:clr>
            <a:srgbClr val="E46962"/>
          </p15:clr>
        </p15:guide>
        <p15:guide id="3" pos="5472">
          <p15:clr>
            <a:srgbClr val="E46962"/>
          </p15:clr>
        </p15:guide>
        <p15:guide id="4" orient="horz" pos="3312">
          <p15:clr>
            <a:srgbClr val="E46962"/>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774" name="Shape 774"/>
        <p:cNvGrpSpPr/>
        <p:nvPr/>
      </p:nvGrpSpPr>
      <p:grpSpPr>
        <a:xfrm>
          <a:off x="0" y="0"/>
          <a:ext cx="0" cy="0"/>
          <a:chOff x="0" y="0"/>
          <a:chExt cx="0" cy="0"/>
        </a:xfrm>
      </p:grpSpPr>
      <p:sp>
        <p:nvSpPr>
          <p:cNvPr id="775" name="Google Shape;775;p177"/>
          <p:cNvSpPr txBox="1"/>
          <p:nvPr>
            <p:ph type="title"/>
          </p:nvPr>
        </p:nvSpPr>
        <p:spPr>
          <a:xfrm>
            <a:off x="457200" y="457197"/>
            <a:ext cx="8229600" cy="636300"/>
          </a:xfrm>
          <a:prstGeom prst="rect">
            <a:avLst/>
          </a:prstGeom>
          <a:noFill/>
          <a:ln>
            <a:noFill/>
          </a:ln>
        </p:spPr>
        <p:txBody>
          <a:bodyPr anchorCtr="0" anchor="ctr" bIns="0" lIns="0" spcFirstLastPara="1" rIns="0" wrap="square" tIns="0">
            <a:spAutoFit/>
          </a:bodyPr>
          <a:lstStyle>
            <a:lvl1pPr lvl="0">
              <a:lnSpc>
                <a:spcPct val="80000"/>
              </a:lnSpc>
              <a:spcBef>
                <a:spcPts val="0"/>
              </a:spcBef>
              <a:spcAft>
                <a:spcPts val="0"/>
              </a:spcAft>
              <a:buClr>
                <a:schemeClr val="dk1"/>
              </a:buClr>
              <a:buSzPts val="3000"/>
              <a:buFont typeface="Poppins Medium"/>
              <a:buNone/>
              <a:defRPr sz="3000">
                <a:solidFill>
                  <a:schemeClr val="dk1"/>
                </a:solidFill>
                <a:latin typeface="Poppins Medium"/>
                <a:ea typeface="Poppins Medium"/>
                <a:cs typeface="Poppins Medium"/>
                <a:sym typeface="Poppins Medium"/>
              </a:defRPr>
            </a:lvl1pPr>
            <a:lvl2pPr lvl="1">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2pPr>
            <a:lvl3pPr lvl="2">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3pPr>
            <a:lvl4pPr lvl="3">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4pPr>
            <a:lvl5pPr lvl="4">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5pPr>
            <a:lvl6pPr lvl="5">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6pPr>
            <a:lvl7pPr lvl="6">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7pPr>
            <a:lvl8pPr lvl="7">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8pPr>
            <a:lvl9pPr lvl="8">
              <a:spcBef>
                <a:spcPts val="0"/>
              </a:spcBef>
              <a:spcAft>
                <a:spcPts val="0"/>
              </a:spcAft>
              <a:buClr>
                <a:schemeClr val="dk1"/>
              </a:buClr>
              <a:buSzPts val="3600"/>
              <a:buFont typeface="Poppins Medium"/>
              <a:buNone/>
              <a:defRPr sz="3600">
                <a:solidFill>
                  <a:schemeClr val="dk1"/>
                </a:solidFill>
                <a:latin typeface="Poppins Medium"/>
                <a:ea typeface="Poppins Medium"/>
                <a:cs typeface="Poppins Medium"/>
                <a:sym typeface="Poppins Medium"/>
              </a:defRPr>
            </a:lvl9pPr>
          </a:lstStyle>
          <a:p/>
        </p:txBody>
      </p:sp>
      <p:sp>
        <p:nvSpPr>
          <p:cNvPr id="776" name="Google Shape;776;p177"/>
          <p:cNvSpPr txBox="1"/>
          <p:nvPr>
            <p:ph idx="1" type="body"/>
          </p:nvPr>
        </p:nvSpPr>
        <p:spPr>
          <a:xfrm>
            <a:off x="457200" y="1524425"/>
            <a:ext cx="8229600" cy="3733500"/>
          </a:xfrm>
          <a:prstGeom prst="rect">
            <a:avLst/>
          </a:prstGeom>
          <a:noFill/>
          <a:ln>
            <a:noFill/>
          </a:ln>
        </p:spPr>
        <p:txBody>
          <a:bodyPr anchorCtr="0" anchor="t" bIns="0" lIns="0" spcFirstLastPara="1" rIns="0" wrap="square" tIns="0">
            <a:spAutoFit/>
          </a:bodyPr>
          <a:lstStyle>
            <a:lvl1pPr indent="-317500" lvl="0" marL="457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1pPr>
            <a:lvl2pPr indent="-317500" lvl="1" marL="914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accent1"/>
              </a:buClr>
              <a:buSzPts val="1400"/>
              <a:buFont typeface="Lato"/>
              <a:buChar char="■"/>
              <a:defRPr>
                <a:solidFill>
                  <a:schemeClr val="dk2"/>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3822" r:id="rId1"/>
    <p:sldLayoutId id="2147483823" r:id="rId2"/>
    <p:sldLayoutId id="2147483824" r:id="rId3"/>
    <p:sldLayoutId id="2147483825" r:id="rId4"/>
    <p:sldLayoutId id="2147483826" r:id="rId5"/>
    <p:sldLayoutId id="2147483827" r:id="rId6"/>
    <p:sldLayoutId id="2147483828" r:id="rId7"/>
    <p:sldLayoutId id="2147483829" r:id="rId8"/>
    <p:sldLayoutId id="2147483830" r:id="rId9"/>
    <p:sldLayoutId id="2147483831" r:id="rId10"/>
    <p:sldLayoutId id="2147483832" r:id="rId11"/>
    <p:sldLayoutId id="2147483833" r:id="rId12"/>
    <p:sldLayoutId id="2147483834" r:id="rId13"/>
    <p:sldLayoutId id="2147483835" r:id="rId14"/>
    <p:sldLayoutId id="2147483836" r:id="rId15"/>
    <p:sldLayoutId id="2147483837" r:id="rId16"/>
    <p:sldLayoutId id="2147483838" r:id="rId17"/>
    <p:sldLayoutId id="2147483839" r:id="rId18"/>
    <p:sldLayoutId id="2147483840" r:id="rId19"/>
    <p:sldLayoutId id="2147483841" r:id="rId20"/>
    <p:sldLayoutId id="2147483842" r:id="rId21"/>
    <p:sldLayoutId id="2147483843" r:id="rId22"/>
    <p:sldLayoutId id="2147483844" r:id="rId23"/>
    <p:sldLayoutId id="2147483845" r:id="rId24"/>
    <p:sldLayoutId id="2147483846" r:id="rId25"/>
    <p:sldLayoutId id="2147483847" r:id="rId26"/>
    <p:sldLayoutId id="2147483848" r:id="rId27"/>
    <p:sldLayoutId id="2147483849" r:id="rId28"/>
    <p:sldLayoutId id="2147483850" r:id="rId29"/>
    <p:sldLayoutId id="2147483851" r:id="rId30"/>
    <p:sldLayoutId id="2147483852" r:id="rId31"/>
    <p:sldLayoutId id="2147483853" r:id="rId32"/>
    <p:sldLayoutId id="2147483854" r:id="rId33"/>
    <p:sldLayoutId id="2147483855" r:id="rId34"/>
    <p:sldLayoutId id="2147483856" r:id="rId35"/>
    <p:sldLayoutId id="2147483857" r:id="rId36"/>
    <p:sldLayoutId id="2147483858" r:id="rId37"/>
    <p:sldLayoutId id="2147483859" r:id="rId38"/>
    <p:sldLayoutId id="2147483860" r:id="rId39"/>
    <p:sldLayoutId id="2147483861" r:id="rId40"/>
    <p:sldLayoutId id="2147483862" r:id="rId41"/>
    <p:sldLayoutId id="2147483863" r:id="rId42"/>
    <p:sldLayoutId id="2147483864" r:id="rId43"/>
    <p:sldLayoutId id="2147483865" r:id="rId44"/>
    <p:sldLayoutId id="2147483866" r:id="rId45"/>
    <p:sldLayoutId id="2147483867" r:id="rId46"/>
    <p:sldLayoutId id="2147483868" r:id="rId47"/>
    <p:sldLayoutId id="2147483869" r:id="rId48"/>
    <p:sldLayoutId id="2147483870" r:id="rId49"/>
    <p:sldLayoutId id="2147483871" r:id="rId50"/>
    <p:sldLayoutId id="2147483872" r:id="rId51"/>
    <p:sldLayoutId id="2147483873" r:id="rId52"/>
    <p:sldLayoutId id="2147483874" r:id="rId53"/>
    <p:sldLayoutId id="2147483875" r:id="rId54"/>
    <p:sldLayoutId id="2147483876" r:id="rId55"/>
    <p:sldLayoutId id="2147483877" r:id="rId56"/>
    <p:sldLayoutId id="2147483878" r:id="rId57"/>
    <p:sldLayoutId id="2147483879" r:id="rId58"/>
    <p:sldLayoutId id="2147483880" r:id="rId59"/>
    <p:sldLayoutId id="2147483881" r:id="rId60"/>
    <p:sldLayoutId id="2147483882" r:id="rId61"/>
    <p:sldLayoutId id="2147483883" r:id="rId62"/>
    <p:sldLayoutId id="2147483884" r:id="rId63"/>
    <p:sldLayoutId id="2147483885" r:id="rId64"/>
    <p:sldLayoutId id="2147483886" r:id="rId65"/>
    <p:sldLayoutId id="2147483887" r:id="rId66"/>
    <p:sldLayoutId id="2147483888" r:id="rId67"/>
    <p:sldLayoutId id="2147483889" r:id="rId68"/>
    <p:sldLayoutId id="2147483890" r:id="rId69"/>
    <p:sldLayoutId id="2147483891" r:id="rId70"/>
    <p:sldLayoutId id="2147483892" r:id="rId71"/>
    <p:sldLayoutId id="2147483893" r:id="rId72"/>
    <p:sldLayoutId id="2147483894" r:id="rId73"/>
    <p:sldLayoutId id="2147483895" r:id="rId74"/>
    <p:sldLayoutId id="2147483896" r:id="rId75"/>
    <p:sldLayoutId id="2147483897" r:id="rId76"/>
    <p:sldLayoutId id="2147483898" r:id="rId77"/>
    <p:sldLayoutId id="2147483899" r:id="rId78"/>
    <p:sldLayoutId id="2147483900" r:id="rId79"/>
    <p:sldLayoutId id="2147483901" r:id="rId80"/>
    <p:sldLayoutId id="2147483902" r:id="rId81"/>
    <p:sldLayoutId id="2147483903" r:id="rId82"/>
    <p:sldLayoutId id="2147483904" r:id="rId83"/>
    <p:sldLayoutId id="2147483905" r:id="rId84"/>
    <p:sldLayoutId id="2147483906" r:id="rId85"/>
    <p:sldLayoutId id="2147483907" r:id="rId86"/>
    <p:sldLayoutId id="2147483908" r:id="rId87"/>
    <p:sldLayoutId id="2147483909" r:id="rId88"/>
    <p:sldLayoutId id="2147483910" r:id="rId89"/>
    <p:sldLayoutId id="2147483911" r:id="rId90"/>
    <p:sldLayoutId id="2147483912" r:id="rId91"/>
    <p:sldLayoutId id="2147483913" r:id="rId92"/>
    <p:sldLayoutId id="2147483914" r:id="rId93"/>
    <p:sldLayoutId id="2147483915" r:id="rId94"/>
    <p:sldLayoutId id="2147483916" r:id="rId9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orient="horz" pos="288">
          <p15:clr>
            <a:srgbClr val="E46962"/>
          </p15:clr>
        </p15:guide>
        <p15:guide id="3" pos="5472">
          <p15:clr>
            <a:srgbClr val="E46962"/>
          </p15:clr>
        </p15:guide>
        <p15:guide id="4" orient="horz" pos="3312">
          <p15:clr>
            <a:srgbClr val="E46962"/>
          </p15:clr>
        </p15:guide>
      </p15:sldGuideLst>
    </p:ext>
  </p:extLst>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917" r:id="rId1"/>
    <p:sldLayoutId id="2147483918" r:id="rId2"/>
    <p:sldLayoutId id="2147483919" r:id="rId3"/>
    <p:sldLayoutId id="2147483920" r:id="rId4"/>
    <p:sldLayoutId id="2147483921" r:id="rId5"/>
    <p:sldLayoutId id="2147483922" r:id="rId6"/>
    <p:sldLayoutId id="2147483923" r:id="rId7"/>
    <p:sldLayoutId id="2147483924" r:id="rId8"/>
    <p:sldLayoutId id="2147483925" r:id="rId9"/>
    <p:sldLayoutId id="2147483926" r:id="rId10"/>
    <p:sldLayoutId id="2147483927" r:id="rId11"/>
    <p:sldLayoutId id="2147483928" r:id="rId12"/>
    <p:sldLayoutId id="2147483929" r:id="rId13"/>
    <p:sldLayoutId id="2147483930" r:id="rId14"/>
    <p:sldLayoutId id="2147483931" r:id="rId15"/>
    <p:sldLayoutId id="2147483932" r:id="rId16"/>
    <p:sldLayoutId id="2147483933" r:id="rId17"/>
    <p:sldLayoutId id="2147483934" r:id="rId18"/>
    <p:sldLayoutId id="2147483935" r:id="rId19"/>
    <p:sldLayoutId id="2147483936" r:id="rId20"/>
    <p:sldLayoutId id="2147483937"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comments" Target="../comments/commen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6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4.xml"/><Relationship Id="rId3" Type="http://schemas.openxmlformats.org/officeDocument/2006/relationships/comments" Target="../comments/commen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71.xml"/><Relationship Id="rId2" Type="http://schemas.openxmlformats.org/officeDocument/2006/relationships/notesSlide" Target="../notesSlides/notesSlide6.xml"/><Relationship Id="rId3" Type="http://schemas.openxmlformats.org/officeDocument/2006/relationships/image" Target="../media/image6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7.xml"/><Relationship Id="rId2" Type="http://schemas.openxmlformats.org/officeDocument/2006/relationships/notesSlide" Target="../notesSlides/notesSlide7.xml"/><Relationship Id="rId3" Type="http://schemas.openxmlformats.org/officeDocument/2006/relationships/comments" Target="../comments/comment3.xml"/><Relationship Id="rId4" Type="http://schemas.openxmlformats.org/officeDocument/2006/relationships/image" Target="../media/image6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8.xml"/><Relationship Id="rId3" Type="http://schemas.openxmlformats.org/officeDocument/2006/relationships/comments" Target="../comments/comment4.xml"/><Relationship Id="rId4" Type="http://schemas.openxmlformats.org/officeDocument/2006/relationships/image" Target="../media/image6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9.xml"/><Relationship Id="rId3" Type="http://schemas.openxmlformats.org/officeDocument/2006/relationships/comments" Target="../comments/comment5.xml"/><Relationship Id="rId4" Type="http://schemas.openxmlformats.org/officeDocument/2006/relationships/image" Target="../media/image6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7.xml"/><Relationship Id="rId2" Type="http://schemas.openxmlformats.org/officeDocument/2006/relationships/notesSlide" Target="../notesSlides/notesSlide10.xml"/><Relationship Id="rId3" Type="http://schemas.openxmlformats.org/officeDocument/2006/relationships/image" Target="../media/image128.png"/><Relationship Id="rId4" Type="http://schemas.openxmlformats.org/officeDocument/2006/relationships/image" Target="../media/image67.png"/><Relationship Id="rId5" Type="http://schemas.openxmlformats.org/officeDocument/2006/relationships/image" Target="../media/image78.png"/><Relationship Id="rId6" Type="http://schemas.openxmlformats.org/officeDocument/2006/relationships/image" Target="../media/image72.png"/><Relationship Id="rId7" Type="http://schemas.openxmlformats.org/officeDocument/2006/relationships/image" Target="../media/image70.png"/><Relationship Id="rId8" Type="http://schemas.openxmlformats.org/officeDocument/2006/relationships/image" Target="../media/image7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notesSlide" Target="../notesSlides/notesSlide11.xml"/><Relationship Id="rId3" Type="http://schemas.openxmlformats.org/officeDocument/2006/relationships/comments" Target="../comments/comment6.xml"/><Relationship Id="rId4" Type="http://schemas.openxmlformats.org/officeDocument/2006/relationships/image" Target="../media/image7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78.xml"/><Relationship Id="rId2" Type="http://schemas.openxmlformats.org/officeDocument/2006/relationships/notesSlide" Target="../notesSlides/notesSlide13.xml"/><Relationship Id="rId3" Type="http://schemas.openxmlformats.org/officeDocument/2006/relationships/comments" Target="../comments/comment7.xml"/><Relationship Id="rId4" Type="http://schemas.openxmlformats.org/officeDocument/2006/relationships/image" Target="../media/image7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79.xml"/><Relationship Id="rId2" Type="http://schemas.openxmlformats.org/officeDocument/2006/relationships/notesSlide" Target="../notesSlides/notesSlide14.xml"/><Relationship Id="rId3" Type="http://schemas.openxmlformats.org/officeDocument/2006/relationships/image" Target="../media/image7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80.xml"/><Relationship Id="rId2" Type="http://schemas.openxmlformats.org/officeDocument/2006/relationships/notesSlide" Target="../notesSlides/notesSlide15.xml"/><Relationship Id="rId3" Type="http://schemas.openxmlformats.org/officeDocument/2006/relationships/image" Target="../media/image8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82.xml"/><Relationship Id="rId2" Type="http://schemas.openxmlformats.org/officeDocument/2006/relationships/notesSlide" Target="../notesSlides/notesSlide16.xml"/><Relationship Id="rId3" Type="http://schemas.openxmlformats.org/officeDocument/2006/relationships/image" Target="../media/image7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83.xml"/><Relationship Id="rId2" Type="http://schemas.openxmlformats.org/officeDocument/2006/relationships/notesSlide" Target="../notesSlides/notesSlide17.xml"/><Relationship Id="rId3" Type="http://schemas.openxmlformats.org/officeDocument/2006/relationships/image" Target="../media/image77.png"/><Relationship Id="rId4" Type="http://schemas.openxmlformats.org/officeDocument/2006/relationships/image" Target="../media/image80.png"/><Relationship Id="rId5" Type="http://schemas.openxmlformats.org/officeDocument/2006/relationships/image" Target="../media/image82.png"/><Relationship Id="rId6" Type="http://schemas.openxmlformats.org/officeDocument/2006/relationships/image" Target="../media/image87.png"/><Relationship Id="rId7" Type="http://schemas.openxmlformats.org/officeDocument/2006/relationships/image" Target="../media/image8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8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85.xml"/><Relationship Id="rId2" Type="http://schemas.openxmlformats.org/officeDocument/2006/relationships/notesSlide" Target="../notesSlides/notesSlide19.xml"/><Relationship Id="rId3" Type="http://schemas.openxmlformats.org/officeDocument/2006/relationships/image" Target="../media/image1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86.xml"/><Relationship Id="rId2" Type="http://schemas.openxmlformats.org/officeDocument/2006/relationships/notesSlide" Target="../notesSlides/notesSlide20.xml"/><Relationship Id="rId3" Type="http://schemas.openxmlformats.org/officeDocument/2006/relationships/image" Target="../media/image84.png"/><Relationship Id="rId4" Type="http://schemas.openxmlformats.org/officeDocument/2006/relationships/image" Target="../media/image86.png"/><Relationship Id="rId5" Type="http://schemas.openxmlformats.org/officeDocument/2006/relationships/image" Target="../media/image9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8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88.xml"/><Relationship Id="rId2" Type="http://schemas.openxmlformats.org/officeDocument/2006/relationships/notesSlide" Target="../notesSlides/notesSlide22.xml"/><Relationship Id="rId3" Type="http://schemas.openxmlformats.org/officeDocument/2006/relationships/image" Target="../media/image8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89.xml"/><Relationship Id="rId2" Type="http://schemas.openxmlformats.org/officeDocument/2006/relationships/notesSlide" Target="../notesSlides/notesSlide23.xml"/><Relationship Id="rId3" Type="http://schemas.openxmlformats.org/officeDocument/2006/relationships/image" Target="../media/image88.png"/><Relationship Id="rId4" Type="http://schemas.openxmlformats.org/officeDocument/2006/relationships/image" Target="../media/image94.png"/><Relationship Id="rId5" Type="http://schemas.openxmlformats.org/officeDocument/2006/relationships/image" Target="../media/image9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6.xml"/><Relationship Id="rId3" Type="http://schemas.openxmlformats.org/officeDocument/2006/relationships/image" Target="../media/image144.png"/><Relationship Id="rId4" Type="http://schemas.openxmlformats.org/officeDocument/2006/relationships/image" Target="../media/image6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4.xml"/><Relationship Id="rId2" Type="http://schemas.openxmlformats.org/officeDocument/2006/relationships/notesSlide" Target="../notesSlides/notesSlide27.xml"/><Relationship Id="rId3" Type="http://schemas.openxmlformats.org/officeDocument/2006/relationships/comments" Target="../comments/comment8.xml"/><Relationship Id="rId4" Type="http://schemas.openxmlformats.org/officeDocument/2006/relationships/image" Target="../media/image147.gi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28.xml"/><Relationship Id="rId3" Type="http://schemas.openxmlformats.org/officeDocument/2006/relationships/image" Target="../media/image61.png"/><Relationship Id="rId4" Type="http://schemas.openxmlformats.org/officeDocument/2006/relationships/image" Target="../media/image9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6.xml"/><Relationship Id="rId2" Type="http://schemas.openxmlformats.org/officeDocument/2006/relationships/notesSlide" Target="../notesSlides/notesSlide30.xml"/><Relationship Id="rId3" Type="http://schemas.openxmlformats.org/officeDocument/2006/relationships/comments" Target="../comments/commen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8.xml"/><Relationship Id="rId2" Type="http://schemas.openxmlformats.org/officeDocument/2006/relationships/notesSlide" Target="../notesSlides/notesSlide32.xml"/><Relationship Id="rId3" Type="http://schemas.openxmlformats.org/officeDocument/2006/relationships/hyperlink" Target="https://lovable.dev" TargetMode="External"/><Relationship Id="rId4" Type="http://schemas.openxmlformats.org/officeDocument/2006/relationships/image" Target="../media/image148.gi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4.xml"/><Relationship Id="rId2" Type="http://schemas.openxmlformats.org/officeDocument/2006/relationships/notesSlide" Target="../notesSlides/notesSlide33.xml"/><Relationship Id="rId3" Type="http://schemas.openxmlformats.org/officeDocument/2006/relationships/image" Target="../media/image147.gi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4.xml"/><Relationship Id="rId3" Type="http://schemas.openxmlformats.org/officeDocument/2006/relationships/image" Target="../media/image61.png"/><Relationship Id="rId4" Type="http://schemas.openxmlformats.org/officeDocument/2006/relationships/image" Target="../media/image9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98.jpg"/><Relationship Id="rId4" Type="http://schemas.openxmlformats.org/officeDocument/2006/relationships/image" Target="../media/image101.jpg"/><Relationship Id="rId5" Type="http://schemas.openxmlformats.org/officeDocument/2006/relationships/image" Target="../media/image104.jpg"/><Relationship Id="rId6" Type="http://schemas.openxmlformats.org/officeDocument/2006/relationships/image" Target="../media/image105.jpg"/><Relationship Id="rId7" Type="http://schemas.openxmlformats.org/officeDocument/2006/relationships/image" Target="../media/image102.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9.xml"/><Relationship Id="rId3" Type="http://schemas.openxmlformats.org/officeDocument/2006/relationships/image" Target="../media/image11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hyperlink" Target="https://docs.google.com/spreadsheets/d/1QqsAxGSHp5CCQebhjf8_NnR2t1acQwEfdxuJqAvwOAQ/template/preview" TargetMode="External"/><Relationship Id="rId4" Type="http://schemas.openxmlformats.org/officeDocument/2006/relationships/image" Target="../media/image146.png"/><Relationship Id="rId5" Type="http://schemas.openxmlformats.org/officeDocument/2006/relationships/image" Target="../media/image12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 Id="rId3" Type="http://schemas.openxmlformats.org/officeDocument/2006/relationships/comments" Target="../comments/comment1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4.xml"/><Relationship Id="rId3" Type="http://schemas.openxmlformats.org/officeDocument/2006/relationships/image" Target="../media/image111.png"/><Relationship Id="rId4" Type="http://schemas.openxmlformats.org/officeDocument/2006/relationships/image" Target="../media/image109.png"/><Relationship Id="rId5" Type="http://schemas.openxmlformats.org/officeDocument/2006/relationships/image" Target="../media/image108.png"/><Relationship Id="rId6" Type="http://schemas.openxmlformats.org/officeDocument/2006/relationships/image" Target="../media/image112.png"/><Relationship Id="rId7" Type="http://schemas.openxmlformats.org/officeDocument/2006/relationships/image" Target="../media/image122.png"/><Relationship Id="rId8" Type="http://schemas.openxmlformats.org/officeDocument/2006/relationships/image" Target="../media/image11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45.xml"/><Relationship Id="rId3" Type="http://schemas.openxmlformats.org/officeDocument/2006/relationships/image" Target="../media/image115.png"/><Relationship Id="rId4" Type="http://schemas.openxmlformats.org/officeDocument/2006/relationships/image" Target="../media/image119.png"/><Relationship Id="rId5" Type="http://schemas.openxmlformats.org/officeDocument/2006/relationships/image" Target="../media/image117.png"/><Relationship Id="rId6" Type="http://schemas.openxmlformats.org/officeDocument/2006/relationships/image" Target="../media/image12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 Id="rId3" Type="http://schemas.openxmlformats.org/officeDocument/2006/relationships/image" Target="../media/image132.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7.xml"/><Relationship Id="rId3" Type="http://schemas.openxmlformats.org/officeDocument/2006/relationships/image" Target="../media/image14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notesSlide" Target="../notesSlides/notesSlide48.xml"/><Relationship Id="rId3" Type="http://schemas.openxmlformats.org/officeDocument/2006/relationships/image" Target="../media/image67.png"/></Relationships>
</file>

<file path=ppt/slides/_rels/slide49.xml.rels><?xml version="1.0" encoding="UTF-8" standalone="yes"?><Relationships xmlns="http://schemas.openxmlformats.org/package/2006/relationships"><Relationship Id="rId11" Type="http://schemas.openxmlformats.org/officeDocument/2006/relationships/image" Target="../media/image131.png"/><Relationship Id="rId10" Type="http://schemas.openxmlformats.org/officeDocument/2006/relationships/image" Target="../media/image137.jpg"/><Relationship Id="rId13" Type="http://schemas.openxmlformats.org/officeDocument/2006/relationships/image" Target="../media/image134.jpg"/><Relationship Id="rId12" Type="http://schemas.openxmlformats.org/officeDocument/2006/relationships/image" Target="../media/image135.png"/><Relationship Id="rId15" Type="http://schemas.openxmlformats.org/officeDocument/2006/relationships/image" Target="../media/image141.png"/><Relationship Id="rId14" Type="http://schemas.openxmlformats.org/officeDocument/2006/relationships/image" Target="../media/image136.jpg"/><Relationship Id="rId17" Type="http://schemas.openxmlformats.org/officeDocument/2006/relationships/image" Target="../media/image139.png"/><Relationship Id="rId16" Type="http://schemas.openxmlformats.org/officeDocument/2006/relationships/image" Target="../media/image142.png"/><Relationship Id="rId1" Type="http://schemas.openxmlformats.org/officeDocument/2006/relationships/slideLayout" Target="../slideLayouts/slideLayout22.xml"/><Relationship Id="rId2" Type="http://schemas.openxmlformats.org/officeDocument/2006/relationships/notesSlide" Target="../notesSlides/notesSlide49.xml"/><Relationship Id="rId3" Type="http://schemas.openxmlformats.org/officeDocument/2006/relationships/image" Target="../media/image116.png"/><Relationship Id="rId4" Type="http://schemas.openxmlformats.org/officeDocument/2006/relationships/image" Target="../media/image133.png"/><Relationship Id="rId9" Type="http://schemas.openxmlformats.org/officeDocument/2006/relationships/image" Target="../media/image126.jpg"/><Relationship Id="rId5" Type="http://schemas.openxmlformats.org/officeDocument/2006/relationships/image" Target="../media/image120.jpg"/><Relationship Id="rId6" Type="http://schemas.openxmlformats.org/officeDocument/2006/relationships/image" Target="../media/image121.jpg"/><Relationship Id="rId7" Type="http://schemas.openxmlformats.org/officeDocument/2006/relationships/image" Target="../media/image129.png"/><Relationship Id="rId8" Type="http://schemas.openxmlformats.org/officeDocument/2006/relationships/image" Target="../media/image1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sp>
        <p:nvSpPr>
          <p:cNvPr id="1258" name="Google Shape;1258;p295"/>
          <p:cNvSpPr txBox="1"/>
          <p:nvPr>
            <p:ph type="title"/>
          </p:nvPr>
        </p:nvSpPr>
        <p:spPr>
          <a:xfrm>
            <a:off x="457200" y="3038000"/>
            <a:ext cx="6862800" cy="1734900"/>
          </a:xfrm>
          <a:prstGeom prst="rect">
            <a:avLst/>
          </a:prstGeom>
        </p:spPr>
        <p:txBody>
          <a:bodyPr anchorCtr="0" anchor="b" bIns="0" lIns="0" spcFirstLastPara="1" rIns="0" wrap="square" tIns="0">
            <a:noAutofit/>
          </a:bodyPr>
          <a:lstStyle/>
          <a:p>
            <a:pPr indent="0" lvl="0" marL="0" rtl="0" algn="l">
              <a:lnSpc>
                <a:spcPct val="100000"/>
              </a:lnSpc>
              <a:spcBef>
                <a:spcPts val="0"/>
              </a:spcBef>
              <a:spcAft>
                <a:spcPts val="0"/>
              </a:spcAft>
              <a:buNone/>
            </a:pPr>
            <a:r>
              <a:rPr lang="en" sz="6000"/>
              <a:t>The Validation Lens</a:t>
            </a:r>
            <a:endParaRPr sz="6000"/>
          </a:p>
        </p:txBody>
      </p:sp>
      <p:sp>
        <p:nvSpPr>
          <p:cNvPr id="1259" name="Google Shape;1259;p295"/>
          <p:cNvSpPr txBox="1"/>
          <p:nvPr>
            <p:ph idx="1" type="subTitle"/>
          </p:nvPr>
        </p:nvSpPr>
        <p:spPr>
          <a:xfrm>
            <a:off x="457200" y="4823700"/>
            <a:ext cx="6862800" cy="4341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Module 2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263" name="Shape 1263"/>
        <p:cNvGrpSpPr/>
        <p:nvPr/>
      </p:nvGrpSpPr>
      <p:grpSpPr>
        <a:xfrm>
          <a:off x="0" y="0"/>
          <a:ext cx="0" cy="0"/>
          <a:chOff x="0" y="0"/>
          <a:chExt cx="0" cy="0"/>
        </a:xfrm>
      </p:grpSpPr>
      <p:sp>
        <p:nvSpPr>
          <p:cNvPr id="1264" name="Google Shape;1264;p296"/>
          <p:cNvSpPr txBox="1"/>
          <p:nvPr>
            <p:ph idx="4294967295" type="title"/>
          </p:nvPr>
        </p:nvSpPr>
        <p:spPr>
          <a:xfrm>
            <a:off x="457200" y="457197"/>
            <a:ext cx="8229600" cy="3693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
                <a:solidFill>
                  <a:schemeClr val="lt1"/>
                </a:solidFill>
              </a:rPr>
              <a:t>Class Expectations</a:t>
            </a:r>
            <a:endParaRPr>
              <a:solidFill>
                <a:schemeClr val="lt1"/>
              </a:solidFill>
            </a:endParaRPr>
          </a:p>
        </p:txBody>
      </p:sp>
      <p:sp>
        <p:nvSpPr>
          <p:cNvPr id="1265" name="Google Shape;1265;p296"/>
          <p:cNvSpPr/>
          <p:nvPr/>
        </p:nvSpPr>
        <p:spPr>
          <a:xfrm>
            <a:off x="457200" y="1226167"/>
            <a:ext cx="2608500" cy="1918200"/>
          </a:xfrm>
          <a:prstGeom prst="roundRect">
            <a:avLst>
              <a:gd fmla="val 11782" name="adj"/>
            </a:avLst>
          </a:prstGeom>
          <a:solidFill>
            <a:srgbClr val="FFFFFF">
              <a:alpha val="8000"/>
            </a:srgbClr>
          </a:solidFill>
          <a:ln>
            <a:noFill/>
          </a:ln>
        </p:spPr>
        <p:txBody>
          <a:bodyPr anchorCtr="0" anchor="t" bIns="68575" lIns="137150" spcFirstLastPara="1" rIns="137150" wrap="square" tIns="182875">
            <a:noAutofit/>
          </a:bodyPr>
          <a:lstStyle/>
          <a:p>
            <a:pPr indent="0" lvl="0" marL="0" rtl="0" algn="l">
              <a:spcBef>
                <a:spcPts val="0"/>
              </a:spcBef>
              <a:spcAft>
                <a:spcPts val="0"/>
              </a:spcAft>
              <a:buNone/>
            </a:pPr>
            <a:r>
              <a:rPr lang="en" sz="1200">
                <a:solidFill>
                  <a:schemeClr val="accent4"/>
                </a:solidFill>
                <a:latin typeface="Poppins SemiBold"/>
                <a:ea typeface="Poppins SemiBold"/>
                <a:cs typeface="Poppins SemiBold"/>
                <a:sym typeface="Poppins SemiBold"/>
              </a:rPr>
              <a:t>Cameras On</a:t>
            </a:r>
            <a:endParaRPr b="1" sz="1200">
              <a:solidFill>
                <a:schemeClr val="accent4"/>
              </a:solidFill>
              <a:latin typeface="Poppins"/>
              <a:ea typeface="Poppins"/>
              <a:cs typeface="Poppins"/>
              <a:sym typeface="Poppins"/>
            </a:endParaRPr>
          </a:p>
          <a:p>
            <a:pPr indent="0" lvl="0" marL="0" rtl="0" algn="l">
              <a:spcBef>
                <a:spcPts val="1000"/>
              </a:spcBef>
              <a:spcAft>
                <a:spcPts val="0"/>
              </a:spcAft>
              <a:buNone/>
            </a:pPr>
            <a:r>
              <a:t/>
            </a:r>
            <a:endParaRPr sz="1200">
              <a:solidFill>
                <a:schemeClr val="lt2"/>
              </a:solidFill>
              <a:latin typeface="Poppins Medium"/>
              <a:ea typeface="Poppins Medium"/>
              <a:cs typeface="Poppins Medium"/>
              <a:sym typeface="Poppins Medium"/>
            </a:endParaRPr>
          </a:p>
          <a:p>
            <a:pPr indent="0" lvl="0" marL="0" marR="0" rtl="0" algn="l">
              <a:lnSpc>
                <a:spcPct val="115000"/>
              </a:lnSpc>
              <a:spcBef>
                <a:spcPts val="1000"/>
              </a:spcBef>
              <a:spcAft>
                <a:spcPts val="800"/>
              </a:spcAft>
              <a:buNone/>
            </a:pPr>
            <a:r>
              <a:rPr lang="en" sz="1200">
                <a:solidFill>
                  <a:schemeClr val="lt2"/>
                </a:solidFill>
                <a:latin typeface="Lato"/>
                <a:ea typeface="Lato"/>
                <a:cs typeface="Lato"/>
                <a:sym typeface="Lato"/>
              </a:rPr>
              <a:t>Be present and visible with your camera on to stay engaged in class.</a:t>
            </a:r>
            <a:endParaRPr sz="1200">
              <a:solidFill>
                <a:schemeClr val="lt2"/>
              </a:solidFill>
              <a:latin typeface="Lato"/>
              <a:ea typeface="Lato"/>
              <a:cs typeface="Lato"/>
              <a:sym typeface="Lato"/>
            </a:endParaRPr>
          </a:p>
        </p:txBody>
      </p:sp>
      <p:sp>
        <p:nvSpPr>
          <p:cNvPr id="1266" name="Google Shape;1266;p296"/>
          <p:cNvSpPr/>
          <p:nvPr/>
        </p:nvSpPr>
        <p:spPr>
          <a:xfrm>
            <a:off x="2475925" y="1339700"/>
            <a:ext cx="424800" cy="426000"/>
          </a:xfrm>
          <a:prstGeom prst="ellipse">
            <a:avLst/>
          </a:prstGeom>
          <a:solidFill>
            <a:srgbClr val="FFFFFF">
              <a:alpha val="16000"/>
            </a:srgbClr>
          </a:solidFill>
          <a:ln>
            <a:noFill/>
          </a:ln>
        </p:spPr>
        <p:txBody>
          <a:bodyPr anchorCtr="0" anchor="ctr" bIns="91425" lIns="91425" spcFirstLastPara="1" rIns="91425" wrap="square" tIns="91425">
            <a:noAutofit/>
          </a:bodyPr>
          <a:lstStyle/>
          <a:p>
            <a:pPr indent="-142875" lvl="0" marL="0" marR="0" rtl="0" algn="ctr">
              <a:spcBef>
                <a:spcPts val="0"/>
              </a:spcBef>
              <a:spcAft>
                <a:spcPts val="0"/>
              </a:spcAft>
              <a:buNone/>
            </a:pPr>
            <a:r>
              <a:rPr lang="en" sz="1800">
                <a:solidFill>
                  <a:schemeClr val="accent1"/>
                </a:solidFill>
                <a:latin typeface="Poppins"/>
                <a:ea typeface="Poppins"/>
                <a:cs typeface="Poppins"/>
                <a:sym typeface="Poppins"/>
              </a:rPr>
              <a:t>📹</a:t>
            </a:r>
            <a:endParaRPr sz="1800">
              <a:solidFill>
                <a:schemeClr val="accent1"/>
              </a:solidFill>
              <a:latin typeface="Poppins"/>
              <a:ea typeface="Poppins"/>
              <a:cs typeface="Poppins"/>
              <a:sym typeface="Poppins"/>
            </a:endParaRPr>
          </a:p>
        </p:txBody>
      </p:sp>
      <p:sp>
        <p:nvSpPr>
          <p:cNvPr id="1267" name="Google Shape;1267;p296"/>
          <p:cNvSpPr/>
          <p:nvPr/>
        </p:nvSpPr>
        <p:spPr>
          <a:xfrm>
            <a:off x="3267766" y="1226167"/>
            <a:ext cx="2608500" cy="1918200"/>
          </a:xfrm>
          <a:prstGeom prst="roundRect">
            <a:avLst>
              <a:gd fmla="val 11782" name="adj"/>
            </a:avLst>
          </a:prstGeom>
          <a:solidFill>
            <a:srgbClr val="FFFFFF">
              <a:alpha val="8000"/>
            </a:srgbClr>
          </a:solidFill>
          <a:ln>
            <a:noFill/>
          </a:ln>
        </p:spPr>
        <p:txBody>
          <a:bodyPr anchorCtr="0" anchor="t" bIns="68575" lIns="137150" spcFirstLastPara="1" rIns="137150" wrap="square" tIns="182875">
            <a:noAutofit/>
          </a:bodyPr>
          <a:lstStyle/>
          <a:p>
            <a:pPr indent="0" lvl="0" marL="0" rtl="0" algn="l">
              <a:spcBef>
                <a:spcPts val="0"/>
              </a:spcBef>
              <a:spcAft>
                <a:spcPts val="0"/>
              </a:spcAft>
              <a:buNone/>
            </a:pPr>
            <a:r>
              <a:rPr lang="en" sz="1200">
                <a:solidFill>
                  <a:schemeClr val="accent4"/>
                </a:solidFill>
                <a:latin typeface="Poppins SemiBold"/>
                <a:ea typeface="Poppins SemiBold"/>
                <a:cs typeface="Poppins SemiBold"/>
                <a:sym typeface="Poppins SemiBold"/>
              </a:rPr>
              <a:t>Arrive On Time</a:t>
            </a:r>
            <a:endParaRPr sz="1200">
              <a:solidFill>
                <a:schemeClr val="lt2"/>
              </a:solidFill>
              <a:latin typeface="Poppins SemiBold"/>
              <a:ea typeface="Poppins SemiBold"/>
              <a:cs typeface="Poppins SemiBold"/>
              <a:sym typeface="Poppins SemiBold"/>
            </a:endParaRPr>
          </a:p>
          <a:p>
            <a:pPr indent="0" lvl="0" marL="0" rtl="0" algn="l">
              <a:spcBef>
                <a:spcPts val="1000"/>
              </a:spcBef>
              <a:spcAft>
                <a:spcPts val="0"/>
              </a:spcAft>
              <a:buNone/>
            </a:pPr>
            <a:r>
              <a:t/>
            </a:r>
            <a:endParaRPr sz="1200">
              <a:solidFill>
                <a:schemeClr val="lt2"/>
              </a:solidFill>
              <a:latin typeface="Poppins Medium"/>
              <a:ea typeface="Poppins Medium"/>
              <a:cs typeface="Poppins Medium"/>
              <a:sym typeface="Poppins Medium"/>
            </a:endParaRPr>
          </a:p>
          <a:p>
            <a:pPr indent="0" lvl="0" marL="0" marR="0" rtl="0" algn="l">
              <a:lnSpc>
                <a:spcPct val="115000"/>
              </a:lnSpc>
              <a:spcBef>
                <a:spcPts val="1000"/>
              </a:spcBef>
              <a:spcAft>
                <a:spcPts val="800"/>
              </a:spcAft>
              <a:buNone/>
            </a:pPr>
            <a:r>
              <a:rPr lang="en" sz="1200">
                <a:solidFill>
                  <a:schemeClr val="lt2"/>
                </a:solidFill>
                <a:latin typeface="Lato"/>
                <a:ea typeface="Lato"/>
                <a:cs typeface="Lato"/>
                <a:sym typeface="Lato"/>
              </a:rPr>
              <a:t>Respect everyone’s time by arriving promptly to sessions.</a:t>
            </a:r>
            <a:endParaRPr sz="1200">
              <a:solidFill>
                <a:schemeClr val="lt2"/>
              </a:solidFill>
              <a:latin typeface="Lato"/>
              <a:ea typeface="Lato"/>
              <a:cs typeface="Lato"/>
              <a:sym typeface="Lato"/>
            </a:endParaRPr>
          </a:p>
        </p:txBody>
      </p:sp>
      <p:sp>
        <p:nvSpPr>
          <p:cNvPr id="1268" name="Google Shape;1268;p296"/>
          <p:cNvSpPr/>
          <p:nvPr/>
        </p:nvSpPr>
        <p:spPr>
          <a:xfrm>
            <a:off x="6078324" y="1226167"/>
            <a:ext cx="2608500" cy="1918200"/>
          </a:xfrm>
          <a:prstGeom prst="roundRect">
            <a:avLst>
              <a:gd fmla="val 11782" name="adj"/>
            </a:avLst>
          </a:prstGeom>
          <a:solidFill>
            <a:srgbClr val="FFFFFF">
              <a:alpha val="8000"/>
            </a:srgbClr>
          </a:solidFill>
          <a:ln>
            <a:noFill/>
          </a:ln>
        </p:spPr>
        <p:txBody>
          <a:bodyPr anchorCtr="0" anchor="t" bIns="68575" lIns="137150" spcFirstLastPara="1" rIns="137150" wrap="square" tIns="182875">
            <a:noAutofit/>
          </a:bodyPr>
          <a:lstStyle/>
          <a:p>
            <a:pPr indent="0" lvl="0" marL="0" rtl="0" algn="l">
              <a:spcBef>
                <a:spcPts val="0"/>
              </a:spcBef>
              <a:spcAft>
                <a:spcPts val="0"/>
              </a:spcAft>
              <a:buNone/>
            </a:pPr>
            <a:r>
              <a:rPr lang="en" sz="1200">
                <a:solidFill>
                  <a:schemeClr val="accent4"/>
                </a:solidFill>
                <a:latin typeface="Poppins SemiBold"/>
                <a:ea typeface="Poppins SemiBold"/>
                <a:cs typeface="Poppins SemiBold"/>
                <a:sym typeface="Poppins SemiBold"/>
              </a:rPr>
              <a:t>Active Engagement</a:t>
            </a:r>
            <a:endParaRPr sz="1200">
              <a:solidFill>
                <a:schemeClr val="lt2"/>
              </a:solidFill>
              <a:latin typeface="Poppins Medium"/>
              <a:ea typeface="Poppins Medium"/>
              <a:cs typeface="Poppins Medium"/>
              <a:sym typeface="Poppins Medium"/>
            </a:endParaRPr>
          </a:p>
          <a:p>
            <a:pPr indent="0" lvl="0" marL="0" rtl="0" algn="l">
              <a:spcBef>
                <a:spcPts val="1000"/>
              </a:spcBef>
              <a:spcAft>
                <a:spcPts val="0"/>
              </a:spcAft>
              <a:buNone/>
            </a:pPr>
            <a:r>
              <a:t/>
            </a:r>
            <a:endParaRPr sz="1200">
              <a:solidFill>
                <a:schemeClr val="lt2"/>
              </a:solidFill>
              <a:latin typeface="Poppins Medium"/>
              <a:ea typeface="Poppins Medium"/>
              <a:cs typeface="Poppins Medium"/>
              <a:sym typeface="Poppins Medium"/>
            </a:endParaRPr>
          </a:p>
          <a:p>
            <a:pPr indent="0" lvl="0" marL="0" marR="0" rtl="0" algn="l">
              <a:lnSpc>
                <a:spcPct val="115000"/>
              </a:lnSpc>
              <a:spcBef>
                <a:spcPts val="1000"/>
              </a:spcBef>
              <a:spcAft>
                <a:spcPts val="800"/>
              </a:spcAft>
              <a:buNone/>
            </a:pPr>
            <a:r>
              <a:rPr lang="en" sz="1200">
                <a:solidFill>
                  <a:schemeClr val="lt2"/>
                </a:solidFill>
                <a:latin typeface="Lato"/>
                <a:ea typeface="Lato"/>
                <a:cs typeface="Lato"/>
                <a:sym typeface="Lato"/>
              </a:rPr>
              <a:t>During exercises and labs, participate actively in all discussions and activities.</a:t>
            </a:r>
            <a:endParaRPr sz="1200">
              <a:solidFill>
                <a:schemeClr val="lt2"/>
              </a:solidFill>
              <a:latin typeface="Lato"/>
              <a:ea typeface="Lato"/>
              <a:cs typeface="Lato"/>
              <a:sym typeface="Lato"/>
            </a:endParaRPr>
          </a:p>
        </p:txBody>
      </p:sp>
      <p:sp>
        <p:nvSpPr>
          <p:cNvPr id="1269" name="Google Shape;1269;p296"/>
          <p:cNvSpPr/>
          <p:nvPr/>
        </p:nvSpPr>
        <p:spPr>
          <a:xfrm>
            <a:off x="457200" y="3288745"/>
            <a:ext cx="2608500" cy="1918200"/>
          </a:xfrm>
          <a:prstGeom prst="roundRect">
            <a:avLst>
              <a:gd fmla="val 11782" name="adj"/>
            </a:avLst>
          </a:prstGeom>
          <a:solidFill>
            <a:srgbClr val="FFFFFF">
              <a:alpha val="8000"/>
            </a:srgbClr>
          </a:solidFill>
          <a:ln>
            <a:noFill/>
          </a:ln>
        </p:spPr>
        <p:txBody>
          <a:bodyPr anchorCtr="0" anchor="t" bIns="68575" lIns="137150" spcFirstLastPara="1" rIns="137150" wrap="square" tIns="182875">
            <a:noAutofit/>
          </a:bodyPr>
          <a:lstStyle/>
          <a:p>
            <a:pPr indent="0" lvl="0" marL="0" rtl="0" algn="l">
              <a:spcBef>
                <a:spcPts val="0"/>
              </a:spcBef>
              <a:spcAft>
                <a:spcPts val="0"/>
              </a:spcAft>
              <a:buNone/>
            </a:pPr>
            <a:r>
              <a:rPr lang="en" sz="1200">
                <a:solidFill>
                  <a:schemeClr val="accent4"/>
                </a:solidFill>
                <a:latin typeface="Poppins SemiBold"/>
                <a:ea typeface="Poppins SemiBold"/>
                <a:cs typeface="Poppins SemiBold"/>
                <a:sym typeface="Poppins SemiBold"/>
              </a:rPr>
              <a:t>Network</a:t>
            </a:r>
            <a:endParaRPr sz="1200">
              <a:solidFill>
                <a:schemeClr val="lt1"/>
              </a:solidFill>
              <a:latin typeface="Poppins Medium"/>
              <a:ea typeface="Poppins Medium"/>
              <a:cs typeface="Poppins Medium"/>
              <a:sym typeface="Poppins Medium"/>
            </a:endParaRPr>
          </a:p>
          <a:p>
            <a:pPr indent="0" lvl="0" marL="0" rtl="0" algn="l">
              <a:spcBef>
                <a:spcPts val="1000"/>
              </a:spcBef>
              <a:spcAft>
                <a:spcPts val="0"/>
              </a:spcAft>
              <a:buNone/>
            </a:pPr>
            <a:r>
              <a:t/>
            </a:r>
            <a:endParaRPr sz="1200">
              <a:solidFill>
                <a:schemeClr val="lt2"/>
              </a:solidFill>
              <a:latin typeface="Poppins Medium"/>
              <a:ea typeface="Poppins Medium"/>
              <a:cs typeface="Poppins Medium"/>
              <a:sym typeface="Poppins Medium"/>
            </a:endParaRPr>
          </a:p>
          <a:p>
            <a:pPr indent="0" lvl="0" marL="0" marR="0" rtl="0" algn="l">
              <a:lnSpc>
                <a:spcPct val="115000"/>
              </a:lnSpc>
              <a:spcBef>
                <a:spcPts val="1000"/>
              </a:spcBef>
              <a:spcAft>
                <a:spcPts val="800"/>
              </a:spcAft>
              <a:buNone/>
            </a:pPr>
            <a:r>
              <a:rPr lang="en" sz="1200">
                <a:solidFill>
                  <a:schemeClr val="lt2"/>
                </a:solidFill>
                <a:latin typeface="Lato"/>
                <a:ea typeface="Lato"/>
                <a:cs typeface="Lato"/>
                <a:sym typeface="Lato"/>
              </a:rPr>
              <a:t>During class, connect with peers and build your learning network.</a:t>
            </a:r>
            <a:endParaRPr sz="1200">
              <a:solidFill>
                <a:schemeClr val="lt2"/>
              </a:solidFill>
              <a:latin typeface="Lato"/>
              <a:ea typeface="Lato"/>
              <a:cs typeface="Lato"/>
              <a:sym typeface="Lato"/>
            </a:endParaRPr>
          </a:p>
        </p:txBody>
      </p:sp>
      <p:sp>
        <p:nvSpPr>
          <p:cNvPr id="1270" name="Google Shape;1270;p296"/>
          <p:cNvSpPr/>
          <p:nvPr/>
        </p:nvSpPr>
        <p:spPr>
          <a:xfrm>
            <a:off x="3267766" y="3288745"/>
            <a:ext cx="2608500" cy="1918200"/>
          </a:xfrm>
          <a:prstGeom prst="roundRect">
            <a:avLst>
              <a:gd fmla="val 11782" name="adj"/>
            </a:avLst>
          </a:prstGeom>
          <a:solidFill>
            <a:srgbClr val="FFFFFF">
              <a:alpha val="8000"/>
            </a:srgbClr>
          </a:solidFill>
          <a:ln>
            <a:noFill/>
          </a:ln>
        </p:spPr>
        <p:txBody>
          <a:bodyPr anchorCtr="0" anchor="t" bIns="68575" lIns="137150" spcFirstLastPara="1" rIns="137150" wrap="square" tIns="182875">
            <a:noAutofit/>
          </a:bodyPr>
          <a:lstStyle/>
          <a:p>
            <a:pPr indent="0" lvl="0" marL="0" rtl="0" algn="l">
              <a:spcBef>
                <a:spcPts val="0"/>
              </a:spcBef>
              <a:spcAft>
                <a:spcPts val="0"/>
              </a:spcAft>
              <a:buNone/>
            </a:pPr>
            <a:r>
              <a:rPr lang="en" sz="1200">
                <a:solidFill>
                  <a:schemeClr val="accent4"/>
                </a:solidFill>
                <a:latin typeface="Poppins SemiBold"/>
                <a:ea typeface="Poppins SemiBold"/>
                <a:cs typeface="Poppins SemiBold"/>
                <a:sym typeface="Poppins SemiBold"/>
              </a:rPr>
              <a:t>Use Slack</a:t>
            </a:r>
            <a:endParaRPr sz="1200">
              <a:solidFill>
                <a:schemeClr val="lt2"/>
              </a:solidFill>
              <a:latin typeface="Poppins Medium"/>
              <a:ea typeface="Poppins Medium"/>
              <a:cs typeface="Poppins Medium"/>
              <a:sym typeface="Poppins Medium"/>
            </a:endParaRPr>
          </a:p>
          <a:p>
            <a:pPr indent="0" lvl="0" marL="0" rtl="0" algn="l">
              <a:spcBef>
                <a:spcPts val="1000"/>
              </a:spcBef>
              <a:spcAft>
                <a:spcPts val="0"/>
              </a:spcAft>
              <a:buNone/>
            </a:pPr>
            <a:r>
              <a:t/>
            </a:r>
            <a:endParaRPr sz="1200">
              <a:solidFill>
                <a:schemeClr val="lt2"/>
              </a:solidFill>
              <a:latin typeface="Poppins Medium"/>
              <a:ea typeface="Poppins Medium"/>
              <a:cs typeface="Poppins Medium"/>
              <a:sym typeface="Poppins Medium"/>
            </a:endParaRPr>
          </a:p>
          <a:p>
            <a:pPr indent="0" lvl="0" marL="0" marR="0" rtl="0" algn="l">
              <a:lnSpc>
                <a:spcPct val="115000"/>
              </a:lnSpc>
              <a:spcBef>
                <a:spcPts val="1000"/>
              </a:spcBef>
              <a:spcAft>
                <a:spcPts val="800"/>
              </a:spcAft>
              <a:buNone/>
            </a:pPr>
            <a:r>
              <a:rPr lang="en" sz="1200">
                <a:solidFill>
                  <a:schemeClr val="lt2"/>
                </a:solidFill>
                <a:latin typeface="Lato"/>
                <a:ea typeface="Lato"/>
                <a:cs typeface="Lato"/>
                <a:sym typeface="Lato"/>
              </a:rPr>
              <a:t>Use Slack for all communication to keep questions and comments organized.</a:t>
            </a:r>
            <a:endParaRPr sz="1200">
              <a:solidFill>
                <a:schemeClr val="lt2"/>
              </a:solidFill>
              <a:latin typeface="Lato"/>
              <a:ea typeface="Lato"/>
              <a:cs typeface="Lato"/>
              <a:sym typeface="Lato"/>
            </a:endParaRPr>
          </a:p>
        </p:txBody>
      </p:sp>
      <p:sp>
        <p:nvSpPr>
          <p:cNvPr id="1271" name="Google Shape;1271;p296"/>
          <p:cNvSpPr/>
          <p:nvPr/>
        </p:nvSpPr>
        <p:spPr>
          <a:xfrm>
            <a:off x="6078324" y="3288745"/>
            <a:ext cx="2608500" cy="1918200"/>
          </a:xfrm>
          <a:prstGeom prst="roundRect">
            <a:avLst>
              <a:gd fmla="val 11782" name="adj"/>
            </a:avLst>
          </a:prstGeom>
          <a:solidFill>
            <a:srgbClr val="FFFFFF">
              <a:alpha val="8000"/>
            </a:srgbClr>
          </a:solidFill>
          <a:ln>
            <a:noFill/>
          </a:ln>
        </p:spPr>
        <p:txBody>
          <a:bodyPr anchorCtr="0" anchor="t" bIns="68575" lIns="137150" spcFirstLastPara="1" rIns="137150" wrap="square" tIns="182875">
            <a:noAutofit/>
          </a:bodyPr>
          <a:lstStyle/>
          <a:p>
            <a:pPr indent="0" lvl="0" marL="0" rtl="0" algn="l">
              <a:spcBef>
                <a:spcPts val="0"/>
              </a:spcBef>
              <a:spcAft>
                <a:spcPts val="0"/>
              </a:spcAft>
              <a:buNone/>
            </a:pPr>
            <a:r>
              <a:rPr lang="en" sz="1200">
                <a:solidFill>
                  <a:schemeClr val="accent4"/>
                </a:solidFill>
                <a:latin typeface="Poppins SemiBold"/>
                <a:ea typeface="Poppins SemiBold"/>
                <a:cs typeface="Poppins SemiBold"/>
                <a:sym typeface="Poppins SemiBold"/>
              </a:rPr>
              <a:t>Instructor Support</a:t>
            </a:r>
            <a:endParaRPr sz="1200">
              <a:solidFill>
                <a:schemeClr val="lt2"/>
              </a:solidFill>
              <a:latin typeface="Poppins Medium"/>
              <a:ea typeface="Poppins Medium"/>
              <a:cs typeface="Poppins Medium"/>
              <a:sym typeface="Poppins Medium"/>
            </a:endParaRPr>
          </a:p>
          <a:p>
            <a:pPr indent="0" lvl="0" marL="0" rtl="0" algn="l">
              <a:spcBef>
                <a:spcPts val="1000"/>
              </a:spcBef>
              <a:spcAft>
                <a:spcPts val="0"/>
              </a:spcAft>
              <a:buNone/>
            </a:pPr>
            <a:r>
              <a:t/>
            </a:r>
            <a:endParaRPr sz="1200">
              <a:solidFill>
                <a:schemeClr val="lt2"/>
              </a:solidFill>
              <a:latin typeface="Poppins Medium"/>
              <a:ea typeface="Poppins Medium"/>
              <a:cs typeface="Poppins Medium"/>
              <a:sym typeface="Poppins Medium"/>
            </a:endParaRPr>
          </a:p>
          <a:p>
            <a:pPr indent="0" lvl="0" marL="0" marR="0" rtl="0" algn="l">
              <a:lnSpc>
                <a:spcPct val="115000"/>
              </a:lnSpc>
              <a:spcBef>
                <a:spcPts val="1000"/>
              </a:spcBef>
              <a:spcAft>
                <a:spcPts val="800"/>
              </a:spcAft>
              <a:buNone/>
            </a:pPr>
            <a:r>
              <a:rPr lang="en" sz="1200">
                <a:solidFill>
                  <a:schemeClr val="lt2"/>
                </a:solidFill>
                <a:latin typeface="Lato"/>
                <a:ea typeface="Lato"/>
                <a:cs typeface="Lato"/>
                <a:sym typeface="Lato"/>
              </a:rPr>
              <a:t>Save deeper questions for after class with your instructor so as to not stop class flow.</a:t>
            </a:r>
            <a:endParaRPr sz="1200">
              <a:solidFill>
                <a:schemeClr val="lt2"/>
              </a:solidFill>
              <a:latin typeface="Lato"/>
              <a:ea typeface="Lato"/>
              <a:cs typeface="Lato"/>
              <a:sym typeface="Lato"/>
            </a:endParaRPr>
          </a:p>
        </p:txBody>
      </p:sp>
      <p:sp>
        <p:nvSpPr>
          <p:cNvPr id="1272" name="Google Shape;1272;p296"/>
          <p:cNvSpPr/>
          <p:nvPr/>
        </p:nvSpPr>
        <p:spPr>
          <a:xfrm>
            <a:off x="5344975" y="1339700"/>
            <a:ext cx="424800" cy="426000"/>
          </a:xfrm>
          <a:prstGeom prst="ellipse">
            <a:avLst/>
          </a:prstGeom>
          <a:solidFill>
            <a:srgbClr val="FFFFFF">
              <a:alpha val="16000"/>
            </a:srgbClr>
          </a:solidFill>
          <a:ln>
            <a:noFill/>
          </a:ln>
        </p:spPr>
        <p:txBody>
          <a:bodyPr anchorCtr="0" anchor="ctr" bIns="91425" lIns="91425" spcFirstLastPara="1" rIns="91425" wrap="square" tIns="91425">
            <a:noAutofit/>
          </a:bodyPr>
          <a:lstStyle/>
          <a:p>
            <a:pPr indent="-142875" lvl="0" marL="0" marR="0" rtl="0" algn="ctr">
              <a:spcBef>
                <a:spcPts val="0"/>
              </a:spcBef>
              <a:spcAft>
                <a:spcPts val="0"/>
              </a:spcAft>
              <a:buNone/>
            </a:pPr>
            <a:r>
              <a:rPr lang="en" sz="1800">
                <a:solidFill>
                  <a:schemeClr val="accent1"/>
                </a:solidFill>
                <a:latin typeface="Poppins"/>
                <a:ea typeface="Poppins"/>
                <a:cs typeface="Poppins"/>
                <a:sym typeface="Poppins"/>
              </a:rPr>
              <a:t>⏰</a:t>
            </a:r>
            <a:endParaRPr sz="1800">
              <a:solidFill>
                <a:schemeClr val="accent1"/>
              </a:solidFill>
              <a:latin typeface="Poppins"/>
              <a:ea typeface="Poppins"/>
              <a:cs typeface="Poppins"/>
              <a:sym typeface="Poppins"/>
            </a:endParaRPr>
          </a:p>
        </p:txBody>
      </p:sp>
      <p:sp>
        <p:nvSpPr>
          <p:cNvPr id="1273" name="Google Shape;1273;p296"/>
          <p:cNvSpPr/>
          <p:nvPr/>
        </p:nvSpPr>
        <p:spPr>
          <a:xfrm>
            <a:off x="8147700" y="1339700"/>
            <a:ext cx="424800" cy="426000"/>
          </a:xfrm>
          <a:prstGeom prst="ellipse">
            <a:avLst/>
          </a:prstGeom>
          <a:solidFill>
            <a:srgbClr val="FFFFFF">
              <a:alpha val="16000"/>
            </a:srgbClr>
          </a:solidFill>
          <a:ln>
            <a:noFill/>
          </a:ln>
        </p:spPr>
        <p:txBody>
          <a:bodyPr anchorCtr="0" anchor="ctr" bIns="91425" lIns="91425" spcFirstLastPara="1" rIns="91425" wrap="square" tIns="91425">
            <a:noAutofit/>
          </a:bodyPr>
          <a:lstStyle/>
          <a:p>
            <a:pPr indent="-142875" lvl="0" marL="0" marR="0" rtl="0" algn="ctr">
              <a:spcBef>
                <a:spcPts val="0"/>
              </a:spcBef>
              <a:spcAft>
                <a:spcPts val="0"/>
              </a:spcAft>
              <a:buNone/>
            </a:pPr>
            <a:r>
              <a:rPr lang="en" sz="1800">
                <a:solidFill>
                  <a:schemeClr val="accent1"/>
                </a:solidFill>
                <a:latin typeface="Poppins"/>
                <a:ea typeface="Poppins"/>
                <a:cs typeface="Poppins"/>
                <a:sym typeface="Poppins"/>
              </a:rPr>
              <a:t>✋</a:t>
            </a:r>
            <a:endParaRPr sz="1800">
              <a:solidFill>
                <a:schemeClr val="accent1"/>
              </a:solidFill>
              <a:latin typeface="Poppins"/>
              <a:ea typeface="Poppins"/>
              <a:cs typeface="Poppins"/>
              <a:sym typeface="Poppins"/>
            </a:endParaRPr>
          </a:p>
        </p:txBody>
      </p:sp>
      <p:sp>
        <p:nvSpPr>
          <p:cNvPr id="1274" name="Google Shape;1274;p296"/>
          <p:cNvSpPr/>
          <p:nvPr/>
        </p:nvSpPr>
        <p:spPr>
          <a:xfrm>
            <a:off x="2475925" y="3431249"/>
            <a:ext cx="424800" cy="426000"/>
          </a:xfrm>
          <a:prstGeom prst="ellipse">
            <a:avLst/>
          </a:prstGeom>
          <a:solidFill>
            <a:srgbClr val="FFFFFF">
              <a:alpha val="16000"/>
            </a:srgbClr>
          </a:solidFill>
          <a:ln>
            <a:noFill/>
          </a:ln>
        </p:spPr>
        <p:txBody>
          <a:bodyPr anchorCtr="0" anchor="ctr" bIns="91425" lIns="91425" spcFirstLastPara="1" rIns="91425" wrap="square" tIns="91425">
            <a:noAutofit/>
          </a:bodyPr>
          <a:lstStyle/>
          <a:p>
            <a:pPr indent="-142875" lvl="0" marL="0" marR="0" rtl="0" algn="ctr">
              <a:spcBef>
                <a:spcPts val="0"/>
              </a:spcBef>
              <a:spcAft>
                <a:spcPts val="0"/>
              </a:spcAft>
              <a:buNone/>
            </a:pPr>
            <a:r>
              <a:rPr lang="en" sz="1800">
                <a:solidFill>
                  <a:schemeClr val="accent1"/>
                </a:solidFill>
                <a:latin typeface="Poppins"/>
                <a:ea typeface="Poppins"/>
                <a:cs typeface="Poppins"/>
                <a:sym typeface="Poppins"/>
              </a:rPr>
              <a:t>🌐</a:t>
            </a:r>
            <a:endParaRPr sz="1800">
              <a:solidFill>
                <a:schemeClr val="accent1"/>
              </a:solidFill>
              <a:latin typeface="Poppins"/>
              <a:ea typeface="Poppins"/>
              <a:cs typeface="Poppins"/>
              <a:sym typeface="Poppins"/>
            </a:endParaRPr>
          </a:p>
        </p:txBody>
      </p:sp>
      <p:sp>
        <p:nvSpPr>
          <p:cNvPr id="1275" name="Google Shape;1275;p296"/>
          <p:cNvSpPr/>
          <p:nvPr/>
        </p:nvSpPr>
        <p:spPr>
          <a:xfrm>
            <a:off x="5344975" y="3431249"/>
            <a:ext cx="424800" cy="426000"/>
          </a:xfrm>
          <a:prstGeom prst="ellipse">
            <a:avLst/>
          </a:prstGeom>
          <a:solidFill>
            <a:srgbClr val="FFFFFF">
              <a:alpha val="16000"/>
            </a:srgbClr>
          </a:solidFill>
          <a:ln>
            <a:noFill/>
          </a:ln>
        </p:spPr>
        <p:txBody>
          <a:bodyPr anchorCtr="0" anchor="ctr" bIns="91425" lIns="91425" spcFirstLastPara="1" rIns="91425" wrap="square" tIns="91425">
            <a:noAutofit/>
          </a:bodyPr>
          <a:lstStyle/>
          <a:p>
            <a:pPr indent="-142875" lvl="0" marL="0" marR="0" rtl="0" algn="ctr">
              <a:spcBef>
                <a:spcPts val="0"/>
              </a:spcBef>
              <a:spcAft>
                <a:spcPts val="0"/>
              </a:spcAft>
              <a:buNone/>
            </a:pPr>
            <a:r>
              <a:t/>
            </a:r>
            <a:endParaRPr sz="1800">
              <a:solidFill>
                <a:schemeClr val="accent1"/>
              </a:solidFill>
              <a:latin typeface="Poppins"/>
              <a:ea typeface="Poppins"/>
              <a:cs typeface="Poppins"/>
              <a:sym typeface="Poppins"/>
            </a:endParaRPr>
          </a:p>
        </p:txBody>
      </p:sp>
      <p:sp>
        <p:nvSpPr>
          <p:cNvPr id="1276" name="Google Shape;1276;p296"/>
          <p:cNvSpPr/>
          <p:nvPr/>
        </p:nvSpPr>
        <p:spPr>
          <a:xfrm>
            <a:off x="8147700" y="3431249"/>
            <a:ext cx="424800" cy="426000"/>
          </a:xfrm>
          <a:prstGeom prst="ellipse">
            <a:avLst/>
          </a:prstGeom>
          <a:solidFill>
            <a:srgbClr val="FFFFFF">
              <a:alpha val="16000"/>
            </a:srgbClr>
          </a:solidFill>
          <a:ln>
            <a:noFill/>
          </a:ln>
        </p:spPr>
        <p:txBody>
          <a:bodyPr anchorCtr="0" anchor="ctr" bIns="91425" lIns="91425" spcFirstLastPara="1" rIns="91425" wrap="square" tIns="91425">
            <a:noAutofit/>
          </a:bodyPr>
          <a:lstStyle/>
          <a:p>
            <a:pPr indent="-142875" lvl="0" marL="0" marR="0" rtl="0" algn="ctr">
              <a:spcBef>
                <a:spcPts val="0"/>
              </a:spcBef>
              <a:spcAft>
                <a:spcPts val="0"/>
              </a:spcAft>
              <a:buNone/>
            </a:pPr>
            <a:r>
              <a:rPr lang="en" sz="1800">
                <a:solidFill>
                  <a:schemeClr val="accent1"/>
                </a:solidFill>
                <a:latin typeface="Poppins"/>
                <a:ea typeface="Poppins"/>
                <a:cs typeface="Poppins"/>
                <a:sym typeface="Poppins"/>
              </a:rPr>
              <a:t>🎓</a:t>
            </a:r>
            <a:endParaRPr sz="1800">
              <a:solidFill>
                <a:schemeClr val="accent1"/>
              </a:solidFill>
              <a:latin typeface="Poppins"/>
              <a:ea typeface="Poppins"/>
              <a:cs typeface="Poppins"/>
              <a:sym typeface="Poppins"/>
            </a:endParaRPr>
          </a:p>
        </p:txBody>
      </p:sp>
      <p:pic>
        <p:nvPicPr>
          <p:cNvPr id="1277" name="Google Shape;1277;p296" title="slack-icon-icon-sm.png"/>
          <p:cNvPicPr preferRelativeResize="0"/>
          <p:nvPr/>
        </p:nvPicPr>
        <p:blipFill>
          <a:blip r:embed="rId3">
            <a:alphaModFix/>
          </a:blip>
          <a:stretch>
            <a:fillRect/>
          </a:stretch>
        </p:blipFill>
        <p:spPr>
          <a:xfrm>
            <a:off x="5429388" y="3516263"/>
            <a:ext cx="255975" cy="2559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281" name="Shape 1281"/>
        <p:cNvGrpSpPr/>
        <p:nvPr/>
      </p:nvGrpSpPr>
      <p:grpSpPr>
        <a:xfrm>
          <a:off x="0" y="0"/>
          <a:ext cx="0" cy="0"/>
          <a:chOff x="0" y="0"/>
          <a:chExt cx="0" cy="0"/>
        </a:xfrm>
      </p:grpSpPr>
      <p:sp>
        <p:nvSpPr>
          <p:cNvPr id="1282" name="Google Shape;1282;p297"/>
          <p:cNvSpPr/>
          <p:nvPr/>
        </p:nvSpPr>
        <p:spPr>
          <a:xfrm>
            <a:off x="6047400" y="1233750"/>
            <a:ext cx="2639400" cy="1896300"/>
          </a:xfrm>
          <a:prstGeom prst="roundRect">
            <a:avLst>
              <a:gd fmla="val 6684" name="adj"/>
            </a:avLst>
          </a:prstGeom>
          <a:solidFill>
            <a:srgbClr val="FFFFFF">
              <a:alpha val="8000"/>
            </a:srgbClr>
          </a:solidFill>
          <a:ln>
            <a:noFill/>
          </a:ln>
        </p:spPr>
        <p:txBody>
          <a:bodyPr anchorCtr="0" anchor="t" bIns="91425" lIns="91425" spcFirstLastPara="1" rIns="91425" wrap="square" tIns="457200">
            <a:noAutofit/>
          </a:bodyPr>
          <a:lstStyle/>
          <a:p>
            <a:pPr indent="0" lvl="0" marL="0" rtl="0" algn="l">
              <a:lnSpc>
                <a:spcPct val="115000"/>
              </a:lnSpc>
              <a:spcBef>
                <a:spcPts val="0"/>
              </a:spcBef>
              <a:spcAft>
                <a:spcPts val="0"/>
              </a:spcAft>
              <a:buNone/>
            </a:pPr>
            <a:r>
              <a:rPr lang="en" sz="1100">
                <a:solidFill>
                  <a:schemeClr val="lt1"/>
                </a:solidFill>
                <a:latin typeface="Poppins SemiBold"/>
                <a:ea typeface="Poppins SemiBold"/>
                <a:cs typeface="Poppins SemiBold"/>
                <a:sym typeface="Poppins SemiBold"/>
              </a:rPr>
              <a:t>The Precision Shift</a:t>
            </a:r>
            <a:endParaRPr sz="1100">
              <a:solidFill>
                <a:schemeClr val="lt1"/>
              </a:solidFill>
              <a:latin typeface="Poppins SemiBold"/>
              <a:ea typeface="Poppins SemiBold"/>
              <a:cs typeface="Poppins SemiBold"/>
              <a:sym typeface="Poppins SemiBold"/>
            </a:endParaRPr>
          </a:p>
          <a:p>
            <a:pPr indent="0" lvl="0" marL="0" rtl="0" algn="l">
              <a:lnSpc>
                <a:spcPct val="115000"/>
              </a:lnSpc>
              <a:spcBef>
                <a:spcPts val="0"/>
              </a:spcBef>
              <a:spcAft>
                <a:spcPts val="0"/>
              </a:spcAft>
              <a:buNone/>
            </a:pPr>
            <a:r>
              <a:rPr lang="en" sz="800">
                <a:solidFill>
                  <a:schemeClr val="lt2"/>
                </a:solidFill>
                <a:latin typeface="Lato"/>
                <a:ea typeface="Lato"/>
                <a:cs typeface="Lato"/>
                <a:sym typeface="Lato"/>
              </a:rPr>
              <a:t>Shift from "build me something" to "build me exactly this." Master context layering, constraint injection, and living prompt packs to direct AI like a tech lead. Match your prompting style to your confidence level.</a:t>
            </a:r>
            <a:endParaRPr sz="1100">
              <a:solidFill>
                <a:srgbClr val="FFFFFF"/>
              </a:solidFill>
              <a:latin typeface="Poppins SemiBold"/>
              <a:ea typeface="Poppins SemiBold"/>
              <a:cs typeface="Poppins SemiBold"/>
              <a:sym typeface="Poppins SemiBold"/>
            </a:endParaRPr>
          </a:p>
        </p:txBody>
      </p:sp>
      <p:sp>
        <p:nvSpPr>
          <p:cNvPr id="1283" name="Google Shape;1283;p297"/>
          <p:cNvSpPr/>
          <p:nvPr/>
        </p:nvSpPr>
        <p:spPr>
          <a:xfrm>
            <a:off x="556115" y="1339583"/>
            <a:ext cx="634500" cy="197400"/>
          </a:xfrm>
          <a:prstGeom prst="roundRect">
            <a:avLst>
              <a:gd fmla="val 26895" name="adj"/>
            </a:avLst>
          </a:prstGeom>
          <a:solidFill>
            <a:srgbClr val="1241B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 sz="900">
                <a:solidFill>
                  <a:srgbClr val="FFFFFF"/>
                </a:solidFill>
                <a:latin typeface="Poppins SemiBold"/>
                <a:ea typeface="Poppins SemiBold"/>
                <a:cs typeface="Poppins SemiBold"/>
                <a:sym typeface="Poppins SemiBold"/>
              </a:rPr>
              <a:t>MODULE 1</a:t>
            </a:r>
            <a:endParaRPr sz="900">
              <a:solidFill>
                <a:srgbClr val="FFFFFF"/>
              </a:solidFill>
              <a:latin typeface="Poppins SemiBold"/>
              <a:ea typeface="Poppins SemiBold"/>
              <a:cs typeface="Poppins SemiBold"/>
              <a:sym typeface="Poppins SemiBold"/>
            </a:endParaRPr>
          </a:p>
        </p:txBody>
      </p:sp>
      <p:sp>
        <p:nvSpPr>
          <p:cNvPr id="1284" name="Google Shape;1284;p297"/>
          <p:cNvSpPr txBox="1"/>
          <p:nvPr/>
        </p:nvSpPr>
        <p:spPr>
          <a:xfrm>
            <a:off x="457199" y="458167"/>
            <a:ext cx="8229600" cy="295800"/>
          </a:xfrm>
          <a:prstGeom prst="rect">
            <a:avLst/>
          </a:prstGeom>
          <a:noFill/>
          <a:ln>
            <a:noFill/>
          </a:ln>
        </p:spPr>
        <p:txBody>
          <a:bodyPr anchorCtr="0" anchor="ctr" bIns="0" lIns="0" spcFirstLastPara="1" rIns="0" wrap="square" tIns="0">
            <a:normAutofit lnSpcReduction="20000"/>
          </a:bodyPr>
          <a:lstStyle/>
          <a:p>
            <a:pPr indent="0" lvl="0" marL="0" rtl="0" algn="l">
              <a:lnSpc>
                <a:spcPct val="80000"/>
              </a:lnSpc>
              <a:spcBef>
                <a:spcPts val="0"/>
              </a:spcBef>
              <a:spcAft>
                <a:spcPts val="0"/>
              </a:spcAft>
              <a:buNone/>
            </a:pPr>
            <a:r>
              <a:rPr lang="en" sz="3000">
                <a:solidFill>
                  <a:srgbClr val="FFFFFF"/>
                </a:solidFill>
                <a:latin typeface="Poppins Medium"/>
                <a:ea typeface="Poppins Medium"/>
                <a:cs typeface="Poppins Medium"/>
                <a:sym typeface="Poppins Medium"/>
              </a:rPr>
              <a:t>Vibe Coding Syllabus</a:t>
            </a:r>
            <a:endParaRPr sz="3000">
              <a:solidFill>
                <a:srgbClr val="FFFFFF"/>
              </a:solidFill>
              <a:latin typeface="Poppins Medium"/>
              <a:ea typeface="Poppins Medium"/>
              <a:cs typeface="Poppins Medium"/>
              <a:sym typeface="Poppins Medium"/>
            </a:endParaRPr>
          </a:p>
        </p:txBody>
      </p:sp>
      <p:sp>
        <p:nvSpPr>
          <p:cNvPr id="1285" name="Google Shape;1285;p297"/>
          <p:cNvSpPr/>
          <p:nvPr/>
        </p:nvSpPr>
        <p:spPr>
          <a:xfrm>
            <a:off x="3351240" y="1339583"/>
            <a:ext cx="634500" cy="197400"/>
          </a:xfrm>
          <a:prstGeom prst="roundRect">
            <a:avLst>
              <a:gd fmla="val 26895" name="adj"/>
            </a:avLst>
          </a:prstGeom>
          <a:solidFill>
            <a:srgbClr val="1241B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 sz="900">
                <a:solidFill>
                  <a:srgbClr val="FFFFFF"/>
                </a:solidFill>
                <a:latin typeface="Poppins SemiBold"/>
                <a:ea typeface="Poppins SemiBold"/>
                <a:cs typeface="Poppins SemiBold"/>
                <a:sym typeface="Poppins SemiBold"/>
              </a:rPr>
              <a:t>MODULE 2</a:t>
            </a:r>
            <a:endParaRPr sz="900">
              <a:solidFill>
                <a:srgbClr val="FFFFFF"/>
              </a:solidFill>
              <a:latin typeface="Poppins SemiBold"/>
              <a:ea typeface="Poppins SemiBold"/>
              <a:cs typeface="Poppins SemiBold"/>
              <a:sym typeface="Poppins SemiBold"/>
            </a:endParaRPr>
          </a:p>
        </p:txBody>
      </p:sp>
      <p:sp>
        <p:nvSpPr>
          <p:cNvPr id="1286" name="Google Shape;1286;p297"/>
          <p:cNvSpPr/>
          <p:nvPr/>
        </p:nvSpPr>
        <p:spPr>
          <a:xfrm>
            <a:off x="6146290" y="1339583"/>
            <a:ext cx="634500" cy="197400"/>
          </a:xfrm>
          <a:prstGeom prst="roundRect">
            <a:avLst>
              <a:gd fmla="val 26895" name="adj"/>
            </a:avLst>
          </a:prstGeom>
          <a:solidFill>
            <a:srgbClr val="1241B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 sz="900">
                <a:solidFill>
                  <a:srgbClr val="FFFFFF"/>
                </a:solidFill>
                <a:latin typeface="Poppins SemiBold"/>
                <a:ea typeface="Poppins SemiBold"/>
                <a:cs typeface="Poppins SemiBold"/>
                <a:sym typeface="Poppins SemiBold"/>
              </a:rPr>
              <a:t>MODULE 3</a:t>
            </a:r>
            <a:endParaRPr sz="900">
              <a:solidFill>
                <a:srgbClr val="FFFFFF"/>
              </a:solidFill>
              <a:latin typeface="Poppins SemiBold"/>
              <a:ea typeface="Poppins SemiBold"/>
              <a:cs typeface="Poppins SemiBold"/>
              <a:sym typeface="Poppins SemiBold"/>
            </a:endParaRPr>
          </a:p>
        </p:txBody>
      </p:sp>
      <p:sp>
        <p:nvSpPr>
          <p:cNvPr id="1287" name="Google Shape;1287;p297"/>
          <p:cNvSpPr/>
          <p:nvPr/>
        </p:nvSpPr>
        <p:spPr>
          <a:xfrm>
            <a:off x="3252325" y="3310697"/>
            <a:ext cx="2639400" cy="1896300"/>
          </a:xfrm>
          <a:prstGeom prst="roundRect">
            <a:avLst>
              <a:gd fmla="val 6684" name="adj"/>
            </a:avLst>
          </a:prstGeom>
          <a:solidFill>
            <a:srgbClr val="FFFFFF">
              <a:alpha val="8000"/>
            </a:srgbClr>
          </a:solidFill>
          <a:ln>
            <a:noFill/>
          </a:ln>
        </p:spPr>
        <p:txBody>
          <a:bodyPr anchorCtr="0" anchor="t" bIns="91425" lIns="91425" spcFirstLastPara="1" rIns="91425" wrap="square" tIns="457200">
            <a:noAutofit/>
          </a:bodyPr>
          <a:lstStyle/>
          <a:p>
            <a:pPr indent="0" lvl="0" marL="0" rtl="0" algn="l">
              <a:lnSpc>
                <a:spcPct val="115000"/>
              </a:lnSpc>
              <a:spcBef>
                <a:spcPts val="0"/>
              </a:spcBef>
              <a:spcAft>
                <a:spcPts val="0"/>
              </a:spcAft>
              <a:buNone/>
            </a:pPr>
            <a:r>
              <a:rPr lang="en" sz="1100">
                <a:solidFill>
                  <a:schemeClr val="lt1"/>
                </a:solidFill>
                <a:latin typeface="Poppins SemiBold"/>
                <a:ea typeface="Poppins SemiBold"/>
                <a:cs typeface="Poppins SemiBold"/>
                <a:sym typeface="Poppins SemiBold"/>
              </a:rPr>
              <a:t>The Integration Leap</a:t>
            </a:r>
            <a:endParaRPr sz="1100">
              <a:solidFill>
                <a:schemeClr val="lt1"/>
              </a:solidFill>
              <a:latin typeface="Poppins SemiBold"/>
              <a:ea typeface="Poppins SemiBold"/>
              <a:cs typeface="Poppins SemiBold"/>
              <a:sym typeface="Poppins SemiBold"/>
            </a:endParaRPr>
          </a:p>
          <a:p>
            <a:pPr indent="0" lvl="0" marL="0" rtl="0" algn="l">
              <a:lnSpc>
                <a:spcPct val="115000"/>
              </a:lnSpc>
              <a:spcBef>
                <a:spcPts val="0"/>
              </a:spcBef>
              <a:spcAft>
                <a:spcPts val="0"/>
              </a:spcAft>
              <a:buNone/>
            </a:pPr>
            <a:r>
              <a:rPr lang="en" sz="800">
                <a:solidFill>
                  <a:schemeClr val="lt2"/>
                </a:solidFill>
                <a:latin typeface="Lato"/>
                <a:ea typeface="Lato"/>
                <a:cs typeface="Lato"/>
                <a:sym typeface="Lato"/>
              </a:rPr>
              <a:t>Connect your prototype to real databases, APIs, and services. Handle authentication, edge cases, and failure modes. Learn to present your work to engineering with a living spec that accelerates their work—not replaces it.</a:t>
            </a:r>
            <a:endParaRPr sz="1100">
              <a:solidFill>
                <a:srgbClr val="FFFFFF"/>
              </a:solidFill>
              <a:latin typeface="Poppins SemiBold"/>
              <a:ea typeface="Poppins SemiBold"/>
              <a:cs typeface="Poppins SemiBold"/>
              <a:sym typeface="Poppins SemiBold"/>
            </a:endParaRPr>
          </a:p>
          <a:p>
            <a:pPr indent="0" lvl="0" marL="0" marR="0" rtl="0" algn="l">
              <a:lnSpc>
                <a:spcPct val="115000"/>
              </a:lnSpc>
              <a:spcBef>
                <a:spcPts val="0"/>
              </a:spcBef>
              <a:spcAft>
                <a:spcPts val="0"/>
              </a:spcAft>
              <a:buNone/>
            </a:pPr>
            <a:r>
              <a:t/>
            </a:r>
            <a:endParaRPr sz="800">
              <a:solidFill>
                <a:srgbClr val="DBEAFE"/>
              </a:solidFill>
              <a:latin typeface="Lato"/>
              <a:ea typeface="Lato"/>
              <a:cs typeface="Lato"/>
              <a:sym typeface="Lato"/>
            </a:endParaRPr>
          </a:p>
        </p:txBody>
      </p:sp>
      <p:sp>
        <p:nvSpPr>
          <p:cNvPr id="1288" name="Google Shape;1288;p297"/>
          <p:cNvSpPr/>
          <p:nvPr/>
        </p:nvSpPr>
        <p:spPr>
          <a:xfrm>
            <a:off x="556115" y="3467306"/>
            <a:ext cx="634500" cy="197400"/>
          </a:xfrm>
          <a:prstGeom prst="roundRect">
            <a:avLst>
              <a:gd fmla="val 26895" name="adj"/>
            </a:avLst>
          </a:prstGeom>
          <a:solidFill>
            <a:srgbClr val="1241B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 sz="900">
                <a:solidFill>
                  <a:srgbClr val="FFFFFF"/>
                </a:solidFill>
                <a:latin typeface="Poppins SemiBold"/>
                <a:ea typeface="Poppins SemiBold"/>
                <a:cs typeface="Poppins SemiBold"/>
                <a:sym typeface="Poppins SemiBold"/>
              </a:rPr>
              <a:t>MODULE 4</a:t>
            </a:r>
            <a:endParaRPr sz="900">
              <a:solidFill>
                <a:srgbClr val="FFFFFF"/>
              </a:solidFill>
              <a:latin typeface="Poppins SemiBold"/>
              <a:ea typeface="Poppins SemiBold"/>
              <a:cs typeface="Poppins SemiBold"/>
              <a:sym typeface="Poppins SemiBold"/>
            </a:endParaRPr>
          </a:p>
        </p:txBody>
      </p:sp>
      <p:sp>
        <p:nvSpPr>
          <p:cNvPr id="1289" name="Google Shape;1289;p297"/>
          <p:cNvSpPr/>
          <p:nvPr/>
        </p:nvSpPr>
        <p:spPr>
          <a:xfrm>
            <a:off x="457250" y="3310697"/>
            <a:ext cx="2639400" cy="1896300"/>
          </a:xfrm>
          <a:prstGeom prst="roundRect">
            <a:avLst>
              <a:gd fmla="val 6684" name="adj"/>
            </a:avLst>
          </a:prstGeom>
          <a:solidFill>
            <a:srgbClr val="FFFFFF">
              <a:alpha val="8000"/>
            </a:srgbClr>
          </a:solidFill>
          <a:ln>
            <a:noFill/>
          </a:ln>
        </p:spPr>
        <p:txBody>
          <a:bodyPr anchorCtr="0" anchor="t" bIns="91425" lIns="91425" spcFirstLastPara="1" rIns="91425" wrap="square" tIns="457200">
            <a:noAutofit/>
          </a:bodyPr>
          <a:lstStyle/>
          <a:p>
            <a:pPr indent="0" lvl="0" marL="0" rtl="0" algn="l">
              <a:lnSpc>
                <a:spcPct val="115000"/>
              </a:lnSpc>
              <a:spcBef>
                <a:spcPts val="0"/>
              </a:spcBef>
              <a:spcAft>
                <a:spcPts val="0"/>
              </a:spcAft>
              <a:buNone/>
            </a:pPr>
            <a:r>
              <a:rPr lang="en" sz="1100">
                <a:solidFill>
                  <a:schemeClr val="lt1"/>
                </a:solidFill>
                <a:latin typeface="Poppins SemiBold"/>
                <a:ea typeface="Poppins SemiBold"/>
                <a:cs typeface="Poppins SemiBold"/>
                <a:sym typeface="Poppins SemiBold"/>
              </a:rPr>
              <a:t>The Graduation Moment</a:t>
            </a:r>
            <a:endParaRPr sz="1100">
              <a:solidFill>
                <a:schemeClr val="lt1"/>
              </a:solidFill>
              <a:latin typeface="Poppins SemiBold"/>
              <a:ea typeface="Poppins SemiBold"/>
              <a:cs typeface="Poppins SemiBold"/>
              <a:sym typeface="Poppins SemiBold"/>
            </a:endParaRPr>
          </a:p>
          <a:p>
            <a:pPr indent="0" lvl="0" marL="0" rtl="0" algn="l">
              <a:lnSpc>
                <a:spcPct val="115000"/>
              </a:lnSpc>
              <a:spcBef>
                <a:spcPts val="0"/>
              </a:spcBef>
              <a:spcAft>
                <a:spcPts val="0"/>
              </a:spcAft>
              <a:buNone/>
            </a:pPr>
            <a:r>
              <a:rPr lang="en" sz="800">
                <a:solidFill>
                  <a:schemeClr val="lt2"/>
                </a:solidFill>
                <a:latin typeface="Lato"/>
                <a:ea typeface="Lato"/>
                <a:cs typeface="Lato"/>
                <a:sym typeface="Lato"/>
              </a:rPr>
              <a:t>Recognize when to stop exploring and start building for real. Extract a living spec from what you've built, refactor exploratory code into maintainable structure, and bridge from PM prototype to engineering-ready deliverable.</a:t>
            </a:r>
            <a:endParaRPr sz="800">
              <a:solidFill>
                <a:srgbClr val="DBEAFE"/>
              </a:solidFill>
              <a:latin typeface="Lato"/>
              <a:ea typeface="Lato"/>
              <a:cs typeface="Lato"/>
              <a:sym typeface="Lato"/>
            </a:endParaRPr>
          </a:p>
        </p:txBody>
      </p:sp>
      <p:sp>
        <p:nvSpPr>
          <p:cNvPr id="1290" name="Google Shape;1290;p297"/>
          <p:cNvSpPr/>
          <p:nvPr/>
        </p:nvSpPr>
        <p:spPr>
          <a:xfrm>
            <a:off x="6146265" y="3467306"/>
            <a:ext cx="634500" cy="197400"/>
          </a:xfrm>
          <a:prstGeom prst="roundRect">
            <a:avLst>
              <a:gd fmla="val 26895" name="adj"/>
            </a:avLst>
          </a:prstGeom>
          <a:solidFill>
            <a:srgbClr val="1241B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 sz="900">
                <a:solidFill>
                  <a:srgbClr val="FFFFFF"/>
                </a:solidFill>
                <a:latin typeface="Poppins SemiBold"/>
                <a:ea typeface="Poppins SemiBold"/>
                <a:cs typeface="Poppins SemiBold"/>
                <a:sym typeface="Poppins SemiBold"/>
              </a:rPr>
              <a:t>MODULE 6</a:t>
            </a:r>
            <a:endParaRPr sz="900">
              <a:solidFill>
                <a:srgbClr val="FFFFFF"/>
              </a:solidFill>
              <a:latin typeface="Poppins SemiBold"/>
              <a:ea typeface="Poppins SemiBold"/>
              <a:cs typeface="Poppins SemiBold"/>
              <a:sym typeface="Poppins SemiBold"/>
            </a:endParaRPr>
          </a:p>
        </p:txBody>
      </p:sp>
      <p:sp>
        <p:nvSpPr>
          <p:cNvPr id="1291" name="Google Shape;1291;p297"/>
          <p:cNvSpPr/>
          <p:nvPr/>
        </p:nvSpPr>
        <p:spPr>
          <a:xfrm>
            <a:off x="6047400" y="3310697"/>
            <a:ext cx="2639400" cy="1896300"/>
          </a:xfrm>
          <a:prstGeom prst="roundRect">
            <a:avLst>
              <a:gd fmla="val 6684" name="adj"/>
            </a:avLst>
          </a:prstGeom>
          <a:solidFill>
            <a:srgbClr val="FFFFFF">
              <a:alpha val="8000"/>
            </a:srgbClr>
          </a:solidFill>
          <a:ln>
            <a:noFill/>
          </a:ln>
        </p:spPr>
        <p:txBody>
          <a:bodyPr anchorCtr="0" anchor="t" bIns="91425" lIns="91425" spcFirstLastPara="1" rIns="91425" wrap="square" tIns="457200">
            <a:noAutofit/>
          </a:bodyPr>
          <a:lstStyle/>
          <a:p>
            <a:pPr indent="0" lvl="0" marL="0" rtl="0" algn="l">
              <a:lnSpc>
                <a:spcPct val="115000"/>
              </a:lnSpc>
              <a:spcBef>
                <a:spcPts val="0"/>
              </a:spcBef>
              <a:spcAft>
                <a:spcPts val="0"/>
              </a:spcAft>
              <a:buNone/>
            </a:pPr>
            <a:r>
              <a:rPr lang="en" sz="1100">
                <a:solidFill>
                  <a:schemeClr val="lt1"/>
                </a:solidFill>
                <a:latin typeface="Poppins SemiBold"/>
                <a:ea typeface="Poppins SemiBold"/>
                <a:cs typeface="Poppins SemiBold"/>
                <a:sym typeface="Poppins SemiBold"/>
              </a:rPr>
              <a:t>From Localhost to Live</a:t>
            </a:r>
            <a:endParaRPr sz="1100">
              <a:solidFill>
                <a:schemeClr val="lt1"/>
              </a:solidFill>
              <a:latin typeface="Poppins SemiBold"/>
              <a:ea typeface="Poppins SemiBold"/>
              <a:cs typeface="Poppins SemiBold"/>
              <a:sym typeface="Poppins SemiBold"/>
            </a:endParaRPr>
          </a:p>
          <a:p>
            <a:pPr indent="0" lvl="0" marL="0" rtl="0" algn="l">
              <a:lnSpc>
                <a:spcPct val="115000"/>
              </a:lnSpc>
              <a:spcBef>
                <a:spcPts val="0"/>
              </a:spcBef>
              <a:spcAft>
                <a:spcPts val="0"/>
              </a:spcAft>
              <a:buNone/>
            </a:pPr>
            <a:r>
              <a:rPr lang="en" sz="800">
                <a:solidFill>
                  <a:schemeClr val="lt2"/>
                </a:solidFill>
                <a:latin typeface="Lato"/>
                <a:ea typeface="Lato"/>
                <a:cs typeface="Lato"/>
                <a:sym typeface="Lato"/>
              </a:rPr>
              <a:t>Take your product from localhost to a live URL. Deploy, present with a compelling narrative, and leave with a personal vibe coding practice. Everyone ships. Everyone goes home with a deployed product and evidence that drives decisions</a:t>
            </a:r>
            <a:r>
              <a:rPr lang="en" sz="1000">
                <a:solidFill>
                  <a:srgbClr val="D8DEE9"/>
                </a:solidFill>
                <a:highlight>
                  <a:srgbClr val="0A0A0A"/>
                </a:highlight>
              </a:rPr>
              <a:t>.</a:t>
            </a:r>
            <a:endParaRPr sz="1100">
              <a:solidFill>
                <a:srgbClr val="FFFFFF"/>
              </a:solidFill>
              <a:latin typeface="Poppins SemiBold"/>
              <a:ea typeface="Poppins SemiBold"/>
              <a:cs typeface="Poppins SemiBold"/>
              <a:sym typeface="Poppins SemiBold"/>
            </a:endParaRPr>
          </a:p>
        </p:txBody>
      </p:sp>
      <p:sp>
        <p:nvSpPr>
          <p:cNvPr id="1292" name="Google Shape;1292;p297"/>
          <p:cNvSpPr/>
          <p:nvPr/>
        </p:nvSpPr>
        <p:spPr>
          <a:xfrm>
            <a:off x="3351190" y="3467306"/>
            <a:ext cx="634500" cy="197400"/>
          </a:xfrm>
          <a:prstGeom prst="roundRect">
            <a:avLst>
              <a:gd fmla="val 26895" name="adj"/>
            </a:avLst>
          </a:prstGeom>
          <a:solidFill>
            <a:srgbClr val="1241B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 sz="900">
                <a:solidFill>
                  <a:srgbClr val="FFFFFF"/>
                </a:solidFill>
                <a:latin typeface="Poppins SemiBold"/>
                <a:ea typeface="Poppins SemiBold"/>
                <a:cs typeface="Poppins SemiBold"/>
                <a:sym typeface="Poppins SemiBold"/>
              </a:rPr>
              <a:t>MODULE 5</a:t>
            </a:r>
            <a:endParaRPr sz="900">
              <a:solidFill>
                <a:srgbClr val="FFFFFF"/>
              </a:solidFill>
              <a:latin typeface="Poppins SemiBold"/>
              <a:ea typeface="Poppins SemiBold"/>
              <a:cs typeface="Poppins SemiBold"/>
              <a:sym typeface="Poppins SemiBold"/>
            </a:endParaRPr>
          </a:p>
        </p:txBody>
      </p:sp>
      <p:sp>
        <p:nvSpPr>
          <p:cNvPr id="1293" name="Google Shape;1293;p297"/>
          <p:cNvSpPr/>
          <p:nvPr/>
        </p:nvSpPr>
        <p:spPr>
          <a:xfrm>
            <a:off x="457250" y="1233738"/>
            <a:ext cx="2639400" cy="1896300"/>
          </a:xfrm>
          <a:prstGeom prst="roundRect">
            <a:avLst>
              <a:gd fmla="val 6684" name="adj"/>
            </a:avLst>
          </a:prstGeom>
          <a:solidFill>
            <a:srgbClr val="FFFFFF">
              <a:alpha val="8000"/>
            </a:srgbClr>
          </a:solidFill>
          <a:ln>
            <a:noFill/>
          </a:ln>
        </p:spPr>
        <p:txBody>
          <a:bodyPr anchorCtr="0" anchor="t" bIns="91425" lIns="91425" spcFirstLastPara="1" rIns="91425" wrap="square" tIns="457200">
            <a:noAutofit/>
          </a:bodyPr>
          <a:lstStyle/>
          <a:p>
            <a:pPr indent="0" lvl="0" marL="0" rtl="0" algn="l">
              <a:lnSpc>
                <a:spcPct val="115000"/>
              </a:lnSpc>
              <a:spcBef>
                <a:spcPts val="0"/>
              </a:spcBef>
              <a:spcAft>
                <a:spcPts val="0"/>
              </a:spcAft>
              <a:buNone/>
            </a:pPr>
            <a:r>
              <a:rPr lang="en" sz="1100">
                <a:solidFill>
                  <a:srgbClr val="FFFFFF"/>
                </a:solidFill>
                <a:latin typeface="Poppins SemiBold"/>
                <a:ea typeface="Poppins SemiBold"/>
                <a:cs typeface="Poppins SemiBold"/>
                <a:sym typeface="Poppins SemiBold"/>
              </a:rPr>
              <a:t>The Vibe Coding Mindset</a:t>
            </a:r>
            <a:endParaRPr sz="1100">
              <a:solidFill>
                <a:srgbClr val="FFFFFF"/>
              </a:solidFill>
              <a:latin typeface="Lato"/>
              <a:ea typeface="Lato"/>
              <a:cs typeface="Lato"/>
              <a:sym typeface="Lato"/>
            </a:endParaRPr>
          </a:p>
          <a:p>
            <a:pPr indent="0" lvl="0" marL="0" rtl="0" algn="l">
              <a:lnSpc>
                <a:spcPct val="115000"/>
              </a:lnSpc>
              <a:spcBef>
                <a:spcPts val="0"/>
              </a:spcBef>
              <a:spcAft>
                <a:spcPts val="0"/>
              </a:spcAft>
              <a:buNone/>
            </a:pPr>
            <a:r>
              <a:rPr lang="en" sz="800">
                <a:solidFill>
                  <a:schemeClr val="lt2"/>
                </a:solidFill>
                <a:latin typeface="Lato"/>
                <a:ea typeface="Lato"/>
                <a:cs typeface="Lato"/>
                <a:sym typeface="Lato"/>
              </a:rPr>
              <a:t>Experience the full Build-Show-Learn-Decide cycle in a single session. Build multiple prototypes from one ambiguous problem, get real feedback, and make decisions based on evidence. Learn the Confidence Line framework retroactively—prove you can build fast before naming why.</a:t>
            </a:r>
            <a:endParaRPr sz="1100">
              <a:solidFill>
                <a:srgbClr val="FFFFFF"/>
              </a:solidFill>
              <a:latin typeface="Poppins SemiBold"/>
              <a:ea typeface="Poppins SemiBold"/>
              <a:cs typeface="Poppins SemiBold"/>
              <a:sym typeface="Poppins SemiBold"/>
            </a:endParaRPr>
          </a:p>
        </p:txBody>
      </p:sp>
      <p:sp>
        <p:nvSpPr>
          <p:cNvPr id="1294" name="Google Shape;1294;p297"/>
          <p:cNvSpPr/>
          <p:nvPr/>
        </p:nvSpPr>
        <p:spPr>
          <a:xfrm>
            <a:off x="3252325" y="1233750"/>
            <a:ext cx="2639400" cy="1896300"/>
          </a:xfrm>
          <a:prstGeom prst="roundRect">
            <a:avLst>
              <a:gd fmla="val 6684" name="adj"/>
            </a:avLst>
          </a:prstGeom>
          <a:solidFill>
            <a:srgbClr val="FFFFFF">
              <a:alpha val="16000"/>
            </a:srgbClr>
          </a:solidFill>
          <a:ln cap="flat" cmpd="sng" w="9525">
            <a:solidFill>
              <a:schemeClr val="lt1"/>
            </a:solidFill>
            <a:prstDash val="solid"/>
            <a:round/>
            <a:headEnd len="sm" w="sm" type="none"/>
            <a:tailEnd len="sm" w="sm" type="none"/>
          </a:ln>
        </p:spPr>
        <p:txBody>
          <a:bodyPr anchorCtr="0" anchor="t" bIns="91425" lIns="91425" spcFirstLastPara="1" rIns="91425" wrap="square" tIns="457200">
            <a:noAutofit/>
          </a:bodyPr>
          <a:lstStyle/>
          <a:p>
            <a:pPr indent="0" lvl="0" marL="0" rtl="0" algn="l">
              <a:lnSpc>
                <a:spcPct val="115000"/>
              </a:lnSpc>
              <a:spcBef>
                <a:spcPts val="0"/>
              </a:spcBef>
              <a:spcAft>
                <a:spcPts val="0"/>
              </a:spcAft>
              <a:buNone/>
            </a:pPr>
            <a:r>
              <a:rPr lang="en" sz="1100">
                <a:solidFill>
                  <a:srgbClr val="FFFFFF"/>
                </a:solidFill>
                <a:latin typeface="Poppins SemiBold"/>
                <a:ea typeface="Poppins SemiBold"/>
                <a:cs typeface="Poppins SemiBold"/>
                <a:sym typeface="Poppins SemiBold"/>
              </a:rPr>
              <a:t>The Validation Lense</a:t>
            </a:r>
            <a:endParaRPr sz="1100">
              <a:solidFill>
                <a:srgbClr val="FFFFFF"/>
              </a:solidFill>
              <a:latin typeface="Poppins SemiBold"/>
              <a:ea typeface="Poppins SemiBold"/>
              <a:cs typeface="Poppins SemiBold"/>
              <a:sym typeface="Poppins SemiBold"/>
            </a:endParaRPr>
          </a:p>
          <a:p>
            <a:pPr indent="0" lvl="0" marL="0" rtl="0" algn="l">
              <a:lnSpc>
                <a:spcPct val="115000"/>
              </a:lnSpc>
              <a:spcBef>
                <a:spcPts val="0"/>
              </a:spcBef>
              <a:spcAft>
                <a:spcPts val="0"/>
              </a:spcAft>
              <a:buNone/>
            </a:pPr>
            <a:r>
              <a:rPr lang="en" sz="800">
                <a:solidFill>
                  <a:schemeClr val="lt2"/>
                </a:solidFill>
                <a:latin typeface="Lato"/>
                <a:ea typeface="Lato"/>
                <a:cs typeface="Lato"/>
                <a:sym typeface="Lato"/>
              </a:rPr>
              <a:t>Name the assumption before you open the tool. Master problem framing, assumption mapping, and fidelity mapping to build smart—not just fast. Learn to test the right thing with divergent prototypes and structured peer validation.</a:t>
            </a:r>
            <a:endParaRPr sz="800">
              <a:solidFill>
                <a:srgbClr val="DBEAFE"/>
              </a:solidFill>
              <a:latin typeface="Lato"/>
              <a:ea typeface="Lato"/>
              <a:cs typeface="Lato"/>
              <a:sym typeface="Lato"/>
            </a:endParaRPr>
          </a:p>
          <a:p>
            <a:pPr indent="0" lvl="0" marL="0" rtl="0" algn="l">
              <a:lnSpc>
                <a:spcPct val="115000"/>
              </a:lnSpc>
              <a:spcBef>
                <a:spcPts val="0"/>
              </a:spcBef>
              <a:spcAft>
                <a:spcPts val="0"/>
              </a:spcAft>
              <a:buNone/>
            </a:pPr>
            <a:r>
              <a:t/>
            </a:r>
            <a:endParaRPr sz="800">
              <a:solidFill>
                <a:srgbClr val="DBEAFE"/>
              </a:solidFill>
              <a:latin typeface="Lato"/>
              <a:ea typeface="Lato"/>
              <a:cs typeface="Lato"/>
              <a:sym typeface="Lato"/>
            </a:endParaRPr>
          </a:p>
          <a:p>
            <a:pPr indent="0" lvl="0" marL="0" rtl="0" algn="l">
              <a:lnSpc>
                <a:spcPct val="115000"/>
              </a:lnSpc>
              <a:spcBef>
                <a:spcPts val="0"/>
              </a:spcBef>
              <a:spcAft>
                <a:spcPts val="0"/>
              </a:spcAft>
              <a:buNone/>
            </a:pPr>
            <a:r>
              <a:t/>
            </a:r>
            <a:endParaRPr sz="800">
              <a:solidFill>
                <a:srgbClr val="DBEAFE"/>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298" name="Shape 1298"/>
        <p:cNvGrpSpPr/>
        <p:nvPr/>
      </p:nvGrpSpPr>
      <p:grpSpPr>
        <a:xfrm>
          <a:off x="0" y="0"/>
          <a:ext cx="0" cy="0"/>
          <a:chOff x="0" y="0"/>
          <a:chExt cx="0" cy="0"/>
        </a:xfrm>
      </p:grpSpPr>
      <p:cxnSp>
        <p:nvCxnSpPr>
          <p:cNvPr id="1299" name="Google Shape;1299;p298"/>
          <p:cNvCxnSpPr/>
          <p:nvPr/>
        </p:nvCxnSpPr>
        <p:spPr>
          <a:xfrm>
            <a:off x="457200" y="4388125"/>
            <a:ext cx="8229600" cy="0"/>
          </a:xfrm>
          <a:prstGeom prst="straightConnector1">
            <a:avLst/>
          </a:prstGeom>
          <a:noFill/>
          <a:ln cap="flat" cmpd="sng" w="9525">
            <a:solidFill>
              <a:schemeClr val="accent4"/>
            </a:solidFill>
            <a:prstDash val="solid"/>
            <a:round/>
            <a:headEnd len="med" w="med" type="none"/>
            <a:tailEnd len="med" w="med" type="none"/>
          </a:ln>
        </p:spPr>
      </p:cxnSp>
      <p:sp>
        <p:nvSpPr>
          <p:cNvPr id="1300" name="Google Shape;1300;p298"/>
          <p:cNvSpPr txBox="1"/>
          <p:nvPr>
            <p:ph type="title"/>
          </p:nvPr>
        </p:nvSpPr>
        <p:spPr>
          <a:xfrm>
            <a:off x="457200" y="457192"/>
            <a:ext cx="8229600" cy="2955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 sz="2400">
                <a:solidFill>
                  <a:schemeClr val="lt1"/>
                </a:solidFill>
              </a:rPr>
              <a:t>Agenda</a:t>
            </a:r>
            <a:endParaRPr sz="2400">
              <a:solidFill>
                <a:schemeClr val="lt1"/>
              </a:solidFill>
            </a:endParaRPr>
          </a:p>
        </p:txBody>
      </p:sp>
      <p:sp>
        <p:nvSpPr>
          <p:cNvPr id="1301" name="Google Shape;1301;p298"/>
          <p:cNvSpPr txBox="1"/>
          <p:nvPr>
            <p:ph idx="4294967295" type="subTitle"/>
          </p:nvPr>
        </p:nvSpPr>
        <p:spPr>
          <a:xfrm>
            <a:off x="457200" y="3205105"/>
            <a:ext cx="6714000" cy="215400"/>
          </a:xfrm>
          <a:prstGeom prst="rect">
            <a:avLst/>
          </a:prstGeom>
        </p:spPr>
        <p:txBody>
          <a:bodyPr anchorCtr="0" anchor="t" bIns="0" lIns="0" spcFirstLastPara="1" rIns="0" wrap="square" tIns="0">
            <a:spAutoFit/>
          </a:bodyPr>
          <a:lstStyle/>
          <a:p>
            <a:pPr indent="0" lvl="0" marL="0" rtl="0" algn="l">
              <a:spcBef>
                <a:spcPts val="0"/>
              </a:spcBef>
              <a:spcAft>
                <a:spcPts val="1200"/>
              </a:spcAft>
              <a:buNone/>
            </a:pPr>
            <a:r>
              <a:rPr lang="en">
                <a:solidFill>
                  <a:schemeClr val="lt1"/>
                </a:solidFill>
              </a:rPr>
              <a:t>03	Hands-On Lab: Prompt-to-Prototype Your Copilot with Lovable</a:t>
            </a:r>
            <a:endParaRPr>
              <a:solidFill>
                <a:schemeClr val="lt1"/>
              </a:solidFill>
            </a:endParaRPr>
          </a:p>
        </p:txBody>
      </p:sp>
      <p:sp>
        <p:nvSpPr>
          <p:cNvPr id="1302" name="Google Shape;1302;p298"/>
          <p:cNvSpPr txBox="1"/>
          <p:nvPr>
            <p:ph idx="4294967295" type="subTitle"/>
          </p:nvPr>
        </p:nvSpPr>
        <p:spPr>
          <a:xfrm>
            <a:off x="457200" y="1757458"/>
            <a:ext cx="6714000" cy="215400"/>
          </a:xfrm>
          <a:prstGeom prst="rect">
            <a:avLst/>
          </a:prstGeom>
        </p:spPr>
        <p:txBody>
          <a:bodyPr anchorCtr="0" anchor="t" bIns="0" lIns="0" spcFirstLastPara="1" rIns="0" wrap="square" tIns="0">
            <a:spAutoFit/>
          </a:bodyPr>
          <a:lstStyle/>
          <a:p>
            <a:pPr indent="0" lvl="0" marL="0" rtl="0" algn="l">
              <a:spcBef>
                <a:spcPts val="0"/>
              </a:spcBef>
              <a:spcAft>
                <a:spcPts val="1200"/>
              </a:spcAft>
              <a:buNone/>
            </a:pPr>
            <a:r>
              <a:rPr lang="en">
                <a:solidFill>
                  <a:schemeClr val="lt1"/>
                </a:solidFill>
              </a:rPr>
              <a:t>01	The AI-First Product Mindset</a:t>
            </a:r>
            <a:endParaRPr>
              <a:solidFill>
                <a:schemeClr val="lt1"/>
              </a:solidFill>
            </a:endParaRPr>
          </a:p>
        </p:txBody>
      </p:sp>
      <p:cxnSp>
        <p:nvCxnSpPr>
          <p:cNvPr id="1303" name="Google Shape;1303;p298"/>
          <p:cNvCxnSpPr/>
          <p:nvPr/>
        </p:nvCxnSpPr>
        <p:spPr>
          <a:xfrm>
            <a:off x="457200" y="2211858"/>
            <a:ext cx="8229600" cy="0"/>
          </a:xfrm>
          <a:prstGeom prst="straightConnector1">
            <a:avLst/>
          </a:prstGeom>
          <a:noFill/>
          <a:ln cap="flat" cmpd="sng" w="9525">
            <a:solidFill>
              <a:schemeClr val="accent4"/>
            </a:solidFill>
            <a:prstDash val="solid"/>
            <a:round/>
            <a:headEnd len="med" w="med" type="none"/>
            <a:tailEnd len="med" w="med" type="none"/>
          </a:ln>
        </p:spPr>
      </p:cxnSp>
      <p:cxnSp>
        <p:nvCxnSpPr>
          <p:cNvPr id="1304" name="Google Shape;1304;p298"/>
          <p:cNvCxnSpPr/>
          <p:nvPr/>
        </p:nvCxnSpPr>
        <p:spPr>
          <a:xfrm>
            <a:off x="457200" y="2935908"/>
            <a:ext cx="8229600" cy="0"/>
          </a:xfrm>
          <a:prstGeom prst="straightConnector1">
            <a:avLst/>
          </a:prstGeom>
          <a:noFill/>
          <a:ln cap="flat" cmpd="sng" w="9525">
            <a:solidFill>
              <a:schemeClr val="accent4"/>
            </a:solidFill>
            <a:prstDash val="solid"/>
            <a:round/>
            <a:headEnd len="med" w="med" type="none"/>
            <a:tailEnd len="med" w="med" type="none"/>
          </a:ln>
        </p:spPr>
      </p:cxnSp>
      <p:cxnSp>
        <p:nvCxnSpPr>
          <p:cNvPr id="1305" name="Google Shape;1305;p298"/>
          <p:cNvCxnSpPr/>
          <p:nvPr/>
        </p:nvCxnSpPr>
        <p:spPr>
          <a:xfrm>
            <a:off x="457200" y="3659958"/>
            <a:ext cx="8229600" cy="0"/>
          </a:xfrm>
          <a:prstGeom prst="straightConnector1">
            <a:avLst/>
          </a:prstGeom>
          <a:noFill/>
          <a:ln cap="flat" cmpd="sng" w="9525">
            <a:solidFill>
              <a:schemeClr val="accent4"/>
            </a:solidFill>
            <a:prstDash val="solid"/>
            <a:round/>
            <a:headEnd len="med" w="med" type="none"/>
            <a:tailEnd len="med" w="med" type="none"/>
          </a:ln>
        </p:spPr>
      </p:cxnSp>
      <p:sp>
        <p:nvSpPr>
          <p:cNvPr id="1306" name="Google Shape;1306;p298">
            <a:hlinkClick/>
          </p:cNvPr>
          <p:cNvSpPr txBox="1"/>
          <p:nvPr/>
        </p:nvSpPr>
        <p:spPr>
          <a:xfrm>
            <a:off x="7622662" y="1651858"/>
            <a:ext cx="1064100" cy="396000"/>
          </a:xfrm>
          <a:prstGeom prst="rect">
            <a:avLst/>
          </a:prstGeom>
          <a:noFill/>
          <a:ln>
            <a:noFill/>
          </a:ln>
        </p:spPr>
        <p:txBody>
          <a:bodyPr anchorCtr="0" anchor="ctr" bIns="91425" lIns="91425" spcFirstLastPara="1" rIns="137150" wrap="square" tIns="91425">
            <a:noAutofit/>
          </a:bodyPr>
          <a:lstStyle/>
          <a:p>
            <a:pPr indent="-330200" lvl="0" marL="457200" rtl="0" algn="r">
              <a:spcBef>
                <a:spcPts val="0"/>
              </a:spcBef>
              <a:spcAft>
                <a:spcPts val="0"/>
              </a:spcAft>
              <a:buClr>
                <a:schemeClr val="accent4"/>
              </a:buClr>
              <a:buSzPts val="1600"/>
              <a:buFont typeface="Poppins Medium"/>
              <a:buChar char="➔"/>
            </a:pPr>
            <a:r>
              <a:t/>
            </a:r>
            <a:endParaRPr sz="1600">
              <a:solidFill>
                <a:schemeClr val="accent4"/>
              </a:solidFill>
              <a:latin typeface="Poppins Medium"/>
              <a:ea typeface="Poppins Medium"/>
              <a:cs typeface="Poppins Medium"/>
              <a:sym typeface="Poppins Medium"/>
            </a:endParaRPr>
          </a:p>
        </p:txBody>
      </p:sp>
      <p:sp>
        <p:nvSpPr>
          <p:cNvPr id="1307" name="Google Shape;1307;p298"/>
          <p:cNvSpPr txBox="1"/>
          <p:nvPr>
            <p:ph idx="4294967295" type="subTitle"/>
          </p:nvPr>
        </p:nvSpPr>
        <p:spPr>
          <a:xfrm>
            <a:off x="457200" y="2481500"/>
            <a:ext cx="6714000" cy="215400"/>
          </a:xfrm>
          <a:prstGeom prst="rect">
            <a:avLst/>
          </a:prstGeom>
        </p:spPr>
        <p:txBody>
          <a:bodyPr anchorCtr="0" anchor="t" bIns="0" lIns="0" spcFirstLastPara="1" rIns="0" wrap="square" tIns="0">
            <a:spAutoFit/>
          </a:bodyPr>
          <a:lstStyle/>
          <a:p>
            <a:pPr indent="0" lvl="0" marL="0" rtl="0" algn="l">
              <a:spcBef>
                <a:spcPts val="0"/>
              </a:spcBef>
              <a:spcAft>
                <a:spcPts val="1200"/>
              </a:spcAft>
              <a:buNone/>
            </a:pPr>
            <a:r>
              <a:rPr lang="en">
                <a:solidFill>
                  <a:schemeClr val="lt1"/>
                </a:solidFill>
              </a:rPr>
              <a:t>02	The Anatomy of  High-Quality Prompt</a:t>
            </a:r>
            <a:endParaRPr>
              <a:solidFill>
                <a:schemeClr val="lt1"/>
              </a:solidFill>
            </a:endParaRPr>
          </a:p>
        </p:txBody>
      </p:sp>
      <p:sp>
        <p:nvSpPr>
          <p:cNvPr id="1308" name="Google Shape;1308;p298">
            <a:hlinkClick/>
          </p:cNvPr>
          <p:cNvSpPr txBox="1"/>
          <p:nvPr/>
        </p:nvSpPr>
        <p:spPr>
          <a:xfrm>
            <a:off x="7622662" y="2375900"/>
            <a:ext cx="1064100" cy="396000"/>
          </a:xfrm>
          <a:prstGeom prst="rect">
            <a:avLst/>
          </a:prstGeom>
          <a:noFill/>
          <a:ln>
            <a:noFill/>
          </a:ln>
        </p:spPr>
        <p:txBody>
          <a:bodyPr anchorCtr="0" anchor="ctr" bIns="91425" lIns="91425" spcFirstLastPara="1" rIns="137150" wrap="square" tIns="91425">
            <a:noAutofit/>
          </a:bodyPr>
          <a:lstStyle/>
          <a:p>
            <a:pPr indent="-330200" lvl="0" marL="457200" rtl="0" algn="r">
              <a:spcBef>
                <a:spcPts val="0"/>
              </a:spcBef>
              <a:spcAft>
                <a:spcPts val="0"/>
              </a:spcAft>
              <a:buClr>
                <a:schemeClr val="accent4"/>
              </a:buClr>
              <a:buSzPts val="1600"/>
              <a:buFont typeface="Poppins Medium"/>
              <a:buChar char="➔"/>
            </a:pPr>
            <a:r>
              <a:t/>
            </a:r>
            <a:endParaRPr sz="1600">
              <a:solidFill>
                <a:schemeClr val="accent4"/>
              </a:solidFill>
              <a:latin typeface="Poppins Medium"/>
              <a:ea typeface="Poppins Medium"/>
              <a:cs typeface="Poppins Medium"/>
              <a:sym typeface="Poppins Medium"/>
            </a:endParaRPr>
          </a:p>
        </p:txBody>
      </p:sp>
      <p:sp>
        <p:nvSpPr>
          <p:cNvPr id="1309" name="Google Shape;1309;p298">
            <a:hlinkClick/>
          </p:cNvPr>
          <p:cNvSpPr txBox="1"/>
          <p:nvPr/>
        </p:nvSpPr>
        <p:spPr>
          <a:xfrm>
            <a:off x="7622662" y="3099929"/>
            <a:ext cx="1064100" cy="396000"/>
          </a:xfrm>
          <a:prstGeom prst="rect">
            <a:avLst/>
          </a:prstGeom>
          <a:noFill/>
          <a:ln>
            <a:noFill/>
          </a:ln>
        </p:spPr>
        <p:txBody>
          <a:bodyPr anchorCtr="0" anchor="ctr" bIns="91425" lIns="91425" spcFirstLastPara="1" rIns="137150" wrap="square" tIns="91425">
            <a:noAutofit/>
          </a:bodyPr>
          <a:lstStyle/>
          <a:p>
            <a:pPr indent="-330200" lvl="0" marL="457200" rtl="0" algn="r">
              <a:spcBef>
                <a:spcPts val="0"/>
              </a:spcBef>
              <a:spcAft>
                <a:spcPts val="0"/>
              </a:spcAft>
              <a:buClr>
                <a:schemeClr val="accent4"/>
              </a:buClr>
              <a:buSzPts val="1600"/>
              <a:buFont typeface="Poppins Medium"/>
              <a:buChar char="➔"/>
            </a:pPr>
            <a:r>
              <a:t/>
            </a:r>
            <a:endParaRPr sz="1600">
              <a:solidFill>
                <a:schemeClr val="accent4"/>
              </a:solidFill>
              <a:latin typeface="Poppins Medium"/>
              <a:ea typeface="Poppins Medium"/>
              <a:cs typeface="Poppins Medium"/>
              <a:sym typeface="Poppins Medium"/>
            </a:endParaRPr>
          </a:p>
        </p:txBody>
      </p:sp>
      <p:sp>
        <p:nvSpPr>
          <p:cNvPr id="1310" name="Google Shape;1310;p298"/>
          <p:cNvSpPr txBox="1"/>
          <p:nvPr>
            <p:ph idx="4294967295" type="subTitle"/>
          </p:nvPr>
        </p:nvSpPr>
        <p:spPr>
          <a:xfrm>
            <a:off x="457225" y="3928714"/>
            <a:ext cx="7041300" cy="215400"/>
          </a:xfrm>
          <a:prstGeom prst="rect">
            <a:avLst/>
          </a:prstGeom>
        </p:spPr>
        <p:txBody>
          <a:bodyPr anchorCtr="0" anchor="t" bIns="0" lIns="0" spcFirstLastPara="1" rIns="0" wrap="square" tIns="0">
            <a:spAutoFit/>
          </a:bodyPr>
          <a:lstStyle/>
          <a:p>
            <a:pPr indent="0" lvl="0" marL="0" rtl="0" algn="l">
              <a:spcBef>
                <a:spcPts val="0"/>
              </a:spcBef>
              <a:spcAft>
                <a:spcPts val="1200"/>
              </a:spcAft>
              <a:buNone/>
            </a:pPr>
            <a:r>
              <a:rPr lang="en">
                <a:solidFill>
                  <a:schemeClr val="lt1"/>
                </a:solidFill>
              </a:rPr>
              <a:t>04	Prompting as Product Configuration</a:t>
            </a:r>
            <a:endParaRPr>
              <a:solidFill>
                <a:schemeClr val="lt1"/>
              </a:solidFill>
            </a:endParaRPr>
          </a:p>
        </p:txBody>
      </p:sp>
      <p:sp>
        <p:nvSpPr>
          <p:cNvPr id="1311" name="Google Shape;1311;p298">
            <a:hlinkClick/>
          </p:cNvPr>
          <p:cNvSpPr txBox="1"/>
          <p:nvPr/>
        </p:nvSpPr>
        <p:spPr>
          <a:xfrm>
            <a:off x="7622687" y="3823109"/>
            <a:ext cx="1064100" cy="396000"/>
          </a:xfrm>
          <a:prstGeom prst="rect">
            <a:avLst/>
          </a:prstGeom>
          <a:noFill/>
          <a:ln>
            <a:noFill/>
          </a:ln>
        </p:spPr>
        <p:txBody>
          <a:bodyPr anchorCtr="0" anchor="ctr" bIns="91425" lIns="91425" spcFirstLastPara="1" rIns="137150" wrap="square" tIns="91425">
            <a:noAutofit/>
          </a:bodyPr>
          <a:lstStyle/>
          <a:p>
            <a:pPr indent="-330200" lvl="0" marL="457200" rtl="0" algn="r">
              <a:spcBef>
                <a:spcPts val="0"/>
              </a:spcBef>
              <a:spcAft>
                <a:spcPts val="0"/>
              </a:spcAft>
              <a:buClr>
                <a:schemeClr val="accent4"/>
              </a:buClr>
              <a:buSzPts val="1600"/>
              <a:buFont typeface="Poppins Medium"/>
              <a:buChar char="➔"/>
            </a:pPr>
            <a:r>
              <a:t/>
            </a:r>
            <a:endParaRPr sz="1600">
              <a:solidFill>
                <a:schemeClr val="accent4"/>
              </a:solidFill>
              <a:latin typeface="Poppins Medium"/>
              <a:ea typeface="Poppins Medium"/>
              <a:cs typeface="Poppins Medium"/>
              <a:sym typeface="Poppins Medium"/>
            </a:endParaRPr>
          </a:p>
        </p:txBody>
      </p:sp>
      <p:cxnSp>
        <p:nvCxnSpPr>
          <p:cNvPr id="1312" name="Google Shape;1312;p298"/>
          <p:cNvCxnSpPr/>
          <p:nvPr/>
        </p:nvCxnSpPr>
        <p:spPr>
          <a:xfrm>
            <a:off x="457200" y="4388125"/>
            <a:ext cx="8229600" cy="0"/>
          </a:xfrm>
          <a:prstGeom prst="straightConnector1">
            <a:avLst/>
          </a:prstGeom>
          <a:noFill/>
          <a:ln cap="flat" cmpd="sng" w="9525">
            <a:solidFill>
              <a:schemeClr val="accent4"/>
            </a:solidFill>
            <a:prstDash val="solid"/>
            <a:round/>
            <a:headEnd len="med" w="med" type="none"/>
            <a:tailEnd len="med" w="med" type="none"/>
          </a:ln>
        </p:spPr>
      </p:cxnSp>
      <p:cxnSp>
        <p:nvCxnSpPr>
          <p:cNvPr id="1313" name="Google Shape;1313;p298"/>
          <p:cNvCxnSpPr/>
          <p:nvPr/>
        </p:nvCxnSpPr>
        <p:spPr>
          <a:xfrm>
            <a:off x="457200" y="5111300"/>
            <a:ext cx="8229600" cy="0"/>
          </a:xfrm>
          <a:prstGeom prst="straightConnector1">
            <a:avLst/>
          </a:prstGeom>
          <a:noFill/>
          <a:ln cap="flat" cmpd="sng" w="9525">
            <a:solidFill>
              <a:schemeClr val="accent4"/>
            </a:solidFill>
            <a:prstDash val="solid"/>
            <a:round/>
            <a:headEnd len="med" w="med" type="none"/>
            <a:tailEnd len="med" w="med" type="none"/>
          </a:ln>
        </p:spPr>
      </p:cxnSp>
      <p:sp>
        <p:nvSpPr>
          <p:cNvPr id="1314" name="Google Shape;1314;p298"/>
          <p:cNvSpPr txBox="1"/>
          <p:nvPr>
            <p:ph idx="4294967295" type="subTitle"/>
          </p:nvPr>
        </p:nvSpPr>
        <p:spPr>
          <a:xfrm>
            <a:off x="457225" y="4651889"/>
            <a:ext cx="7041300" cy="215400"/>
          </a:xfrm>
          <a:prstGeom prst="rect">
            <a:avLst/>
          </a:prstGeom>
        </p:spPr>
        <p:txBody>
          <a:bodyPr anchorCtr="0" anchor="t" bIns="0" lIns="0" spcFirstLastPara="1" rIns="0" wrap="square" tIns="0">
            <a:spAutoFit/>
          </a:bodyPr>
          <a:lstStyle/>
          <a:p>
            <a:pPr indent="0" lvl="0" marL="0" rtl="0" algn="l">
              <a:spcBef>
                <a:spcPts val="0"/>
              </a:spcBef>
              <a:spcAft>
                <a:spcPts val="1200"/>
              </a:spcAft>
              <a:buNone/>
            </a:pPr>
            <a:r>
              <a:rPr lang="en">
                <a:solidFill>
                  <a:schemeClr val="lt1"/>
                </a:solidFill>
              </a:rPr>
              <a:t>05	The Optimization Strategy</a:t>
            </a:r>
            <a:endParaRPr>
              <a:solidFill>
                <a:schemeClr val="lt1"/>
              </a:solidFill>
            </a:endParaRPr>
          </a:p>
        </p:txBody>
      </p:sp>
      <p:sp>
        <p:nvSpPr>
          <p:cNvPr id="1315" name="Google Shape;1315;p298">
            <a:hlinkClick/>
          </p:cNvPr>
          <p:cNvSpPr txBox="1"/>
          <p:nvPr/>
        </p:nvSpPr>
        <p:spPr>
          <a:xfrm>
            <a:off x="7622687" y="4546284"/>
            <a:ext cx="1064100" cy="396000"/>
          </a:xfrm>
          <a:prstGeom prst="rect">
            <a:avLst/>
          </a:prstGeom>
          <a:noFill/>
          <a:ln>
            <a:noFill/>
          </a:ln>
        </p:spPr>
        <p:txBody>
          <a:bodyPr anchorCtr="0" anchor="ctr" bIns="91425" lIns="91425" spcFirstLastPara="1" rIns="137150" wrap="square" tIns="91425">
            <a:noAutofit/>
          </a:bodyPr>
          <a:lstStyle/>
          <a:p>
            <a:pPr indent="-330200" lvl="0" marL="457200" rtl="0" algn="r">
              <a:spcBef>
                <a:spcPts val="0"/>
              </a:spcBef>
              <a:spcAft>
                <a:spcPts val="0"/>
              </a:spcAft>
              <a:buClr>
                <a:schemeClr val="accent4"/>
              </a:buClr>
              <a:buSzPts val="1600"/>
              <a:buFont typeface="Poppins Medium"/>
              <a:buChar char="➔"/>
            </a:pPr>
            <a:r>
              <a:t/>
            </a:r>
            <a:endParaRPr sz="1600">
              <a:solidFill>
                <a:schemeClr val="accent4"/>
              </a:solidFill>
              <a:latin typeface="Poppins Medium"/>
              <a:ea typeface="Poppins Medium"/>
              <a:cs typeface="Poppins Medium"/>
              <a:sym typeface="Poppins Medium"/>
            </a:endParaRPr>
          </a:p>
        </p:txBody>
      </p:sp>
      <p:cxnSp>
        <p:nvCxnSpPr>
          <p:cNvPr id="1316" name="Google Shape;1316;p298"/>
          <p:cNvCxnSpPr/>
          <p:nvPr/>
        </p:nvCxnSpPr>
        <p:spPr>
          <a:xfrm>
            <a:off x="457200" y="5111300"/>
            <a:ext cx="8229600" cy="0"/>
          </a:xfrm>
          <a:prstGeom prst="straightConnector1">
            <a:avLst/>
          </a:prstGeom>
          <a:noFill/>
          <a:ln cap="flat" cmpd="sng" w="9525">
            <a:solidFill>
              <a:schemeClr val="accent4"/>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1" name="Shape 1321"/>
        <p:cNvGrpSpPr/>
        <p:nvPr/>
      </p:nvGrpSpPr>
      <p:grpSpPr>
        <a:xfrm>
          <a:off x="0" y="0"/>
          <a:ext cx="0" cy="0"/>
          <a:chOff x="0" y="0"/>
          <a:chExt cx="0" cy="0"/>
        </a:xfrm>
      </p:grpSpPr>
      <p:sp>
        <p:nvSpPr>
          <p:cNvPr id="1322" name="Google Shape;1322;p299"/>
          <p:cNvSpPr/>
          <p:nvPr/>
        </p:nvSpPr>
        <p:spPr>
          <a:xfrm>
            <a:off x="496119" y="726612"/>
            <a:ext cx="630900" cy="259200"/>
          </a:xfrm>
          <a:prstGeom prst="roundRect">
            <a:avLst>
              <a:gd fmla="val 17872" name="adj"/>
            </a:avLst>
          </a:prstGeom>
          <a:solidFill>
            <a:srgbClr val="E2E4E9"/>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
        <p:nvSpPr>
          <p:cNvPr id="1323" name="Google Shape;1323;p299"/>
          <p:cNvSpPr/>
          <p:nvPr/>
        </p:nvSpPr>
        <p:spPr>
          <a:xfrm>
            <a:off x="570531" y="767951"/>
            <a:ext cx="630900" cy="1764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52586B"/>
              </a:buClr>
              <a:buSzPts val="800"/>
              <a:buFont typeface="Funnel Sans"/>
              <a:buNone/>
            </a:pPr>
            <a:r>
              <a:rPr b="0" i="0" lang="en" sz="800" u="none" cap="none" strike="noStrike">
                <a:solidFill>
                  <a:srgbClr val="52586B"/>
                </a:solidFill>
                <a:latin typeface="Funnel Sans"/>
                <a:ea typeface="Funnel Sans"/>
                <a:cs typeface="Funnel Sans"/>
                <a:sym typeface="Funnel Sans"/>
              </a:rPr>
              <a:t>MODULE 2</a:t>
            </a:r>
            <a:endParaRPr b="0" i="0" sz="800" u="none" cap="none" strike="noStrike"/>
          </a:p>
        </p:txBody>
      </p:sp>
      <p:sp>
        <p:nvSpPr>
          <p:cNvPr id="1324" name="Google Shape;1324;p299"/>
          <p:cNvSpPr/>
          <p:nvPr/>
        </p:nvSpPr>
        <p:spPr>
          <a:xfrm>
            <a:off x="1189063" y="721320"/>
            <a:ext cx="1488600" cy="269700"/>
          </a:xfrm>
          <a:prstGeom prst="roundRect">
            <a:avLst>
              <a:gd fmla="val 17171" name="adj"/>
            </a:avLst>
          </a:prstGeom>
          <a:noFill/>
          <a:ln cap="flat" cmpd="sng" w="6175">
            <a:solidFill>
              <a:srgbClr val="373B48"/>
            </a:solidFill>
            <a:prstDash val="solid"/>
            <a:round/>
            <a:headEnd len="sm" w="sm" type="none"/>
            <a:tailEnd len="sm" w="sm" type="none"/>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
        <p:nvSpPr>
          <p:cNvPr id="1325" name="Google Shape;1325;p299"/>
          <p:cNvSpPr/>
          <p:nvPr/>
        </p:nvSpPr>
        <p:spPr>
          <a:xfrm>
            <a:off x="1268206" y="765382"/>
            <a:ext cx="2251200" cy="1764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373B48"/>
              </a:buClr>
              <a:buSzPts val="800"/>
              <a:buFont typeface="Funnel Sans"/>
              <a:buNone/>
            </a:pPr>
            <a:r>
              <a:rPr b="0" i="0" lang="en" sz="800" u="none" cap="none" strike="noStrike">
                <a:solidFill>
                  <a:srgbClr val="373B48"/>
                </a:solidFill>
                <a:latin typeface="Funnel Sans"/>
                <a:ea typeface="Funnel Sans"/>
                <a:cs typeface="Funnel Sans"/>
                <a:sym typeface="Funnel Sans"/>
              </a:rPr>
              <a:t>VIBE CODING CERTIFICATION</a:t>
            </a:r>
            <a:endParaRPr b="0" i="0" sz="800" u="none" cap="none" strike="noStrike"/>
          </a:p>
        </p:txBody>
      </p:sp>
      <p:sp>
        <p:nvSpPr>
          <p:cNvPr id="1326" name="Google Shape;1326;p299"/>
          <p:cNvSpPr/>
          <p:nvPr/>
        </p:nvSpPr>
        <p:spPr>
          <a:xfrm>
            <a:off x="496119" y="1046097"/>
            <a:ext cx="3101100" cy="430500"/>
          </a:xfrm>
          <a:prstGeom prst="rect">
            <a:avLst/>
          </a:prstGeom>
          <a:noFill/>
          <a:ln>
            <a:noFill/>
          </a:ln>
        </p:spPr>
        <p:txBody>
          <a:bodyPr anchorCtr="0" anchor="t" bIns="0" lIns="0" spcFirstLastPara="1" rIns="0" wrap="square" tIns="0">
            <a:noAutofit/>
          </a:bodyPr>
          <a:lstStyle/>
          <a:p>
            <a:pPr indent="0" lvl="0" marL="0" marR="0" rtl="0" algn="l">
              <a:lnSpc>
                <a:spcPct val="124359"/>
              </a:lnSpc>
              <a:spcBef>
                <a:spcPts val="0"/>
              </a:spcBef>
              <a:spcAft>
                <a:spcPts val="0"/>
              </a:spcAft>
              <a:buClr>
                <a:srgbClr val="373B48"/>
              </a:buClr>
              <a:buSzPts val="2500"/>
              <a:buFont typeface="Mona Sans"/>
              <a:buNone/>
            </a:pPr>
            <a:r>
              <a:rPr b="0" i="0" lang="en" sz="2500" u="none" cap="none" strike="noStrike">
                <a:solidFill>
                  <a:srgbClr val="373B48"/>
                </a:solidFill>
                <a:latin typeface="Mona Sans"/>
                <a:ea typeface="Mona Sans"/>
                <a:cs typeface="Mona Sans"/>
                <a:sym typeface="Mona Sans"/>
              </a:rPr>
              <a:t>The Validation Lens</a:t>
            </a:r>
            <a:endParaRPr b="0" i="0" sz="2500" u="none" cap="none" strike="noStrike"/>
          </a:p>
        </p:txBody>
      </p:sp>
      <p:sp>
        <p:nvSpPr>
          <p:cNvPr id="1327" name="Google Shape;1327;p299"/>
          <p:cNvSpPr/>
          <p:nvPr/>
        </p:nvSpPr>
        <p:spPr>
          <a:xfrm>
            <a:off x="496119" y="1683412"/>
            <a:ext cx="8151900" cy="2205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52586B"/>
              </a:buClr>
              <a:buSzPts val="1000"/>
              <a:buFont typeface="Funnel Sans"/>
              <a:buNone/>
            </a:pPr>
            <a:r>
              <a:rPr b="0" i="0" lang="en" sz="1000" u="none" cap="none" strike="noStrike">
                <a:solidFill>
                  <a:srgbClr val="52586B"/>
                </a:solidFill>
                <a:latin typeface="Funnel Sans"/>
                <a:ea typeface="Funnel Sans"/>
                <a:cs typeface="Funnel Sans"/>
                <a:sym typeface="Funnel Sans"/>
              </a:rPr>
              <a:t>Build Smart, Not Just Fast</a:t>
            </a:r>
            <a:endParaRPr b="0" i="0" sz="1000" u="none" cap="none" strike="noStrike"/>
          </a:p>
        </p:txBody>
      </p:sp>
      <p:sp>
        <p:nvSpPr>
          <p:cNvPr id="1328" name="Google Shape;1328;p299"/>
          <p:cNvSpPr/>
          <p:nvPr/>
        </p:nvSpPr>
        <p:spPr>
          <a:xfrm>
            <a:off x="496119" y="2058954"/>
            <a:ext cx="279000" cy="309900"/>
          </a:xfrm>
          <a:prstGeom prst="roundRect">
            <a:avLst>
              <a:gd fmla="val 18670" name="adj"/>
            </a:avLst>
          </a:prstGeom>
          <a:solidFill>
            <a:srgbClr val="E2E4E9"/>
          </a:solidFill>
          <a:ln cap="flat" cmpd="sng" w="6175">
            <a:solidFill>
              <a:srgbClr val="C8CACF"/>
            </a:solidFill>
            <a:prstDash val="solid"/>
            <a:round/>
            <a:headEnd len="sm" w="sm" type="none"/>
            <a:tailEnd len="sm" w="sm" type="none"/>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
        <p:nvSpPr>
          <p:cNvPr id="1329" name="Google Shape;1329;p299"/>
          <p:cNvSpPr/>
          <p:nvPr/>
        </p:nvSpPr>
        <p:spPr>
          <a:xfrm>
            <a:off x="542628" y="2084792"/>
            <a:ext cx="186000" cy="258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2586B"/>
              </a:buClr>
              <a:buSzPts val="1500"/>
              <a:buFont typeface="Mona Sans"/>
              <a:buNone/>
            </a:pPr>
            <a:r>
              <a:rPr b="0" i="0" lang="en" sz="1500" u="none" cap="none" strike="noStrike">
                <a:solidFill>
                  <a:srgbClr val="52586B"/>
                </a:solidFill>
                <a:latin typeface="Mona Sans"/>
                <a:ea typeface="Mona Sans"/>
                <a:cs typeface="Mona Sans"/>
                <a:sym typeface="Mona Sans"/>
              </a:rPr>
              <a:t>1</a:t>
            </a:r>
            <a:endParaRPr b="0" i="0" sz="1500" u="none" cap="none" strike="noStrike"/>
          </a:p>
        </p:txBody>
      </p:sp>
      <p:sp>
        <p:nvSpPr>
          <p:cNvPr id="1330" name="Google Shape;1330;p299"/>
          <p:cNvSpPr/>
          <p:nvPr/>
        </p:nvSpPr>
        <p:spPr>
          <a:xfrm>
            <a:off x="899145" y="2106331"/>
            <a:ext cx="1550700" cy="215400"/>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52586B"/>
              </a:buClr>
              <a:buSzPts val="1300"/>
              <a:buFont typeface="Mona Sans"/>
              <a:buNone/>
            </a:pPr>
            <a:r>
              <a:rPr b="0" i="0" lang="en" sz="1300" u="none" cap="none" strike="noStrike">
                <a:solidFill>
                  <a:srgbClr val="52586B"/>
                </a:solidFill>
                <a:latin typeface="Mona Sans"/>
                <a:ea typeface="Mona Sans"/>
                <a:cs typeface="Mona Sans"/>
                <a:sym typeface="Mona Sans"/>
              </a:rPr>
              <a:t>Constraints</a:t>
            </a:r>
            <a:endParaRPr b="0" i="0" sz="1300" u="none" cap="none" strike="noStrike"/>
          </a:p>
        </p:txBody>
      </p:sp>
      <p:sp>
        <p:nvSpPr>
          <p:cNvPr id="1331" name="Google Shape;1331;p299"/>
          <p:cNvSpPr/>
          <p:nvPr/>
        </p:nvSpPr>
        <p:spPr>
          <a:xfrm>
            <a:off x="899145" y="2404401"/>
            <a:ext cx="7748700" cy="2205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52586B"/>
              </a:buClr>
              <a:buSzPts val="1000"/>
              <a:buFont typeface="Funnel Sans"/>
              <a:buNone/>
            </a:pPr>
            <a:r>
              <a:rPr b="0" i="0" lang="en" sz="1000" u="none" cap="none" strike="noStrike">
                <a:solidFill>
                  <a:srgbClr val="52586B"/>
                </a:solidFill>
                <a:latin typeface="Funnel Sans"/>
                <a:ea typeface="Funnel Sans"/>
                <a:cs typeface="Funnel Sans"/>
                <a:sym typeface="Funnel Sans"/>
              </a:rPr>
              <a:t>Frame what you're testing and why</a:t>
            </a:r>
            <a:endParaRPr b="0" i="0" sz="1000" u="none" cap="none" strike="noStrike"/>
          </a:p>
        </p:txBody>
      </p:sp>
      <p:sp>
        <p:nvSpPr>
          <p:cNvPr id="1332" name="Google Shape;1332;p299"/>
          <p:cNvSpPr/>
          <p:nvPr/>
        </p:nvSpPr>
        <p:spPr>
          <a:xfrm>
            <a:off x="496119" y="2900495"/>
            <a:ext cx="279000" cy="309900"/>
          </a:xfrm>
          <a:prstGeom prst="roundRect">
            <a:avLst>
              <a:gd fmla="val 18670" name="adj"/>
            </a:avLst>
          </a:prstGeom>
          <a:solidFill>
            <a:srgbClr val="E2E4E9"/>
          </a:solidFill>
          <a:ln cap="flat" cmpd="sng" w="6175">
            <a:solidFill>
              <a:srgbClr val="C8CACF"/>
            </a:solidFill>
            <a:prstDash val="solid"/>
            <a:round/>
            <a:headEnd len="sm" w="sm" type="none"/>
            <a:tailEnd len="sm" w="sm" type="none"/>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
        <p:nvSpPr>
          <p:cNvPr id="1333" name="Google Shape;1333;p299"/>
          <p:cNvSpPr/>
          <p:nvPr/>
        </p:nvSpPr>
        <p:spPr>
          <a:xfrm>
            <a:off x="542628" y="2926333"/>
            <a:ext cx="186000" cy="258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2586B"/>
              </a:buClr>
              <a:buSzPts val="1500"/>
              <a:buFont typeface="Mona Sans"/>
              <a:buNone/>
            </a:pPr>
            <a:r>
              <a:rPr b="0" i="0" lang="en" sz="1500" u="none" cap="none" strike="noStrike">
                <a:solidFill>
                  <a:srgbClr val="52586B"/>
                </a:solidFill>
                <a:latin typeface="Mona Sans"/>
                <a:ea typeface="Mona Sans"/>
                <a:cs typeface="Mona Sans"/>
                <a:sym typeface="Mona Sans"/>
              </a:rPr>
              <a:t>2</a:t>
            </a:r>
            <a:endParaRPr b="0" i="0" sz="1500" u="none" cap="none" strike="noStrike"/>
          </a:p>
        </p:txBody>
      </p:sp>
      <p:sp>
        <p:nvSpPr>
          <p:cNvPr id="1334" name="Google Shape;1334;p299"/>
          <p:cNvSpPr/>
          <p:nvPr/>
        </p:nvSpPr>
        <p:spPr>
          <a:xfrm>
            <a:off x="899145" y="2947872"/>
            <a:ext cx="1550700" cy="215400"/>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52586B"/>
              </a:buClr>
              <a:buSzPts val="1300"/>
              <a:buFont typeface="Mona Sans"/>
              <a:buNone/>
            </a:pPr>
            <a:r>
              <a:rPr b="0" i="0" lang="en" sz="1300" u="none" cap="none" strike="noStrike">
                <a:solidFill>
                  <a:srgbClr val="52586B"/>
                </a:solidFill>
                <a:latin typeface="Mona Sans"/>
                <a:ea typeface="Mona Sans"/>
                <a:cs typeface="Mona Sans"/>
                <a:sym typeface="Mona Sans"/>
              </a:rPr>
              <a:t>Context</a:t>
            </a:r>
            <a:endParaRPr b="0" i="0" sz="1300" u="none" cap="none" strike="noStrike"/>
          </a:p>
        </p:txBody>
      </p:sp>
      <p:sp>
        <p:nvSpPr>
          <p:cNvPr id="1335" name="Google Shape;1335;p299"/>
          <p:cNvSpPr/>
          <p:nvPr/>
        </p:nvSpPr>
        <p:spPr>
          <a:xfrm>
            <a:off x="899145" y="3245942"/>
            <a:ext cx="7748700" cy="2205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52586B"/>
              </a:buClr>
              <a:buSzPts val="1000"/>
              <a:buFont typeface="Funnel Sans"/>
              <a:buNone/>
            </a:pPr>
            <a:r>
              <a:rPr b="0" i="0" lang="en" sz="1000" u="none" cap="none" strike="noStrike">
                <a:solidFill>
                  <a:srgbClr val="52586B"/>
                </a:solidFill>
                <a:latin typeface="Funnel Sans"/>
                <a:ea typeface="Funnel Sans"/>
                <a:cs typeface="Funnel Sans"/>
                <a:sym typeface="Funnel Sans"/>
              </a:rPr>
              <a:t>Go from blank canvas to "this looks like my actual product"</a:t>
            </a:r>
            <a:endParaRPr b="0" i="0" sz="1000" u="none" cap="none" strike="noStrike"/>
          </a:p>
        </p:txBody>
      </p:sp>
      <p:sp>
        <p:nvSpPr>
          <p:cNvPr id="1336" name="Google Shape;1336;p299"/>
          <p:cNvSpPr/>
          <p:nvPr/>
        </p:nvSpPr>
        <p:spPr>
          <a:xfrm>
            <a:off x="496119" y="3742035"/>
            <a:ext cx="279000" cy="309900"/>
          </a:xfrm>
          <a:prstGeom prst="roundRect">
            <a:avLst>
              <a:gd fmla="val 18670" name="adj"/>
            </a:avLst>
          </a:prstGeom>
          <a:solidFill>
            <a:srgbClr val="E2E4E9"/>
          </a:solidFill>
          <a:ln cap="flat" cmpd="sng" w="6175">
            <a:solidFill>
              <a:srgbClr val="C8CACF"/>
            </a:solidFill>
            <a:prstDash val="solid"/>
            <a:round/>
            <a:headEnd len="sm" w="sm" type="none"/>
            <a:tailEnd len="sm" w="sm" type="none"/>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
        <p:nvSpPr>
          <p:cNvPr id="1337" name="Google Shape;1337;p299"/>
          <p:cNvSpPr/>
          <p:nvPr/>
        </p:nvSpPr>
        <p:spPr>
          <a:xfrm>
            <a:off x="542628" y="3767874"/>
            <a:ext cx="186000" cy="258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2586B"/>
              </a:buClr>
              <a:buSzPts val="1500"/>
              <a:buFont typeface="Mona Sans"/>
              <a:buNone/>
            </a:pPr>
            <a:r>
              <a:rPr b="0" i="0" lang="en" sz="1500" u="none" cap="none" strike="noStrike">
                <a:solidFill>
                  <a:srgbClr val="52586B"/>
                </a:solidFill>
                <a:latin typeface="Mona Sans"/>
                <a:ea typeface="Mona Sans"/>
                <a:cs typeface="Mona Sans"/>
                <a:sym typeface="Mona Sans"/>
              </a:rPr>
              <a:t>3</a:t>
            </a:r>
            <a:endParaRPr b="0" i="0" sz="1500" u="none" cap="none" strike="noStrike"/>
          </a:p>
        </p:txBody>
      </p:sp>
      <p:sp>
        <p:nvSpPr>
          <p:cNvPr id="1338" name="Google Shape;1338;p299"/>
          <p:cNvSpPr/>
          <p:nvPr/>
        </p:nvSpPr>
        <p:spPr>
          <a:xfrm>
            <a:off x="899145" y="3789412"/>
            <a:ext cx="1550700" cy="215400"/>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52586B"/>
              </a:buClr>
              <a:buSzPts val="1300"/>
              <a:buFont typeface="Mona Sans"/>
              <a:buNone/>
            </a:pPr>
            <a:r>
              <a:rPr b="0" i="0" lang="en" sz="1300" u="none" cap="none" strike="noStrike">
                <a:solidFill>
                  <a:srgbClr val="52586B"/>
                </a:solidFill>
                <a:latin typeface="Mona Sans"/>
                <a:ea typeface="Mona Sans"/>
                <a:cs typeface="Mona Sans"/>
                <a:sym typeface="Mona Sans"/>
              </a:rPr>
              <a:t>Build</a:t>
            </a:r>
            <a:endParaRPr b="0" i="0" sz="1300" u="none" cap="none" strike="noStrike"/>
          </a:p>
        </p:txBody>
      </p:sp>
      <p:sp>
        <p:nvSpPr>
          <p:cNvPr id="1339" name="Google Shape;1339;p299"/>
          <p:cNvSpPr/>
          <p:nvPr/>
        </p:nvSpPr>
        <p:spPr>
          <a:xfrm>
            <a:off x="899145" y="4087482"/>
            <a:ext cx="7748700" cy="2205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52586B"/>
              </a:buClr>
              <a:buSzPts val="1000"/>
              <a:buFont typeface="Funnel Sans"/>
              <a:buNone/>
            </a:pPr>
            <a:r>
              <a:rPr b="0" i="0" lang="en" sz="1000" u="none" cap="none" strike="noStrike">
                <a:solidFill>
                  <a:srgbClr val="52586B"/>
                </a:solidFill>
                <a:latin typeface="Funnel Sans"/>
                <a:ea typeface="Funnel Sans"/>
                <a:cs typeface="Funnel Sans"/>
                <a:sym typeface="Funnel Sans"/>
              </a:rPr>
              <a:t>A prototype that's meaningfully better than Module 1</a:t>
            </a:r>
            <a:endParaRPr b="0" i="0" sz="1000" u="none" cap="none" strike="noStrike"/>
          </a:p>
        </p:txBody>
      </p:sp>
      <p:sp>
        <p:nvSpPr>
          <p:cNvPr id="1340" name="Google Shape;1340;p299"/>
          <p:cNvSpPr/>
          <p:nvPr/>
        </p:nvSpPr>
        <p:spPr>
          <a:xfrm>
            <a:off x="682154" y="4618054"/>
            <a:ext cx="7965900" cy="2205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52586B"/>
              </a:buClr>
              <a:buSzPts val="1000"/>
              <a:buFont typeface="Funnel Sans"/>
              <a:buNone/>
            </a:pPr>
            <a:r>
              <a:rPr b="0" i="0" lang="en" sz="1000" u="none" cap="none" strike="noStrike">
                <a:solidFill>
                  <a:srgbClr val="52586B"/>
                </a:solidFill>
                <a:latin typeface="Funnel Sans"/>
                <a:ea typeface="Funnel Sans"/>
                <a:cs typeface="Funnel Sans"/>
                <a:sym typeface="Funnel Sans"/>
              </a:rPr>
              <a:t>Module 1 was </a:t>
            </a:r>
            <a:r>
              <a:rPr lang="en" sz="1000">
                <a:solidFill>
                  <a:srgbClr val="52586B"/>
                </a:solidFill>
                <a:latin typeface="Funnel Sans"/>
                <a:ea typeface="Funnel Sans"/>
                <a:cs typeface="Funnel Sans"/>
                <a:sym typeface="Funnel Sans"/>
              </a:rPr>
              <a:t>rapid vibe coding</a:t>
            </a:r>
            <a:r>
              <a:rPr b="0" i="0" lang="en" sz="1000" u="none" cap="none" strike="noStrike">
                <a:solidFill>
                  <a:srgbClr val="52586B"/>
                </a:solidFill>
                <a:latin typeface="Funnel Sans"/>
                <a:ea typeface="Funnel Sans"/>
                <a:cs typeface="Funnel Sans"/>
                <a:sym typeface="Funnel Sans"/>
              </a:rPr>
              <a:t>. Module 2 is </a:t>
            </a:r>
            <a:r>
              <a:rPr b="1" i="0" lang="en" sz="1000" u="none" cap="none" strike="noStrike">
                <a:solidFill>
                  <a:srgbClr val="52586B"/>
                </a:solidFill>
                <a:latin typeface="Funnel Sans"/>
                <a:ea typeface="Funnel Sans"/>
                <a:cs typeface="Funnel Sans"/>
                <a:sym typeface="Funnel Sans"/>
              </a:rPr>
              <a:t>aim</a:t>
            </a:r>
            <a:r>
              <a:rPr b="0" i="0" lang="en" sz="1000" u="none" cap="none" strike="noStrike">
                <a:solidFill>
                  <a:srgbClr val="52586B"/>
                </a:solidFill>
                <a:latin typeface="Funnel Sans"/>
                <a:ea typeface="Funnel Sans"/>
                <a:cs typeface="Funnel Sans"/>
                <a:sym typeface="Funnel Sans"/>
              </a:rPr>
              <a:t>.</a:t>
            </a:r>
            <a:endParaRPr b="0" i="0" sz="1000" u="none" cap="none" strike="noStrike"/>
          </a:p>
        </p:txBody>
      </p:sp>
      <p:sp>
        <p:nvSpPr>
          <p:cNvPr id="1341" name="Google Shape;1341;p299"/>
          <p:cNvSpPr/>
          <p:nvPr/>
        </p:nvSpPr>
        <p:spPr>
          <a:xfrm>
            <a:off x="496119" y="4463025"/>
            <a:ext cx="14400" cy="530700"/>
          </a:xfrm>
          <a:prstGeom prst="rect">
            <a:avLst/>
          </a:prstGeom>
          <a:solidFill>
            <a:srgbClr val="373B48"/>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6" name="Shape 1346"/>
        <p:cNvGrpSpPr/>
        <p:nvPr/>
      </p:nvGrpSpPr>
      <p:grpSpPr>
        <a:xfrm>
          <a:off x="0" y="0"/>
          <a:ext cx="0" cy="0"/>
          <a:chOff x="0" y="0"/>
          <a:chExt cx="0" cy="0"/>
        </a:xfrm>
      </p:grpSpPr>
      <p:sp>
        <p:nvSpPr>
          <p:cNvPr id="1347" name="Google Shape;1347;p300"/>
          <p:cNvSpPr/>
          <p:nvPr/>
        </p:nvSpPr>
        <p:spPr>
          <a:xfrm>
            <a:off x="496119" y="1539710"/>
            <a:ext cx="5486100" cy="430500"/>
          </a:xfrm>
          <a:prstGeom prst="rect">
            <a:avLst/>
          </a:prstGeom>
          <a:noFill/>
          <a:ln>
            <a:noFill/>
          </a:ln>
        </p:spPr>
        <p:txBody>
          <a:bodyPr anchorCtr="0" anchor="t" bIns="0" lIns="0" spcFirstLastPara="1" rIns="0" wrap="square" tIns="0">
            <a:noAutofit/>
          </a:bodyPr>
          <a:lstStyle/>
          <a:p>
            <a:pPr indent="0" lvl="0" marL="0" marR="0" rtl="0" algn="l">
              <a:lnSpc>
                <a:spcPct val="124359"/>
              </a:lnSpc>
              <a:spcBef>
                <a:spcPts val="0"/>
              </a:spcBef>
              <a:spcAft>
                <a:spcPts val="0"/>
              </a:spcAft>
              <a:buClr>
                <a:srgbClr val="373B48"/>
              </a:buClr>
              <a:buSzPts val="2500"/>
              <a:buFont typeface="Mona Sans"/>
              <a:buNone/>
            </a:pPr>
            <a:r>
              <a:rPr b="0" i="0" lang="en" sz="2500" u="none" cap="none" strike="noStrike">
                <a:solidFill>
                  <a:srgbClr val="373B48"/>
                </a:solidFill>
                <a:latin typeface="Mona Sans"/>
                <a:ea typeface="Mona Sans"/>
                <a:cs typeface="Mona Sans"/>
                <a:sym typeface="Mona Sans"/>
              </a:rPr>
              <a:t>Speed Without Direction Is a Liability</a:t>
            </a:r>
            <a:endParaRPr b="0" i="0" sz="2500" u="none" cap="none" strike="noStrike"/>
          </a:p>
        </p:txBody>
      </p:sp>
      <p:sp>
        <p:nvSpPr>
          <p:cNvPr id="1348" name="Google Shape;1348;p300"/>
          <p:cNvSpPr/>
          <p:nvPr/>
        </p:nvSpPr>
        <p:spPr>
          <a:xfrm>
            <a:off x="496119" y="2177025"/>
            <a:ext cx="8151900" cy="2205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52586B"/>
              </a:buClr>
              <a:buSzPts val="1000"/>
              <a:buFont typeface="Funnel Sans"/>
              <a:buNone/>
            </a:pPr>
            <a:r>
              <a:rPr b="0" i="0" lang="en" sz="1000" u="none" cap="none" strike="noStrike">
                <a:solidFill>
                  <a:srgbClr val="52586B"/>
                </a:solidFill>
                <a:latin typeface="Funnel Sans"/>
                <a:ea typeface="Funnel Sans"/>
                <a:cs typeface="Funnel Sans"/>
                <a:sym typeface="Funnel Sans"/>
              </a:rPr>
              <a:t>Module 1: you built fast. Today you build </a:t>
            </a:r>
            <a:r>
              <a:rPr b="1" i="0" lang="en" sz="1000" u="none" cap="none" strike="noStrike">
                <a:solidFill>
                  <a:srgbClr val="52586B"/>
                </a:solidFill>
                <a:latin typeface="Funnel Sans"/>
                <a:ea typeface="Funnel Sans"/>
                <a:cs typeface="Funnel Sans"/>
                <a:sym typeface="Funnel Sans"/>
              </a:rPr>
              <a:t>smart</a:t>
            </a:r>
            <a:r>
              <a:rPr b="0" i="0" lang="en" sz="1000" u="none" cap="none" strike="noStrike">
                <a:solidFill>
                  <a:srgbClr val="52586B"/>
                </a:solidFill>
                <a:latin typeface="Funnel Sans"/>
                <a:ea typeface="Funnel Sans"/>
                <a:cs typeface="Funnel Sans"/>
                <a:sym typeface="Funnel Sans"/>
              </a:rPr>
              <a:t>.</a:t>
            </a:r>
            <a:endParaRPr b="0" i="0" sz="1000" u="none" cap="none" strike="noStrike"/>
          </a:p>
        </p:txBody>
      </p:sp>
      <p:sp>
        <p:nvSpPr>
          <p:cNvPr id="1349" name="Google Shape;1349;p300"/>
          <p:cNvSpPr/>
          <p:nvPr/>
        </p:nvSpPr>
        <p:spPr>
          <a:xfrm>
            <a:off x="496119" y="2552568"/>
            <a:ext cx="8151900" cy="6615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52586B"/>
              </a:buClr>
              <a:buSzPts val="1000"/>
              <a:buFont typeface="Funnel Sans"/>
              <a:buNone/>
            </a:pPr>
            <a:r>
              <a:rPr b="0" i="0" lang="en" sz="1000" u="none" cap="none" strike="noStrike">
                <a:solidFill>
                  <a:srgbClr val="52586B"/>
                </a:solidFill>
                <a:latin typeface="Funnel Sans"/>
                <a:ea typeface="Funnel Sans"/>
                <a:cs typeface="Funnel Sans"/>
                <a:sym typeface="Funnel Sans"/>
              </a:rPr>
              <a:t>This course operates in the </a:t>
            </a:r>
            <a:r>
              <a:rPr b="1" i="0" lang="en" sz="1000" u="none" cap="none" strike="noStrike">
                <a:solidFill>
                  <a:srgbClr val="52586B"/>
                </a:solidFill>
                <a:latin typeface="Funnel Sans"/>
                <a:ea typeface="Funnel Sans"/>
                <a:cs typeface="Funnel Sans"/>
                <a:sym typeface="Funnel Sans"/>
              </a:rPr>
              <a:t>solution space</a:t>
            </a:r>
            <a:r>
              <a:rPr b="0" i="0" lang="en" sz="1000" u="none" cap="none" strike="noStrike">
                <a:solidFill>
                  <a:srgbClr val="52586B"/>
                </a:solidFill>
                <a:latin typeface="Funnel Sans"/>
                <a:ea typeface="Funnel Sans"/>
                <a:cs typeface="Funnel Sans"/>
                <a:sym typeface="Funnel Sans"/>
              </a:rPr>
              <a:t>. We don't teach you how to find the right problem — that's product strategy. We teach you how to </a:t>
            </a:r>
            <a:r>
              <a:rPr b="1" i="0" lang="en" sz="1000" u="none" cap="none" strike="noStrike">
                <a:solidFill>
                  <a:srgbClr val="52586B"/>
                </a:solidFill>
                <a:latin typeface="Funnel Sans"/>
                <a:ea typeface="Funnel Sans"/>
                <a:cs typeface="Funnel Sans"/>
                <a:sym typeface="Funnel Sans"/>
              </a:rPr>
              <a:t>test solutions faster</a:t>
            </a:r>
            <a:r>
              <a:rPr b="0" i="0" lang="en" sz="1000" u="none" cap="none" strike="noStrike">
                <a:solidFill>
                  <a:srgbClr val="52586B"/>
                </a:solidFill>
                <a:latin typeface="Funnel Sans"/>
                <a:ea typeface="Funnel Sans"/>
                <a:cs typeface="Funnel Sans"/>
                <a:sym typeface="Funnel Sans"/>
              </a:rPr>
              <a:t> so you stop guessing and start proving. The difference between a PM who ships experiments and one who ships hope? A validation lens.</a:t>
            </a:r>
            <a:endParaRPr b="0" i="0" sz="1000" u="none" cap="none" strike="noStrike"/>
          </a:p>
        </p:txBody>
      </p:sp>
      <p:sp>
        <p:nvSpPr>
          <p:cNvPr id="1350" name="Google Shape;1350;p300"/>
          <p:cNvSpPr/>
          <p:nvPr/>
        </p:nvSpPr>
        <p:spPr>
          <a:xfrm>
            <a:off x="496119" y="3369138"/>
            <a:ext cx="8151900" cy="806100"/>
          </a:xfrm>
          <a:prstGeom prst="roundRect">
            <a:avLst>
              <a:gd fmla="val 7182" name="adj"/>
            </a:avLst>
          </a:prstGeom>
          <a:solidFill>
            <a:srgbClr val="D4D6DE"/>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pic>
        <p:nvPicPr>
          <p:cNvPr descr="preencoded.png" id="1351" name="Google Shape;1351;p300"/>
          <p:cNvPicPr preferRelativeResize="0"/>
          <p:nvPr/>
        </p:nvPicPr>
        <p:blipFill rotWithShape="1">
          <a:blip r:embed="rId3">
            <a:alphaModFix/>
          </a:blip>
          <a:srcRect b="0" l="0" r="0" t="0"/>
          <a:stretch/>
        </p:blipFill>
        <p:spPr>
          <a:xfrm>
            <a:off x="620093" y="3579482"/>
            <a:ext cx="155004" cy="123974"/>
          </a:xfrm>
          <a:prstGeom prst="rect">
            <a:avLst/>
          </a:prstGeom>
          <a:noFill/>
          <a:ln>
            <a:noFill/>
          </a:ln>
        </p:spPr>
      </p:pic>
      <p:sp>
        <p:nvSpPr>
          <p:cNvPr id="1352" name="Google Shape;1352;p300"/>
          <p:cNvSpPr/>
          <p:nvPr/>
        </p:nvSpPr>
        <p:spPr>
          <a:xfrm>
            <a:off x="899071" y="3541283"/>
            <a:ext cx="7624800" cy="4410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000000"/>
              </a:buClr>
              <a:buSzPts val="1000"/>
              <a:buFont typeface="Funnel Sans"/>
              <a:buNone/>
            </a:pPr>
            <a:r>
              <a:rPr b="0" i="0" lang="en" sz="1000" u="none" cap="none" strike="noStrike">
                <a:solidFill>
                  <a:srgbClr val="000000"/>
                </a:solidFill>
                <a:latin typeface="Funnel Sans"/>
                <a:ea typeface="Funnel Sans"/>
                <a:cs typeface="Funnel Sans"/>
                <a:sym typeface="Funnel Sans"/>
              </a:rPr>
              <a:t>Before you touch any tool, you'll name </a:t>
            </a:r>
            <a:r>
              <a:rPr b="1" i="0" lang="en" sz="1000" u="none" cap="none" strike="noStrike">
                <a:solidFill>
                  <a:srgbClr val="000000"/>
                </a:solidFill>
                <a:latin typeface="Funnel Sans"/>
                <a:ea typeface="Funnel Sans"/>
                <a:cs typeface="Funnel Sans"/>
                <a:sym typeface="Funnel Sans"/>
              </a:rPr>
              <a:t>what</a:t>
            </a:r>
            <a:r>
              <a:rPr b="0" i="0" lang="en" sz="1000" u="none" cap="none" strike="noStrike">
                <a:solidFill>
                  <a:srgbClr val="000000"/>
                </a:solidFill>
                <a:latin typeface="Funnel Sans"/>
                <a:ea typeface="Funnel Sans"/>
                <a:cs typeface="Funnel Sans"/>
                <a:sym typeface="Funnel Sans"/>
              </a:rPr>
              <a:t> you're testing and </a:t>
            </a:r>
            <a:r>
              <a:rPr b="1" i="0" lang="en" sz="1000" u="none" cap="none" strike="noStrike">
                <a:solidFill>
                  <a:srgbClr val="000000"/>
                </a:solidFill>
                <a:latin typeface="Funnel Sans"/>
                <a:ea typeface="Funnel Sans"/>
                <a:cs typeface="Funnel Sans"/>
                <a:sym typeface="Funnel Sans"/>
              </a:rPr>
              <a:t>why</a:t>
            </a:r>
            <a:r>
              <a:rPr b="0" i="0" lang="en" sz="1000" u="none" cap="none" strike="noStrike">
                <a:solidFill>
                  <a:srgbClr val="000000"/>
                </a:solidFill>
                <a:latin typeface="Funnel Sans"/>
                <a:ea typeface="Funnel Sans"/>
                <a:cs typeface="Funnel Sans"/>
                <a:sym typeface="Funnel Sans"/>
              </a:rPr>
              <a:t>. Every prompt, every screen, every decision traces back to a hypothesis.</a:t>
            </a:r>
            <a:endParaRPr b="0" i="0" sz="1000" u="none" cap="none" strike="no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6" name="Shape 1356"/>
        <p:cNvGrpSpPr/>
        <p:nvPr/>
      </p:nvGrpSpPr>
      <p:grpSpPr>
        <a:xfrm>
          <a:off x="0" y="0"/>
          <a:ext cx="0" cy="0"/>
          <a:chOff x="0" y="0"/>
          <a:chExt cx="0" cy="0"/>
        </a:xfrm>
      </p:grpSpPr>
      <p:pic>
        <p:nvPicPr>
          <p:cNvPr id="1357" name="Google Shape;1357;p301" title="Screenshot 2026-02-20 at 15.20.19.png"/>
          <p:cNvPicPr preferRelativeResize="0"/>
          <p:nvPr/>
        </p:nvPicPr>
        <p:blipFill>
          <a:blip r:embed="rId4">
            <a:alphaModFix/>
          </a:blip>
          <a:stretch>
            <a:fillRect/>
          </a:stretch>
        </p:blipFill>
        <p:spPr>
          <a:xfrm>
            <a:off x="152400" y="451775"/>
            <a:ext cx="8839200" cy="481144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2" name="Shape 1362"/>
        <p:cNvGrpSpPr/>
        <p:nvPr/>
      </p:nvGrpSpPr>
      <p:grpSpPr>
        <a:xfrm>
          <a:off x="0" y="0"/>
          <a:ext cx="0" cy="0"/>
          <a:chOff x="0" y="0"/>
          <a:chExt cx="0" cy="0"/>
        </a:xfrm>
      </p:grpSpPr>
      <p:sp>
        <p:nvSpPr>
          <p:cNvPr id="1363" name="Google Shape;1363;p302"/>
          <p:cNvSpPr/>
          <p:nvPr/>
        </p:nvSpPr>
        <p:spPr>
          <a:xfrm>
            <a:off x="456550" y="2043177"/>
            <a:ext cx="3779100" cy="9105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64" name="Google Shape;1364;p302"/>
          <p:cNvSpPr txBox="1"/>
          <p:nvPr/>
        </p:nvSpPr>
        <p:spPr>
          <a:xfrm>
            <a:off x="457200" y="964521"/>
            <a:ext cx="8229600" cy="393900"/>
          </a:xfrm>
          <a:prstGeom prst="rect">
            <a:avLst/>
          </a:prstGeom>
          <a:noFill/>
          <a:ln>
            <a:noFill/>
          </a:ln>
        </p:spPr>
        <p:txBody>
          <a:bodyPr anchorCtr="0" anchor="ctr" bIns="0" lIns="0" spcFirstLastPara="1" rIns="0" wrap="square" tIns="0">
            <a:spAutoFit/>
          </a:bodyPr>
          <a:lstStyle/>
          <a:p>
            <a:pPr indent="0" lvl="0" marL="0" rtl="0" algn="l">
              <a:lnSpc>
                <a:spcPct val="80000"/>
              </a:lnSpc>
              <a:spcBef>
                <a:spcPts val="0"/>
              </a:spcBef>
              <a:spcAft>
                <a:spcPts val="0"/>
              </a:spcAft>
              <a:buNone/>
            </a:pPr>
            <a:r>
              <a:rPr lang="en" sz="3200">
                <a:solidFill>
                  <a:srgbClr val="07182C"/>
                </a:solidFill>
                <a:latin typeface="Poppins Medium"/>
                <a:ea typeface="Poppins Medium"/>
                <a:cs typeface="Poppins Medium"/>
                <a:sym typeface="Poppins Medium"/>
              </a:rPr>
              <a:t>The Problem Framework</a:t>
            </a:r>
            <a:endParaRPr sz="3200">
              <a:solidFill>
                <a:srgbClr val="07182C"/>
              </a:solidFill>
              <a:latin typeface="Poppins Medium"/>
              <a:ea typeface="Poppins Medium"/>
              <a:cs typeface="Poppins Medium"/>
              <a:sym typeface="Poppins Medium"/>
            </a:endParaRPr>
          </a:p>
        </p:txBody>
      </p:sp>
      <p:sp>
        <p:nvSpPr>
          <p:cNvPr id="1365" name="Google Shape;1365;p302"/>
          <p:cNvSpPr/>
          <p:nvPr/>
        </p:nvSpPr>
        <p:spPr>
          <a:xfrm>
            <a:off x="472058" y="1467188"/>
            <a:ext cx="8199900" cy="409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2586B"/>
              </a:buClr>
              <a:buSzPts val="900"/>
              <a:buFont typeface="Funnel Sans"/>
              <a:buNone/>
            </a:pPr>
            <a:r>
              <a:rPr lang="en" sz="1100">
                <a:solidFill>
                  <a:srgbClr val="52586B"/>
                </a:solidFill>
                <a:latin typeface="Lato"/>
                <a:ea typeface="Lato"/>
                <a:cs typeface="Lato"/>
                <a:sym typeface="Lato"/>
              </a:rPr>
              <a:t>Th</a:t>
            </a:r>
            <a:r>
              <a:rPr i="0" lang="en" sz="1100" u="none" cap="none" strike="noStrike">
                <a:solidFill>
                  <a:srgbClr val="52586B"/>
                </a:solidFill>
                <a:latin typeface="Lato"/>
                <a:ea typeface="Lato"/>
                <a:cs typeface="Lato"/>
                <a:sym typeface="Lato"/>
              </a:rPr>
              <a:t>is six-element framework forces you to articulate </a:t>
            </a:r>
            <a:r>
              <a:rPr i="1" lang="en" sz="1100" u="none" cap="none" strike="noStrike">
                <a:solidFill>
                  <a:srgbClr val="52586B"/>
                </a:solidFill>
                <a:latin typeface="Lato"/>
                <a:ea typeface="Lato"/>
                <a:cs typeface="Lato"/>
                <a:sym typeface="Lato"/>
              </a:rPr>
              <a:t>what you're testing</a:t>
            </a:r>
            <a:r>
              <a:rPr lang="en" sz="1100">
                <a:solidFill>
                  <a:srgbClr val="52586B"/>
                </a:solidFill>
                <a:latin typeface="Lato"/>
                <a:ea typeface="Lato"/>
                <a:cs typeface="Lato"/>
                <a:sym typeface="Lato"/>
              </a:rPr>
              <a:t>, </a:t>
            </a:r>
            <a:r>
              <a:rPr i="0" lang="en" sz="1100" u="none" cap="none" strike="noStrike">
                <a:solidFill>
                  <a:srgbClr val="52586B"/>
                </a:solidFill>
                <a:latin typeface="Lato"/>
                <a:ea typeface="Lato"/>
                <a:cs typeface="Lato"/>
                <a:sym typeface="Lato"/>
              </a:rPr>
              <a:t>not just what you're shipping. Fill this out before you open</a:t>
            </a:r>
            <a:br>
              <a:rPr lang="en" sz="1100">
                <a:solidFill>
                  <a:srgbClr val="52586B"/>
                </a:solidFill>
                <a:latin typeface="Lato"/>
                <a:ea typeface="Lato"/>
                <a:cs typeface="Lato"/>
                <a:sym typeface="Lato"/>
              </a:rPr>
            </a:br>
            <a:r>
              <a:rPr i="0" lang="en" sz="1100" u="none" cap="none" strike="noStrike">
                <a:solidFill>
                  <a:srgbClr val="52586B"/>
                </a:solidFill>
                <a:latin typeface="Lato"/>
                <a:ea typeface="Lato"/>
                <a:cs typeface="Lato"/>
                <a:sym typeface="Lato"/>
              </a:rPr>
              <a:t>any tool</a:t>
            </a:r>
            <a:r>
              <a:rPr lang="en" sz="1100">
                <a:solidFill>
                  <a:srgbClr val="52586B"/>
                </a:solidFill>
                <a:latin typeface="Lato"/>
                <a:ea typeface="Lato"/>
                <a:cs typeface="Lato"/>
                <a:sym typeface="Lato"/>
              </a:rPr>
              <a:t> because e</a:t>
            </a:r>
            <a:r>
              <a:rPr i="0" lang="en" sz="1100" u="none" cap="none" strike="noStrike">
                <a:solidFill>
                  <a:srgbClr val="52586B"/>
                </a:solidFill>
                <a:latin typeface="Lato"/>
                <a:ea typeface="Lato"/>
                <a:cs typeface="Lato"/>
                <a:sym typeface="Lato"/>
              </a:rPr>
              <a:t>very element sharpens your intent.</a:t>
            </a:r>
            <a:endParaRPr i="0" sz="1100" u="none" cap="none" strike="noStrike">
              <a:latin typeface="Lato"/>
              <a:ea typeface="Lato"/>
              <a:cs typeface="Lato"/>
              <a:sym typeface="Lato"/>
            </a:endParaRPr>
          </a:p>
        </p:txBody>
      </p:sp>
      <p:sp>
        <p:nvSpPr>
          <p:cNvPr id="1366" name="Google Shape;1366;p302"/>
          <p:cNvSpPr/>
          <p:nvPr/>
        </p:nvSpPr>
        <p:spPr>
          <a:xfrm>
            <a:off x="596852" y="2193115"/>
            <a:ext cx="172500" cy="172800"/>
          </a:xfrm>
          <a:prstGeom prst="roundRect">
            <a:avLst>
              <a:gd fmla="val 161412" name="adj"/>
            </a:avLst>
          </a:prstGeom>
          <a:solidFill>
            <a:schemeClr val="accent2"/>
          </a:solidFill>
          <a:ln>
            <a:noFill/>
          </a:ln>
        </p:spPr>
        <p:txBody>
          <a:bodyPr anchorCtr="0" anchor="ctr" bIns="23700" lIns="23700" spcFirstLastPara="1" rIns="23700" wrap="square" tIns="23700">
            <a:noAutofit/>
          </a:bodyPr>
          <a:lstStyle/>
          <a:p>
            <a:pPr indent="0" lvl="0" marL="0" rtl="0" algn="l">
              <a:spcBef>
                <a:spcPts val="0"/>
              </a:spcBef>
              <a:spcAft>
                <a:spcPts val="0"/>
              </a:spcAft>
              <a:buNone/>
            </a:pPr>
            <a:r>
              <a:t/>
            </a:r>
            <a:endParaRPr sz="560">
              <a:latin typeface="Poppins"/>
              <a:ea typeface="Poppins"/>
              <a:cs typeface="Poppins"/>
              <a:sym typeface="Poppins"/>
            </a:endParaRPr>
          </a:p>
        </p:txBody>
      </p:sp>
      <p:sp>
        <p:nvSpPr>
          <p:cNvPr id="1367" name="Google Shape;1367;p302"/>
          <p:cNvSpPr/>
          <p:nvPr/>
        </p:nvSpPr>
        <p:spPr>
          <a:xfrm>
            <a:off x="671656" y="2229309"/>
            <a:ext cx="56700" cy="789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FFFFFF"/>
              </a:buClr>
              <a:buSzPts val="440"/>
              <a:buFont typeface="Mona Sans"/>
              <a:buNone/>
            </a:pPr>
            <a:r>
              <a:rPr i="0" lang="en" sz="740" u="none" cap="none" strike="noStrike">
                <a:solidFill>
                  <a:srgbClr val="FFFFFF"/>
                </a:solidFill>
                <a:latin typeface="Poppins"/>
                <a:ea typeface="Poppins"/>
                <a:cs typeface="Poppins"/>
                <a:sym typeface="Poppins"/>
              </a:rPr>
              <a:t>1</a:t>
            </a:r>
            <a:endParaRPr i="0" sz="740" u="none" cap="none" strike="noStrike">
              <a:latin typeface="Poppins"/>
              <a:ea typeface="Poppins"/>
              <a:cs typeface="Poppins"/>
              <a:sym typeface="Poppins"/>
            </a:endParaRPr>
          </a:p>
        </p:txBody>
      </p:sp>
      <p:sp>
        <p:nvSpPr>
          <p:cNvPr id="1368" name="Google Shape;1368;p302"/>
          <p:cNvSpPr/>
          <p:nvPr/>
        </p:nvSpPr>
        <p:spPr>
          <a:xfrm>
            <a:off x="847139" y="2180609"/>
            <a:ext cx="1475400" cy="2049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52586B"/>
              </a:buClr>
              <a:buSzPts val="1200"/>
              <a:buFont typeface="Mona Sans"/>
              <a:buNone/>
            </a:pPr>
            <a:r>
              <a:rPr i="0" lang="en" sz="1200" u="none" cap="none" strike="noStrike">
                <a:solidFill>
                  <a:schemeClr val="accent1"/>
                </a:solidFill>
                <a:latin typeface="Poppins Medium"/>
                <a:ea typeface="Poppins Medium"/>
                <a:cs typeface="Poppins Medium"/>
                <a:sym typeface="Poppins Medium"/>
              </a:rPr>
              <a:t>Goal</a:t>
            </a:r>
            <a:endParaRPr i="0" sz="1200" u="none" cap="none" strike="noStrike">
              <a:solidFill>
                <a:schemeClr val="accent1"/>
              </a:solidFill>
              <a:latin typeface="Poppins Medium"/>
              <a:ea typeface="Poppins Medium"/>
              <a:cs typeface="Poppins Medium"/>
              <a:sym typeface="Poppins Medium"/>
            </a:endParaRPr>
          </a:p>
        </p:txBody>
      </p:sp>
      <p:sp>
        <p:nvSpPr>
          <p:cNvPr id="1369" name="Google Shape;1369;p302"/>
          <p:cNvSpPr/>
          <p:nvPr/>
        </p:nvSpPr>
        <p:spPr>
          <a:xfrm>
            <a:off x="600475" y="2436454"/>
            <a:ext cx="3779100" cy="196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2586B"/>
              </a:buClr>
              <a:buSzPts val="900"/>
              <a:buFont typeface="Funnel Sans"/>
              <a:buNone/>
            </a:pPr>
            <a:r>
              <a:rPr i="1" lang="en" sz="900" u="none" cap="none" strike="noStrike">
                <a:solidFill>
                  <a:schemeClr val="accent1"/>
                </a:solidFill>
                <a:latin typeface="Poppins"/>
                <a:ea typeface="Poppins"/>
                <a:cs typeface="Poppins"/>
                <a:sym typeface="Poppins"/>
              </a:rPr>
              <a:t>What are we trying to achieve? </a:t>
            </a:r>
            <a:endParaRPr i="0" sz="900" u="none" cap="none" strike="noStrike">
              <a:latin typeface="Lato"/>
              <a:ea typeface="Lato"/>
              <a:cs typeface="Lato"/>
              <a:sym typeface="Lato"/>
            </a:endParaRPr>
          </a:p>
        </p:txBody>
      </p:sp>
      <p:sp>
        <p:nvSpPr>
          <p:cNvPr id="1370" name="Google Shape;1370;p302"/>
          <p:cNvSpPr/>
          <p:nvPr/>
        </p:nvSpPr>
        <p:spPr>
          <a:xfrm>
            <a:off x="16821332" y="1732467"/>
            <a:ext cx="354000" cy="393300"/>
          </a:xfrm>
          <a:prstGeom prst="roundRect">
            <a:avLst>
              <a:gd fmla="val 161412" name="adj"/>
            </a:avLst>
          </a:prstGeom>
          <a:solidFill>
            <a:srgbClr val="373B48"/>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latin typeface="Poppins"/>
              <a:ea typeface="Poppins"/>
              <a:cs typeface="Poppins"/>
              <a:sym typeface="Poppins"/>
            </a:endParaRPr>
          </a:p>
        </p:txBody>
      </p:sp>
      <p:sp>
        <p:nvSpPr>
          <p:cNvPr id="1371" name="Google Shape;1371;p302"/>
          <p:cNvSpPr/>
          <p:nvPr/>
        </p:nvSpPr>
        <p:spPr>
          <a:xfrm>
            <a:off x="16927521" y="1830776"/>
            <a:ext cx="141600" cy="1968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FFFFFF"/>
              </a:buClr>
              <a:buSzPts val="1100"/>
              <a:buFont typeface="Mona Sans"/>
              <a:buNone/>
            </a:pPr>
            <a:r>
              <a:rPr i="0" lang="en" sz="1100" u="none" cap="none" strike="noStrike">
                <a:solidFill>
                  <a:srgbClr val="FFFFFF"/>
                </a:solidFill>
                <a:latin typeface="Poppins"/>
                <a:ea typeface="Poppins"/>
                <a:cs typeface="Poppins"/>
                <a:sym typeface="Poppins"/>
              </a:rPr>
              <a:t>2</a:t>
            </a:r>
            <a:endParaRPr i="0" sz="1100" u="none" cap="none" strike="noStrike">
              <a:latin typeface="Poppins"/>
              <a:ea typeface="Poppins"/>
              <a:cs typeface="Poppins"/>
              <a:sym typeface="Poppins"/>
            </a:endParaRPr>
          </a:p>
        </p:txBody>
      </p:sp>
      <p:sp>
        <p:nvSpPr>
          <p:cNvPr id="1372" name="Google Shape;1372;p302"/>
          <p:cNvSpPr/>
          <p:nvPr/>
        </p:nvSpPr>
        <p:spPr>
          <a:xfrm>
            <a:off x="16821332" y="3013216"/>
            <a:ext cx="354000" cy="393300"/>
          </a:xfrm>
          <a:prstGeom prst="roundRect">
            <a:avLst>
              <a:gd fmla="val 161412" name="adj"/>
            </a:avLst>
          </a:prstGeom>
          <a:solidFill>
            <a:srgbClr val="373B48"/>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latin typeface="Poppins"/>
              <a:ea typeface="Poppins"/>
              <a:cs typeface="Poppins"/>
              <a:sym typeface="Poppins"/>
            </a:endParaRPr>
          </a:p>
        </p:txBody>
      </p:sp>
      <p:sp>
        <p:nvSpPr>
          <p:cNvPr id="1373" name="Google Shape;1373;p302"/>
          <p:cNvSpPr/>
          <p:nvPr/>
        </p:nvSpPr>
        <p:spPr>
          <a:xfrm>
            <a:off x="16927521" y="3111525"/>
            <a:ext cx="141600" cy="1968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FFFFFF"/>
              </a:buClr>
              <a:buSzPts val="1100"/>
              <a:buFont typeface="Mona Sans"/>
              <a:buNone/>
            </a:pPr>
            <a:r>
              <a:rPr i="0" lang="en" sz="1100" u="none" cap="none" strike="noStrike">
                <a:solidFill>
                  <a:srgbClr val="FFFFFF"/>
                </a:solidFill>
                <a:latin typeface="Poppins"/>
                <a:ea typeface="Poppins"/>
                <a:cs typeface="Poppins"/>
                <a:sym typeface="Poppins"/>
              </a:rPr>
              <a:t>4</a:t>
            </a:r>
            <a:endParaRPr i="0" sz="1100" u="none" cap="none" strike="noStrike">
              <a:latin typeface="Poppins"/>
              <a:ea typeface="Poppins"/>
              <a:cs typeface="Poppins"/>
              <a:sym typeface="Poppins"/>
            </a:endParaRPr>
          </a:p>
        </p:txBody>
      </p:sp>
      <p:sp>
        <p:nvSpPr>
          <p:cNvPr id="1374" name="Google Shape;1374;p302"/>
          <p:cNvSpPr/>
          <p:nvPr/>
        </p:nvSpPr>
        <p:spPr>
          <a:xfrm>
            <a:off x="16821332" y="4293965"/>
            <a:ext cx="354000" cy="393300"/>
          </a:xfrm>
          <a:prstGeom prst="roundRect">
            <a:avLst>
              <a:gd fmla="val 161412" name="adj"/>
            </a:avLst>
          </a:prstGeom>
          <a:solidFill>
            <a:srgbClr val="373B48"/>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latin typeface="Poppins"/>
              <a:ea typeface="Poppins"/>
              <a:cs typeface="Poppins"/>
              <a:sym typeface="Poppins"/>
            </a:endParaRPr>
          </a:p>
        </p:txBody>
      </p:sp>
      <p:sp>
        <p:nvSpPr>
          <p:cNvPr id="1375" name="Google Shape;1375;p302"/>
          <p:cNvSpPr/>
          <p:nvPr/>
        </p:nvSpPr>
        <p:spPr>
          <a:xfrm>
            <a:off x="16927521" y="4392274"/>
            <a:ext cx="141600" cy="1968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FFFFFF"/>
              </a:buClr>
              <a:buSzPts val="1100"/>
              <a:buFont typeface="Mona Sans"/>
              <a:buNone/>
            </a:pPr>
            <a:r>
              <a:rPr i="0" lang="en" sz="1100" u="none" cap="none" strike="noStrike">
                <a:solidFill>
                  <a:srgbClr val="FFFFFF"/>
                </a:solidFill>
                <a:latin typeface="Poppins"/>
                <a:ea typeface="Poppins"/>
                <a:cs typeface="Poppins"/>
                <a:sym typeface="Poppins"/>
              </a:rPr>
              <a:t>6</a:t>
            </a:r>
            <a:endParaRPr i="0" sz="1100" u="none" cap="none" strike="noStrike">
              <a:latin typeface="Poppins"/>
              <a:ea typeface="Poppins"/>
              <a:cs typeface="Poppins"/>
              <a:sym typeface="Poppins"/>
            </a:endParaRPr>
          </a:p>
        </p:txBody>
      </p:sp>
      <p:sp>
        <p:nvSpPr>
          <p:cNvPr id="1376" name="Google Shape;1376;p302"/>
          <p:cNvSpPr txBox="1"/>
          <p:nvPr/>
        </p:nvSpPr>
        <p:spPr>
          <a:xfrm>
            <a:off x="457200" y="508000"/>
            <a:ext cx="3661500" cy="2463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 sz="1600">
                <a:solidFill>
                  <a:srgbClr val="60A5FA"/>
                </a:solidFill>
                <a:latin typeface="Poppins SemiBold"/>
                <a:ea typeface="Poppins SemiBold"/>
                <a:cs typeface="Poppins SemiBold"/>
                <a:sym typeface="Poppins SemiBold"/>
              </a:rPr>
              <a:t>Six Part Checklist</a:t>
            </a:r>
            <a:endParaRPr sz="1600">
              <a:solidFill>
                <a:srgbClr val="60A5FA"/>
              </a:solidFill>
              <a:latin typeface="Poppins SemiBold"/>
              <a:ea typeface="Poppins SemiBold"/>
              <a:cs typeface="Poppins SemiBold"/>
              <a:sym typeface="Poppins SemiBold"/>
            </a:endParaRPr>
          </a:p>
        </p:txBody>
      </p:sp>
      <p:sp>
        <p:nvSpPr>
          <p:cNvPr id="1377" name="Google Shape;1377;p302"/>
          <p:cNvSpPr txBox="1"/>
          <p:nvPr/>
        </p:nvSpPr>
        <p:spPr>
          <a:xfrm>
            <a:off x="400037" y="2545724"/>
            <a:ext cx="3000000" cy="323100"/>
          </a:xfrm>
          <a:prstGeom prst="rect">
            <a:avLst/>
          </a:prstGeom>
          <a:noFill/>
          <a:ln>
            <a:noFill/>
          </a:ln>
        </p:spPr>
        <p:txBody>
          <a:bodyPr anchorCtr="0" anchor="t" bIns="91425" lIns="91425" spcFirstLastPara="1" rIns="91425" wrap="square" tIns="91425">
            <a:spAutoFit/>
          </a:bodyPr>
          <a:lstStyle/>
          <a:p>
            <a:pPr indent="-285750" lvl="0" marL="457200" rtl="0" algn="l">
              <a:spcBef>
                <a:spcPts val="0"/>
              </a:spcBef>
              <a:spcAft>
                <a:spcPts val="0"/>
              </a:spcAft>
              <a:buClr>
                <a:schemeClr val="accent1"/>
              </a:buClr>
              <a:buSzPts val="900"/>
              <a:buFont typeface="Lato"/>
              <a:buChar char="➔"/>
            </a:pPr>
            <a:r>
              <a:rPr lang="en" sz="900">
                <a:solidFill>
                  <a:srgbClr val="52586B"/>
                </a:solidFill>
                <a:latin typeface="Lato"/>
                <a:ea typeface="Lato"/>
                <a:cs typeface="Lato"/>
                <a:sym typeface="Lato"/>
              </a:rPr>
              <a:t>The outcome, not the output.</a:t>
            </a:r>
            <a:endParaRPr/>
          </a:p>
        </p:txBody>
      </p:sp>
      <p:sp>
        <p:nvSpPr>
          <p:cNvPr id="1378" name="Google Shape;1378;p302"/>
          <p:cNvSpPr/>
          <p:nvPr/>
        </p:nvSpPr>
        <p:spPr>
          <a:xfrm>
            <a:off x="3731225" y="2134175"/>
            <a:ext cx="409500" cy="4095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79" name="Google Shape;1379;p302"/>
          <p:cNvSpPr/>
          <p:nvPr/>
        </p:nvSpPr>
        <p:spPr>
          <a:xfrm>
            <a:off x="4436100" y="2043177"/>
            <a:ext cx="3779100" cy="9105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80" name="Google Shape;1380;p302"/>
          <p:cNvSpPr/>
          <p:nvPr/>
        </p:nvSpPr>
        <p:spPr>
          <a:xfrm>
            <a:off x="4576402" y="2193115"/>
            <a:ext cx="172500" cy="172800"/>
          </a:xfrm>
          <a:prstGeom prst="roundRect">
            <a:avLst>
              <a:gd fmla="val 161412" name="adj"/>
            </a:avLst>
          </a:prstGeom>
          <a:solidFill>
            <a:schemeClr val="accent2"/>
          </a:solidFill>
          <a:ln>
            <a:noFill/>
          </a:ln>
        </p:spPr>
        <p:txBody>
          <a:bodyPr anchorCtr="0" anchor="ctr" bIns="23700" lIns="23700" spcFirstLastPara="1" rIns="23700" wrap="square" tIns="23700">
            <a:noAutofit/>
          </a:bodyPr>
          <a:lstStyle/>
          <a:p>
            <a:pPr indent="0" lvl="0" marL="0" rtl="0" algn="l">
              <a:spcBef>
                <a:spcPts val="0"/>
              </a:spcBef>
              <a:spcAft>
                <a:spcPts val="0"/>
              </a:spcAft>
              <a:buNone/>
            </a:pPr>
            <a:r>
              <a:t/>
            </a:r>
            <a:endParaRPr sz="560">
              <a:latin typeface="Poppins"/>
              <a:ea typeface="Poppins"/>
              <a:cs typeface="Poppins"/>
              <a:sym typeface="Poppins"/>
            </a:endParaRPr>
          </a:p>
        </p:txBody>
      </p:sp>
      <p:sp>
        <p:nvSpPr>
          <p:cNvPr id="1381" name="Google Shape;1381;p302"/>
          <p:cNvSpPr/>
          <p:nvPr/>
        </p:nvSpPr>
        <p:spPr>
          <a:xfrm>
            <a:off x="4636552" y="2226379"/>
            <a:ext cx="56700" cy="789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FFFFFF"/>
              </a:buClr>
              <a:buSzPts val="440"/>
              <a:buFont typeface="Mona Sans"/>
              <a:buNone/>
            </a:pPr>
            <a:r>
              <a:rPr lang="en" sz="740">
                <a:solidFill>
                  <a:srgbClr val="FFFFFF"/>
                </a:solidFill>
                <a:latin typeface="Poppins"/>
                <a:ea typeface="Poppins"/>
                <a:cs typeface="Poppins"/>
                <a:sym typeface="Poppins"/>
              </a:rPr>
              <a:t>2</a:t>
            </a:r>
            <a:r>
              <a:rPr i="0" lang="en" sz="740" u="none" cap="none" strike="noStrike">
                <a:solidFill>
                  <a:srgbClr val="FFFFFF"/>
                </a:solidFill>
                <a:latin typeface="Poppins"/>
                <a:ea typeface="Poppins"/>
                <a:cs typeface="Poppins"/>
                <a:sym typeface="Poppins"/>
              </a:rPr>
              <a:t>2</a:t>
            </a:r>
            <a:endParaRPr i="0" sz="740" u="none" cap="none" strike="noStrike">
              <a:latin typeface="Poppins"/>
              <a:ea typeface="Poppins"/>
              <a:cs typeface="Poppins"/>
              <a:sym typeface="Poppins"/>
            </a:endParaRPr>
          </a:p>
        </p:txBody>
      </p:sp>
      <p:sp>
        <p:nvSpPr>
          <p:cNvPr id="1382" name="Google Shape;1382;p302"/>
          <p:cNvSpPr/>
          <p:nvPr/>
        </p:nvSpPr>
        <p:spPr>
          <a:xfrm>
            <a:off x="4826689" y="2180609"/>
            <a:ext cx="1475400" cy="204900"/>
          </a:xfrm>
          <a:prstGeom prst="rect">
            <a:avLst/>
          </a:prstGeom>
          <a:noFill/>
          <a:ln>
            <a:noFill/>
          </a:ln>
        </p:spPr>
        <p:txBody>
          <a:bodyPr anchorCtr="0" anchor="t" bIns="0" lIns="0" spcFirstLastPara="1" rIns="0" wrap="square" tIns="0">
            <a:noAutofit/>
          </a:bodyPr>
          <a:lstStyle/>
          <a:p>
            <a:pPr indent="0" lvl="0" marL="0" rtl="0" algn="l">
              <a:lnSpc>
                <a:spcPct val="124324"/>
              </a:lnSpc>
              <a:spcBef>
                <a:spcPts val="0"/>
              </a:spcBef>
              <a:spcAft>
                <a:spcPts val="0"/>
              </a:spcAft>
              <a:buClr>
                <a:srgbClr val="52586B"/>
              </a:buClr>
              <a:buSzPts val="1200"/>
              <a:buFont typeface="Mona Sans"/>
              <a:buNone/>
            </a:pPr>
            <a:r>
              <a:rPr lang="en" sz="1200">
                <a:solidFill>
                  <a:schemeClr val="accent1"/>
                </a:solidFill>
                <a:latin typeface="Poppins"/>
                <a:ea typeface="Poppins"/>
                <a:cs typeface="Poppins"/>
                <a:sym typeface="Poppins"/>
              </a:rPr>
              <a:t>Problem</a:t>
            </a:r>
            <a:endParaRPr sz="1200">
              <a:solidFill>
                <a:schemeClr val="accent1"/>
              </a:solidFill>
              <a:latin typeface="Poppins"/>
              <a:ea typeface="Poppins"/>
              <a:cs typeface="Poppins"/>
              <a:sym typeface="Poppins"/>
            </a:endParaRPr>
          </a:p>
          <a:p>
            <a:pPr indent="0" lvl="0" marL="0" marR="0" rtl="0" algn="l">
              <a:lnSpc>
                <a:spcPct val="124324"/>
              </a:lnSpc>
              <a:spcBef>
                <a:spcPts val="0"/>
              </a:spcBef>
              <a:spcAft>
                <a:spcPts val="0"/>
              </a:spcAft>
              <a:buClr>
                <a:srgbClr val="52586B"/>
              </a:buClr>
              <a:buSzPts val="1200"/>
              <a:buFont typeface="Mona Sans"/>
              <a:buNone/>
            </a:pPr>
            <a:r>
              <a:t/>
            </a:r>
            <a:endParaRPr sz="1200">
              <a:solidFill>
                <a:schemeClr val="accent1"/>
              </a:solidFill>
              <a:latin typeface="Poppins Medium"/>
              <a:ea typeface="Poppins Medium"/>
              <a:cs typeface="Poppins Medium"/>
              <a:sym typeface="Poppins Medium"/>
            </a:endParaRPr>
          </a:p>
        </p:txBody>
      </p:sp>
      <p:sp>
        <p:nvSpPr>
          <p:cNvPr id="1383" name="Google Shape;1383;p302"/>
          <p:cNvSpPr/>
          <p:nvPr/>
        </p:nvSpPr>
        <p:spPr>
          <a:xfrm>
            <a:off x="4580025" y="2436454"/>
            <a:ext cx="3779100" cy="196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2586B"/>
              </a:buClr>
              <a:buSzPts val="900"/>
              <a:buFont typeface="Funnel Sans"/>
              <a:buNone/>
            </a:pPr>
            <a:r>
              <a:rPr i="1" lang="en" sz="900">
                <a:solidFill>
                  <a:schemeClr val="accent1"/>
                </a:solidFill>
                <a:latin typeface="Poppins"/>
                <a:ea typeface="Poppins"/>
                <a:cs typeface="Poppins"/>
                <a:sym typeface="Poppins"/>
              </a:rPr>
              <a:t>What’s blocking us right now?</a:t>
            </a:r>
            <a:endParaRPr i="0" sz="900" u="none" cap="none" strike="noStrike">
              <a:latin typeface="Lato"/>
              <a:ea typeface="Lato"/>
              <a:cs typeface="Lato"/>
              <a:sym typeface="Lato"/>
            </a:endParaRPr>
          </a:p>
        </p:txBody>
      </p:sp>
      <p:sp>
        <p:nvSpPr>
          <p:cNvPr id="1384" name="Google Shape;1384;p302"/>
          <p:cNvSpPr txBox="1"/>
          <p:nvPr/>
        </p:nvSpPr>
        <p:spPr>
          <a:xfrm>
            <a:off x="4379587" y="2545724"/>
            <a:ext cx="3000000" cy="323100"/>
          </a:xfrm>
          <a:prstGeom prst="rect">
            <a:avLst/>
          </a:prstGeom>
          <a:noFill/>
          <a:ln>
            <a:noFill/>
          </a:ln>
        </p:spPr>
        <p:txBody>
          <a:bodyPr anchorCtr="0" anchor="t" bIns="91425" lIns="91425" spcFirstLastPara="1" rIns="91425" wrap="square" tIns="91425">
            <a:spAutoFit/>
          </a:bodyPr>
          <a:lstStyle/>
          <a:p>
            <a:pPr indent="-285750" lvl="0" marL="457200" rtl="0" algn="l">
              <a:spcBef>
                <a:spcPts val="0"/>
              </a:spcBef>
              <a:spcAft>
                <a:spcPts val="0"/>
              </a:spcAft>
              <a:buClr>
                <a:schemeClr val="accent1"/>
              </a:buClr>
              <a:buSzPts val="900"/>
              <a:buFont typeface="Lato"/>
              <a:buChar char="➔"/>
            </a:pPr>
            <a:r>
              <a:rPr lang="en" sz="900">
                <a:solidFill>
                  <a:srgbClr val="52586B"/>
                </a:solidFill>
                <a:latin typeface="Lato"/>
                <a:ea typeface="Lato"/>
                <a:cs typeface="Lato"/>
                <a:sym typeface="Lato"/>
              </a:rPr>
              <a:t>Name the obstacle precisely</a:t>
            </a:r>
            <a:r>
              <a:rPr lang="en" sz="900">
                <a:solidFill>
                  <a:srgbClr val="52586B"/>
                </a:solidFill>
                <a:latin typeface="Lato"/>
                <a:ea typeface="Lato"/>
                <a:cs typeface="Lato"/>
                <a:sym typeface="Lato"/>
              </a:rPr>
              <a:t>.</a:t>
            </a:r>
            <a:endParaRPr/>
          </a:p>
        </p:txBody>
      </p:sp>
      <p:sp>
        <p:nvSpPr>
          <p:cNvPr id="1385" name="Google Shape;1385;p302"/>
          <p:cNvSpPr/>
          <p:nvPr/>
        </p:nvSpPr>
        <p:spPr>
          <a:xfrm>
            <a:off x="7710775" y="2134175"/>
            <a:ext cx="409500" cy="4095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86" name="Google Shape;1386;p302"/>
          <p:cNvSpPr/>
          <p:nvPr/>
        </p:nvSpPr>
        <p:spPr>
          <a:xfrm>
            <a:off x="456550" y="3153452"/>
            <a:ext cx="3779100" cy="9105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87" name="Google Shape;1387;p302"/>
          <p:cNvSpPr/>
          <p:nvPr/>
        </p:nvSpPr>
        <p:spPr>
          <a:xfrm>
            <a:off x="596852" y="3303390"/>
            <a:ext cx="172500" cy="172800"/>
          </a:xfrm>
          <a:prstGeom prst="roundRect">
            <a:avLst>
              <a:gd fmla="val 161412" name="adj"/>
            </a:avLst>
          </a:prstGeom>
          <a:solidFill>
            <a:schemeClr val="accent2"/>
          </a:solidFill>
          <a:ln>
            <a:noFill/>
          </a:ln>
        </p:spPr>
        <p:txBody>
          <a:bodyPr anchorCtr="0" anchor="ctr" bIns="23700" lIns="23700" spcFirstLastPara="1" rIns="23700" wrap="square" tIns="23700">
            <a:noAutofit/>
          </a:bodyPr>
          <a:lstStyle/>
          <a:p>
            <a:pPr indent="0" lvl="0" marL="0" rtl="0" algn="l">
              <a:spcBef>
                <a:spcPts val="0"/>
              </a:spcBef>
              <a:spcAft>
                <a:spcPts val="0"/>
              </a:spcAft>
              <a:buNone/>
            </a:pPr>
            <a:r>
              <a:t/>
            </a:r>
            <a:endParaRPr sz="560">
              <a:latin typeface="Poppins"/>
              <a:ea typeface="Poppins"/>
              <a:cs typeface="Poppins"/>
              <a:sym typeface="Poppins"/>
            </a:endParaRPr>
          </a:p>
        </p:txBody>
      </p:sp>
      <p:sp>
        <p:nvSpPr>
          <p:cNvPr id="1388" name="Google Shape;1388;p302"/>
          <p:cNvSpPr/>
          <p:nvPr/>
        </p:nvSpPr>
        <p:spPr>
          <a:xfrm>
            <a:off x="654071" y="3327861"/>
            <a:ext cx="56700" cy="789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FFFFFF"/>
              </a:buClr>
              <a:buSzPts val="440"/>
              <a:buFont typeface="Mona Sans"/>
              <a:buNone/>
            </a:pPr>
            <a:r>
              <a:rPr lang="en" sz="740">
                <a:solidFill>
                  <a:srgbClr val="FFFFFF"/>
                </a:solidFill>
                <a:latin typeface="Poppins"/>
                <a:ea typeface="Poppins"/>
                <a:cs typeface="Poppins"/>
                <a:sym typeface="Poppins"/>
              </a:rPr>
              <a:t>3</a:t>
            </a:r>
            <a:endParaRPr sz="740">
              <a:solidFill>
                <a:srgbClr val="FFFFFF"/>
              </a:solidFill>
              <a:latin typeface="Poppins"/>
              <a:ea typeface="Poppins"/>
              <a:cs typeface="Poppins"/>
              <a:sym typeface="Poppins"/>
            </a:endParaRPr>
          </a:p>
          <a:p>
            <a:pPr indent="0" lvl="0" marL="0" marR="0" rtl="0" algn="l">
              <a:lnSpc>
                <a:spcPct val="157142"/>
              </a:lnSpc>
              <a:spcBef>
                <a:spcPts val="0"/>
              </a:spcBef>
              <a:spcAft>
                <a:spcPts val="0"/>
              </a:spcAft>
              <a:buClr>
                <a:srgbClr val="FFFFFF"/>
              </a:buClr>
              <a:buSzPts val="440"/>
              <a:buFont typeface="Mona Sans"/>
              <a:buNone/>
            </a:pPr>
            <a:r>
              <a:t/>
            </a:r>
            <a:endParaRPr sz="740">
              <a:solidFill>
                <a:srgbClr val="FFFFFF"/>
              </a:solidFill>
              <a:latin typeface="Poppins"/>
              <a:ea typeface="Poppins"/>
              <a:cs typeface="Poppins"/>
              <a:sym typeface="Poppins"/>
            </a:endParaRPr>
          </a:p>
        </p:txBody>
      </p:sp>
      <p:sp>
        <p:nvSpPr>
          <p:cNvPr id="1389" name="Google Shape;1389;p302"/>
          <p:cNvSpPr/>
          <p:nvPr/>
        </p:nvSpPr>
        <p:spPr>
          <a:xfrm>
            <a:off x="847139" y="3290884"/>
            <a:ext cx="1475400" cy="2049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52586B"/>
              </a:buClr>
              <a:buSzPts val="1200"/>
              <a:buFont typeface="Mona Sans"/>
              <a:buNone/>
            </a:pPr>
            <a:r>
              <a:rPr lang="en" sz="1200">
                <a:solidFill>
                  <a:schemeClr val="accent1"/>
                </a:solidFill>
                <a:latin typeface="Poppins Medium"/>
                <a:ea typeface="Poppins Medium"/>
                <a:cs typeface="Poppins Medium"/>
                <a:sym typeface="Poppins Medium"/>
              </a:rPr>
              <a:t>Context</a:t>
            </a:r>
            <a:endParaRPr i="0" sz="1200" u="none" cap="none" strike="noStrike">
              <a:solidFill>
                <a:schemeClr val="accent1"/>
              </a:solidFill>
              <a:latin typeface="Poppins Medium"/>
              <a:ea typeface="Poppins Medium"/>
              <a:cs typeface="Poppins Medium"/>
              <a:sym typeface="Poppins Medium"/>
            </a:endParaRPr>
          </a:p>
        </p:txBody>
      </p:sp>
      <p:sp>
        <p:nvSpPr>
          <p:cNvPr id="1390" name="Google Shape;1390;p302"/>
          <p:cNvSpPr/>
          <p:nvPr/>
        </p:nvSpPr>
        <p:spPr>
          <a:xfrm>
            <a:off x="600475" y="3546729"/>
            <a:ext cx="3779100" cy="196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2586B"/>
              </a:buClr>
              <a:buSzPts val="900"/>
              <a:buFont typeface="Funnel Sans"/>
              <a:buNone/>
            </a:pPr>
            <a:r>
              <a:rPr i="1" lang="en" sz="900">
                <a:solidFill>
                  <a:schemeClr val="accent1"/>
                </a:solidFill>
                <a:latin typeface="Poppins"/>
                <a:ea typeface="Poppins"/>
                <a:cs typeface="Poppins"/>
                <a:sym typeface="Poppins"/>
              </a:rPr>
              <a:t>Who, where, when?</a:t>
            </a:r>
            <a:endParaRPr i="0" sz="900" u="none" cap="none" strike="noStrike">
              <a:latin typeface="Lato"/>
              <a:ea typeface="Lato"/>
              <a:cs typeface="Lato"/>
              <a:sym typeface="Lato"/>
            </a:endParaRPr>
          </a:p>
        </p:txBody>
      </p:sp>
      <p:sp>
        <p:nvSpPr>
          <p:cNvPr id="1391" name="Google Shape;1391;p302"/>
          <p:cNvSpPr txBox="1"/>
          <p:nvPr/>
        </p:nvSpPr>
        <p:spPr>
          <a:xfrm>
            <a:off x="400037" y="3655999"/>
            <a:ext cx="3000000" cy="323100"/>
          </a:xfrm>
          <a:prstGeom prst="rect">
            <a:avLst/>
          </a:prstGeom>
          <a:noFill/>
          <a:ln>
            <a:noFill/>
          </a:ln>
        </p:spPr>
        <p:txBody>
          <a:bodyPr anchorCtr="0" anchor="t" bIns="91425" lIns="91425" spcFirstLastPara="1" rIns="91425" wrap="square" tIns="91425">
            <a:spAutoFit/>
          </a:bodyPr>
          <a:lstStyle/>
          <a:p>
            <a:pPr indent="-285750" lvl="0" marL="457200" rtl="0" algn="l">
              <a:spcBef>
                <a:spcPts val="0"/>
              </a:spcBef>
              <a:spcAft>
                <a:spcPts val="0"/>
              </a:spcAft>
              <a:buClr>
                <a:schemeClr val="accent1"/>
              </a:buClr>
              <a:buSzPts val="900"/>
              <a:buFont typeface="Lato"/>
              <a:buChar char="➔"/>
            </a:pPr>
            <a:r>
              <a:rPr lang="en" sz="900">
                <a:solidFill>
                  <a:srgbClr val="52586B"/>
                </a:solidFill>
                <a:latin typeface="Lato"/>
                <a:ea typeface="Lato"/>
                <a:cs typeface="Lato"/>
                <a:sym typeface="Lato"/>
              </a:rPr>
              <a:t>The specific that shape the solution space.</a:t>
            </a:r>
            <a:endParaRPr/>
          </a:p>
        </p:txBody>
      </p:sp>
      <p:sp>
        <p:nvSpPr>
          <p:cNvPr id="1392" name="Google Shape;1392;p302"/>
          <p:cNvSpPr/>
          <p:nvPr/>
        </p:nvSpPr>
        <p:spPr>
          <a:xfrm>
            <a:off x="3731225" y="3244450"/>
            <a:ext cx="409500" cy="4095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93" name="Google Shape;1393;p302"/>
          <p:cNvSpPr/>
          <p:nvPr/>
        </p:nvSpPr>
        <p:spPr>
          <a:xfrm>
            <a:off x="4436100" y="3153452"/>
            <a:ext cx="3779100" cy="9105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94" name="Google Shape;1394;p302"/>
          <p:cNvSpPr/>
          <p:nvPr/>
        </p:nvSpPr>
        <p:spPr>
          <a:xfrm>
            <a:off x="4576402" y="3303390"/>
            <a:ext cx="172500" cy="172800"/>
          </a:xfrm>
          <a:prstGeom prst="roundRect">
            <a:avLst>
              <a:gd fmla="val 161412" name="adj"/>
            </a:avLst>
          </a:prstGeom>
          <a:solidFill>
            <a:schemeClr val="accent2"/>
          </a:solidFill>
          <a:ln>
            <a:noFill/>
          </a:ln>
        </p:spPr>
        <p:txBody>
          <a:bodyPr anchorCtr="0" anchor="ctr" bIns="23700" lIns="23700" spcFirstLastPara="1" rIns="23700" wrap="square" tIns="23700">
            <a:noAutofit/>
          </a:bodyPr>
          <a:lstStyle/>
          <a:p>
            <a:pPr indent="0" lvl="0" marL="0" rtl="0" algn="l">
              <a:spcBef>
                <a:spcPts val="0"/>
              </a:spcBef>
              <a:spcAft>
                <a:spcPts val="0"/>
              </a:spcAft>
              <a:buNone/>
            </a:pPr>
            <a:r>
              <a:t/>
            </a:r>
            <a:endParaRPr sz="560">
              <a:latin typeface="Poppins"/>
              <a:ea typeface="Poppins"/>
              <a:cs typeface="Poppins"/>
              <a:sym typeface="Poppins"/>
            </a:endParaRPr>
          </a:p>
        </p:txBody>
      </p:sp>
      <p:sp>
        <p:nvSpPr>
          <p:cNvPr id="1395" name="Google Shape;1395;p302"/>
          <p:cNvSpPr/>
          <p:nvPr/>
        </p:nvSpPr>
        <p:spPr>
          <a:xfrm>
            <a:off x="4633621" y="3333723"/>
            <a:ext cx="56700" cy="789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FFFFFF"/>
              </a:buClr>
              <a:buSzPts val="440"/>
              <a:buFont typeface="Mona Sans"/>
              <a:buNone/>
            </a:pPr>
            <a:r>
              <a:rPr lang="en" sz="740">
                <a:solidFill>
                  <a:srgbClr val="FFFFFF"/>
                </a:solidFill>
                <a:latin typeface="Poppins"/>
                <a:ea typeface="Poppins"/>
                <a:cs typeface="Poppins"/>
                <a:sym typeface="Poppins"/>
              </a:rPr>
              <a:t>4</a:t>
            </a:r>
            <a:endParaRPr i="0" sz="740" u="none" cap="none" strike="noStrike">
              <a:latin typeface="Poppins"/>
              <a:ea typeface="Poppins"/>
              <a:cs typeface="Poppins"/>
              <a:sym typeface="Poppins"/>
            </a:endParaRPr>
          </a:p>
        </p:txBody>
      </p:sp>
      <p:sp>
        <p:nvSpPr>
          <p:cNvPr id="1396" name="Google Shape;1396;p302"/>
          <p:cNvSpPr/>
          <p:nvPr/>
        </p:nvSpPr>
        <p:spPr>
          <a:xfrm>
            <a:off x="4826689" y="3290884"/>
            <a:ext cx="1475400" cy="2049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52586B"/>
              </a:buClr>
              <a:buSzPts val="1200"/>
              <a:buFont typeface="Mona Sans"/>
              <a:buNone/>
            </a:pPr>
            <a:r>
              <a:rPr lang="en" sz="1200">
                <a:solidFill>
                  <a:schemeClr val="accent1"/>
                </a:solidFill>
                <a:latin typeface="Poppins Medium"/>
                <a:ea typeface="Poppins Medium"/>
                <a:cs typeface="Poppins Medium"/>
                <a:sym typeface="Poppins Medium"/>
              </a:rPr>
              <a:t>Constraints</a:t>
            </a:r>
            <a:endParaRPr i="0" sz="1200" u="none" cap="none" strike="noStrike">
              <a:solidFill>
                <a:schemeClr val="accent1"/>
              </a:solidFill>
              <a:latin typeface="Poppins Medium"/>
              <a:ea typeface="Poppins Medium"/>
              <a:cs typeface="Poppins Medium"/>
              <a:sym typeface="Poppins Medium"/>
            </a:endParaRPr>
          </a:p>
        </p:txBody>
      </p:sp>
      <p:sp>
        <p:nvSpPr>
          <p:cNvPr id="1397" name="Google Shape;1397;p302"/>
          <p:cNvSpPr/>
          <p:nvPr/>
        </p:nvSpPr>
        <p:spPr>
          <a:xfrm>
            <a:off x="4580025" y="3546729"/>
            <a:ext cx="3779100" cy="196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2586B"/>
              </a:buClr>
              <a:buSzPts val="900"/>
              <a:buFont typeface="Funnel Sans"/>
              <a:buNone/>
            </a:pPr>
            <a:r>
              <a:rPr i="1" lang="en" sz="900">
                <a:solidFill>
                  <a:schemeClr val="accent1"/>
                </a:solidFill>
                <a:latin typeface="Poppins"/>
                <a:ea typeface="Poppins"/>
                <a:cs typeface="Poppins"/>
                <a:sym typeface="Poppins"/>
              </a:rPr>
              <a:t>W</a:t>
            </a:r>
            <a:r>
              <a:rPr i="1" lang="en" sz="900">
                <a:solidFill>
                  <a:schemeClr val="accent1"/>
                </a:solidFill>
                <a:latin typeface="Poppins"/>
                <a:ea typeface="Poppins"/>
                <a:cs typeface="Poppins"/>
                <a:sym typeface="Poppins"/>
              </a:rPr>
              <a:t>hat can’t we change?</a:t>
            </a:r>
            <a:endParaRPr i="0" sz="900" u="none" cap="none" strike="noStrike">
              <a:latin typeface="Lato"/>
              <a:ea typeface="Lato"/>
              <a:cs typeface="Lato"/>
              <a:sym typeface="Lato"/>
            </a:endParaRPr>
          </a:p>
        </p:txBody>
      </p:sp>
      <p:sp>
        <p:nvSpPr>
          <p:cNvPr id="1398" name="Google Shape;1398;p302"/>
          <p:cNvSpPr txBox="1"/>
          <p:nvPr/>
        </p:nvSpPr>
        <p:spPr>
          <a:xfrm>
            <a:off x="4379587" y="3655999"/>
            <a:ext cx="3000000" cy="323100"/>
          </a:xfrm>
          <a:prstGeom prst="rect">
            <a:avLst/>
          </a:prstGeom>
          <a:noFill/>
          <a:ln>
            <a:noFill/>
          </a:ln>
        </p:spPr>
        <p:txBody>
          <a:bodyPr anchorCtr="0" anchor="t" bIns="91425" lIns="91425" spcFirstLastPara="1" rIns="91425" wrap="square" tIns="91425">
            <a:spAutoFit/>
          </a:bodyPr>
          <a:lstStyle/>
          <a:p>
            <a:pPr indent="-285750" lvl="0" marL="457200" rtl="0" algn="l">
              <a:spcBef>
                <a:spcPts val="0"/>
              </a:spcBef>
              <a:spcAft>
                <a:spcPts val="0"/>
              </a:spcAft>
              <a:buClr>
                <a:schemeClr val="accent1"/>
              </a:buClr>
              <a:buSzPts val="900"/>
              <a:buFont typeface="Lato"/>
              <a:buChar char="➔"/>
            </a:pPr>
            <a:r>
              <a:rPr lang="en" sz="900">
                <a:solidFill>
                  <a:srgbClr val="52586B"/>
                </a:solidFill>
                <a:latin typeface="Lato"/>
                <a:ea typeface="Lato"/>
                <a:cs typeface="Lato"/>
                <a:sym typeface="Lato"/>
              </a:rPr>
              <a:t>Technical limits, timelines, budgets.</a:t>
            </a:r>
            <a:endParaRPr/>
          </a:p>
        </p:txBody>
      </p:sp>
      <p:sp>
        <p:nvSpPr>
          <p:cNvPr id="1399" name="Google Shape;1399;p302"/>
          <p:cNvSpPr/>
          <p:nvPr/>
        </p:nvSpPr>
        <p:spPr>
          <a:xfrm>
            <a:off x="7710775" y="3244450"/>
            <a:ext cx="409500" cy="4095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00" name="Google Shape;1400;p302"/>
          <p:cNvSpPr/>
          <p:nvPr/>
        </p:nvSpPr>
        <p:spPr>
          <a:xfrm>
            <a:off x="456550" y="4263727"/>
            <a:ext cx="3779100" cy="9105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01" name="Google Shape;1401;p302"/>
          <p:cNvSpPr/>
          <p:nvPr/>
        </p:nvSpPr>
        <p:spPr>
          <a:xfrm>
            <a:off x="596852" y="4413665"/>
            <a:ext cx="172500" cy="172800"/>
          </a:xfrm>
          <a:prstGeom prst="roundRect">
            <a:avLst>
              <a:gd fmla="val 161412" name="adj"/>
            </a:avLst>
          </a:prstGeom>
          <a:solidFill>
            <a:schemeClr val="accent2"/>
          </a:solidFill>
          <a:ln>
            <a:noFill/>
          </a:ln>
        </p:spPr>
        <p:txBody>
          <a:bodyPr anchorCtr="0" anchor="ctr" bIns="23700" lIns="23700" spcFirstLastPara="1" rIns="23700" wrap="square" tIns="23700">
            <a:noAutofit/>
          </a:bodyPr>
          <a:lstStyle/>
          <a:p>
            <a:pPr indent="0" lvl="0" marL="0" rtl="0" algn="l">
              <a:spcBef>
                <a:spcPts val="0"/>
              </a:spcBef>
              <a:spcAft>
                <a:spcPts val="0"/>
              </a:spcAft>
              <a:buNone/>
            </a:pPr>
            <a:r>
              <a:t/>
            </a:r>
            <a:endParaRPr sz="560">
              <a:latin typeface="Poppins"/>
              <a:ea typeface="Poppins"/>
              <a:cs typeface="Poppins"/>
              <a:sym typeface="Poppins"/>
            </a:endParaRPr>
          </a:p>
        </p:txBody>
      </p:sp>
      <p:sp>
        <p:nvSpPr>
          <p:cNvPr id="1402" name="Google Shape;1402;p302"/>
          <p:cNvSpPr/>
          <p:nvPr/>
        </p:nvSpPr>
        <p:spPr>
          <a:xfrm>
            <a:off x="654071" y="4446929"/>
            <a:ext cx="56700" cy="789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FFFFFF"/>
              </a:buClr>
              <a:buSzPts val="440"/>
              <a:buFont typeface="Mona Sans"/>
              <a:buNone/>
            </a:pPr>
            <a:r>
              <a:rPr lang="en" sz="740">
                <a:solidFill>
                  <a:srgbClr val="FFFFFF"/>
                </a:solidFill>
                <a:latin typeface="Poppins"/>
                <a:ea typeface="Poppins"/>
                <a:cs typeface="Poppins"/>
                <a:sym typeface="Poppins"/>
              </a:rPr>
              <a:t>5</a:t>
            </a:r>
            <a:endParaRPr i="0" sz="740" u="none" cap="none" strike="noStrike">
              <a:latin typeface="Poppins"/>
              <a:ea typeface="Poppins"/>
              <a:cs typeface="Poppins"/>
              <a:sym typeface="Poppins"/>
            </a:endParaRPr>
          </a:p>
        </p:txBody>
      </p:sp>
      <p:sp>
        <p:nvSpPr>
          <p:cNvPr id="1403" name="Google Shape;1403;p302"/>
          <p:cNvSpPr/>
          <p:nvPr/>
        </p:nvSpPr>
        <p:spPr>
          <a:xfrm>
            <a:off x="847139" y="4401159"/>
            <a:ext cx="1475400" cy="2049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52586B"/>
              </a:buClr>
              <a:buSzPts val="1200"/>
              <a:buFont typeface="Mona Sans"/>
              <a:buNone/>
            </a:pPr>
            <a:r>
              <a:rPr lang="en" sz="1200">
                <a:solidFill>
                  <a:schemeClr val="accent1"/>
                </a:solidFill>
                <a:latin typeface="Poppins Medium"/>
                <a:ea typeface="Poppins Medium"/>
                <a:cs typeface="Poppins Medium"/>
                <a:sym typeface="Poppins Medium"/>
              </a:rPr>
              <a:t>Success Criteria</a:t>
            </a:r>
            <a:endParaRPr i="0" sz="1200" u="none" cap="none" strike="noStrike">
              <a:solidFill>
                <a:schemeClr val="accent1"/>
              </a:solidFill>
              <a:latin typeface="Poppins Medium"/>
              <a:ea typeface="Poppins Medium"/>
              <a:cs typeface="Poppins Medium"/>
              <a:sym typeface="Poppins Medium"/>
            </a:endParaRPr>
          </a:p>
        </p:txBody>
      </p:sp>
      <p:sp>
        <p:nvSpPr>
          <p:cNvPr id="1404" name="Google Shape;1404;p302"/>
          <p:cNvSpPr/>
          <p:nvPr/>
        </p:nvSpPr>
        <p:spPr>
          <a:xfrm>
            <a:off x="600475" y="4657004"/>
            <a:ext cx="3779100" cy="196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2586B"/>
              </a:buClr>
              <a:buSzPts val="900"/>
              <a:buFont typeface="Funnel Sans"/>
              <a:buNone/>
            </a:pPr>
            <a:r>
              <a:rPr i="1" lang="en" sz="900">
                <a:solidFill>
                  <a:schemeClr val="accent1"/>
                </a:solidFill>
                <a:latin typeface="Poppins"/>
                <a:ea typeface="Poppins"/>
                <a:cs typeface="Poppins"/>
                <a:sym typeface="Poppins"/>
              </a:rPr>
              <a:t>What does validate look like?</a:t>
            </a:r>
            <a:endParaRPr i="0" sz="900" u="none" cap="none" strike="noStrike">
              <a:latin typeface="Lato"/>
              <a:ea typeface="Lato"/>
              <a:cs typeface="Lato"/>
              <a:sym typeface="Lato"/>
            </a:endParaRPr>
          </a:p>
        </p:txBody>
      </p:sp>
      <p:sp>
        <p:nvSpPr>
          <p:cNvPr id="1405" name="Google Shape;1405;p302"/>
          <p:cNvSpPr txBox="1"/>
          <p:nvPr/>
        </p:nvSpPr>
        <p:spPr>
          <a:xfrm>
            <a:off x="400037" y="4766274"/>
            <a:ext cx="3000000" cy="323100"/>
          </a:xfrm>
          <a:prstGeom prst="rect">
            <a:avLst/>
          </a:prstGeom>
          <a:noFill/>
          <a:ln>
            <a:noFill/>
          </a:ln>
        </p:spPr>
        <p:txBody>
          <a:bodyPr anchorCtr="0" anchor="t" bIns="91425" lIns="91425" spcFirstLastPara="1" rIns="91425" wrap="square" tIns="91425">
            <a:spAutoFit/>
          </a:bodyPr>
          <a:lstStyle/>
          <a:p>
            <a:pPr indent="-285750" lvl="0" marL="457200" rtl="0" algn="l">
              <a:spcBef>
                <a:spcPts val="0"/>
              </a:spcBef>
              <a:spcAft>
                <a:spcPts val="0"/>
              </a:spcAft>
              <a:buClr>
                <a:schemeClr val="accent1"/>
              </a:buClr>
              <a:buSzPts val="900"/>
              <a:buFont typeface="Lato"/>
              <a:buChar char="➔"/>
            </a:pPr>
            <a:r>
              <a:rPr lang="en" sz="900">
                <a:solidFill>
                  <a:srgbClr val="52586B"/>
                </a:solidFill>
                <a:latin typeface="Lato"/>
                <a:ea typeface="Lato"/>
                <a:cs typeface="Lato"/>
                <a:sym typeface="Lato"/>
              </a:rPr>
              <a:t>Defines the threshold upfront.</a:t>
            </a:r>
            <a:endParaRPr/>
          </a:p>
        </p:txBody>
      </p:sp>
      <p:sp>
        <p:nvSpPr>
          <p:cNvPr id="1406" name="Google Shape;1406;p302"/>
          <p:cNvSpPr/>
          <p:nvPr/>
        </p:nvSpPr>
        <p:spPr>
          <a:xfrm>
            <a:off x="3731225" y="4354725"/>
            <a:ext cx="409500" cy="4095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07" name="Google Shape;1407;p302"/>
          <p:cNvSpPr/>
          <p:nvPr/>
        </p:nvSpPr>
        <p:spPr>
          <a:xfrm>
            <a:off x="4436100" y="4263727"/>
            <a:ext cx="3779100" cy="9105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08" name="Google Shape;1408;p302"/>
          <p:cNvSpPr/>
          <p:nvPr/>
        </p:nvSpPr>
        <p:spPr>
          <a:xfrm>
            <a:off x="4576402" y="4413665"/>
            <a:ext cx="172500" cy="172800"/>
          </a:xfrm>
          <a:prstGeom prst="roundRect">
            <a:avLst>
              <a:gd fmla="val 161412" name="adj"/>
            </a:avLst>
          </a:prstGeom>
          <a:solidFill>
            <a:schemeClr val="accent2"/>
          </a:solidFill>
          <a:ln>
            <a:noFill/>
          </a:ln>
        </p:spPr>
        <p:txBody>
          <a:bodyPr anchorCtr="0" anchor="ctr" bIns="23700" lIns="23700" spcFirstLastPara="1" rIns="23700" wrap="square" tIns="23700">
            <a:noAutofit/>
          </a:bodyPr>
          <a:lstStyle/>
          <a:p>
            <a:pPr indent="0" lvl="0" marL="0" rtl="0" algn="l">
              <a:spcBef>
                <a:spcPts val="0"/>
              </a:spcBef>
              <a:spcAft>
                <a:spcPts val="0"/>
              </a:spcAft>
              <a:buNone/>
            </a:pPr>
            <a:r>
              <a:t/>
            </a:r>
            <a:endParaRPr sz="560">
              <a:latin typeface="Poppins"/>
              <a:ea typeface="Poppins"/>
              <a:cs typeface="Poppins"/>
              <a:sym typeface="Poppins"/>
            </a:endParaRPr>
          </a:p>
        </p:txBody>
      </p:sp>
      <p:sp>
        <p:nvSpPr>
          <p:cNvPr id="1409" name="Google Shape;1409;p302"/>
          <p:cNvSpPr/>
          <p:nvPr/>
        </p:nvSpPr>
        <p:spPr>
          <a:xfrm>
            <a:off x="4636552" y="4446929"/>
            <a:ext cx="56700" cy="7890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FFFFFF"/>
              </a:buClr>
              <a:buSzPts val="440"/>
              <a:buFont typeface="Mona Sans"/>
              <a:buNone/>
            </a:pPr>
            <a:r>
              <a:rPr lang="en" sz="740">
                <a:solidFill>
                  <a:srgbClr val="FFFFFF"/>
                </a:solidFill>
                <a:latin typeface="Poppins"/>
                <a:ea typeface="Poppins"/>
                <a:cs typeface="Poppins"/>
                <a:sym typeface="Poppins"/>
              </a:rPr>
              <a:t>6</a:t>
            </a:r>
            <a:endParaRPr i="0" sz="740" u="none" cap="none" strike="noStrike">
              <a:latin typeface="Poppins"/>
              <a:ea typeface="Poppins"/>
              <a:cs typeface="Poppins"/>
              <a:sym typeface="Poppins"/>
            </a:endParaRPr>
          </a:p>
        </p:txBody>
      </p:sp>
      <p:sp>
        <p:nvSpPr>
          <p:cNvPr id="1410" name="Google Shape;1410;p302"/>
          <p:cNvSpPr/>
          <p:nvPr/>
        </p:nvSpPr>
        <p:spPr>
          <a:xfrm>
            <a:off x="4826689" y="4401159"/>
            <a:ext cx="1475400" cy="2049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52586B"/>
              </a:buClr>
              <a:buSzPts val="1200"/>
              <a:buFont typeface="Mona Sans"/>
              <a:buNone/>
            </a:pPr>
            <a:r>
              <a:rPr lang="en" sz="1200">
                <a:solidFill>
                  <a:schemeClr val="accent1"/>
                </a:solidFill>
                <a:latin typeface="Poppins Medium"/>
                <a:ea typeface="Poppins Medium"/>
                <a:cs typeface="Poppins Medium"/>
                <a:sym typeface="Poppins Medium"/>
              </a:rPr>
              <a:t>Explore</a:t>
            </a:r>
            <a:endParaRPr i="0" sz="1200" u="none" cap="none" strike="noStrike">
              <a:solidFill>
                <a:schemeClr val="accent1"/>
              </a:solidFill>
              <a:latin typeface="Poppins Medium"/>
              <a:ea typeface="Poppins Medium"/>
              <a:cs typeface="Poppins Medium"/>
              <a:sym typeface="Poppins Medium"/>
            </a:endParaRPr>
          </a:p>
        </p:txBody>
      </p:sp>
      <p:sp>
        <p:nvSpPr>
          <p:cNvPr id="1411" name="Google Shape;1411;p302"/>
          <p:cNvSpPr/>
          <p:nvPr/>
        </p:nvSpPr>
        <p:spPr>
          <a:xfrm>
            <a:off x="4580025" y="4657004"/>
            <a:ext cx="3779100" cy="196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2586B"/>
              </a:buClr>
              <a:buSzPts val="900"/>
              <a:buFont typeface="Funnel Sans"/>
              <a:buNone/>
            </a:pPr>
            <a:r>
              <a:rPr i="1" lang="en" sz="900" u="none" cap="none" strike="noStrike">
                <a:solidFill>
                  <a:schemeClr val="accent1"/>
                </a:solidFill>
                <a:latin typeface="Poppins"/>
                <a:ea typeface="Poppins"/>
                <a:cs typeface="Poppins"/>
                <a:sym typeface="Poppins"/>
              </a:rPr>
              <a:t>What are we trying to </a:t>
            </a:r>
            <a:r>
              <a:rPr i="1" lang="en" sz="900">
                <a:solidFill>
                  <a:schemeClr val="accent1"/>
                </a:solidFill>
                <a:latin typeface="Poppins"/>
                <a:ea typeface="Poppins"/>
                <a:cs typeface="Poppins"/>
                <a:sym typeface="Poppins"/>
              </a:rPr>
              <a:t>learn by building this</a:t>
            </a:r>
            <a:r>
              <a:rPr i="1" lang="en" sz="900" u="none" cap="none" strike="noStrike">
                <a:solidFill>
                  <a:schemeClr val="accent1"/>
                </a:solidFill>
                <a:latin typeface="Poppins"/>
                <a:ea typeface="Poppins"/>
                <a:cs typeface="Poppins"/>
                <a:sym typeface="Poppins"/>
              </a:rPr>
              <a:t>? </a:t>
            </a:r>
            <a:endParaRPr i="0" sz="900" u="none" cap="none" strike="noStrike">
              <a:latin typeface="Lato"/>
              <a:ea typeface="Lato"/>
              <a:cs typeface="Lato"/>
              <a:sym typeface="Lato"/>
            </a:endParaRPr>
          </a:p>
        </p:txBody>
      </p:sp>
      <p:sp>
        <p:nvSpPr>
          <p:cNvPr id="1412" name="Google Shape;1412;p302"/>
          <p:cNvSpPr txBox="1"/>
          <p:nvPr/>
        </p:nvSpPr>
        <p:spPr>
          <a:xfrm>
            <a:off x="4379587" y="4766274"/>
            <a:ext cx="3000000" cy="323100"/>
          </a:xfrm>
          <a:prstGeom prst="rect">
            <a:avLst/>
          </a:prstGeom>
          <a:noFill/>
          <a:ln>
            <a:noFill/>
          </a:ln>
        </p:spPr>
        <p:txBody>
          <a:bodyPr anchorCtr="0" anchor="t" bIns="91425" lIns="91425" spcFirstLastPara="1" rIns="91425" wrap="square" tIns="91425">
            <a:spAutoFit/>
          </a:bodyPr>
          <a:lstStyle/>
          <a:p>
            <a:pPr indent="-285750" lvl="0" marL="457200" rtl="0" algn="l">
              <a:spcBef>
                <a:spcPts val="0"/>
              </a:spcBef>
              <a:spcAft>
                <a:spcPts val="0"/>
              </a:spcAft>
              <a:buClr>
                <a:schemeClr val="accent1"/>
              </a:buClr>
              <a:buSzPts val="900"/>
              <a:buFont typeface="Lato"/>
              <a:buChar char="➔"/>
            </a:pPr>
            <a:r>
              <a:rPr b="1" lang="en" sz="900">
                <a:solidFill>
                  <a:schemeClr val="accent1"/>
                </a:solidFill>
                <a:latin typeface="Lato"/>
                <a:ea typeface="Lato"/>
                <a:cs typeface="Lato"/>
                <a:sym typeface="Lato"/>
              </a:rPr>
              <a:t>This is the key.</a:t>
            </a:r>
            <a:endParaRPr b="1">
              <a:solidFill>
                <a:schemeClr val="accent1"/>
              </a:solidFill>
            </a:endParaRPr>
          </a:p>
        </p:txBody>
      </p:sp>
      <p:sp>
        <p:nvSpPr>
          <p:cNvPr id="1413" name="Google Shape;1413;p302"/>
          <p:cNvSpPr/>
          <p:nvPr/>
        </p:nvSpPr>
        <p:spPr>
          <a:xfrm>
            <a:off x="7710775" y="4354725"/>
            <a:ext cx="409500" cy="4095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descr="Tick png Images - Free Download on Freepik" id="1414" name="Google Shape;1414;p302"/>
          <p:cNvPicPr preferRelativeResize="0"/>
          <p:nvPr/>
        </p:nvPicPr>
        <p:blipFill>
          <a:blip r:embed="rId4">
            <a:alphaModFix/>
          </a:blip>
          <a:stretch>
            <a:fillRect/>
          </a:stretch>
        </p:blipFill>
        <p:spPr>
          <a:xfrm>
            <a:off x="3787460" y="2201358"/>
            <a:ext cx="281525" cy="28152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9" name="Shape 1419"/>
        <p:cNvGrpSpPr/>
        <p:nvPr/>
      </p:nvGrpSpPr>
      <p:grpSpPr>
        <a:xfrm>
          <a:off x="0" y="0"/>
          <a:ext cx="0" cy="0"/>
          <a:chOff x="0" y="0"/>
          <a:chExt cx="0" cy="0"/>
        </a:xfrm>
      </p:grpSpPr>
      <p:sp>
        <p:nvSpPr>
          <p:cNvPr id="1420" name="Google Shape;1420;p303"/>
          <p:cNvSpPr/>
          <p:nvPr/>
        </p:nvSpPr>
        <p:spPr>
          <a:xfrm>
            <a:off x="9424146" y="2937972"/>
            <a:ext cx="1550700" cy="215400"/>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FFFFFF"/>
              </a:buClr>
              <a:buSzPts val="1300"/>
              <a:buFont typeface="Mona Sans SemiBold"/>
              <a:buNone/>
            </a:pPr>
            <a:r>
              <a:rPr b="1" i="0" lang="en" sz="1300" u="none" cap="none" strike="noStrike">
                <a:solidFill>
                  <a:srgbClr val="FFFFFF"/>
                </a:solidFill>
                <a:latin typeface="Mona Sans SemiBold"/>
                <a:ea typeface="Mona Sans SemiBold"/>
                <a:cs typeface="Mona Sans SemiBold"/>
                <a:sym typeface="Mona Sans SemiBold"/>
              </a:rPr>
              <a:t>0-to-1 (Greenfield)</a:t>
            </a:r>
            <a:endParaRPr b="0" i="0" sz="1300" u="none" cap="none" strike="noStrike"/>
          </a:p>
        </p:txBody>
      </p:sp>
      <p:pic>
        <p:nvPicPr>
          <p:cNvPr id="1421" name="Google Shape;1421;p303" title="Screenshot 2026-02-21 at 15.27.48.png"/>
          <p:cNvPicPr preferRelativeResize="0"/>
          <p:nvPr/>
        </p:nvPicPr>
        <p:blipFill>
          <a:blip r:embed="rId4">
            <a:alphaModFix/>
          </a:blip>
          <a:stretch>
            <a:fillRect/>
          </a:stretch>
        </p:blipFill>
        <p:spPr>
          <a:xfrm>
            <a:off x="152400" y="474100"/>
            <a:ext cx="8839200" cy="476678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5" name="Shape 1425"/>
        <p:cNvGrpSpPr/>
        <p:nvPr/>
      </p:nvGrpSpPr>
      <p:grpSpPr>
        <a:xfrm>
          <a:off x="0" y="0"/>
          <a:ext cx="0" cy="0"/>
          <a:chOff x="0" y="0"/>
          <a:chExt cx="0" cy="0"/>
        </a:xfrm>
      </p:grpSpPr>
      <p:pic>
        <p:nvPicPr>
          <p:cNvPr id="1426" name="Google Shape;1426;p304" title="BG5.png"/>
          <p:cNvPicPr preferRelativeResize="0"/>
          <p:nvPr/>
        </p:nvPicPr>
        <p:blipFill>
          <a:blip r:embed="rId3">
            <a:alphaModFix amt="51000"/>
          </a:blip>
          <a:stretch>
            <a:fillRect/>
          </a:stretch>
        </p:blipFill>
        <p:spPr>
          <a:xfrm>
            <a:off x="0" y="0"/>
            <a:ext cx="9144000" cy="5715001"/>
          </a:xfrm>
          <a:prstGeom prst="rect">
            <a:avLst/>
          </a:prstGeom>
          <a:noFill/>
          <a:ln>
            <a:noFill/>
          </a:ln>
        </p:spPr>
      </p:pic>
      <p:sp>
        <p:nvSpPr>
          <p:cNvPr id="1427" name="Google Shape;1427;p304"/>
          <p:cNvSpPr/>
          <p:nvPr/>
        </p:nvSpPr>
        <p:spPr>
          <a:xfrm>
            <a:off x="457200" y="1817225"/>
            <a:ext cx="3550500" cy="2506200"/>
          </a:xfrm>
          <a:prstGeom prst="roundRect">
            <a:avLst>
              <a:gd fmla="val 6192" name="adj"/>
            </a:avLst>
          </a:prstGeom>
          <a:solidFill>
            <a:schemeClr val="accent1"/>
          </a:solidFill>
          <a:ln cap="flat" cmpd="sng" w="9525">
            <a:solidFill>
              <a:schemeClr val="accent1"/>
            </a:solidFill>
            <a:prstDash val="solid"/>
            <a:round/>
            <a:headEnd len="sm" w="sm" type="none"/>
            <a:tailEnd len="sm" w="sm" type="none"/>
          </a:ln>
          <a:effectLst>
            <a:outerShdw blurRad="57150" rotWithShape="0" algn="bl" dir="6480000" dist="19050">
              <a:srgbClr val="000000">
                <a:alpha val="20000"/>
              </a:srgbClr>
            </a:outerShdw>
          </a:effectLst>
        </p:spPr>
        <p:txBody>
          <a:bodyPr anchorCtr="0" anchor="t" bIns="71100" lIns="142225" spcFirstLastPara="1" rIns="142225" wrap="square" tIns="711200">
            <a:noAutofit/>
          </a:bodyPr>
          <a:lstStyle/>
          <a:p>
            <a:pPr indent="0" lvl="0" marL="0" marR="0" rtl="0" algn="l">
              <a:lnSpc>
                <a:spcPct val="115000"/>
              </a:lnSpc>
              <a:spcBef>
                <a:spcPts val="0"/>
              </a:spcBef>
              <a:spcAft>
                <a:spcPts val="800"/>
              </a:spcAft>
              <a:buNone/>
            </a:pPr>
            <a:r>
              <a:t/>
            </a:r>
            <a:endParaRPr sz="1000">
              <a:solidFill>
                <a:schemeClr val="dk2"/>
              </a:solidFill>
              <a:latin typeface="Lato"/>
              <a:ea typeface="Lato"/>
              <a:cs typeface="Lato"/>
              <a:sym typeface="Lato"/>
            </a:endParaRPr>
          </a:p>
        </p:txBody>
      </p:sp>
      <p:sp>
        <p:nvSpPr>
          <p:cNvPr id="1428" name="Google Shape;1428;p304"/>
          <p:cNvSpPr/>
          <p:nvPr/>
        </p:nvSpPr>
        <p:spPr>
          <a:xfrm>
            <a:off x="5136625" y="1817225"/>
            <a:ext cx="3550500" cy="2506200"/>
          </a:xfrm>
          <a:prstGeom prst="roundRect">
            <a:avLst>
              <a:gd fmla="val 5448" name="adj"/>
            </a:avLst>
          </a:prstGeom>
          <a:solidFill>
            <a:schemeClr val="accent1"/>
          </a:solidFill>
          <a:ln cap="flat" cmpd="sng" w="9525">
            <a:solidFill>
              <a:schemeClr val="accent1"/>
            </a:solidFill>
            <a:prstDash val="solid"/>
            <a:round/>
            <a:headEnd len="sm" w="sm" type="none"/>
            <a:tailEnd len="sm" w="sm" type="none"/>
          </a:ln>
          <a:effectLst>
            <a:outerShdw blurRad="57150" rotWithShape="0" algn="bl" dir="6480000" dist="19050">
              <a:srgbClr val="000000">
                <a:alpha val="20000"/>
              </a:srgbClr>
            </a:outerShdw>
          </a:effectLst>
        </p:spPr>
        <p:txBody>
          <a:bodyPr anchorCtr="0" anchor="t" bIns="71100" lIns="142225" spcFirstLastPara="1" rIns="142225" wrap="square" tIns="711200">
            <a:noAutofit/>
          </a:bodyPr>
          <a:lstStyle/>
          <a:p>
            <a:pPr indent="0" lvl="0" marL="0" marR="0" rtl="0" algn="l">
              <a:lnSpc>
                <a:spcPct val="115000"/>
              </a:lnSpc>
              <a:spcBef>
                <a:spcPts val="0"/>
              </a:spcBef>
              <a:spcAft>
                <a:spcPts val="800"/>
              </a:spcAft>
              <a:buNone/>
            </a:pPr>
            <a:r>
              <a:t/>
            </a:r>
            <a:endParaRPr sz="1000">
              <a:solidFill>
                <a:schemeClr val="dk2"/>
              </a:solidFill>
              <a:latin typeface="Lato"/>
              <a:ea typeface="Lato"/>
              <a:cs typeface="Lato"/>
              <a:sym typeface="Lato"/>
            </a:endParaRPr>
          </a:p>
        </p:txBody>
      </p:sp>
      <p:sp>
        <p:nvSpPr>
          <p:cNvPr id="1429" name="Google Shape;1429;p304"/>
          <p:cNvSpPr/>
          <p:nvPr/>
        </p:nvSpPr>
        <p:spPr>
          <a:xfrm>
            <a:off x="457200" y="4438500"/>
            <a:ext cx="8229600" cy="836400"/>
          </a:xfrm>
          <a:prstGeom prst="roundRect">
            <a:avLst>
              <a:gd fmla="val 11782" name="adj"/>
            </a:avLst>
          </a:prstGeom>
          <a:solidFill>
            <a:srgbClr val="EFEFEF"/>
          </a:solidFill>
          <a:ln cap="flat" cmpd="sng" w="9525">
            <a:solidFill>
              <a:srgbClr val="999999"/>
            </a:solidFill>
            <a:prstDash val="solid"/>
            <a:round/>
            <a:headEnd len="sm" w="sm" type="none"/>
            <a:tailEnd len="sm" w="sm" type="none"/>
          </a:ln>
          <a:effectLst>
            <a:outerShdw blurRad="57150" rotWithShape="0" algn="bl" dir="6480000" dist="19050">
              <a:srgbClr val="000000">
                <a:alpha val="20000"/>
              </a:srgbClr>
            </a:outerShdw>
          </a:effectLst>
        </p:spPr>
        <p:txBody>
          <a:bodyPr anchorCtr="0" anchor="t" bIns="71100" lIns="142225" spcFirstLastPara="1" rIns="142225" wrap="square" tIns="711200">
            <a:noAutofit/>
          </a:bodyPr>
          <a:lstStyle/>
          <a:p>
            <a:pPr indent="0" lvl="0" marL="0" marR="0" rtl="0" algn="l">
              <a:lnSpc>
                <a:spcPct val="115000"/>
              </a:lnSpc>
              <a:spcBef>
                <a:spcPts val="0"/>
              </a:spcBef>
              <a:spcAft>
                <a:spcPts val="800"/>
              </a:spcAft>
              <a:buNone/>
            </a:pPr>
            <a:r>
              <a:t/>
            </a:r>
            <a:endParaRPr sz="1000">
              <a:solidFill>
                <a:schemeClr val="dk2"/>
              </a:solidFill>
              <a:latin typeface="Lato"/>
              <a:ea typeface="Lato"/>
              <a:cs typeface="Lato"/>
              <a:sym typeface="Lato"/>
            </a:endParaRPr>
          </a:p>
        </p:txBody>
      </p:sp>
      <p:sp>
        <p:nvSpPr>
          <p:cNvPr id="1430" name="Google Shape;1430;p304"/>
          <p:cNvSpPr txBox="1"/>
          <p:nvPr>
            <p:ph type="title"/>
          </p:nvPr>
        </p:nvSpPr>
        <p:spPr>
          <a:xfrm>
            <a:off x="457200" y="544190"/>
            <a:ext cx="4108800" cy="6168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
              <a:t>Bridging Design </a:t>
            </a:r>
            <a:br>
              <a:rPr lang="en"/>
            </a:br>
            <a:r>
              <a:rPr lang="en"/>
              <a:t>and Build</a:t>
            </a:r>
            <a:endParaRPr/>
          </a:p>
        </p:txBody>
      </p:sp>
      <p:sp>
        <p:nvSpPr>
          <p:cNvPr id="1431" name="Google Shape;1431;p304"/>
          <p:cNvSpPr/>
          <p:nvPr/>
        </p:nvSpPr>
        <p:spPr>
          <a:xfrm>
            <a:off x="5136625" y="468050"/>
            <a:ext cx="3550500" cy="616800"/>
          </a:xfrm>
          <a:prstGeom prst="roundRect">
            <a:avLst>
              <a:gd fmla="val 4227" name="adj"/>
            </a:avLst>
          </a:prstGeom>
          <a:solidFill>
            <a:srgbClr val="1241AF"/>
          </a:solidFill>
          <a:ln>
            <a:noFill/>
          </a:ln>
        </p:spPr>
        <p:txBody>
          <a:bodyPr anchorCtr="0" anchor="ctr" bIns="94800" lIns="548625" spcFirstLastPara="1" rIns="94800" wrap="square" tIns="94800">
            <a:noAutofit/>
          </a:bodyPr>
          <a:lstStyle/>
          <a:p>
            <a:pPr indent="0" lvl="0" marL="0" rtl="0" algn="l">
              <a:lnSpc>
                <a:spcPct val="115000"/>
              </a:lnSpc>
              <a:spcBef>
                <a:spcPts val="0"/>
              </a:spcBef>
              <a:spcAft>
                <a:spcPts val="0"/>
              </a:spcAft>
              <a:buNone/>
            </a:pPr>
            <a:r>
              <a:rPr lang="en" sz="850">
                <a:solidFill>
                  <a:schemeClr val="lt1"/>
                </a:solidFill>
                <a:latin typeface="Poppins SemiBold"/>
                <a:ea typeface="Poppins SemiBold"/>
                <a:cs typeface="Poppins SemiBold"/>
                <a:sym typeface="Poppins SemiBold"/>
              </a:rPr>
              <a:t>MODERN VIBE CODING TOOLS ARE MULTIMODAL</a:t>
            </a:r>
            <a:br>
              <a:rPr lang="en" sz="850">
                <a:solidFill>
                  <a:schemeClr val="lt1"/>
                </a:solidFill>
                <a:latin typeface="Poppins SemiBold"/>
                <a:ea typeface="Poppins SemiBold"/>
                <a:cs typeface="Poppins SemiBold"/>
                <a:sym typeface="Poppins SemiBold"/>
              </a:rPr>
            </a:br>
            <a:r>
              <a:rPr lang="en" sz="850">
                <a:solidFill>
                  <a:schemeClr val="lt1"/>
                </a:solidFill>
                <a:latin typeface="Poppins SemiBold"/>
                <a:ea typeface="Poppins SemiBold"/>
                <a:cs typeface="Poppins SemiBold"/>
                <a:sym typeface="Poppins SemiBold"/>
              </a:rPr>
              <a:t>They can ingest your existing assets and match </a:t>
            </a:r>
            <a:endParaRPr sz="850">
              <a:solidFill>
                <a:schemeClr val="lt1"/>
              </a:solidFill>
              <a:latin typeface="Poppins SemiBold"/>
              <a:ea typeface="Poppins SemiBold"/>
              <a:cs typeface="Poppins SemiBold"/>
              <a:sym typeface="Poppins SemiBold"/>
            </a:endParaRPr>
          </a:p>
          <a:p>
            <a:pPr indent="0" lvl="0" marL="0" rtl="0" algn="l">
              <a:lnSpc>
                <a:spcPct val="115000"/>
              </a:lnSpc>
              <a:spcBef>
                <a:spcPts val="0"/>
              </a:spcBef>
              <a:spcAft>
                <a:spcPts val="0"/>
              </a:spcAft>
              <a:buNone/>
            </a:pPr>
            <a:r>
              <a:rPr lang="en" sz="850">
                <a:solidFill>
                  <a:schemeClr val="lt1"/>
                </a:solidFill>
                <a:latin typeface="Poppins SemiBold"/>
                <a:ea typeface="Poppins SemiBold"/>
                <a:cs typeface="Poppins SemiBold"/>
                <a:sym typeface="Poppins SemiBold"/>
              </a:rPr>
              <a:t>your company's design system instantly.</a:t>
            </a:r>
            <a:endParaRPr sz="850"/>
          </a:p>
        </p:txBody>
      </p:sp>
      <p:pic>
        <p:nvPicPr>
          <p:cNvPr id="1432" name="Google Shape;1432;p304"/>
          <p:cNvPicPr preferRelativeResize="0"/>
          <p:nvPr/>
        </p:nvPicPr>
        <p:blipFill rotWithShape="1">
          <a:blip r:embed="rId4">
            <a:alphaModFix/>
          </a:blip>
          <a:srcRect b="0" l="0" r="0" t="0"/>
          <a:stretch/>
        </p:blipFill>
        <p:spPr>
          <a:xfrm>
            <a:off x="5309351" y="662558"/>
            <a:ext cx="227784" cy="227784"/>
          </a:xfrm>
          <a:prstGeom prst="rect">
            <a:avLst/>
          </a:prstGeom>
          <a:noFill/>
          <a:ln>
            <a:noFill/>
          </a:ln>
        </p:spPr>
      </p:pic>
      <p:sp>
        <p:nvSpPr>
          <p:cNvPr id="1433" name="Google Shape;1433;p304"/>
          <p:cNvSpPr txBox="1"/>
          <p:nvPr/>
        </p:nvSpPr>
        <p:spPr>
          <a:xfrm>
            <a:off x="457200" y="1448220"/>
            <a:ext cx="82296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 sz="1200">
                <a:solidFill>
                  <a:srgbClr val="414141"/>
                </a:solidFill>
                <a:latin typeface="Lato"/>
                <a:ea typeface="Lato"/>
                <a:cs typeface="Lato"/>
                <a:sym typeface="Lato"/>
              </a:rPr>
              <a:t>Here are the three most common entry points to bridge the gap between design requirements and your prototype.</a:t>
            </a:r>
            <a:endParaRPr sz="1200">
              <a:solidFill>
                <a:srgbClr val="414141"/>
              </a:solidFill>
              <a:latin typeface="Lato"/>
              <a:ea typeface="Lato"/>
              <a:cs typeface="Lato"/>
              <a:sym typeface="Lato"/>
            </a:endParaRPr>
          </a:p>
        </p:txBody>
      </p:sp>
      <p:sp>
        <p:nvSpPr>
          <p:cNvPr id="1434" name="Google Shape;1434;p304"/>
          <p:cNvSpPr/>
          <p:nvPr/>
        </p:nvSpPr>
        <p:spPr>
          <a:xfrm>
            <a:off x="658637" y="4645507"/>
            <a:ext cx="424800" cy="422400"/>
          </a:xfrm>
          <a:prstGeom prst="ellipse">
            <a:avLst/>
          </a:prstGeom>
          <a:solidFill>
            <a:srgbClr val="1241B1"/>
          </a:solidFill>
          <a:ln>
            <a:noFill/>
          </a:ln>
        </p:spPr>
        <p:txBody>
          <a:bodyPr anchorCtr="0" anchor="ctr" bIns="94800" lIns="94800" spcFirstLastPara="1" rIns="94800" wrap="square" tIns="94800">
            <a:noAutofit/>
          </a:bodyPr>
          <a:lstStyle/>
          <a:p>
            <a:pPr indent="0" lvl="0" marL="0" marR="0" rtl="0" algn="ctr">
              <a:spcBef>
                <a:spcPts val="0"/>
              </a:spcBef>
              <a:spcAft>
                <a:spcPts val="0"/>
              </a:spcAft>
              <a:buNone/>
            </a:pPr>
            <a:r>
              <a:rPr lang="en" sz="1900">
                <a:solidFill>
                  <a:schemeClr val="lt1"/>
                </a:solidFill>
                <a:latin typeface="Poppins"/>
                <a:ea typeface="Poppins"/>
                <a:cs typeface="Poppins"/>
                <a:sym typeface="Poppins"/>
              </a:rPr>
              <a:t>3</a:t>
            </a:r>
            <a:endParaRPr sz="1900">
              <a:solidFill>
                <a:schemeClr val="lt1"/>
              </a:solidFill>
              <a:latin typeface="Poppins"/>
              <a:ea typeface="Poppins"/>
              <a:cs typeface="Poppins"/>
              <a:sym typeface="Poppins"/>
            </a:endParaRPr>
          </a:p>
        </p:txBody>
      </p:sp>
      <p:sp>
        <p:nvSpPr>
          <p:cNvPr id="1435" name="Google Shape;1435;p304"/>
          <p:cNvSpPr/>
          <p:nvPr/>
        </p:nvSpPr>
        <p:spPr>
          <a:xfrm>
            <a:off x="658637" y="1954757"/>
            <a:ext cx="424800" cy="422400"/>
          </a:xfrm>
          <a:prstGeom prst="ellipse">
            <a:avLst/>
          </a:prstGeom>
          <a:solidFill>
            <a:srgbClr val="FFFFFF"/>
          </a:solidFill>
          <a:ln>
            <a:noFill/>
          </a:ln>
        </p:spPr>
        <p:txBody>
          <a:bodyPr anchorCtr="0" anchor="ctr" bIns="94800" lIns="94800" spcFirstLastPara="1" rIns="94800" wrap="square" tIns="94800">
            <a:noAutofit/>
          </a:bodyPr>
          <a:lstStyle/>
          <a:p>
            <a:pPr indent="0" lvl="0" marL="0" marR="0" rtl="0" algn="ctr">
              <a:spcBef>
                <a:spcPts val="0"/>
              </a:spcBef>
              <a:spcAft>
                <a:spcPts val="0"/>
              </a:spcAft>
              <a:buNone/>
            </a:pPr>
            <a:r>
              <a:rPr lang="en" sz="1900">
                <a:solidFill>
                  <a:schemeClr val="accent1"/>
                </a:solidFill>
                <a:latin typeface="Poppins"/>
                <a:ea typeface="Poppins"/>
                <a:cs typeface="Poppins"/>
                <a:sym typeface="Poppins"/>
              </a:rPr>
              <a:t>1</a:t>
            </a:r>
            <a:endParaRPr sz="1900">
              <a:solidFill>
                <a:schemeClr val="accent1"/>
              </a:solidFill>
              <a:latin typeface="Poppins"/>
              <a:ea typeface="Poppins"/>
              <a:cs typeface="Poppins"/>
              <a:sym typeface="Poppins"/>
            </a:endParaRPr>
          </a:p>
        </p:txBody>
      </p:sp>
      <p:pic>
        <p:nvPicPr>
          <p:cNvPr id="1436" name="Google Shape;1436;p304"/>
          <p:cNvPicPr preferRelativeResize="0"/>
          <p:nvPr/>
        </p:nvPicPr>
        <p:blipFill rotWithShape="1">
          <a:blip r:embed="rId5">
            <a:alphaModFix/>
          </a:blip>
          <a:srcRect b="7210" l="4278" r="6203" t="14240"/>
          <a:stretch/>
        </p:blipFill>
        <p:spPr>
          <a:xfrm>
            <a:off x="-2598050" y="-1028404"/>
            <a:ext cx="2092200" cy="1485600"/>
          </a:xfrm>
          <a:prstGeom prst="roundRect">
            <a:avLst>
              <a:gd fmla="val 16667" name="adj"/>
            </a:avLst>
          </a:prstGeom>
          <a:noFill/>
          <a:ln cap="flat" cmpd="sng" w="19050">
            <a:solidFill>
              <a:schemeClr val="accent1"/>
            </a:solidFill>
            <a:prstDash val="solid"/>
            <a:round/>
            <a:headEnd len="sm" w="sm" type="none"/>
            <a:tailEnd len="sm" w="sm" type="none"/>
          </a:ln>
        </p:spPr>
      </p:pic>
      <p:sp>
        <p:nvSpPr>
          <p:cNvPr id="1437" name="Google Shape;1437;p304"/>
          <p:cNvSpPr txBox="1"/>
          <p:nvPr/>
        </p:nvSpPr>
        <p:spPr>
          <a:xfrm>
            <a:off x="658625" y="2453400"/>
            <a:ext cx="2938200" cy="69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800"/>
              </a:spcAft>
              <a:buNone/>
            </a:pPr>
            <a:r>
              <a:rPr lang="en" sz="1000">
                <a:solidFill>
                  <a:schemeClr val="lt1"/>
                </a:solidFill>
                <a:latin typeface="Lato"/>
                <a:ea typeface="Lato"/>
                <a:cs typeface="Lato"/>
                <a:sym typeface="Lato"/>
              </a:rPr>
              <a:t>Natural language prompts.</a:t>
            </a:r>
            <a:br>
              <a:rPr lang="en" sz="1000">
                <a:solidFill>
                  <a:schemeClr val="lt1"/>
                </a:solidFill>
                <a:latin typeface="Lato"/>
                <a:ea typeface="Lato"/>
                <a:cs typeface="Lato"/>
                <a:sym typeface="Lato"/>
              </a:rPr>
            </a:br>
            <a:r>
              <a:rPr b="1" lang="en" sz="1000">
                <a:solidFill>
                  <a:schemeClr val="lt1"/>
                </a:solidFill>
                <a:latin typeface="Lato"/>
                <a:ea typeface="Lato"/>
                <a:cs typeface="Lato"/>
                <a:sym typeface="Lato"/>
              </a:rPr>
              <a:t>Best For: </a:t>
            </a:r>
            <a:r>
              <a:rPr lang="en" sz="1000">
                <a:solidFill>
                  <a:schemeClr val="lt1"/>
                </a:solidFill>
                <a:latin typeface="Lato"/>
                <a:ea typeface="Lato"/>
                <a:cs typeface="Lato"/>
                <a:sym typeface="Lato"/>
              </a:rPr>
              <a:t>New concepts, rough ideas, or solving a problem where no design exists yet.</a:t>
            </a:r>
            <a:endParaRPr sz="1000">
              <a:solidFill>
                <a:schemeClr val="lt1"/>
              </a:solidFill>
              <a:latin typeface="Lato"/>
              <a:ea typeface="Lato"/>
              <a:cs typeface="Lato"/>
              <a:sym typeface="Lato"/>
            </a:endParaRPr>
          </a:p>
        </p:txBody>
      </p:sp>
      <p:sp>
        <p:nvSpPr>
          <p:cNvPr id="1438" name="Google Shape;1438;p304"/>
          <p:cNvSpPr txBox="1"/>
          <p:nvPr/>
        </p:nvSpPr>
        <p:spPr>
          <a:xfrm>
            <a:off x="1220350" y="1981300"/>
            <a:ext cx="19302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
                <a:solidFill>
                  <a:schemeClr val="lt1"/>
                </a:solidFill>
                <a:latin typeface="Poppins Medium"/>
                <a:ea typeface="Poppins Medium"/>
                <a:cs typeface="Poppins Medium"/>
                <a:sym typeface="Poppins Medium"/>
              </a:rPr>
              <a:t>Text-To-App</a:t>
            </a:r>
            <a:endParaRPr>
              <a:solidFill>
                <a:schemeClr val="lt1"/>
              </a:solidFill>
            </a:endParaRPr>
          </a:p>
        </p:txBody>
      </p:sp>
      <p:sp>
        <p:nvSpPr>
          <p:cNvPr id="1439" name="Google Shape;1439;p304"/>
          <p:cNvSpPr txBox="1"/>
          <p:nvPr/>
        </p:nvSpPr>
        <p:spPr>
          <a:xfrm>
            <a:off x="3498088" y="4612447"/>
            <a:ext cx="2758500" cy="48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800"/>
              </a:spcAft>
              <a:buNone/>
            </a:pPr>
            <a:r>
              <a:rPr b="1" lang="en" sz="900">
                <a:solidFill>
                  <a:schemeClr val="dk2"/>
                </a:solidFill>
                <a:latin typeface="Lato"/>
                <a:ea typeface="Lato"/>
                <a:cs typeface="Lato"/>
                <a:sym typeface="Lato"/>
              </a:rPr>
              <a:t>Best For:</a:t>
            </a:r>
            <a:r>
              <a:rPr lang="en" sz="900">
                <a:solidFill>
                  <a:schemeClr val="dk2"/>
                </a:solidFill>
                <a:latin typeface="Lato"/>
                <a:ea typeface="Lato"/>
                <a:cs typeface="Lato"/>
                <a:sym typeface="Lato"/>
              </a:rPr>
              <a:t> Transforming existing high-fidelity visuals into functional code without manual re-creation.</a:t>
            </a:r>
            <a:endParaRPr sz="900">
              <a:solidFill>
                <a:schemeClr val="dk2"/>
              </a:solidFill>
              <a:latin typeface="Lato"/>
              <a:ea typeface="Lato"/>
              <a:cs typeface="Lato"/>
              <a:sym typeface="Lato"/>
            </a:endParaRPr>
          </a:p>
        </p:txBody>
      </p:sp>
      <p:sp>
        <p:nvSpPr>
          <p:cNvPr id="1440" name="Google Shape;1440;p304"/>
          <p:cNvSpPr txBox="1"/>
          <p:nvPr/>
        </p:nvSpPr>
        <p:spPr>
          <a:xfrm>
            <a:off x="1157850" y="4588250"/>
            <a:ext cx="16515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 sz="1200">
                <a:solidFill>
                  <a:schemeClr val="accent1"/>
                </a:solidFill>
                <a:latin typeface="Poppins Medium"/>
                <a:ea typeface="Poppins Medium"/>
                <a:cs typeface="Poppins Medium"/>
                <a:sym typeface="Poppins Medium"/>
              </a:rPr>
              <a:t>Design-to-Code</a:t>
            </a:r>
            <a:endParaRPr/>
          </a:p>
        </p:txBody>
      </p:sp>
      <p:pic>
        <p:nvPicPr>
          <p:cNvPr id="1441" name="Google Shape;1441;p304" title="Screenshot 2026-02-20 at 12.07.35.png"/>
          <p:cNvPicPr preferRelativeResize="0"/>
          <p:nvPr/>
        </p:nvPicPr>
        <p:blipFill>
          <a:blip r:embed="rId6">
            <a:alphaModFix/>
          </a:blip>
          <a:stretch>
            <a:fillRect/>
          </a:stretch>
        </p:blipFill>
        <p:spPr>
          <a:xfrm>
            <a:off x="736125" y="3196155"/>
            <a:ext cx="2236500" cy="836400"/>
          </a:xfrm>
          <a:prstGeom prst="roundRect">
            <a:avLst>
              <a:gd fmla="val 16667" name="adj"/>
            </a:avLst>
          </a:prstGeom>
          <a:noFill/>
          <a:ln>
            <a:noFill/>
          </a:ln>
        </p:spPr>
      </p:pic>
      <p:pic>
        <p:nvPicPr>
          <p:cNvPr id="1442" name="Google Shape;1442;p304"/>
          <p:cNvPicPr preferRelativeResize="0"/>
          <p:nvPr/>
        </p:nvPicPr>
        <p:blipFill>
          <a:blip r:embed="rId7">
            <a:alphaModFix/>
          </a:blip>
          <a:stretch>
            <a:fillRect/>
          </a:stretch>
        </p:blipFill>
        <p:spPr>
          <a:xfrm>
            <a:off x="7142847" y="4533450"/>
            <a:ext cx="1452600" cy="646500"/>
          </a:xfrm>
          <a:prstGeom prst="roundRect">
            <a:avLst>
              <a:gd fmla="val 12904" name="adj"/>
            </a:avLst>
          </a:prstGeom>
          <a:noFill/>
          <a:ln>
            <a:noFill/>
          </a:ln>
        </p:spPr>
      </p:pic>
      <p:sp>
        <p:nvSpPr>
          <p:cNvPr id="1443" name="Google Shape;1443;p304"/>
          <p:cNvSpPr/>
          <p:nvPr/>
        </p:nvSpPr>
        <p:spPr>
          <a:xfrm>
            <a:off x="5319112" y="1954757"/>
            <a:ext cx="424800" cy="422400"/>
          </a:xfrm>
          <a:prstGeom prst="ellipse">
            <a:avLst/>
          </a:prstGeom>
          <a:solidFill>
            <a:srgbClr val="FFFFFF"/>
          </a:solidFill>
          <a:ln>
            <a:noFill/>
          </a:ln>
        </p:spPr>
        <p:txBody>
          <a:bodyPr anchorCtr="0" anchor="ctr" bIns="94800" lIns="94800" spcFirstLastPara="1" rIns="94800" wrap="square" tIns="94800">
            <a:noAutofit/>
          </a:bodyPr>
          <a:lstStyle/>
          <a:p>
            <a:pPr indent="0" lvl="0" marL="0" marR="0" rtl="0" algn="ctr">
              <a:spcBef>
                <a:spcPts val="0"/>
              </a:spcBef>
              <a:spcAft>
                <a:spcPts val="0"/>
              </a:spcAft>
              <a:buNone/>
            </a:pPr>
            <a:r>
              <a:rPr lang="en" sz="1900">
                <a:solidFill>
                  <a:schemeClr val="accent1"/>
                </a:solidFill>
                <a:latin typeface="Poppins"/>
                <a:ea typeface="Poppins"/>
                <a:cs typeface="Poppins"/>
                <a:sym typeface="Poppins"/>
              </a:rPr>
              <a:t>2</a:t>
            </a:r>
            <a:endParaRPr sz="1900">
              <a:solidFill>
                <a:schemeClr val="accent1"/>
              </a:solidFill>
              <a:latin typeface="Poppins"/>
              <a:ea typeface="Poppins"/>
              <a:cs typeface="Poppins"/>
              <a:sym typeface="Poppins"/>
            </a:endParaRPr>
          </a:p>
        </p:txBody>
      </p:sp>
      <p:sp>
        <p:nvSpPr>
          <p:cNvPr id="1444" name="Google Shape;1444;p304"/>
          <p:cNvSpPr txBox="1"/>
          <p:nvPr/>
        </p:nvSpPr>
        <p:spPr>
          <a:xfrm>
            <a:off x="5319100" y="2453400"/>
            <a:ext cx="2938200" cy="69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800"/>
              </a:spcAft>
              <a:buNone/>
            </a:pPr>
            <a:r>
              <a:rPr lang="en" sz="1000">
                <a:solidFill>
                  <a:schemeClr val="lt1"/>
                </a:solidFill>
                <a:latin typeface="Lato"/>
                <a:ea typeface="Lato"/>
                <a:cs typeface="Lato"/>
                <a:sym typeface="Lato"/>
              </a:rPr>
              <a:t>Uploading a screenshot.</a:t>
            </a:r>
            <a:br>
              <a:rPr lang="en" sz="1000">
                <a:solidFill>
                  <a:schemeClr val="lt1"/>
                </a:solidFill>
                <a:latin typeface="Lato"/>
                <a:ea typeface="Lato"/>
                <a:cs typeface="Lato"/>
                <a:sym typeface="Lato"/>
              </a:rPr>
            </a:br>
            <a:r>
              <a:rPr b="1" lang="en" sz="1000">
                <a:solidFill>
                  <a:schemeClr val="lt1"/>
                </a:solidFill>
                <a:latin typeface="Lato"/>
                <a:ea typeface="Lato"/>
                <a:cs typeface="Lato"/>
                <a:sym typeface="Lato"/>
              </a:rPr>
              <a:t>Best For:</a:t>
            </a:r>
            <a:r>
              <a:rPr lang="en" sz="1000">
                <a:solidFill>
                  <a:schemeClr val="lt1"/>
                </a:solidFill>
                <a:latin typeface="Lato"/>
                <a:ea typeface="Lato"/>
                <a:cs typeface="Lato"/>
                <a:sym typeface="Lato"/>
              </a:rPr>
              <a:t> Cloning existing patterns or digitizing a whiteboard sketch.</a:t>
            </a:r>
            <a:endParaRPr sz="1100">
              <a:solidFill>
                <a:schemeClr val="lt1"/>
              </a:solidFill>
              <a:latin typeface="Lato"/>
              <a:ea typeface="Lato"/>
              <a:cs typeface="Lato"/>
              <a:sym typeface="Lato"/>
            </a:endParaRPr>
          </a:p>
        </p:txBody>
      </p:sp>
      <p:sp>
        <p:nvSpPr>
          <p:cNvPr id="1445" name="Google Shape;1445;p304"/>
          <p:cNvSpPr txBox="1"/>
          <p:nvPr/>
        </p:nvSpPr>
        <p:spPr>
          <a:xfrm>
            <a:off x="5880825" y="1981300"/>
            <a:ext cx="22365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
                <a:solidFill>
                  <a:schemeClr val="lt1"/>
                </a:solidFill>
                <a:latin typeface="Poppins Medium"/>
                <a:ea typeface="Poppins Medium"/>
                <a:cs typeface="Poppins Medium"/>
                <a:sym typeface="Poppins Medium"/>
              </a:rPr>
              <a:t>Screenshot-To-App</a:t>
            </a:r>
            <a:endParaRPr>
              <a:solidFill>
                <a:schemeClr val="lt1"/>
              </a:solidFill>
            </a:endParaRPr>
          </a:p>
        </p:txBody>
      </p:sp>
      <p:pic>
        <p:nvPicPr>
          <p:cNvPr id="1446" name="Google Shape;1446;p304"/>
          <p:cNvPicPr preferRelativeResize="0"/>
          <p:nvPr/>
        </p:nvPicPr>
        <p:blipFill>
          <a:blip r:embed="rId8">
            <a:alphaModFix/>
          </a:blip>
          <a:stretch>
            <a:fillRect/>
          </a:stretch>
        </p:blipFill>
        <p:spPr>
          <a:xfrm>
            <a:off x="5396600" y="3191175"/>
            <a:ext cx="1834200" cy="859200"/>
          </a:xfrm>
          <a:prstGeom prst="roundRect">
            <a:avLst>
              <a:gd fmla="val 16667" name="adj"/>
            </a:avLst>
          </a:prstGeom>
          <a:noFill/>
          <a:ln>
            <a:noFill/>
          </a:ln>
        </p:spPr>
      </p:pic>
      <p:cxnSp>
        <p:nvCxnSpPr>
          <p:cNvPr id="1447" name="Google Shape;1447;p304"/>
          <p:cNvCxnSpPr/>
          <p:nvPr/>
        </p:nvCxnSpPr>
        <p:spPr>
          <a:xfrm>
            <a:off x="4045175" y="3298925"/>
            <a:ext cx="1072500" cy="0"/>
          </a:xfrm>
          <a:prstGeom prst="straightConnector1">
            <a:avLst/>
          </a:prstGeom>
          <a:noFill/>
          <a:ln cap="flat" cmpd="sng" w="19050">
            <a:solidFill>
              <a:schemeClr val="accent1"/>
            </a:solidFill>
            <a:prstDash val="solid"/>
            <a:round/>
            <a:headEnd len="med" w="med" type="stealth"/>
            <a:tailEnd len="med" w="med" type="stealth"/>
          </a:ln>
        </p:spPr>
      </p:cxnSp>
      <p:sp>
        <p:nvSpPr>
          <p:cNvPr id="1448" name="Google Shape;1448;p304"/>
          <p:cNvSpPr txBox="1"/>
          <p:nvPr/>
        </p:nvSpPr>
        <p:spPr>
          <a:xfrm>
            <a:off x="4044082" y="2583965"/>
            <a:ext cx="10725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accent1"/>
                </a:solidFill>
                <a:latin typeface="Poppins SemiBold"/>
                <a:ea typeface="Poppins SemiBold"/>
                <a:cs typeface="Poppins SemiBold"/>
                <a:sym typeface="Poppins SemiBold"/>
              </a:rPr>
              <a:t>MAIN WAYS</a:t>
            </a:r>
            <a:br>
              <a:rPr lang="en" sz="1000">
                <a:solidFill>
                  <a:schemeClr val="accent1"/>
                </a:solidFill>
                <a:latin typeface="Poppins SemiBold"/>
                <a:ea typeface="Poppins SemiBold"/>
                <a:cs typeface="Poppins SemiBold"/>
                <a:sym typeface="Poppins SemiBold"/>
              </a:rPr>
            </a:br>
            <a:r>
              <a:rPr lang="en" sz="1000">
                <a:solidFill>
                  <a:schemeClr val="accent1"/>
                </a:solidFill>
                <a:latin typeface="Poppins SemiBold"/>
                <a:ea typeface="Poppins SemiBold"/>
                <a:cs typeface="Poppins SemiBold"/>
                <a:sym typeface="Poppins SemiBold"/>
              </a:rPr>
              <a:t>TO BRIDGE</a:t>
            </a:r>
            <a:endParaRPr sz="1000">
              <a:solidFill>
                <a:schemeClr val="accent1"/>
              </a:solidFill>
              <a:latin typeface="Poppins SemiBold"/>
              <a:ea typeface="Poppins SemiBold"/>
              <a:cs typeface="Poppins SemiBold"/>
              <a:sym typeface="Poppins SemiBold"/>
            </a:endParaRPr>
          </a:p>
          <a:p>
            <a:pPr indent="0" lvl="0" marL="0" rtl="0" algn="ctr">
              <a:spcBef>
                <a:spcPts val="0"/>
              </a:spcBef>
              <a:spcAft>
                <a:spcPts val="0"/>
              </a:spcAft>
              <a:buNone/>
            </a:pPr>
            <a:r>
              <a:rPr lang="en" sz="1000">
                <a:solidFill>
                  <a:schemeClr val="accent1"/>
                </a:solidFill>
                <a:latin typeface="Poppins SemiBold"/>
                <a:ea typeface="Poppins SemiBold"/>
                <a:cs typeface="Poppins SemiBold"/>
                <a:sym typeface="Poppins SemiBold"/>
              </a:rPr>
              <a:t>DESIGN</a:t>
            </a:r>
            <a:endParaRPr sz="1000">
              <a:solidFill>
                <a:schemeClr val="accent1"/>
              </a:solidFill>
              <a:latin typeface="Poppins SemiBold"/>
              <a:ea typeface="Poppins SemiBold"/>
              <a:cs typeface="Poppins SemiBold"/>
              <a:sym typeface="Poppins SemiBold"/>
            </a:endParaRPr>
          </a:p>
        </p:txBody>
      </p:sp>
      <p:sp>
        <p:nvSpPr>
          <p:cNvPr id="1449" name="Google Shape;1449;p304"/>
          <p:cNvSpPr txBox="1"/>
          <p:nvPr/>
        </p:nvSpPr>
        <p:spPr>
          <a:xfrm>
            <a:off x="1150313" y="4805178"/>
            <a:ext cx="22365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800"/>
              </a:spcAft>
              <a:buNone/>
            </a:pPr>
            <a:r>
              <a:rPr lang="en" sz="900">
                <a:solidFill>
                  <a:schemeClr val="dk2"/>
                </a:solidFill>
                <a:latin typeface="Lato"/>
                <a:ea typeface="Lato"/>
                <a:cs typeface="Lato"/>
                <a:sym typeface="Lato"/>
              </a:rPr>
              <a:t>Figma imports or design system docs.</a:t>
            </a:r>
            <a:endParaRPr sz="900">
              <a:solidFill>
                <a:schemeClr val="dk2"/>
              </a:solidFill>
              <a:latin typeface="Lato"/>
              <a:ea typeface="Lato"/>
              <a:cs typeface="Lato"/>
              <a:sym typeface="Lato"/>
            </a:endParaRPr>
          </a:p>
        </p:txBody>
      </p:sp>
      <p:cxnSp>
        <p:nvCxnSpPr>
          <p:cNvPr id="1450" name="Google Shape;1450;p304"/>
          <p:cNvCxnSpPr/>
          <p:nvPr/>
        </p:nvCxnSpPr>
        <p:spPr>
          <a:xfrm>
            <a:off x="3386825" y="4637450"/>
            <a:ext cx="0" cy="476400"/>
          </a:xfrm>
          <a:prstGeom prst="straightConnector1">
            <a:avLst/>
          </a:prstGeom>
          <a:noFill/>
          <a:ln cap="flat" cmpd="sng" w="19050">
            <a:solidFill>
              <a:schemeClr val="accent1"/>
            </a:solidFill>
            <a:prstDash val="solid"/>
            <a:round/>
            <a:headEnd len="med" w="med" type="none"/>
            <a:tailEnd len="med" w="med" type="none"/>
          </a:ln>
        </p:spPr>
      </p:cxnSp>
      <p:sp>
        <p:nvSpPr>
          <p:cNvPr id="1451" name="Google Shape;1451;p304"/>
          <p:cNvSpPr/>
          <p:nvPr/>
        </p:nvSpPr>
        <p:spPr>
          <a:xfrm>
            <a:off x="6444087" y="4645507"/>
            <a:ext cx="424800" cy="422400"/>
          </a:xfrm>
          <a:prstGeom prst="ellipse">
            <a:avLst/>
          </a:prstGeom>
          <a:solidFill>
            <a:srgbClr val="1241B1"/>
          </a:solidFill>
          <a:ln>
            <a:noFill/>
          </a:ln>
        </p:spPr>
        <p:txBody>
          <a:bodyPr anchorCtr="0" anchor="ctr" bIns="94800" lIns="94800" spcFirstLastPara="1" rIns="94800" wrap="square" tIns="94800">
            <a:noAutofit/>
          </a:bodyPr>
          <a:lstStyle/>
          <a:p>
            <a:pPr indent="0" lvl="0" marL="0" marR="0" rtl="0" algn="ctr">
              <a:spcBef>
                <a:spcPts val="0"/>
              </a:spcBef>
              <a:spcAft>
                <a:spcPts val="0"/>
              </a:spcAft>
              <a:buNone/>
            </a:pPr>
            <a:r>
              <a:t/>
            </a:r>
            <a:endParaRPr sz="1900">
              <a:solidFill>
                <a:schemeClr val="lt1"/>
              </a:solidFill>
              <a:latin typeface="Poppins"/>
              <a:ea typeface="Poppins"/>
              <a:cs typeface="Poppins"/>
              <a:sym typeface="Poppins"/>
            </a:endParaRPr>
          </a:p>
        </p:txBody>
      </p:sp>
      <p:sp>
        <p:nvSpPr>
          <p:cNvPr id="1452" name="Google Shape;1452;p304"/>
          <p:cNvSpPr/>
          <p:nvPr/>
        </p:nvSpPr>
        <p:spPr>
          <a:xfrm>
            <a:off x="6550836" y="4796650"/>
            <a:ext cx="227700" cy="114000"/>
          </a:xfrm>
          <a:prstGeom prst="rightArrow">
            <a:avLst>
              <a:gd fmla="val 50000" name="adj1"/>
              <a:gd fmla="val 50000" name="adj2"/>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56" name="Shape 1456"/>
        <p:cNvGrpSpPr/>
        <p:nvPr/>
      </p:nvGrpSpPr>
      <p:grpSpPr>
        <a:xfrm>
          <a:off x="0" y="0"/>
          <a:ext cx="0" cy="0"/>
          <a:chOff x="0" y="0"/>
          <a:chExt cx="0" cy="0"/>
        </a:xfrm>
      </p:grpSpPr>
      <p:pic>
        <p:nvPicPr>
          <p:cNvPr id="1457" name="Google Shape;1457;p305" title="Screenshot 2026-02-21 at 15.31.36.png"/>
          <p:cNvPicPr preferRelativeResize="0"/>
          <p:nvPr/>
        </p:nvPicPr>
        <p:blipFill>
          <a:blip r:embed="rId4">
            <a:alphaModFix/>
          </a:blip>
          <a:stretch>
            <a:fillRect/>
          </a:stretch>
        </p:blipFill>
        <p:spPr>
          <a:xfrm>
            <a:off x="152400" y="152400"/>
            <a:ext cx="8801100" cy="52292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1" name="Shape 1461"/>
        <p:cNvGrpSpPr/>
        <p:nvPr/>
      </p:nvGrpSpPr>
      <p:grpSpPr>
        <a:xfrm>
          <a:off x="0" y="0"/>
          <a:ext cx="0" cy="0"/>
          <a:chOff x="0" y="0"/>
          <a:chExt cx="0" cy="0"/>
        </a:xfrm>
      </p:grpSpPr>
      <p:sp>
        <p:nvSpPr>
          <p:cNvPr id="1462" name="Google Shape;1462;p306"/>
          <p:cNvSpPr txBox="1"/>
          <p:nvPr>
            <p:ph idx="1" type="body"/>
          </p:nvPr>
        </p:nvSpPr>
        <p:spPr>
          <a:xfrm>
            <a:off x="457200" y="2779100"/>
            <a:ext cx="2326800" cy="1702500"/>
          </a:xfrm>
          <a:prstGeom prst="rect">
            <a:avLst/>
          </a:prstGeom>
        </p:spPr>
        <p:txBody>
          <a:bodyPr anchorCtr="0" anchor="t" bIns="0" lIns="0" spcFirstLastPara="1" rIns="0" wrap="square" tIns="0">
            <a:spAutoFit/>
          </a:bodyPr>
          <a:lstStyle/>
          <a:p>
            <a:pPr indent="0" lvl="0" marL="0" marR="1667" rtl="0" algn="l">
              <a:spcBef>
                <a:spcPts val="0"/>
              </a:spcBef>
              <a:spcAft>
                <a:spcPts val="0"/>
              </a:spcAft>
              <a:buClr>
                <a:srgbClr val="000000"/>
              </a:buClr>
              <a:buSzPts val="1200"/>
              <a:buFont typeface="Arial"/>
              <a:buNone/>
            </a:pPr>
            <a:r>
              <a:rPr b="1" lang="en"/>
              <a:t>The quality of your output is directly proportional to the precision of your input. </a:t>
            </a:r>
            <a:r>
              <a:rPr lang="en"/>
              <a:t>Here's the anatomy of a prompt that gets you what you actually need on the first try.</a:t>
            </a:r>
            <a:endParaRPr sz="1200"/>
          </a:p>
        </p:txBody>
      </p:sp>
      <p:sp>
        <p:nvSpPr>
          <p:cNvPr id="1463" name="Google Shape;1463;p306"/>
          <p:cNvSpPr/>
          <p:nvPr/>
        </p:nvSpPr>
        <p:spPr>
          <a:xfrm>
            <a:off x="4521969" y="457781"/>
            <a:ext cx="4164600" cy="1062000"/>
          </a:xfrm>
          <a:prstGeom prst="roundRect">
            <a:avLst>
              <a:gd fmla="val 11782" name="adj"/>
            </a:avLst>
          </a:prstGeom>
          <a:noFill/>
          <a:ln cap="flat" cmpd="sng" w="19050">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None/>
            </a:pPr>
            <a:r>
              <a:t/>
            </a:r>
            <a:endParaRPr i="1" sz="1000">
              <a:solidFill>
                <a:schemeClr val="lt1"/>
              </a:solidFill>
              <a:latin typeface="IBM Plex Mono"/>
              <a:ea typeface="IBM Plex Mono"/>
              <a:cs typeface="IBM Plex Mono"/>
              <a:sym typeface="IBM Plex Mono"/>
            </a:endParaRPr>
          </a:p>
        </p:txBody>
      </p:sp>
      <p:sp>
        <p:nvSpPr>
          <p:cNvPr id="1464" name="Google Shape;1464;p306"/>
          <p:cNvSpPr txBox="1"/>
          <p:nvPr/>
        </p:nvSpPr>
        <p:spPr>
          <a:xfrm>
            <a:off x="457200" y="990300"/>
            <a:ext cx="3290100" cy="1477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 sz="3200">
                <a:solidFill>
                  <a:srgbClr val="07182C"/>
                </a:solidFill>
                <a:latin typeface="Poppins Medium"/>
                <a:ea typeface="Poppins Medium"/>
                <a:cs typeface="Poppins Medium"/>
                <a:sym typeface="Poppins Medium"/>
              </a:rPr>
              <a:t>What Makes </a:t>
            </a:r>
            <a:br>
              <a:rPr lang="en" sz="3200">
                <a:solidFill>
                  <a:srgbClr val="07182C"/>
                </a:solidFill>
                <a:latin typeface="Poppins Medium"/>
                <a:ea typeface="Poppins Medium"/>
                <a:cs typeface="Poppins Medium"/>
                <a:sym typeface="Poppins Medium"/>
              </a:rPr>
            </a:br>
            <a:r>
              <a:rPr lang="en" sz="3200">
                <a:solidFill>
                  <a:srgbClr val="07182C"/>
                </a:solidFill>
                <a:latin typeface="Poppins Medium"/>
                <a:ea typeface="Poppins Medium"/>
                <a:cs typeface="Poppins Medium"/>
                <a:sym typeface="Poppins Medium"/>
              </a:rPr>
              <a:t>an Excellent Prompt?</a:t>
            </a:r>
            <a:endParaRPr sz="3200">
              <a:solidFill>
                <a:srgbClr val="07182C"/>
              </a:solidFill>
              <a:latin typeface="Poppins Medium"/>
              <a:ea typeface="Poppins Medium"/>
              <a:cs typeface="Poppins Medium"/>
              <a:sym typeface="Poppins Medium"/>
            </a:endParaRPr>
          </a:p>
        </p:txBody>
      </p:sp>
      <p:sp>
        <p:nvSpPr>
          <p:cNvPr id="1465" name="Google Shape;1465;p306"/>
          <p:cNvSpPr txBox="1"/>
          <p:nvPr/>
        </p:nvSpPr>
        <p:spPr>
          <a:xfrm>
            <a:off x="457200" y="516333"/>
            <a:ext cx="2946900" cy="2463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 sz="1600">
                <a:solidFill>
                  <a:srgbClr val="60A5FA"/>
                </a:solidFill>
                <a:latin typeface="Poppins SemiBold"/>
                <a:ea typeface="Poppins SemiBold"/>
                <a:cs typeface="Poppins SemiBold"/>
                <a:sym typeface="Poppins SemiBold"/>
              </a:rPr>
              <a:t>Tool </a:t>
            </a:r>
            <a:r>
              <a:rPr lang="en" sz="1600">
                <a:solidFill>
                  <a:srgbClr val="60A5FA"/>
                </a:solidFill>
                <a:latin typeface="Poppins SemiBold"/>
                <a:ea typeface="Poppins SemiBold"/>
                <a:cs typeface="Poppins SemiBold"/>
                <a:sym typeface="Poppins SemiBold"/>
              </a:rPr>
              <a:t>Configuration</a:t>
            </a:r>
            <a:endParaRPr sz="1600">
              <a:solidFill>
                <a:srgbClr val="60A5FA"/>
              </a:solidFill>
              <a:latin typeface="Poppins SemiBold"/>
              <a:ea typeface="Poppins SemiBold"/>
              <a:cs typeface="Poppins SemiBold"/>
              <a:sym typeface="Poppins SemiBold"/>
            </a:endParaRPr>
          </a:p>
        </p:txBody>
      </p:sp>
      <p:sp>
        <p:nvSpPr>
          <p:cNvPr id="1466" name="Google Shape;1466;p306"/>
          <p:cNvSpPr txBox="1"/>
          <p:nvPr/>
        </p:nvSpPr>
        <p:spPr>
          <a:xfrm>
            <a:off x="4600416" y="675719"/>
            <a:ext cx="3000000" cy="3540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accent2"/>
              </a:buClr>
              <a:buSzPts val="1100"/>
              <a:buFont typeface="Lato"/>
              <a:buChar char="➔"/>
            </a:pPr>
            <a:r>
              <a:rPr b="1" lang="en" sz="1100">
                <a:solidFill>
                  <a:schemeClr val="accent2"/>
                </a:solidFill>
                <a:latin typeface="Lato"/>
                <a:ea typeface="Lato"/>
                <a:cs typeface="Lato"/>
                <a:sym typeface="Lato"/>
              </a:rPr>
              <a:t>Defines the domain and the user.</a:t>
            </a:r>
            <a:endParaRPr b="1">
              <a:solidFill>
                <a:schemeClr val="accent2"/>
              </a:solidFill>
              <a:latin typeface="Lato"/>
              <a:ea typeface="Lato"/>
              <a:cs typeface="Lato"/>
              <a:sym typeface="Lato"/>
            </a:endParaRPr>
          </a:p>
        </p:txBody>
      </p:sp>
      <p:sp>
        <p:nvSpPr>
          <p:cNvPr id="1467" name="Google Shape;1467;p306"/>
          <p:cNvSpPr txBox="1"/>
          <p:nvPr/>
        </p:nvSpPr>
        <p:spPr>
          <a:xfrm>
            <a:off x="4687522" y="443300"/>
            <a:ext cx="40953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2"/>
                </a:solidFill>
                <a:latin typeface="Poppins SemiBold"/>
                <a:ea typeface="Poppins SemiBold"/>
                <a:cs typeface="Poppins SemiBold"/>
                <a:sym typeface="Poppins SemiBold"/>
              </a:rPr>
              <a:t>📝 </a:t>
            </a:r>
            <a:r>
              <a:rPr lang="en">
                <a:solidFill>
                  <a:schemeClr val="accent2"/>
                </a:solidFill>
                <a:latin typeface="Poppins SemiBold"/>
                <a:ea typeface="Poppins SemiBold"/>
                <a:cs typeface="Poppins SemiBold"/>
                <a:sym typeface="Poppins SemiBold"/>
              </a:rPr>
              <a:t>CONTEXT</a:t>
            </a:r>
            <a:br>
              <a:rPr lang="en">
                <a:solidFill>
                  <a:schemeClr val="accent2"/>
                </a:solidFill>
                <a:latin typeface="Poppins SemiBold"/>
                <a:ea typeface="Poppins SemiBold"/>
                <a:cs typeface="Poppins SemiBold"/>
                <a:sym typeface="Poppins SemiBold"/>
              </a:rPr>
            </a:br>
            <a:br>
              <a:rPr lang="en" sz="1000">
                <a:solidFill>
                  <a:schemeClr val="accent2"/>
                </a:solidFill>
                <a:latin typeface="Poppins Light"/>
                <a:ea typeface="Poppins Light"/>
                <a:cs typeface="Poppins Light"/>
                <a:sym typeface="Poppins Light"/>
              </a:rPr>
            </a:br>
            <a:br>
              <a:rPr lang="en" sz="1000">
                <a:solidFill>
                  <a:schemeClr val="accent2"/>
                </a:solidFill>
                <a:latin typeface="Poppins Light"/>
                <a:ea typeface="Poppins Light"/>
                <a:cs typeface="Poppins Light"/>
                <a:sym typeface="Poppins Light"/>
              </a:rPr>
            </a:br>
            <a:r>
              <a:rPr lang="en" sz="1000">
                <a:solidFill>
                  <a:schemeClr val="accent2"/>
                </a:solidFill>
                <a:latin typeface="IBM Plex Mono"/>
                <a:ea typeface="IBM Plex Mono"/>
                <a:cs typeface="IBM Plex Mono"/>
                <a:sym typeface="IBM Plex Mono"/>
              </a:rPr>
              <a:t>“You are a product designer building an AI-native workspace for mid-market legal teams.”</a:t>
            </a:r>
            <a:endParaRPr i="1" sz="1000">
              <a:solidFill>
                <a:schemeClr val="accent2"/>
              </a:solidFill>
              <a:latin typeface="IBM Plex Mono"/>
              <a:ea typeface="IBM Plex Mono"/>
              <a:cs typeface="IBM Plex Mono"/>
              <a:sym typeface="IBM Plex Mono"/>
            </a:endParaRPr>
          </a:p>
        </p:txBody>
      </p:sp>
      <p:sp>
        <p:nvSpPr>
          <p:cNvPr id="1468" name="Google Shape;1468;p306"/>
          <p:cNvSpPr/>
          <p:nvPr/>
        </p:nvSpPr>
        <p:spPr>
          <a:xfrm>
            <a:off x="4521969" y="1693149"/>
            <a:ext cx="4164600" cy="1062000"/>
          </a:xfrm>
          <a:prstGeom prst="roundRect">
            <a:avLst>
              <a:gd fmla="val 11782" name="adj"/>
            </a:avLst>
          </a:prstGeom>
          <a:noFill/>
          <a:ln cap="flat" cmpd="sng" w="19050">
            <a:solidFill>
              <a:schemeClr val="accent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None/>
            </a:pPr>
            <a:r>
              <a:t/>
            </a:r>
            <a:endParaRPr i="1" sz="1000">
              <a:solidFill>
                <a:schemeClr val="lt1"/>
              </a:solidFill>
              <a:latin typeface="IBM Plex Mono"/>
              <a:ea typeface="IBM Plex Mono"/>
              <a:cs typeface="IBM Plex Mono"/>
              <a:sym typeface="IBM Plex Mono"/>
            </a:endParaRPr>
          </a:p>
        </p:txBody>
      </p:sp>
      <p:sp>
        <p:nvSpPr>
          <p:cNvPr id="1469" name="Google Shape;1469;p306"/>
          <p:cNvSpPr txBox="1"/>
          <p:nvPr/>
        </p:nvSpPr>
        <p:spPr>
          <a:xfrm>
            <a:off x="4600420" y="1911089"/>
            <a:ext cx="3607500" cy="3540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accent2"/>
              </a:buClr>
              <a:buSzPts val="1100"/>
              <a:buFont typeface="Lato"/>
              <a:buChar char="➔"/>
            </a:pPr>
            <a:r>
              <a:rPr b="1" lang="en" sz="1100">
                <a:solidFill>
                  <a:schemeClr val="accent2"/>
                </a:solidFill>
                <a:latin typeface="Lato"/>
                <a:ea typeface="Lato"/>
                <a:cs typeface="Lato"/>
                <a:sym typeface="Lato"/>
              </a:rPr>
              <a:t>Defines the visual and structural intent.</a:t>
            </a:r>
            <a:endParaRPr b="1">
              <a:solidFill>
                <a:schemeClr val="accent2"/>
              </a:solidFill>
              <a:latin typeface="Lato"/>
              <a:ea typeface="Lato"/>
              <a:cs typeface="Lato"/>
              <a:sym typeface="Lato"/>
            </a:endParaRPr>
          </a:p>
        </p:txBody>
      </p:sp>
      <p:sp>
        <p:nvSpPr>
          <p:cNvPr id="1470" name="Google Shape;1470;p306"/>
          <p:cNvSpPr txBox="1"/>
          <p:nvPr/>
        </p:nvSpPr>
        <p:spPr>
          <a:xfrm>
            <a:off x="4687522" y="1681755"/>
            <a:ext cx="4095300" cy="123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2"/>
                </a:solidFill>
                <a:latin typeface="Poppins SemiBold"/>
                <a:ea typeface="Poppins SemiBold"/>
                <a:cs typeface="Poppins SemiBold"/>
                <a:sym typeface="Poppins SemiBold"/>
              </a:rPr>
              <a:t>📌 </a:t>
            </a:r>
            <a:r>
              <a:rPr lang="en">
                <a:solidFill>
                  <a:schemeClr val="accent2"/>
                </a:solidFill>
                <a:latin typeface="Poppins SemiBold"/>
                <a:ea typeface="Poppins SemiBold"/>
                <a:cs typeface="Poppins SemiBold"/>
                <a:sym typeface="Poppins SemiBold"/>
              </a:rPr>
              <a:t>REFERENCE</a:t>
            </a:r>
            <a:br>
              <a:rPr lang="en">
                <a:solidFill>
                  <a:schemeClr val="accent2"/>
                </a:solidFill>
                <a:latin typeface="Poppins SemiBold"/>
                <a:ea typeface="Poppins SemiBold"/>
                <a:cs typeface="Poppins SemiBold"/>
                <a:sym typeface="Poppins SemiBold"/>
              </a:rPr>
            </a:br>
            <a:br>
              <a:rPr lang="en" sz="1000">
                <a:solidFill>
                  <a:schemeClr val="accent2"/>
                </a:solidFill>
                <a:latin typeface="Poppins Light"/>
                <a:ea typeface="Poppins Light"/>
                <a:cs typeface="Poppins Light"/>
                <a:sym typeface="Poppins Light"/>
              </a:rPr>
            </a:br>
            <a:br>
              <a:rPr lang="en" sz="1000">
                <a:solidFill>
                  <a:schemeClr val="accent2"/>
                </a:solidFill>
                <a:latin typeface="Poppins Light"/>
                <a:ea typeface="Poppins Light"/>
                <a:cs typeface="Poppins Light"/>
                <a:sym typeface="Poppins Light"/>
              </a:rPr>
            </a:br>
            <a:r>
              <a:rPr i="1" lang="en" sz="1000">
                <a:solidFill>
                  <a:schemeClr val="accent2"/>
                </a:solidFill>
                <a:latin typeface="IBM Plex Mono"/>
                <a:ea typeface="IBM Plex Mono"/>
                <a:cs typeface="IBM Plex Mono"/>
                <a:sym typeface="IBM Plex Mono"/>
              </a:rPr>
              <a:t>“Use this design system screenshot to match the existing component library and layout.”</a:t>
            </a:r>
            <a:endParaRPr i="1" sz="1000">
              <a:solidFill>
                <a:schemeClr val="accent2"/>
              </a:solidFill>
              <a:latin typeface="IBM Plex Mono"/>
              <a:ea typeface="IBM Plex Mono"/>
              <a:cs typeface="IBM Plex Mono"/>
              <a:sym typeface="IBM Plex Mono"/>
            </a:endParaRPr>
          </a:p>
          <a:p>
            <a:pPr indent="0" lvl="0" marL="0" rtl="0" algn="l">
              <a:spcBef>
                <a:spcPts val="0"/>
              </a:spcBef>
              <a:spcAft>
                <a:spcPts val="0"/>
              </a:spcAft>
              <a:buNone/>
            </a:pPr>
            <a:r>
              <a:t/>
            </a:r>
            <a:endParaRPr>
              <a:solidFill>
                <a:schemeClr val="accent2"/>
              </a:solidFill>
              <a:latin typeface="Poppins SemiBold"/>
              <a:ea typeface="Poppins SemiBold"/>
              <a:cs typeface="Poppins SemiBold"/>
              <a:sym typeface="Poppins SemiBold"/>
            </a:endParaRPr>
          </a:p>
        </p:txBody>
      </p:sp>
      <p:sp>
        <p:nvSpPr>
          <p:cNvPr id="1471" name="Google Shape;1471;p306"/>
          <p:cNvSpPr/>
          <p:nvPr/>
        </p:nvSpPr>
        <p:spPr>
          <a:xfrm>
            <a:off x="4521969" y="2925078"/>
            <a:ext cx="4164600" cy="1062000"/>
          </a:xfrm>
          <a:prstGeom prst="roundRect">
            <a:avLst>
              <a:gd fmla="val 11782" name="adj"/>
            </a:avLst>
          </a:prstGeom>
          <a:noFill/>
          <a:ln cap="flat" cmpd="sng" w="19050">
            <a:solidFill>
              <a:schemeClr val="accent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None/>
            </a:pPr>
            <a:r>
              <a:t/>
            </a:r>
            <a:endParaRPr i="1" sz="1000">
              <a:solidFill>
                <a:schemeClr val="lt1"/>
              </a:solidFill>
              <a:latin typeface="IBM Plex Mono"/>
              <a:ea typeface="IBM Plex Mono"/>
              <a:cs typeface="IBM Plex Mono"/>
              <a:sym typeface="IBM Plex Mono"/>
            </a:endParaRPr>
          </a:p>
        </p:txBody>
      </p:sp>
      <p:sp>
        <p:nvSpPr>
          <p:cNvPr id="1472" name="Google Shape;1472;p306"/>
          <p:cNvSpPr txBox="1"/>
          <p:nvPr/>
        </p:nvSpPr>
        <p:spPr>
          <a:xfrm>
            <a:off x="4535357" y="3181494"/>
            <a:ext cx="3000000" cy="3540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accent2"/>
              </a:buClr>
              <a:buSzPts val="1100"/>
              <a:buFont typeface="Lato"/>
              <a:buChar char="➔"/>
            </a:pPr>
            <a:r>
              <a:rPr b="1" lang="en" sz="1100">
                <a:solidFill>
                  <a:schemeClr val="accent2"/>
                </a:solidFill>
                <a:latin typeface="Lato"/>
                <a:ea typeface="Lato"/>
                <a:cs typeface="Lato"/>
                <a:sym typeface="Lato"/>
              </a:rPr>
              <a:t>Defines the guardrails and the logic.</a:t>
            </a:r>
            <a:endParaRPr b="1">
              <a:solidFill>
                <a:schemeClr val="accent2"/>
              </a:solidFill>
              <a:latin typeface="Lato"/>
              <a:ea typeface="Lato"/>
              <a:cs typeface="Lato"/>
              <a:sym typeface="Lato"/>
            </a:endParaRPr>
          </a:p>
        </p:txBody>
      </p:sp>
      <p:sp>
        <p:nvSpPr>
          <p:cNvPr id="1473" name="Google Shape;1473;p306"/>
          <p:cNvSpPr txBox="1"/>
          <p:nvPr/>
        </p:nvSpPr>
        <p:spPr>
          <a:xfrm>
            <a:off x="4611609" y="2938692"/>
            <a:ext cx="4095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2"/>
                </a:solidFill>
                <a:latin typeface="Poppins SemiBold"/>
                <a:ea typeface="Poppins SemiBold"/>
                <a:cs typeface="Poppins SemiBold"/>
                <a:sym typeface="Poppins SemiBold"/>
              </a:rPr>
              <a:t>✋CONSTRAINTS</a:t>
            </a:r>
            <a:endParaRPr i="1" sz="1000">
              <a:solidFill>
                <a:schemeClr val="accent2"/>
              </a:solidFill>
              <a:latin typeface="IBM Plex Mono"/>
              <a:ea typeface="IBM Plex Mono"/>
              <a:cs typeface="IBM Plex Mono"/>
              <a:sym typeface="IBM Plex Mono"/>
            </a:endParaRPr>
          </a:p>
        </p:txBody>
      </p:sp>
      <p:sp>
        <p:nvSpPr>
          <p:cNvPr id="1474" name="Google Shape;1474;p306"/>
          <p:cNvSpPr/>
          <p:nvPr/>
        </p:nvSpPr>
        <p:spPr>
          <a:xfrm>
            <a:off x="4521969" y="4160446"/>
            <a:ext cx="4164600" cy="1062000"/>
          </a:xfrm>
          <a:prstGeom prst="roundRect">
            <a:avLst>
              <a:gd fmla="val 11782" name="adj"/>
            </a:avLst>
          </a:prstGeom>
          <a:noFill/>
          <a:ln cap="flat" cmpd="sng" w="19050">
            <a:solidFill>
              <a:schemeClr val="accent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None/>
            </a:pPr>
            <a:r>
              <a:t/>
            </a:r>
            <a:endParaRPr i="1" sz="1000">
              <a:solidFill>
                <a:schemeClr val="lt1"/>
              </a:solidFill>
              <a:latin typeface="IBM Plex Mono"/>
              <a:ea typeface="IBM Plex Mono"/>
              <a:cs typeface="IBM Plex Mono"/>
              <a:sym typeface="IBM Plex Mono"/>
            </a:endParaRPr>
          </a:p>
        </p:txBody>
      </p:sp>
      <p:sp>
        <p:nvSpPr>
          <p:cNvPr id="1475" name="Google Shape;1475;p306"/>
          <p:cNvSpPr/>
          <p:nvPr/>
        </p:nvSpPr>
        <p:spPr>
          <a:xfrm>
            <a:off x="3366225" y="462236"/>
            <a:ext cx="1015800" cy="1058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latin typeface="Poppins SemiBold"/>
                <a:ea typeface="Poppins SemiBold"/>
                <a:cs typeface="Poppins SemiBold"/>
                <a:sym typeface="Poppins SemiBold"/>
              </a:rPr>
              <a:t>1</a:t>
            </a:r>
            <a:endParaRPr sz="2000">
              <a:latin typeface="Poppins SemiBold"/>
              <a:ea typeface="Poppins SemiBold"/>
              <a:cs typeface="Poppins SemiBold"/>
              <a:sym typeface="Poppins SemiBold"/>
            </a:endParaRPr>
          </a:p>
        </p:txBody>
      </p:sp>
      <p:sp>
        <p:nvSpPr>
          <p:cNvPr id="1476" name="Google Shape;1476;p306"/>
          <p:cNvSpPr/>
          <p:nvPr/>
        </p:nvSpPr>
        <p:spPr>
          <a:xfrm>
            <a:off x="3366225" y="1694868"/>
            <a:ext cx="1015800" cy="1058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latin typeface="Poppins SemiBold"/>
                <a:ea typeface="Poppins SemiBold"/>
                <a:cs typeface="Poppins SemiBold"/>
                <a:sym typeface="Poppins SemiBold"/>
              </a:rPr>
              <a:t>2</a:t>
            </a:r>
            <a:endParaRPr sz="2000">
              <a:latin typeface="Poppins SemiBold"/>
              <a:ea typeface="Poppins SemiBold"/>
              <a:cs typeface="Poppins SemiBold"/>
              <a:sym typeface="Poppins SemiBold"/>
            </a:endParaRPr>
          </a:p>
        </p:txBody>
      </p:sp>
      <p:sp>
        <p:nvSpPr>
          <p:cNvPr id="1477" name="Google Shape;1477;p306"/>
          <p:cNvSpPr/>
          <p:nvPr/>
        </p:nvSpPr>
        <p:spPr>
          <a:xfrm>
            <a:off x="3366225" y="2927501"/>
            <a:ext cx="1015800" cy="1058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latin typeface="Poppins SemiBold"/>
                <a:ea typeface="Poppins SemiBold"/>
                <a:cs typeface="Poppins SemiBold"/>
                <a:sym typeface="Poppins SemiBold"/>
              </a:rPr>
              <a:t>3</a:t>
            </a:r>
            <a:endParaRPr sz="2000">
              <a:latin typeface="Poppins SemiBold"/>
              <a:ea typeface="Poppins SemiBold"/>
              <a:cs typeface="Poppins SemiBold"/>
              <a:sym typeface="Poppins SemiBold"/>
            </a:endParaRPr>
          </a:p>
        </p:txBody>
      </p:sp>
      <p:sp>
        <p:nvSpPr>
          <p:cNvPr id="1478" name="Google Shape;1478;p306"/>
          <p:cNvSpPr/>
          <p:nvPr/>
        </p:nvSpPr>
        <p:spPr>
          <a:xfrm>
            <a:off x="3366225" y="4160133"/>
            <a:ext cx="1015800" cy="1058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latin typeface="Poppins SemiBold"/>
                <a:ea typeface="Poppins SemiBold"/>
                <a:cs typeface="Poppins SemiBold"/>
                <a:sym typeface="Poppins SemiBold"/>
              </a:rPr>
              <a:t>4</a:t>
            </a:r>
            <a:endParaRPr sz="2000">
              <a:latin typeface="Poppins SemiBold"/>
              <a:ea typeface="Poppins SemiBold"/>
              <a:cs typeface="Poppins SemiBold"/>
              <a:sym typeface="Poppins SemiBold"/>
            </a:endParaRPr>
          </a:p>
        </p:txBody>
      </p:sp>
      <p:sp>
        <p:nvSpPr>
          <p:cNvPr id="1479" name="Google Shape;1479;p306"/>
          <p:cNvSpPr txBox="1"/>
          <p:nvPr/>
        </p:nvSpPr>
        <p:spPr>
          <a:xfrm>
            <a:off x="4593337" y="3423249"/>
            <a:ext cx="4164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000">
                <a:solidFill>
                  <a:schemeClr val="accent2"/>
                </a:solidFill>
                <a:latin typeface="IBM Plex Mono"/>
                <a:ea typeface="IBM Plex Mono"/>
                <a:cs typeface="IBM Plex Mono"/>
                <a:sym typeface="IBM Plex Mono"/>
              </a:rPr>
              <a:t>“Avoid generic dashboard patterns. Prioritize keyboard-only navigation and minimal text density.”</a:t>
            </a:r>
            <a:endParaRPr>
              <a:solidFill>
                <a:schemeClr val="accent2"/>
              </a:solidFill>
            </a:endParaRPr>
          </a:p>
        </p:txBody>
      </p:sp>
      <p:sp>
        <p:nvSpPr>
          <p:cNvPr id="1480" name="Google Shape;1480;p306"/>
          <p:cNvSpPr/>
          <p:nvPr/>
        </p:nvSpPr>
        <p:spPr>
          <a:xfrm>
            <a:off x="4521969" y="4157007"/>
            <a:ext cx="4164600" cy="1062000"/>
          </a:xfrm>
          <a:prstGeom prst="roundRect">
            <a:avLst>
              <a:gd fmla="val 11782" name="adj"/>
            </a:avLst>
          </a:prstGeom>
          <a:noFill/>
          <a:ln cap="flat" cmpd="sng" w="19050">
            <a:solidFill>
              <a:schemeClr val="accent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None/>
            </a:pPr>
            <a:r>
              <a:t/>
            </a:r>
            <a:endParaRPr i="1" sz="1000">
              <a:solidFill>
                <a:schemeClr val="lt1"/>
              </a:solidFill>
              <a:latin typeface="IBM Plex Mono"/>
              <a:ea typeface="IBM Plex Mono"/>
              <a:cs typeface="IBM Plex Mono"/>
              <a:sym typeface="IBM Plex Mono"/>
            </a:endParaRPr>
          </a:p>
        </p:txBody>
      </p:sp>
      <p:sp>
        <p:nvSpPr>
          <p:cNvPr id="1481" name="Google Shape;1481;p306"/>
          <p:cNvSpPr txBox="1"/>
          <p:nvPr/>
        </p:nvSpPr>
        <p:spPr>
          <a:xfrm>
            <a:off x="4535357" y="4413423"/>
            <a:ext cx="3000000" cy="3540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accent2"/>
              </a:buClr>
              <a:buSzPts val="1100"/>
              <a:buFont typeface="Lato"/>
              <a:buChar char="➔"/>
            </a:pPr>
            <a:r>
              <a:rPr b="1" lang="en" sz="1100">
                <a:solidFill>
                  <a:schemeClr val="accent2"/>
                </a:solidFill>
                <a:latin typeface="Lato"/>
                <a:ea typeface="Lato"/>
                <a:cs typeface="Lato"/>
                <a:sym typeface="Lato"/>
              </a:rPr>
              <a:t>Defines the specific deliverable.</a:t>
            </a:r>
            <a:endParaRPr b="1">
              <a:solidFill>
                <a:schemeClr val="accent2"/>
              </a:solidFill>
              <a:latin typeface="Lato"/>
              <a:ea typeface="Lato"/>
              <a:cs typeface="Lato"/>
              <a:sym typeface="Lato"/>
            </a:endParaRPr>
          </a:p>
        </p:txBody>
      </p:sp>
      <p:sp>
        <p:nvSpPr>
          <p:cNvPr id="1482" name="Google Shape;1482;p306"/>
          <p:cNvSpPr txBox="1"/>
          <p:nvPr/>
        </p:nvSpPr>
        <p:spPr>
          <a:xfrm>
            <a:off x="4611609" y="4170621"/>
            <a:ext cx="4095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2"/>
                </a:solidFill>
                <a:latin typeface="Poppins SemiBold"/>
                <a:ea typeface="Poppins SemiBold"/>
                <a:cs typeface="Poppins SemiBold"/>
                <a:sym typeface="Poppins SemiBold"/>
              </a:rPr>
              <a:t>📤 OUTPUT</a:t>
            </a:r>
            <a:endParaRPr i="1" sz="1000">
              <a:solidFill>
                <a:schemeClr val="accent2"/>
              </a:solidFill>
              <a:latin typeface="IBM Plex Mono"/>
              <a:ea typeface="IBM Plex Mono"/>
              <a:cs typeface="IBM Plex Mono"/>
              <a:sym typeface="IBM Plex Mono"/>
            </a:endParaRPr>
          </a:p>
        </p:txBody>
      </p:sp>
      <p:sp>
        <p:nvSpPr>
          <p:cNvPr id="1483" name="Google Shape;1483;p306"/>
          <p:cNvSpPr txBox="1"/>
          <p:nvPr/>
        </p:nvSpPr>
        <p:spPr>
          <a:xfrm>
            <a:off x="4593344" y="4632195"/>
            <a:ext cx="42546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Font typeface="Arial"/>
              <a:buNone/>
            </a:pPr>
            <a:r>
              <a:rPr i="1" lang="en" sz="900">
                <a:solidFill>
                  <a:schemeClr val="accent2"/>
                </a:solidFill>
                <a:latin typeface="IBM Plex Mono"/>
                <a:ea typeface="IBM Plex Mono"/>
                <a:cs typeface="IBM Plex Mono"/>
                <a:sym typeface="IBM Plex Mono"/>
              </a:rPr>
              <a:t>“Generate a functional three-screen flow in React</a:t>
            </a:r>
            <a:br>
              <a:rPr i="1" lang="en" sz="900">
                <a:solidFill>
                  <a:schemeClr val="accent2"/>
                </a:solidFill>
                <a:latin typeface="IBM Plex Mono"/>
                <a:ea typeface="IBM Plex Mono"/>
                <a:cs typeface="IBM Plex Mono"/>
                <a:sym typeface="IBM Plex Mono"/>
              </a:rPr>
            </a:br>
            <a:r>
              <a:rPr i="1" lang="en" sz="900">
                <a:solidFill>
                  <a:schemeClr val="accent2"/>
                </a:solidFill>
                <a:latin typeface="IBM Plex Mono"/>
                <a:ea typeface="IBM Plex Mono"/>
                <a:cs typeface="IBM Plex Mono"/>
                <a:sym typeface="IBM Plex Mono"/>
              </a:rPr>
              <a:t>including the intake form, status tracker, and final report.”</a:t>
            </a:r>
            <a:endParaRPr sz="1300">
              <a:solidFill>
                <a:schemeClr val="accent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8" name="Shape 1488"/>
        <p:cNvGrpSpPr/>
        <p:nvPr/>
      </p:nvGrpSpPr>
      <p:grpSpPr>
        <a:xfrm>
          <a:off x="0" y="0"/>
          <a:ext cx="0" cy="0"/>
          <a:chOff x="0" y="0"/>
          <a:chExt cx="0" cy="0"/>
        </a:xfrm>
      </p:grpSpPr>
      <p:sp>
        <p:nvSpPr>
          <p:cNvPr id="1489" name="Google Shape;1489;p307"/>
          <p:cNvSpPr/>
          <p:nvPr/>
        </p:nvSpPr>
        <p:spPr>
          <a:xfrm>
            <a:off x="475431" y="406714"/>
            <a:ext cx="833400" cy="244800"/>
          </a:xfrm>
          <a:prstGeom prst="roundRect">
            <a:avLst>
              <a:gd fmla="val 18133" name="adj"/>
            </a:avLst>
          </a:prstGeom>
          <a:solidFill>
            <a:srgbClr val="E2E4E9"/>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
        <p:nvSpPr>
          <p:cNvPr id="1490" name="Google Shape;1490;p307"/>
          <p:cNvSpPr/>
          <p:nvPr/>
        </p:nvSpPr>
        <p:spPr>
          <a:xfrm>
            <a:off x="546720" y="446319"/>
            <a:ext cx="690900" cy="165600"/>
          </a:xfrm>
          <a:prstGeom prst="rect">
            <a:avLst/>
          </a:prstGeom>
          <a:noFill/>
          <a:ln>
            <a:noFill/>
          </a:ln>
        </p:spPr>
        <p:txBody>
          <a:bodyPr anchorCtr="0" anchor="t" bIns="0" lIns="0" spcFirstLastPara="1" rIns="0" wrap="square" tIns="0">
            <a:noAutofit/>
          </a:bodyPr>
          <a:lstStyle/>
          <a:p>
            <a:pPr indent="0" lvl="0" marL="0" marR="0" rtl="0" algn="l">
              <a:lnSpc>
                <a:spcPct val="160869"/>
              </a:lnSpc>
              <a:spcBef>
                <a:spcPts val="0"/>
              </a:spcBef>
              <a:spcAft>
                <a:spcPts val="0"/>
              </a:spcAft>
              <a:buClr>
                <a:srgbClr val="52586B"/>
              </a:buClr>
              <a:buSzPts val="700"/>
              <a:buFont typeface="Funnel Sans"/>
              <a:buNone/>
            </a:pPr>
            <a:r>
              <a:rPr b="0" i="0" lang="en" sz="700" u="none" cap="none" strike="noStrike">
                <a:solidFill>
                  <a:srgbClr val="52586B"/>
                </a:solidFill>
                <a:latin typeface="Funnel Sans"/>
                <a:ea typeface="Funnel Sans"/>
                <a:cs typeface="Funnel Sans"/>
                <a:sym typeface="Funnel Sans"/>
              </a:rPr>
              <a:t>M1 → M2 SHIFT</a:t>
            </a:r>
            <a:endParaRPr b="0" i="0" sz="700" u="none" cap="none" strike="noStrike"/>
          </a:p>
        </p:txBody>
      </p:sp>
      <p:sp>
        <p:nvSpPr>
          <p:cNvPr id="1491" name="Google Shape;1491;p307"/>
          <p:cNvSpPr/>
          <p:nvPr/>
        </p:nvSpPr>
        <p:spPr>
          <a:xfrm>
            <a:off x="475431" y="702056"/>
            <a:ext cx="6616200" cy="412800"/>
          </a:xfrm>
          <a:prstGeom prst="rect">
            <a:avLst/>
          </a:prstGeom>
          <a:noFill/>
          <a:ln>
            <a:noFill/>
          </a:ln>
        </p:spPr>
        <p:txBody>
          <a:bodyPr anchorCtr="0" anchor="t" bIns="0" lIns="0" spcFirstLastPara="1" rIns="0" wrap="square" tIns="0">
            <a:noAutofit/>
          </a:bodyPr>
          <a:lstStyle/>
          <a:p>
            <a:pPr indent="0" lvl="0" marL="0" marR="0" rtl="0" algn="l">
              <a:lnSpc>
                <a:spcPct val="125675"/>
              </a:lnSpc>
              <a:spcBef>
                <a:spcPts val="0"/>
              </a:spcBef>
              <a:spcAft>
                <a:spcPts val="0"/>
              </a:spcAft>
              <a:buClr>
                <a:srgbClr val="373B48"/>
              </a:buClr>
              <a:buSzPts val="2400"/>
              <a:buFont typeface="Mona Sans"/>
              <a:buNone/>
            </a:pPr>
            <a:r>
              <a:rPr b="0" i="0" lang="en" sz="2400" u="none" cap="none" strike="noStrike">
                <a:solidFill>
                  <a:srgbClr val="373B48"/>
                </a:solidFill>
                <a:latin typeface="Mona Sans"/>
                <a:ea typeface="Mona Sans"/>
                <a:cs typeface="Mona Sans"/>
                <a:sym typeface="Mona Sans"/>
              </a:rPr>
              <a:t>What Makes Module 2 Different From Module 1</a:t>
            </a:r>
            <a:endParaRPr b="0" i="0" sz="2400" u="none" cap="none" strike="noStrike"/>
          </a:p>
        </p:txBody>
      </p:sp>
      <p:sp>
        <p:nvSpPr>
          <p:cNvPr id="1492" name="Google Shape;1492;p307"/>
          <p:cNvSpPr/>
          <p:nvPr/>
        </p:nvSpPr>
        <p:spPr>
          <a:xfrm>
            <a:off x="475431" y="1304644"/>
            <a:ext cx="8193300" cy="413400"/>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52586B"/>
              </a:buClr>
              <a:buSzPts val="900"/>
              <a:buFont typeface="Funnel Sans"/>
              <a:buNone/>
            </a:pPr>
            <a:r>
              <a:rPr b="0" i="0" lang="en" sz="900" u="none" cap="none" strike="noStrike">
                <a:solidFill>
                  <a:srgbClr val="52586B"/>
                </a:solidFill>
                <a:latin typeface="Funnel Sans"/>
                <a:ea typeface="Funnel Sans"/>
                <a:cs typeface="Funnel Sans"/>
                <a:sym typeface="Funnel Sans"/>
              </a:rPr>
              <a:t>In Module 1, you built from nothing. Today, you build from </a:t>
            </a:r>
            <a:r>
              <a:rPr b="1" i="0" lang="en" sz="900" u="none" cap="none" strike="noStrike">
                <a:solidFill>
                  <a:srgbClr val="52586B"/>
                </a:solidFill>
                <a:latin typeface="Funnel Sans"/>
                <a:ea typeface="Funnel Sans"/>
                <a:cs typeface="Funnel Sans"/>
                <a:sym typeface="Funnel Sans"/>
              </a:rPr>
              <a:t>this</a:t>
            </a:r>
            <a:r>
              <a:rPr b="0" i="0" lang="en" sz="900" u="none" cap="none" strike="noStrike">
                <a:solidFill>
                  <a:srgbClr val="52586B"/>
                </a:solidFill>
                <a:latin typeface="Funnel Sans"/>
                <a:ea typeface="Funnel Sans"/>
                <a:cs typeface="Funnel Sans"/>
                <a:sym typeface="Funnel Sans"/>
              </a:rPr>
              <a:t>. Four structured inputs transform a generic AI output into a contextual prototype that tests a real hypothesis.</a:t>
            </a:r>
            <a:endParaRPr b="0" i="0" sz="900" u="none" cap="none" strike="noStrike"/>
          </a:p>
        </p:txBody>
      </p:sp>
      <p:sp>
        <p:nvSpPr>
          <p:cNvPr id="1493" name="Google Shape;1493;p307"/>
          <p:cNvSpPr/>
          <p:nvPr/>
        </p:nvSpPr>
        <p:spPr>
          <a:xfrm>
            <a:off x="475431" y="2058706"/>
            <a:ext cx="4039800" cy="1118100"/>
          </a:xfrm>
          <a:prstGeom prst="roundRect">
            <a:avLst>
              <a:gd fmla="val 4961" name="adj"/>
            </a:avLst>
          </a:prstGeom>
          <a:solidFill>
            <a:srgbClr val="FFFFFF">
              <a:alpha val="94900"/>
            </a:srgbClr>
          </a:solidFill>
          <a:ln cap="flat" cmpd="sng" w="14800">
            <a:solidFill>
              <a:srgbClr val="C8CACF"/>
            </a:solidFill>
            <a:prstDash val="solid"/>
            <a:round/>
            <a:headEnd len="sm" w="sm" type="none"/>
            <a:tailEnd len="sm" w="sm" type="none"/>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
        <p:nvSpPr>
          <p:cNvPr id="1494" name="Google Shape;1494;p307"/>
          <p:cNvSpPr/>
          <p:nvPr/>
        </p:nvSpPr>
        <p:spPr>
          <a:xfrm>
            <a:off x="489719" y="2074581"/>
            <a:ext cx="4011000" cy="132000"/>
          </a:xfrm>
          <a:prstGeom prst="roundRect">
            <a:avLst>
              <a:gd fmla="val 27585" name="adj"/>
            </a:avLst>
          </a:prstGeom>
          <a:solidFill>
            <a:srgbClr val="E2E4E9"/>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
        <p:nvSpPr>
          <p:cNvPr id="1495" name="Google Shape;1495;p307"/>
          <p:cNvSpPr/>
          <p:nvPr/>
        </p:nvSpPr>
        <p:spPr>
          <a:xfrm>
            <a:off x="608558" y="2333129"/>
            <a:ext cx="1485900" cy="2064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52586B"/>
              </a:buClr>
              <a:buSzPts val="1200"/>
              <a:buFont typeface="Mona Sans"/>
              <a:buNone/>
            </a:pPr>
            <a:r>
              <a:rPr b="0" i="0" lang="en" sz="1200" u="none" cap="none" strike="noStrike">
                <a:solidFill>
                  <a:srgbClr val="52586B"/>
                </a:solidFill>
                <a:latin typeface="Mona Sans"/>
                <a:ea typeface="Mona Sans"/>
                <a:cs typeface="Mona Sans"/>
                <a:sym typeface="Mona Sans"/>
              </a:rPr>
              <a:t>Validation Brief</a:t>
            </a:r>
            <a:endParaRPr b="0" i="0" sz="1200" u="none" cap="none" strike="noStrike"/>
          </a:p>
        </p:txBody>
      </p:sp>
      <p:sp>
        <p:nvSpPr>
          <p:cNvPr id="1496" name="Google Shape;1496;p307"/>
          <p:cNvSpPr/>
          <p:nvPr/>
        </p:nvSpPr>
        <p:spPr>
          <a:xfrm>
            <a:off x="608558" y="2615406"/>
            <a:ext cx="3773400" cy="413400"/>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52586B"/>
              </a:buClr>
              <a:buSzPts val="900"/>
              <a:buFont typeface="Funnel Sans"/>
              <a:buNone/>
            </a:pPr>
            <a:r>
              <a:rPr b="0" i="0" lang="en" sz="900" u="none" cap="none" strike="noStrike">
                <a:solidFill>
                  <a:srgbClr val="52586B"/>
                </a:solidFill>
                <a:latin typeface="Funnel Sans"/>
                <a:ea typeface="Funnel Sans"/>
                <a:cs typeface="Funnel Sans"/>
                <a:sym typeface="Funnel Sans"/>
              </a:rPr>
              <a:t>Your hypothesis, risk type, kill switch, and success criteria — all defined </a:t>
            </a:r>
            <a:r>
              <a:rPr b="0" i="1" lang="en" sz="900" u="none" cap="none" strike="noStrike">
                <a:solidFill>
                  <a:srgbClr val="52586B"/>
                </a:solidFill>
                <a:latin typeface="Funnel Sans"/>
                <a:ea typeface="Funnel Sans"/>
                <a:cs typeface="Funnel Sans"/>
                <a:sym typeface="Funnel Sans"/>
              </a:rPr>
              <a:t>before</a:t>
            </a:r>
            <a:r>
              <a:rPr b="0" i="0" lang="en" sz="900" u="none" cap="none" strike="noStrike">
                <a:solidFill>
                  <a:srgbClr val="52586B"/>
                </a:solidFill>
                <a:latin typeface="Funnel Sans"/>
                <a:ea typeface="Funnel Sans"/>
                <a:cs typeface="Funnel Sans"/>
                <a:sym typeface="Funnel Sans"/>
              </a:rPr>
              <a:t> you open the tool.</a:t>
            </a:r>
            <a:endParaRPr b="0" i="0" sz="900" u="none" cap="none" strike="noStrike"/>
          </a:p>
        </p:txBody>
      </p:sp>
      <p:sp>
        <p:nvSpPr>
          <p:cNvPr id="1497" name="Google Shape;1497;p307"/>
          <p:cNvSpPr/>
          <p:nvPr/>
        </p:nvSpPr>
        <p:spPr>
          <a:xfrm>
            <a:off x="4628927" y="1860599"/>
            <a:ext cx="4039800" cy="1316400"/>
          </a:xfrm>
          <a:prstGeom prst="roundRect">
            <a:avLst>
              <a:gd fmla="val 4214" name="adj"/>
            </a:avLst>
          </a:prstGeom>
          <a:solidFill>
            <a:srgbClr val="FFFFFF">
              <a:alpha val="94900"/>
            </a:srgbClr>
          </a:solidFill>
          <a:ln cap="flat" cmpd="sng" w="14800">
            <a:solidFill>
              <a:srgbClr val="C8CACF"/>
            </a:solidFill>
            <a:prstDash val="solid"/>
            <a:round/>
            <a:headEnd len="sm" w="sm" type="none"/>
            <a:tailEnd len="sm" w="sm" type="none"/>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
        <p:nvSpPr>
          <p:cNvPr id="1498" name="Google Shape;1498;p307"/>
          <p:cNvSpPr/>
          <p:nvPr/>
        </p:nvSpPr>
        <p:spPr>
          <a:xfrm>
            <a:off x="4643214" y="1876474"/>
            <a:ext cx="4011000" cy="132000"/>
          </a:xfrm>
          <a:prstGeom prst="roundRect">
            <a:avLst>
              <a:gd fmla="val 27585" name="adj"/>
            </a:avLst>
          </a:prstGeom>
          <a:solidFill>
            <a:srgbClr val="E2E4E9"/>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
        <p:nvSpPr>
          <p:cNvPr id="1499" name="Google Shape;1499;p307"/>
          <p:cNvSpPr/>
          <p:nvPr/>
        </p:nvSpPr>
        <p:spPr>
          <a:xfrm>
            <a:off x="4762054" y="2135022"/>
            <a:ext cx="1485900" cy="2064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52586B"/>
              </a:buClr>
              <a:buSzPts val="1200"/>
              <a:buFont typeface="Mona Sans"/>
              <a:buNone/>
            </a:pPr>
            <a:r>
              <a:rPr b="0" i="0" lang="en" sz="1200" u="none" cap="none" strike="noStrike">
                <a:solidFill>
                  <a:srgbClr val="52586B"/>
                </a:solidFill>
                <a:latin typeface="Mona Sans"/>
                <a:ea typeface="Mona Sans"/>
                <a:cs typeface="Mona Sans"/>
                <a:sym typeface="Mona Sans"/>
              </a:rPr>
              <a:t>Visual Reference</a:t>
            </a:r>
            <a:endParaRPr b="0" i="0" sz="1200" u="none" cap="none" strike="noStrike"/>
          </a:p>
        </p:txBody>
      </p:sp>
      <p:sp>
        <p:nvSpPr>
          <p:cNvPr id="1500" name="Google Shape;1500;p307"/>
          <p:cNvSpPr/>
          <p:nvPr/>
        </p:nvSpPr>
        <p:spPr>
          <a:xfrm>
            <a:off x="4762054" y="2417299"/>
            <a:ext cx="3773400" cy="413400"/>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52586B"/>
              </a:buClr>
              <a:buSzPts val="900"/>
              <a:buFont typeface="Funnel Sans"/>
              <a:buNone/>
            </a:pPr>
            <a:r>
              <a:rPr b="0" i="0" lang="en" sz="900" u="none" cap="none" strike="noStrike">
                <a:solidFill>
                  <a:srgbClr val="52586B"/>
                </a:solidFill>
                <a:latin typeface="Funnel Sans"/>
                <a:ea typeface="Funnel Sans"/>
                <a:cs typeface="Funnel Sans"/>
                <a:sym typeface="Funnel Sans"/>
              </a:rPr>
              <a:t>Screenshot from Mobbin, your product, or a competitor. Gives the builder visual context that words can't replicate.</a:t>
            </a:r>
            <a:endParaRPr b="0" i="0" sz="900" u="none" cap="none" strike="noStrike"/>
          </a:p>
        </p:txBody>
      </p:sp>
      <p:sp>
        <p:nvSpPr>
          <p:cNvPr id="1501" name="Google Shape;1501;p307"/>
          <p:cNvSpPr/>
          <p:nvPr/>
        </p:nvSpPr>
        <p:spPr>
          <a:xfrm>
            <a:off x="475431" y="3501513"/>
            <a:ext cx="4039800" cy="1118100"/>
          </a:xfrm>
          <a:prstGeom prst="roundRect">
            <a:avLst>
              <a:gd fmla="val 4961" name="adj"/>
            </a:avLst>
          </a:prstGeom>
          <a:solidFill>
            <a:srgbClr val="FFFFFF">
              <a:alpha val="94900"/>
            </a:srgbClr>
          </a:solidFill>
          <a:ln cap="flat" cmpd="sng" w="14800">
            <a:solidFill>
              <a:srgbClr val="C8CACF"/>
            </a:solidFill>
            <a:prstDash val="solid"/>
            <a:round/>
            <a:headEnd len="sm" w="sm" type="none"/>
            <a:tailEnd len="sm" w="sm" type="none"/>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
        <p:nvSpPr>
          <p:cNvPr id="1502" name="Google Shape;1502;p307"/>
          <p:cNvSpPr/>
          <p:nvPr/>
        </p:nvSpPr>
        <p:spPr>
          <a:xfrm>
            <a:off x="489719" y="3517388"/>
            <a:ext cx="4011000" cy="132000"/>
          </a:xfrm>
          <a:prstGeom prst="roundRect">
            <a:avLst>
              <a:gd fmla="val 27585" name="adj"/>
            </a:avLst>
          </a:prstGeom>
          <a:solidFill>
            <a:srgbClr val="E2E4E9"/>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
        <p:nvSpPr>
          <p:cNvPr id="1503" name="Google Shape;1503;p307"/>
          <p:cNvSpPr/>
          <p:nvPr/>
        </p:nvSpPr>
        <p:spPr>
          <a:xfrm>
            <a:off x="608558" y="3775935"/>
            <a:ext cx="1485900" cy="2064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52586B"/>
              </a:buClr>
              <a:buSzPts val="1200"/>
              <a:buFont typeface="Mona Sans"/>
              <a:buNone/>
            </a:pPr>
            <a:r>
              <a:rPr b="0" i="0" lang="en" sz="1200" u="none" cap="none" strike="noStrike">
                <a:solidFill>
                  <a:srgbClr val="52586B"/>
                </a:solidFill>
                <a:latin typeface="Mona Sans"/>
                <a:ea typeface="Mona Sans"/>
                <a:cs typeface="Mona Sans"/>
                <a:sym typeface="Mona Sans"/>
              </a:rPr>
              <a:t>Context Data Pack</a:t>
            </a:r>
            <a:endParaRPr b="0" i="0" sz="1200" u="none" cap="none" strike="noStrike"/>
          </a:p>
        </p:txBody>
      </p:sp>
      <p:sp>
        <p:nvSpPr>
          <p:cNvPr id="1504" name="Google Shape;1504;p307"/>
          <p:cNvSpPr/>
          <p:nvPr/>
        </p:nvSpPr>
        <p:spPr>
          <a:xfrm>
            <a:off x="608558" y="4058213"/>
            <a:ext cx="3773400" cy="413400"/>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52586B"/>
              </a:buClr>
              <a:buSzPts val="900"/>
              <a:buFont typeface="Funnel Sans"/>
              <a:buNone/>
            </a:pPr>
            <a:r>
              <a:rPr b="0" i="0" lang="en" sz="900" u="none" cap="none" strike="noStrike">
                <a:solidFill>
                  <a:srgbClr val="52586B"/>
                </a:solidFill>
                <a:latin typeface="Funnel Sans"/>
                <a:ea typeface="Funnel Sans"/>
                <a:cs typeface="Funnel Sans"/>
                <a:sym typeface="Funnel Sans"/>
              </a:rPr>
              <a:t>Real user quotes + real metrics + full problem brief. No more "lorem ipsum" — your prototype speaks in your users' language.</a:t>
            </a:r>
            <a:endParaRPr b="0" i="0" sz="900" u="none" cap="none" strike="noStrike"/>
          </a:p>
        </p:txBody>
      </p:sp>
      <p:sp>
        <p:nvSpPr>
          <p:cNvPr id="1505" name="Google Shape;1505;p307"/>
          <p:cNvSpPr/>
          <p:nvPr/>
        </p:nvSpPr>
        <p:spPr>
          <a:xfrm>
            <a:off x="4628927" y="3303406"/>
            <a:ext cx="4039800" cy="1316400"/>
          </a:xfrm>
          <a:prstGeom prst="roundRect">
            <a:avLst>
              <a:gd fmla="val 4214" name="adj"/>
            </a:avLst>
          </a:prstGeom>
          <a:solidFill>
            <a:srgbClr val="FFFFFF">
              <a:alpha val="94900"/>
            </a:srgbClr>
          </a:solidFill>
          <a:ln cap="flat" cmpd="sng" w="14800">
            <a:solidFill>
              <a:srgbClr val="C8CACF"/>
            </a:solidFill>
            <a:prstDash val="solid"/>
            <a:round/>
            <a:headEnd len="sm" w="sm" type="none"/>
            <a:tailEnd len="sm" w="sm" type="none"/>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
        <p:nvSpPr>
          <p:cNvPr id="1506" name="Google Shape;1506;p307"/>
          <p:cNvSpPr/>
          <p:nvPr/>
        </p:nvSpPr>
        <p:spPr>
          <a:xfrm>
            <a:off x="4643214" y="3319281"/>
            <a:ext cx="4011000" cy="132000"/>
          </a:xfrm>
          <a:prstGeom prst="roundRect">
            <a:avLst>
              <a:gd fmla="val 27585" name="adj"/>
            </a:avLst>
          </a:prstGeom>
          <a:solidFill>
            <a:srgbClr val="E2E4E9"/>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
        <p:nvSpPr>
          <p:cNvPr id="1507" name="Google Shape;1507;p307"/>
          <p:cNvSpPr/>
          <p:nvPr/>
        </p:nvSpPr>
        <p:spPr>
          <a:xfrm>
            <a:off x="4762054" y="3577828"/>
            <a:ext cx="1485900" cy="2064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52586B"/>
              </a:buClr>
              <a:buSzPts val="1200"/>
              <a:buFont typeface="Mona Sans"/>
              <a:buNone/>
            </a:pPr>
            <a:r>
              <a:rPr b="0" i="0" lang="en" sz="1200" u="none" cap="none" strike="noStrike">
                <a:solidFill>
                  <a:srgbClr val="52586B"/>
                </a:solidFill>
                <a:latin typeface="Mona Sans"/>
                <a:ea typeface="Mona Sans"/>
                <a:cs typeface="Mona Sans"/>
                <a:sym typeface="Mona Sans"/>
              </a:rPr>
              <a:t>Structured Prompt</a:t>
            </a:r>
            <a:endParaRPr b="0" i="0" sz="1200" u="none" cap="none" strike="noStrike"/>
          </a:p>
        </p:txBody>
      </p:sp>
      <p:sp>
        <p:nvSpPr>
          <p:cNvPr id="1508" name="Google Shape;1508;p307"/>
          <p:cNvSpPr/>
          <p:nvPr/>
        </p:nvSpPr>
        <p:spPr>
          <a:xfrm>
            <a:off x="4762054" y="3860106"/>
            <a:ext cx="3773400" cy="413400"/>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52586B"/>
              </a:buClr>
              <a:buSzPts val="900"/>
              <a:buFont typeface="Funnel Sans"/>
              <a:buNone/>
            </a:pPr>
            <a:r>
              <a:rPr b="0" i="0" lang="en" sz="900" u="none" cap="none" strike="noStrike">
                <a:solidFill>
                  <a:srgbClr val="52586B"/>
                </a:solidFill>
                <a:latin typeface="Funnel Sans"/>
                <a:ea typeface="Funnel Sans"/>
                <a:cs typeface="Funnel Sans"/>
                <a:sym typeface="Funnel Sans"/>
              </a:rPr>
              <a:t>Context / Reference / Constraint / Output. The four-part prompt framework that turns vague requests into precise builds.</a:t>
            </a:r>
            <a:endParaRPr b="0" i="0" sz="900" u="none" cap="none" strike="noStrike"/>
          </a:p>
        </p:txBody>
      </p:sp>
      <p:sp>
        <p:nvSpPr>
          <p:cNvPr id="1509" name="Google Shape;1509;p307"/>
          <p:cNvSpPr/>
          <p:nvPr/>
        </p:nvSpPr>
        <p:spPr>
          <a:xfrm>
            <a:off x="475431" y="4762087"/>
            <a:ext cx="8193300" cy="546000"/>
          </a:xfrm>
          <a:prstGeom prst="roundRect">
            <a:avLst>
              <a:gd fmla="val 10158" name="adj"/>
            </a:avLst>
          </a:prstGeom>
          <a:solidFill>
            <a:srgbClr val="D4D6DE"/>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pic>
        <p:nvPicPr>
          <p:cNvPr descr="preencoded.png" id="1510" name="Google Shape;1510;p307"/>
          <p:cNvPicPr preferRelativeResize="0"/>
          <p:nvPr/>
        </p:nvPicPr>
        <p:blipFill rotWithShape="1">
          <a:blip r:embed="rId4">
            <a:alphaModFix/>
          </a:blip>
          <a:srcRect b="0" l="0" r="0" t="0"/>
          <a:stretch/>
        </p:blipFill>
        <p:spPr>
          <a:xfrm>
            <a:off x="594271" y="4964989"/>
            <a:ext cx="148531" cy="118839"/>
          </a:xfrm>
          <a:prstGeom prst="rect">
            <a:avLst/>
          </a:prstGeom>
          <a:noFill/>
          <a:ln>
            <a:noFill/>
          </a:ln>
        </p:spPr>
      </p:pic>
      <p:sp>
        <p:nvSpPr>
          <p:cNvPr id="1511" name="Google Shape;1511;p307"/>
          <p:cNvSpPr/>
          <p:nvPr/>
        </p:nvSpPr>
        <p:spPr>
          <a:xfrm>
            <a:off x="861641" y="4921581"/>
            <a:ext cx="7688100" cy="207000"/>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000000"/>
              </a:buClr>
              <a:buSzPts val="900"/>
              <a:buFont typeface="Funnel Sans"/>
              <a:buNone/>
            </a:pPr>
            <a:r>
              <a:rPr b="0" i="0" lang="en" sz="900" u="none" cap="none" strike="noStrike">
                <a:solidFill>
                  <a:srgbClr val="000000"/>
                </a:solidFill>
                <a:latin typeface="Funnel Sans"/>
                <a:ea typeface="Funnel Sans"/>
                <a:cs typeface="Funnel Sans"/>
                <a:sym typeface="Funnel Sans"/>
              </a:rPr>
              <a:t>Your prototype will show </a:t>
            </a:r>
            <a:r>
              <a:rPr b="1" i="0" lang="en" sz="900" u="none" cap="none" strike="noStrike">
                <a:solidFill>
                  <a:srgbClr val="000000"/>
                </a:solidFill>
                <a:latin typeface="Funnel Sans"/>
                <a:ea typeface="Funnel Sans"/>
                <a:cs typeface="Funnel Sans"/>
                <a:sym typeface="Funnel Sans"/>
              </a:rPr>
              <a:t>real data</a:t>
            </a:r>
            <a:r>
              <a:rPr b="0" i="0" lang="en" sz="900" u="none" cap="none" strike="noStrike">
                <a:solidFill>
                  <a:srgbClr val="000000"/>
                </a:solidFill>
                <a:latin typeface="Funnel Sans"/>
                <a:ea typeface="Funnel Sans"/>
                <a:cs typeface="Funnel Sans"/>
                <a:sym typeface="Funnel Sans"/>
              </a:rPr>
              <a:t> and </a:t>
            </a:r>
            <a:r>
              <a:rPr b="1" i="0" lang="en" sz="900" u="none" cap="none" strike="noStrike">
                <a:solidFill>
                  <a:srgbClr val="000000"/>
                </a:solidFill>
                <a:latin typeface="Funnel Sans"/>
                <a:ea typeface="Funnel Sans"/>
                <a:cs typeface="Funnel Sans"/>
                <a:sym typeface="Funnel Sans"/>
              </a:rPr>
              <a:t>real user voice</a:t>
            </a:r>
            <a:r>
              <a:rPr b="0" i="0" lang="en" sz="900" u="none" cap="none" strike="noStrike">
                <a:solidFill>
                  <a:srgbClr val="000000"/>
                </a:solidFill>
                <a:latin typeface="Funnel Sans"/>
                <a:ea typeface="Funnel Sans"/>
                <a:cs typeface="Funnel Sans"/>
                <a:sym typeface="Funnel Sans"/>
              </a:rPr>
              <a:t> — not placeholder text. Data packs are in Slack. Download yours now.</a:t>
            </a:r>
            <a:endParaRPr b="0" i="0" sz="900" u="none" cap="none" strike="noStrike"/>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6" name="Shape 1516"/>
        <p:cNvGrpSpPr/>
        <p:nvPr/>
      </p:nvGrpSpPr>
      <p:grpSpPr>
        <a:xfrm>
          <a:off x="0" y="0"/>
          <a:ext cx="0" cy="0"/>
          <a:chOff x="0" y="0"/>
          <a:chExt cx="0" cy="0"/>
        </a:xfrm>
      </p:grpSpPr>
      <p:pic>
        <p:nvPicPr>
          <p:cNvPr id="1517" name="Google Shape;1517;p308" title="Screenshot 2026-02-21 at 16.50.25.png"/>
          <p:cNvPicPr preferRelativeResize="0"/>
          <p:nvPr/>
        </p:nvPicPr>
        <p:blipFill>
          <a:blip r:embed="rId3">
            <a:alphaModFix/>
          </a:blip>
          <a:stretch>
            <a:fillRect/>
          </a:stretch>
        </p:blipFill>
        <p:spPr>
          <a:xfrm>
            <a:off x="152400" y="152400"/>
            <a:ext cx="8810625" cy="50577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2" name="Shape 1522"/>
        <p:cNvGrpSpPr/>
        <p:nvPr/>
      </p:nvGrpSpPr>
      <p:grpSpPr>
        <a:xfrm>
          <a:off x="0" y="0"/>
          <a:ext cx="0" cy="0"/>
          <a:chOff x="0" y="0"/>
          <a:chExt cx="0" cy="0"/>
        </a:xfrm>
      </p:grpSpPr>
      <p:pic>
        <p:nvPicPr>
          <p:cNvPr id="1523" name="Google Shape;1523;p309" title="Screenshot 2026-02-21 at 16.51.03.png"/>
          <p:cNvPicPr preferRelativeResize="0"/>
          <p:nvPr/>
        </p:nvPicPr>
        <p:blipFill>
          <a:blip r:embed="rId3">
            <a:alphaModFix/>
          </a:blip>
          <a:stretch>
            <a:fillRect/>
          </a:stretch>
        </p:blipFill>
        <p:spPr>
          <a:xfrm>
            <a:off x="152400" y="152400"/>
            <a:ext cx="8839200" cy="500761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8" name="Shape 1528"/>
        <p:cNvGrpSpPr/>
        <p:nvPr/>
      </p:nvGrpSpPr>
      <p:grpSpPr>
        <a:xfrm>
          <a:off x="0" y="0"/>
          <a:ext cx="0" cy="0"/>
          <a:chOff x="0" y="0"/>
          <a:chExt cx="0" cy="0"/>
        </a:xfrm>
      </p:grpSpPr>
      <p:sp>
        <p:nvSpPr>
          <p:cNvPr id="1529" name="Google Shape;1529;p310"/>
          <p:cNvSpPr/>
          <p:nvPr/>
        </p:nvSpPr>
        <p:spPr>
          <a:xfrm>
            <a:off x="474166" y="411097"/>
            <a:ext cx="826500" cy="243900"/>
          </a:xfrm>
          <a:prstGeom prst="roundRect">
            <a:avLst>
              <a:gd fmla="val 18159" name="adj"/>
            </a:avLst>
          </a:prstGeom>
          <a:solidFill>
            <a:srgbClr val="E2E4E9"/>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pic>
        <p:nvPicPr>
          <p:cNvPr descr="preencoded.png" id="1530" name="Google Shape;1530;p310"/>
          <p:cNvPicPr preferRelativeResize="0"/>
          <p:nvPr/>
        </p:nvPicPr>
        <p:blipFill rotWithShape="1">
          <a:blip r:embed="rId3">
            <a:alphaModFix/>
          </a:blip>
          <a:srcRect b="0" l="0" r="0" t="0"/>
          <a:stretch/>
        </p:blipFill>
        <p:spPr>
          <a:xfrm>
            <a:off x="545232" y="480301"/>
            <a:ext cx="94804" cy="94804"/>
          </a:xfrm>
          <a:prstGeom prst="rect">
            <a:avLst/>
          </a:prstGeom>
          <a:noFill/>
          <a:ln>
            <a:noFill/>
          </a:ln>
        </p:spPr>
      </p:pic>
      <p:sp>
        <p:nvSpPr>
          <p:cNvPr id="1531" name="Google Shape;1531;p310"/>
          <p:cNvSpPr/>
          <p:nvPr/>
        </p:nvSpPr>
        <p:spPr>
          <a:xfrm>
            <a:off x="687437" y="450536"/>
            <a:ext cx="542400" cy="164700"/>
          </a:xfrm>
          <a:prstGeom prst="rect">
            <a:avLst/>
          </a:prstGeom>
          <a:noFill/>
          <a:ln>
            <a:noFill/>
          </a:ln>
        </p:spPr>
        <p:txBody>
          <a:bodyPr anchorCtr="0" anchor="t" bIns="0" lIns="0" spcFirstLastPara="1" rIns="0" wrap="square" tIns="0">
            <a:noAutofit/>
          </a:bodyPr>
          <a:lstStyle/>
          <a:p>
            <a:pPr indent="0" lvl="0" marL="0" marR="0" rtl="0" algn="l">
              <a:lnSpc>
                <a:spcPct val="160869"/>
              </a:lnSpc>
              <a:spcBef>
                <a:spcPts val="0"/>
              </a:spcBef>
              <a:spcAft>
                <a:spcPts val="0"/>
              </a:spcAft>
              <a:buClr>
                <a:srgbClr val="52586B"/>
              </a:buClr>
              <a:buSzPts val="700"/>
              <a:buFont typeface="Funnel Sans"/>
              <a:buNone/>
            </a:pPr>
            <a:r>
              <a:rPr b="0" i="0" lang="en" sz="700" u="none" cap="none" strike="noStrike">
                <a:solidFill>
                  <a:srgbClr val="52586B"/>
                </a:solidFill>
                <a:latin typeface="Funnel Sans"/>
                <a:ea typeface="Funnel Sans"/>
                <a:cs typeface="Funnel Sans"/>
                <a:sym typeface="Funnel Sans"/>
              </a:rPr>
              <a:t>THE REVEAL</a:t>
            </a:r>
            <a:endParaRPr b="0" i="0" sz="700" u="none" cap="none" strike="noStrike"/>
          </a:p>
        </p:txBody>
      </p:sp>
      <p:sp>
        <p:nvSpPr>
          <p:cNvPr id="1532" name="Google Shape;1532;p310"/>
          <p:cNvSpPr/>
          <p:nvPr/>
        </p:nvSpPr>
        <p:spPr>
          <a:xfrm>
            <a:off x="474166" y="705197"/>
            <a:ext cx="4383300" cy="411600"/>
          </a:xfrm>
          <a:prstGeom prst="rect">
            <a:avLst/>
          </a:prstGeom>
          <a:noFill/>
          <a:ln>
            <a:noFill/>
          </a:ln>
        </p:spPr>
        <p:txBody>
          <a:bodyPr anchorCtr="0" anchor="t" bIns="0" lIns="0" spcFirstLastPara="1" rIns="0" wrap="square" tIns="0">
            <a:noAutofit/>
          </a:bodyPr>
          <a:lstStyle/>
          <a:p>
            <a:pPr indent="0" lvl="0" marL="0" marR="0" rtl="0" algn="l">
              <a:lnSpc>
                <a:spcPct val="125675"/>
              </a:lnSpc>
              <a:spcBef>
                <a:spcPts val="0"/>
              </a:spcBef>
              <a:spcAft>
                <a:spcPts val="0"/>
              </a:spcAft>
              <a:buClr>
                <a:srgbClr val="373B48"/>
              </a:buClr>
              <a:buSzPts val="2400"/>
              <a:buFont typeface="Mona Sans"/>
              <a:buNone/>
            </a:pPr>
            <a:r>
              <a:rPr b="0" i="0" lang="en" sz="2400" u="none" cap="none" strike="noStrike">
                <a:solidFill>
                  <a:srgbClr val="373B48"/>
                </a:solidFill>
                <a:latin typeface="Mona Sans"/>
                <a:ea typeface="Mona Sans"/>
                <a:cs typeface="Mona Sans"/>
                <a:sym typeface="Mona Sans"/>
              </a:rPr>
              <a:t>Your M1 Build vs. Your M2 Build</a:t>
            </a:r>
            <a:endParaRPr b="0" i="0" sz="2400" u="none" cap="none" strike="noStrike"/>
          </a:p>
        </p:txBody>
      </p:sp>
      <p:sp>
        <p:nvSpPr>
          <p:cNvPr id="1533" name="Google Shape;1533;p310"/>
          <p:cNvSpPr/>
          <p:nvPr/>
        </p:nvSpPr>
        <p:spPr>
          <a:xfrm>
            <a:off x="474166" y="1305636"/>
            <a:ext cx="8195700" cy="206100"/>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52586B"/>
              </a:buClr>
              <a:buSzPts val="900"/>
              <a:buFont typeface="Funnel Sans"/>
              <a:buNone/>
            </a:pPr>
            <a:r>
              <a:rPr b="0" i="0" lang="en" sz="900" u="none" cap="none" strike="noStrike">
                <a:solidFill>
                  <a:srgbClr val="52586B"/>
                </a:solidFill>
                <a:latin typeface="Funnel Sans"/>
                <a:ea typeface="Funnel Sans"/>
                <a:cs typeface="Funnel Sans"/>
                <a:sym typeface="Funnel Sans"/>
              </a:rPr>
              <a:t>Pull up both prototypes. Same tool. Same time. Same student. </a:t>
            </a:r>
            <a:r>
              <a:rPr b="1" i="0" lang="en" sz="900" u="none" cap="none" strike="noStrike">
                <a:solidFill>
                  <a:srgbClr val="52586B"/>
                </a:solidFill>
                <a:latin typeface="Funnel Sans"/>
                <a:ea typeface="Funnel Sans"/>
                <a:cs typeface="Funnel Sans"/>
                <a:sym typeface="Funnel Sans"/>
              </a:rPr>
              <a:t>What changed?</a:t>
            </a:r>
            <a:endParaRPr b="0" i="0" sz="900" u="none" cap="none" strike="noStrike"/>
          </a:p>
        </p:txBody>
      </p:sp>
      <p:sp>
        <p:nvSpPr>
          <p:cNvPr id="1534" name="Google Shape;1534;p310"/>
          <p:cNvSpPr/>
          <p:nvPr/>
        </p:nvSpPr>
        <p:spPr>
          <a:xfrm>
            <a:off x="388814" y="1653315"/>
            <a:ext cx="4123800" cy="2096400"/>
          </a:xfrm>
          <a:prstGeom prst="roundRect">
            <a:avLst>
              <a:gd fmla="val 4524" name="adj"/>
            </a:avLst>
          </a:prstGeom>
          <a:solidFill>
            <a:srgbClr val="373B48">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
        <p:nvSpPr>
          <p:cNvPr id="1535" name="Google Shape;1535;p310"/>
          <p:cNvSpPr/>
          <p:nvPr/>
        </p:nvSpPr>
        <p:spPr>
          <a:xfrm>
            <a:off x="507355" y="1779158"/>
            <a:ext cx="1482000" cy="2058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FFFFFF"/>
              </a:buClr>
              <a:buSzPts val="1200"/>
              <a:buFont typeface="Mona Sans SemiBold"/>
              <a:buNone/>
            </a:pPr>
            <a:r>
              <a:rPr b="1" i="0" lang="en" sz="1200" u="none" cap="none" strike="noStrike">
                <a:solidFill>
                  <a:srgbClr val="FFFFFF"/>
                </a:solidFill>
                <a:latin typeface="Mona Sans SemiBold"/>
                <a:ea typeface="Mona Sans SemiBold"/>
                <a:cs typeface="Mona Sans SemiBold"/>
                <a:sym typeface="Mona Sans SemiBold"/>
              </a:rPr>
              <a:t>Module 1</a:t>
            </a:r>
            <a:endParaRPr b="0" i="0" sz="1200" u="none" cap="none" strike="noStrike"/>
          </a:p>
        </p:txBody>
      </p:sp>
      <p:sp>
        <p:nvSpPr>
          <p:cNvPr id="1536" name="Google Shape;1536;p310"/>
          <p:cNvSpPr/>
          <p:nvPr/>
        </p:nvSpPr>
        <p:spPr>
          <a:xfrm>
            <a:off x="507355" y="2110879"/>
            <a:ext cx="3886800" cy="206100"/>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FFFFFF"/>
              </a:buClr>
              <a:buSzPts val="900"/>
              <a:buFont typeface="Funnel Sans"/>
              <a:buNone/>
            </a:pPr>
            <a:r>
              <a:rPr b="0" i="0" lang="en" sz="900" u="none" cap="none" strike="noStrike">
                <a:solidFill>
                  <a:srgbClr val="FFFFFF"/>
                </a:solidFill>
                <a:latin typeface="Funnel Sans"/>
                <a:ea typeface="Funnel Sans"/>
                <a:cs typeface="Funnel Sans"/>
                <a:sym typeface="Funnel Sans"/>
              </a:rPr>
              <a:t>Blank page + vague prompt</a:t>
            </a:r>
            <a:endParaRPr b="0" i="0" sz="900" u="none" cap="none" strike="noStrike"/>
          </a:p>
        </p:txBody>
      </p:sp>
      <p:sp>
        <p:nvSpPr>
          <p:cNvPr id="1537" name="Google Shape;1537;p310"/>
          <p:cNvSpPr/>
          <p:nvPr/>
        </p:nvSpPr>
        <p:spPr>
          <a:xfrm>
            <a:off x="507355" y="2430198"/>
            <a:ext cx="3886800" cy="206100"/>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FFFFFF"/>
              </a:buClr>
              <a:buSzPts val="900"/>
              <a:buFont typeface="Funnel Sans"/>
              <a:buNone/>
            </a:pPr>
            <a:r>
              <a:rPr b="0" i="0" lang="en" sz="900" u="none" cap="none" strike="noStrike">
                <a:solidFill>
                  <a:srgbClr val="FFFFFF"/>
                </a:solidFill>
                <a:latin typeface="Funnel Sans"/>
                <a:ea typeface="Funnel Sans"/>
                <a:cs typeface="Funnel Sans"/>
                <a:sym typeface="Funnel Sans"/>
              </a:rPr>
              <a:t>→ </a:t>
            </a:r>
            <a:r>
              <a:rPr b="1" i="0" lang="en" sz="900" u="none" cap="none" strike="noStrike">
                <a:solidFill>
                  <a:srgbClr val="FFFFFF"/>
                </a:solidFill>
                <a:latin typeface="Funnel Sans"/>
                <a:ea typeface="Funnel Sans"/>
                <a:cs typeface="Funnel Sans"/>
                <a:sym typeface="Funnel Sans"/>
              </a:rPr>
              <a:t>Generic demo</a:t>
            </a:r>
            <a:endParaRPr b="0" i="0" sz="900" u="none" cap="none" strike="noStrike"/>
          </a:p>
        </p:txBody>
      </p:sp>
      <p:sp>
        <p:nvSpPr>
          <p:cNvPr id="1538" name="Google Shape;1538;p310"/>
          <p:cNvSpPr/>
          <p:nvPr/>
        </p:nvSpPr>
        <p:spPr>
          <a:xfrm>
            <a:off x="507355" y="2749517"/>
            <a:ext cx="3886800" cy="956100"/>
          </a:xfrm>
          <a:prstGeom prst="rect">
            <a:avLst/>
          </a:prstGeom>
          <a:noFill/>
          <a:ln>
            <a:noFill/>
          </a:ln>
        </p:spPr>
        <p:txBody>
          <a:bodyPr anchorCtr="0" anchor="t" bIns="0" lIns="0" spcFirstLastPara="1" rIns="0" wrap="square" tIns="0">
            <a:noAutofit/>
          </a:bodyPr>
          <a:lstStyle/>
          <a:p>
            <a:pPr indent="-222250" lvl="0" marL="228600" marR="0" rtl="0" algn="l">
              <a:lnSpc>
                <a:spcPct val="158620"/>
              </a:lnSpc>
              <a:spcBef>
                <a:spcPts val="0"/>
              </a:spcBef>
              <a:spcAft>
                <a:spcPts val="0"/>
              </a:spcAft>
              <a:buClr>
                <a:srgbClr val="FFFFFF"/>
              </a:buClr>
              <a:buSzPts val="900"/>
              <a:buFont typeface="Funnel Sans"/>
              <a:buChar char="•"/>
            </a:pPr>
            <a:r>
              <a:rPr b="0" i="0" lang="en" sz="900" u="none" cap="none" strike="noStrike">
                <a:solidFill>
                  <a:srgbClr val="FFFFFF"/>
                </a:solidFill>
                <a:latin typeface="Funnel Sans"/>
                <a:ea typeface="Funnel Sans"/>
                <a:cs typeface="Funnel Sans"/>
                <a:sym typeface="Funnel Sans"/>
              </a:rPr>
              <a:t>Placeholder content</a:t>
            </a:r>
            <a:endParaRPr b="0" i="0" sz="900" u="none" cap="none" strike="noStrike"/>
          </a:p>
          <a:p>
            <a:pPr indent="-222250" lvl="0" marL="228600" marR="0" rtl="0" algn="l">
              <a:lnSpc>
                <a:spcPct val="158620"/>
              </a:lnSpc>
              <a:spcBef>
                <a:spcPts val="0"/>
              </a:spcBef>
              <a:spcAft>
                <a:spcPts val="0"/>
              </a:spcAft>
              <a:buClr>
                <a:srgbClr val="FFFFFF"/>
              </a:buClr>
              <a:buSzPts val="900"/>
              <a:buFont typeface="Funnel Sans"/>
              <a:buChar char="•"/>
            </a:pPr>
            <a:r>
              <a:rPr b="0" i="0" lang="en" sz="900" u="none" cap="none" strike="noStrike">
                <a:solidFill>
                  <a:srgbClr val="FFFFFF"/>
                </a:solidFill>
                <a:latin typeface="Funnel Sans"/>
                <a:ea typeface="Funnel Sans"/>
                <a:cs typeface="Funnel Sans"/>
                <a:sym typeface="Funnel Sans"/>
              </a:rPr>
              <a:t>No user context</a:t>
            </a:r>
            <a:endParaRPr b="0" i="0" sz="900" u="none" cap="none" strike="noStrike"/>
          </a:p>
          <a:p>
            <a:pPr indent="-222250" lvl="0" marL="228600" marR="0" rtl="0" algn="l">
              <a:lnSpc>
                <a:spcPct val="158620"/>
              </a:lnSpc>
              <a:spcBef>
                <a:spcPts val="0"/>
              </a:spcBef>
              <a:spcAft>
                <a:spcPts val="0"/>
              </a:spcAft>
              <a:buClr>
                <a:srgbClr val="FFFFFF"/>
              </a:buClr>
              <a:buSzPts val="900"/>
              <a:buFont typeface="Funnel Sans"/>
              <a:buChar char="•"/>
            </a:pPr>
            <a:r>
              <a:rPr b="0" i="0" lang="en" sz="900" u="none" cap="none" strike="noStrike">
                <a:solidFill>
                  <a:srgbClr val="FFFFFF"/>
                </a:solidFill>
                <a:latin typeface="Funnel Sans"/>
                <a:ea typeface="Funnel Sans"/>
                <a:cs typeface="Funnel Sans"/>
                <a:sym typeface="Funnel Sans"/>
              </a:rPr>
              <a:t>No hypothesis tested</a:t>
            </a:r>
            <a:endParaRPr b="0" i="0" sz="900" u="none" cap="none" strike="noStrike"/>
          </a:p>
          <a:p>
            <a:pPr indent="-222250" lvl="0" marL="228600" marR="0" rtl="0" algn="l">
              <a:lnSpc>
                <a:spcPct val="158620"/>
              </a:lnSpc>
              <a:spcBef>
                <a:spcPts val="0"/>
              </a:spcBef>
              <a:spcAft>
                <a:spcPts val="0"/>
              </a:spcAft>
              <a:buClr>
                <a:srgbClr val="FFFFFF"/>
              </a:buClr>
              <a:buSzPts val="900"/>
              <a:buFont typeface="Funnel Sans"/>
              <a:buChar char="•"/>
            </a:pPr>
            <a:r>
              <a:rPr b="0" i="0" lang="en" sz="900" u="none" cap="none" strike="noStrike">
                <a:solidFill>
                  <a:srgbClr val="FFFFFF"/>
                </a:solidFill>
                <a:latin typeface="Funnel Sans"/>
                <a:ea typeface="Funnel Sans"/>
                <a:cs typeface="Funnel Sans"/>
                <a:sym typeface="Funnel Sans"/>
              </a:rPr>
              <a:t>Looks like every other AI output</a:t>
            </a:r>
            <a:endParaRPr b="0" i="0" sz="900" u="none" cap="none" strike="noStrike"/>
          </a:p>
        </p:txBody>
      </p:sp>
      <p:sp>
        <p:nvSpPr>
          <p:cNvPr id="1539" name="Google Shape;1539;p310"/>
          <p:cNvSpPr/>
          <p:nvPr/>
        </p:nvSpPr>
        <p:spPr>
          <a:xfrm>
            <a:off x="4721349" y="1779158"/>
            <a:ext cx="1482000" cy="2058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373B48"/>
              </a:buClr>
              <a:buSzPts val="1200"/>
              <a:buFont typeface="Mona Sans"/>
              <a:buNone/>
            </a:pPr>
            <a:r>
              <a:rPr b="0" i="0" lang="en" sz="1200" u="none" cap="none" strike="noStrike">
                <a:solidFill>
                  <a:srgbClr val="373B48"/>
                </a:solidFill>
                <a:latin typeface="Mona Sans"/>
                <a:ea typeface="Mona Sans"/>
                <a:cs typeface="Mona Sans"/>
                <a:sym typeface="Mona Sans"/>
              </a:rPr>
              <a:t>Module 2</a:t>
            </a:r>
            <a:endParaRPr b="0" i="0" sz="1200" u="none" cap="none" strike="noStrike"/>
          </a:p>
        </p:txBody>
      </p:sp>
      <p:sp>
        <p:nvSpPr>
          <p:cNvPr id="1540" name="Google Shape;1540;p310"/>
          <p:cNvSpPr/>
          <p:nvPr/>
        </p:nvSpPr>
        <p:spPr>
          <a:xfrm>
            <a:off x="4721349" y="2110879"/>
            <a:ext cx="3953400" cy="206100"/>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52586B"/>
              </a:buClr>
              <a:buSzPts val="900"/>
              <a:buFont typeface="Funnel Sans"/>
              <a:buNone/>
            </a:pPr>
            <a:r>
              <a:rPr b="0" i="0" lang="en" sz="900" u="none" cap="none" strike="noStrike">
                <a:solidFill>
                  <a:srgbClr val="52586B"/>
                </a:solidFill>
                <a:latin typeface="Funnel Sans"/>
                <a:ea typeface="Funnel Sans"/>
                <a:cs typeface="Funnel Sans"/>
                <a:sym typeface="Funnel Sans"/>
              </a:rPr>
              <a:t>Hypothesis + screenshot + real data + structured prompt</a:t>
            </a:r>
            <a:endParaRPr b="0" i="0" sz="900" u="none" cap="none" strike="noStrike"/>
          </a:p>
        </p:txBody>
      </p:sp>
      <p:sp>
        <p:nvSpPr>
          <p:cNvPr id="1541" name="Google Shape;1541;p310"/>
          <p:cNvSpPr/>
          <p:nvPr/>
        </p:nvSpPr>
        <p:spPr>
          <a:xfrm>
            <a:off x="4721349" y="2430198"/>
            <a:ext cx="3953400" cy="206100"/>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52586B"/>
              </a:buClr>
              <a:buSzPts val="900"/>
              <a:buFont typeface="Funnel Sans"/>
              <a:buNone/>
            </a:pPr>
            <a:r>
              <a:rPr b="0" i="0" lang="en" sz="900" u="none" cap="none" strike="noStrike">
                <a:solidFill>
                  <a:srgbClr val="52586B"/>
                </a:solidFill>
                <a:latin typeface="Funnel Sans"/>
                <a:ea typeface="Funnel Sans"/>
                <a:cs typeface="Funnel Sans"/>
                <a:sym typeface="Funnel Sans"/>
              </a:rPr>
              <a:t>→ </a:t>
            </a:r>
            <a:r>
              <a:rPr b="1" i="0" lang="en" sz="900" u="none" cap="none" strike="noStrike">
                <a:solidFill>
                  <a:srgbClr val="52586B"/>
                </a:solidFill>
                <a:latin typeface="Funnel Sans"/>
                <a:ea typeface="Funnel Sans"/>
                <a:cs typeface="Funnel Sans"/>
                <a:sym typeface="Funnel Sans"/>
              </a:rPr>
              <a:t>Contextual prototype</a:t>
            </a:r>
            <a:endParaRPr b="0" i="0" sz="900" u="none" cap="none" strike="noStrike"/>
          </a:p>
        </p:txBody>
      </p:sp>
      <p:sp>
        <p:nvSpPr>
          <p:cNvPr id="1542" name="Google Shape;1542;p310"/>
          <p:cNvSpPr/>
          <p:nvPr/>
        </p:nvSpPr>
        <p:spPr>
          <a:xfrm>
            <a:off x="4721349" y="2749517"/>
            <a:ext cx="3953400" cy="956100"/>
          </a:xfrm>
          <a:prstGeom prst="rect">
            <a:avLst/>
          </a:prstGeom>
          <a:noFill/>
          <a:ln>
            <a:noFill/>
          </a:ln>
        </p:spPr>
        <p:txBody>
          <a:bodyPr anchorCtr="0" anchor="t" bIns="0" lIns="0" spcFirstLastPara="1" rIns="0" wrap="square" tIns="0">
            <a:noAutofit/>
          </a:bodyPr>
          <a:lstStyle/>
          <a:p>
            <a:pPr indent="-222250" lvl="0" marL="228600" marR="0" rtl="0" algn="l">
              <a:lnSpc>
                <a:spcPct val="158620"/>
              </a:lnSpc>
              <a:spcBef>
                <a:spcPts val="0"/>
              </a:spcBef>
              <a:spcAft>
                <a:spcPts val="0"/>
              </a:spcAft>
              <a:buClr>
                <a:srgbClr val="52586B"/>
              </a:buClr>
              <a:buSzPts val="900"/>
              <a:buFont typeface="Funnel Sans"/>
              <a:buChar char="•"/>
            </a:pPr>
            <a:r>
              <a:rPr b="0" i="0" lang="en" sz="900" u="none" cap="none" strike="noStrike">
                <a:solidFill>
                  <a:srgbClr val="52586B"/>
                </a:solidFill>
                <a:latin typeface="Funnel Sans"/>
                <a:ea typeface="Funnel Sans"/>
                <a:cs typeface="Funnel Sans"/>
                <a:sym typeface="Funnel Sans"/>
              </a:rPr>
              <a:t>Real user language</a:t>
            </a:r>
            <a:endParaRPr b="0" i="0" sz="900" u="none" cap="none" strike="noStrike"/>
          </a:p>
          <a:p>
            <a:pPr indent="-222250" lvl="0" marL="228600" marR="0" rtl="0" algn="l">
              <a:lnSpc>
                <a:spcPct val="158620"/>
              </a:lnSpc>
              <a:spcBef>
                <a:spcPts val="0"/>
              </a:spcBef>
              <a:spcAft>
                <a:spcPts val="0"/>
              </a:spcAft>
              <a:buClr>
                <a:srgbClr val="52586B"/>
              </a:buClr>
              <a:buSzPts val="900"/>
              <a:buFont typeface="Funnel Sans"/>
              <a:buChar char="•"/>
            </a:pPr>
            <a:r>
              <a:rPr b="0" i="0" lang="en" sz="900" u="none" cap="none" strike="noStrike">
                <a:solidFill>
                  <a:srgbClr val="52586B"/>
                </a:solidFill>
                <a:latin typeface="Funnel Sans"/>
                <a:ea typeface="Funnel Sans"/>
                <a:cs typeface="Funnel Sans"/>
                <a:sym typeface="Funnel Sans"/>
              </a:rPr>
              <a:t>Actual metrics displayed</a:t>
            </a:r>
            <a:endParaRPr b="0" i="0" sz="900" u="none" cap="none" strike="noStrike"/>
          </a:p>
          <a:p>
            <a:pPr indent="-222250" lvl="0" marL="228600" marR="0" rtl="0" algn="l">
              <a:lnSpc>
                <a:spcPct val="158620"/>
              </a:lnSpc>
              <a:spcBef>
                <a:spcPts val="0"/>
              </a:spcBef>
              <a:spcAft>
                <a:spcPts val="0"/>
              </a:spcAft>
              <a:buClr>
                <a:srgbClr val="52586B"/>
              </a:buClr>
              <a:buSzPts val="900"/>
              <a:buFont typeface="Funnel Sans"/>
              <a:buChar char="•"/>
            </a:pPr>
            <a:r>
              <a:rPr b="0" i="0" lang="en" sz="900" u="none" cap="none" strike="noStrike">
                <a:solidFill>
                  <a:srgbClr val="52586B"/>
                </a:solidFill>
                <a:latin typeface="Funnel Sans"/>
                <a:ea typeface="Funnel Sans"/>
                <a:cs typeface="Funnel Sans"/>
                <a:sym typeface="Funnel Sans"/>
              </a:rPr>
              <a:t>Specific hypothesis tested</a:t>
            </a:r>
            <a:endParaRPr b="0" i="0" sz="900" u="none" cap="none" strike="noStrike"/>
          </a:p>
          <a:p>
            <a:pPr indent="-222250" lvl="0" marL="228600" marR="0" rtl="0" algn="l">
              <a:lnSpc>
                <a:spcPct val="158620"/>
              </a:lnSpc>
              <a:spcBef>
                <a:spcPts val="0"/>
              </a:spcBef>
              <a:spcAft>
                <a:spcPts val="0"/>
              </a:spcAft>
              <a:buClr>
                <a:srgbClr val="52586B"/>
              </a:buClr>
              <a:buSzPts val="900"/>
              <a:buFont typeface="Funnel Sans"/>
              <a:buChar char="•"/>
            </a:pPr>
            <a:r>
              <a:rPr b="0" i="0" lang="en" sz="900" u="none" cap="none" strike="noStrike">
                <a:solidFill>
                  <a:srgbClr val="52586B"/>
                </a:solidFill>
                <a:latin typeface="Funnel Sans"/>
                <a:ea typeface="Funnel Sans"/>
                <a:cs typeface="Funnel Sans"/>
                <a:sym typeface="Funnel Sans"/>
              </a:rPr>
              <a:t>Looks like YOUR product</a:t>
            </a:r>
            <a:endParaRPr b="0" i="0" sz="900" u="none" cap="none" strike="noStrike"/>
          </a:p>
        </p:txBody>
      </p:sp>
      <p:sp>
        <p:nvSpPr>
          <p:cNvPr id="1543" name="Google Shape;1543;p310"/>
          <p:cNvSpPr/>
          <p:nvPr/>
        </p:nvSpPr>
        <p:spPr>
          <a:xfrm>
            <a:off x="474166" y="3957117"/>
            <a:ext cx="8195700" cy="21600"/>
          </a:xfrm>
          <a:prstGeom prst="rect">
            <a:avLst/>
          </a:prstGeom>
          <a:solidFill>
            <a:srgbClr val="52586B">
              <a:alpha val="50199"/>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
        <p:nvSpPr>
          <p:cNvPr id="1544" name="Google Shape;1544;p310"/>
          <p:cNvSpPr/>
          <p:nvPr/>
        </p:nvSpPr>
        <p:spPr>
          <a:xfrm>
            <a:off x="474166" y="4167683"/>
            <a:ext cx="8195700" cy="1136100"/>
          </a:xfrm>
          <a:prstGeom prst="rect">
            <a:avLst/>
          </a:prstGeom>
          <a:noFill/>
          <a:ln>
            <a:noFill/>
          </a:ln>
        </p:spPr>
        <p:txBody>
          <a:bodyPr anchorCtr="0" anchor="t" bIns="0" lIns="0" spcFirstLastPara="1" rIns="0" wrap="square" tIns="0">
            <a:noAutofit/>
          </a:bodyPr>
          <a:lstStyle/>
          <a:p>
            <a:pPr indent="0" lvl="0" marL="0" marR="0" rtl="0" algn="l">
              <a:lnSpc>
                <a:spcPct val="124271"/>
              </a:lnSpc>
              <a:spcBef>
                <a:spcPts val="0"/>
              </a:spcBef>
              <a:spcAft>
                <a:spcPts val="0"/>
              </a:spcAft>
              <a:buClr>
                <a:srgbClr val="373B48"/>
              </a:buClr>
              <a:buSzPts val="3300"/>
              <a:buFont typeface="Mona Sans"/>
              <a:buNone/>
            </a:pPr>
            <a:r>
              <a:rPr b="0" i="0" lang="en" sz="3300" u="none" cap="none" strike="noStrike">
                <a:solidFill>
                  <a:srgbClr val="373B48"/>
                </a:solidFill>
                <a:latin typeface="Mona Sans"/>
                <a:ea typeface="Mona Sans"/>
                <a:cs typeface="Mona Sans"/>
                <a:sym typeface="Mona Sans"/>
              </a:rPr>
              <a:t>Constraints + Context + Intent = The Validation Lens</a:t>
            </a:r>
            <a:endParaRPr b="0" i="0" sz="3300" u="none" cap="none" strike="noStrike"/>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9" name="Shape 1549"/>
        <p:cNvGrpSpPr/>
        <p:nvPr/>
      </p:nvGrpSpPr>
      <p:grpSpPr>
        <a:xfrm>
          <a:off x="0" y="0"/>
          <a:ext cx="0" cy="0"/>
          <a:chOff x="0" y="0"/>
          <a:chExt cx="0" cy="0"/>
        </a:xfrm>
      </p:grpSpPr>
      <p:sp>
        <p:nvSpPr>
          <p:cNvPr id="1550" name="Google Shape;1550;p311"/>
          <p:cNvSpPr/>
          <p:nvPr/>
        </p:nvSpPr>
        <p:spPr>
          <a:xfrm>
            <a:off x="432123" y="424656"/>
            <a:ext cx="695400" cy="226200"/>
          </a:xfrm>
          <a:prstGeom prst="roundRect">
            <a:avLst>
              <a:gd fmla="val 17824" name="adj"/>
            </a:avLst>
          </a:prstGeom>
          <a:noFill/>
          <a:ln cap="flat" cmpd="sng" w="6175">
            <a:solidFill>
              <a:srgbClr val="373B48"/>
            </a:solidFill>
            <a:prstDash val="solid"/>
            <a:round/>
            <a:headEnd len="sm" w="sm" type="none"/>
            <a:tailEnd len="sm" w="sm" type="none"/>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
        <p:nvSpPr>
          <p:cNvPr id="1551" name="Google Shape;1551;p311"/>
          <p:cNvSpPr/>
          <p:nvPr/>
        </p:nvSpPr>
        <p:spPr>
          <a:xfrm>
            <a:off x="501701" y="465925"/>
            <a:ext cx="1172400" cy="143700"/>
          </a:xfrm>
          <a:prstGeom prst="rect">
            <a:avLst/>
          </a:prstGeom>
          <a:noFill/>
          <a:ln>
            <a:noFill/>
          </a:ln>
        </p:spPr>
        <p:txBody>
          <a:bodyPr anchorCtr="0" anchor="t" bIns="0" lIns="0" spcFirstLastPara="1" rIns="0" wrap="square" tIns="0">
            <a:noAutofit/>
          </a:bodyPr>
          <a:lstStyle/>
          <a:p>
            <a:pPr indent="0" lvl="0" marL="0" marR="0" rtl="0" algn="l">
              <a:lnSpc>
                <a:spcPct val="152381"/>
              </a:lnSpc>
              <a:spcBef>
                <a:spcPts val="0"/>
              </a:spcBef>
              <a:spcAft>
                <a:spcPts val="0"/>
              </a:spcAft>
              <a:buClr>
                <a:srgbClr val="373B48"/>
              </a:buClr>
              <a:buSzPts val="700"/>
              <a:buFont typeface="Funnel Sans"/>
              <a:buNone/>
            </a:pPr>
            <a:r>
              <a:rPr b="0" i="0" lang="en" sz="700" u="none" cap="none" strike="noStrike">
                <a:solidFill>
                  <a:srgbClr val="373B48"/>
                </a:solidFill>
                <a:latin typeface="Funnel Sans"/>
                <a:ea typeface="Funnel Sans"/>
                <a:cs typeface="Funnel Sans"/>
                <a:sym typeface="Funnel Sans"/>
              </a:rPr>
              <a:t>PULSE CHECK</a:t>
            </a:r>
            <a:endParaRPr b="0" i="0" sz="700" u="none" cap="none" strike="noStrike"/>
          </a:p>
        </p:txBody>
      </p:sp>
      <p:sp>
        <p:nvSpPr>
          <p:cNvPr id="1552" name="Google Shape;1552;p311"/>
          <p:cNvSpPr/>
          <p:nvPr/>
        </p:nvSpPr>
        <p:spPr>
          <a:xfrm>
            <a:off x="432127" y="692725"/>
            <a:ext cx="6986700" cy="375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73B48"/>
              </a:buClr>
              <a:buSzPts val="2200"/>
              <a:buFont typeface="Mona Sans"/>
              <a:buNone/>
            </a:pPr>
            <a:r>
              <a:rPr b="0" i="0" lang="en" sz="2200" u="none" cap="none" strike="noStrike">
                <a:solidFill>
                  <a:srgbClr val="373B48"/>
                </a:solidFill>
                <a:latin typeface="Mona Sans"/>
                <a:ea typeface="Mona Sans"/>
                <a:cs typeface="Mona Sans"/>
                <a:sym typeface="Mona Sans"/>
              </a:rPr>
              <a:t>Production-Readiness Score</a:t>
            </a:r>
            <a:endParaRPr b="0" i="0" sz="2200" u="none" cap="none" strike="noStrike"/>
          </a:p>
        </p:txBody>
      </p:sp>
      <p:sp>
        <p:nvSpPr>
          <p:cNvPr id="1553" name="Google Shape;1553;p311"/>
          <p:cNvSpPr/>
          <p:nvPr/>
        </p:nvSpPr>
        <p:spPr>
          <a:xfrm>
            <a:off x="432122" y="1224608"/>
            <a:ext cx="8279700" cy="359400"/>
          </a:xfrm>
          <a:prstGeom prst="rect">
            <a:avLst/>
          </a:prstGeom>
          <a:noFill/>
          <a:ln>
            <a:noFill/>
          </a:ln>
        </p:spPr>
        <p:txBody>
          <a:bodyPr anchorCtr="0" anchor="t" bIns="0" lIns="0" spcFirstLastPara="1" rIns="0" wrap="square" tIns="0">
            <a:noAutofit/>
          </a:bodyPr>
          <a:lstStyle/>
          <a:p>
            <a:pPr indent="0" lvl="0" marL="0" marR="0" rtl="0" algn="l">
              <a:lnSpc>
                <a:spcPct val="148148"/>
              </a:lnSpc>
              <a:spcBef>
                <a:spcPts val="0"/>
              </a:spcBef>
              <a:spcAft>
                <a:spcPts val="0"/>
              </a:spcAft>
              <a:buClr>
                <a:srgbClr val="52586B"/>
              </a:buClr>
              <a:buSzPts val="900"/>
              <a:buFont typeface="Funnel Sans"/>
              <a:buNone/>
            </a:pPr>
            <a:r>
              <a:rPr b="0" i="0" lang="en" sz="900" u="none" cap="none" strike="noStrike">
                <a:solidFill>
                  <a:srgbClr val="52586B"/>
                </a:solidFill>
                <a:latin typeface="Funnel Sans"/>
                <a:ea typeface="Funnel Sans"/>
                <a:cs typeface="Funnel Sans"/>
                <a:sym typeface="Funnel Sans"/>
              </a:rPr>
              <a:t>Rate your Module 2 prototype honestly. Post in Slack: </a:t>
            </a:r>
            <a:r>
              <a:rPr b="1" i="0" lang="en" sz="900" u="none" cap="none" strike="noStrike">
                <a:solidFill>
                  <a:srgbClr val="52586B"/>
                </a:solidFill>
                <a:latin typeface="Funnel Sans"/>
                <a:ea typeface="Funnel Sans"/>
                <a:cs typeface="Funnel Sans"/>
                <a:sym typeface="Funnel Sans"/>
              </a:rPr>
              <a:t>your score + one sentence explaining why.</a:t>
            </a:r>
            <a:r>
              <a:rPr b="0" i="0" lang="en" sz="900" u="none" cap="none" strike="noStrike">
                <a:solidFill>
                  <a:srgbClr val="52586B"/>
                </a:solidFill>
                <a:latin typeface="Funnel Sans"/>
                <a:ea typeface="Funnel Sans"/>
                <a:cs typeface="Funnel Sans"/>
                <a:sym typeface="Funnel Sans"/>
              </a:rPr>
              <a:t> This isn't a test — it's calibration. Knowing where you are is how you decide what to improve next.</a:t>
            </a:r>
            <a:endParaRPr b="0" i="0" sz="900" u="none" cap="none" strike="noStrike"/>
          </a:p>
        </p:txBody>
      </p:sp>
      <p:sp>
        <p:nvSpPr>
          <p:cNvPr id="1554" name="Google Shape;1554;p311"/>
          <p:cNvSpPr/>
          <p:nvPr/>
        </p:nvSpPr>
        <p:spPr>
          <a:xfrm>
            <a:off x="2088059" y="1701519"/>
            <a:ext cx="828000" cy="669900"/>
          </a:xfrm>
          <a:prstGeom prst="roundRect">
            <a:avLst>
              <a:gd fmla="val 7527" name="adj"/>
            </a:avLst>
          </a:prstGeom>
          <a:solidFill>
            <a:srgbClr val="E2E4E9"/>
          </a:solidFill>
          <a:ln cap="flat" cmpd="sng" w="6175">
            <a:solidFill>
              <a:srgbClr val="C8CACF"/>
            </a:solidFill>
            <a:prstDash val="solid"/>
            <a:round/>
            <a:headEnd len="sm" w="sm" type="none"/>
            <a:tailEnd len="sm" w="sm" type="none"/>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pic>
        <p:nvPicPr>
          <p:cNvPr descr="preencoded.png" id="1555" name="Google Shape;1555;p311"/>
          <p:cNvPicPr preferRelativeResize="0"/>
          <p:nvPr/>
        </p:nvPicPr>
        <p:blipFill rotWithShape="1">
          <a:blip r:embed="rId3">
            <a:alphaModFix/>
          </a:blip>
          <a:srcRect b="0" l="0" r="0" t="0"/>
          <a:stretch/>
        </p:blipFill>
        <p:spPr>
          <a:xfrm>
            <a:off x="2426048" y="1951964"/>
            <a:ext cx="151879" cy="151879"/>
          </a:xfrm>
          <a:prstGeom prst="rect">
            <a:avLst/>
          </a:prstGeom>
          <a:noFill/>
          <a:ln>
            <a:noFill/>
          </a:ln>
        </p:spPr>
      </p:pic>
      <p:sp>
        <p:nvSpPr>
          <p:cNvPr id="1556" name="Google Shape;1556;p311"/>
          <p:cNvSpPr/>
          <p:nvPr/>
        </p:nvSpPr>
        <p:spPr>
          <a:xfrm>
            <a:off x="3023964" y="1821491"/>
            <a:ext cx="1350300" cy="187500"/>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52586B"/>
              </a:buClr>
              <a:buSzPts val="1100"/>
              <a:buFont typeface="Mona Sans"/>
              <a:buNone/>
            </a:pPr>
            <a:r>
              <a:rPr b="0" i="0" lang="en" sz="1100" u="none" cap="none" strike="noStrike">
                <a:solidFill>
                  <a:srgbClr val="52586B"/>
                </a:solidFill>
                <a:latin typeface="Mona Sans"/>
                <a:ea typeface="Mona Sans"/>
                <a:cs typeface="Mona Sans"/>
                <a:sym typeface="Mona Sans"/>
              </a:rPr>
              <a:t>1 — Just a Sketch</a:t>
            </a:r>
            <a:endParaRPr b="0" i="0" sz="1100" u="none" cap="none" strike="noStrike"/>
          </a:p>
        </p:txBody>
      </p:sp>
      <p:sp>
        <p:nvSpPr>
          <p:cNvPr id="1557" name="Google Shape;1557;p311"/>
          <p:cNvSpPr/>
          <p:nvPr/>
        </p:nvSpPr>
        <p:spPr>
          <a:xfrm>
            <a:off x="3023964" y="2071688"/>
            <a:ext cx="2046300" cy="179700"/>
          </a:xfrm>
          <a:prstGeom prst="rect">
            <a:avLst/>
          </a:prstGeom>
          <a:noFill/>
          <a:ln>
            <a:noFill/>
          </a:ln>
        </p:spPr>
        <p:txBody>
          <a:bodyPr anchorCtr="0" anchor="t" bIns="0" lIns="0" spcFirstLastPara="1" rIns="0" wrap="square" tIns="0">
            <a:noAutofit/>
          </a:bodyPr>
          <a:lstStyle/>
          <a:p>
            <a:pPr indent="0" lvl="0" marL="0" marR="0" rtl="0" algn="l">
              <a:lnSpc>
                <a:spcPct val="148148"/>
              </a:lnSpc>
              <a:spcBef>
                <a:spcPts val="0"/>
              </a:spcBef>
              <a:spcAft>
                <a:spcPts val="0"/>
              </a:spcAft>
              <a:buClr>
                <a:srgbClr val="52586B"/>
              </a:buClr>
              <a:buSzPts val="900"/>
              <a:buFont typeface="Funnel Sans"/>
              <a:buNone/>
            </a:pPr>
            <a:r>
              <a:rPr b="0" i="0" lang="en" sz="900" u="none" cap="none" strike="noStrike">
                <a:solidFill>
                  <a:srgbClr val="52586B"/>
                </a:solidFill>
                <a:latin typeface="Funnel Sans"/>
                <a:ea typeface="Funnel Sans"/>
                <a:cs typeface="Funnel Sans"/>
                <a:sym typeface="Funnel Sans"/>
              </a:rPr>
              <a:t>It exists but it's not ready for anyone's eyes</a:t>
            </a:r>
            <a:endParaRPr b="0" i="0" sz="900" u="none" cap="none" strike="noStrike"/>
          </a:p>
        </p:txBody>
      </p:sp>
      <p:sp>
        <p:nvSpPr>
          <p:cNvPr id="1558" name="Google Shape;1558;p311"/>
          <p:cNvSpPr/>
          <p:nvPr/>
        </p:nvSpPr>
        <p:spPr>
          <a:xfrm>
            <a:off x="2969939" y="2364714"/>
            <a:ext cx="5688000" cy="7800"/>
          </a:xfrm>
          <a:prstGeom prst="roundRect">
            <a:avLst>
              <a:gd fmla="val 635198" name="adj"/>
            </a:avLst>
          </a:prstGeom>
          <a:solidFill>
            <a:srgbClr val="C8CACF"/>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
        <p:nvSpPr>
          <p:cNvPr id="1559" name="Google Shape;1559;p311"/>
          <p:cNvSpPr/>
          <p:nvPr/>
        </p:nvSpPr>
        <p:spPr>
          <a:xfrm>
            <a:off x="1674019" y="2431273"/>
            <a:ext cx="1656000" cy="669900"/>
          </a:xfrm>
          <a:prstGeom prst="roundRect">
            <a:avLst>
              <a:gd fmla="val 7527" name="adj"/>
            </a:avLst>
          </a:prstGeom>
          <a:solidFill>
            <a:srgbClr val="E2E4E9"/>
          </a:solidFill>
          <a:ln cap="flat" cmpd="sng" w="6175">
            <a:solidFill>
              <a:srgbClr val="C8CACF"/>
            </a:solidFill>
            <a:prstDash val="solid"/>
            <a:round/>
            <a:headEnd len="sm" w="sm" type="none"/>
            <a:tailEnd len="sm" w="sm" type="none"/>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pic>
        <p:nvPicPr>
          <p:cNvPr descr="preencoded.png" id="1560" name="Google Shape;1560;p311"/>
          <p:cNvPicPr preferRelativeResize="0"/>
          <p:nvPr/>
        </p:nvPicPr>
        <p:blipFill rotWithShape="1">
          <a:blip r:embed="rId4">
            <a:alphaModFix/>
          </a:blip>
          <a:srcRect b="0" l="0" r="0" t="0"/>
          <a:stretch/>
        </p:blipFill>
        <p:spPr>
          <a:xfrm>
            <a:off x="2426048" y="2681717"/>
            <a:ext cx="151879" cy="151879"/>
          </a:xfrm>
          <a:prstGeom prst="rect">
            <a:avLst/>
          </a:prstGeom>
          <a:noFill/>
          <a:ln>
            <a:noFill/>
          </a:ln>
        </p:spPr>
      </p:pic>
      <p:sp>
        <p:nvSpPr>
          <p:cNvPr id="1561" name="Google Shape;1561;p311"/>
          <p:cNvSpPr/>
          <p:nvPr/>
        </p:nvSpPr>
        <p:spPr>
          <a:xfrm>
            <a:off x="3437930" y="2551245"/>
            <a:ext cx="1350300" cy="187500"/>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52586B"/>
              </a:buClr>
              <a:buSzPts val="1100"/>
              <a:buFont typeface="Mona Sans"/>
              <a:buNone/>
            </a:pPr>
            <a:r>
              <a:rPr b="0" i="0" lang="en" sz="1100" u="none" cap="none" strike="noStrike">
                <a:solidFill>
                  <a:srgbClr val="52586B"/>
                </a:solidFill>
                <a:latin typeface="Mona Sans"/>
                <a:ea typeface="Mona Sans"/>
                <a:cs typeface="Mona Sans"/>
                <a:sym typeface="Mona Sans"/>
              </a:rPr>
              <a:t>2 — Rough Direction</a:t>
            </a:r>
            <a:endParaRPr b="0" i="0" sz="1100" u="none" cap="none" strike="noStrike"/>
          </a:p>
        </p:txBody>
      </p:sp>
      <p:sp>
        <p:nvSpPr>
          <p:cNvPr id="1562" name="Google Shape;1562;p311"/>
          <p:cNvSpPr/>
          <p:nvPr/>
        </p:nvSpPr>
        <p:spPr>
          <a:xfrm>
            <a:off x="3437930" y="2801442"/>
            <a:ext cx="1726800" cy="179700"/>
          </a:xfrm>
          <a:prstGeom prst="rect">
            <a:avLst/>
          </a:prstGeom>
          <a:noFill/>
          <a:ln>
            <a:noFill/>
          </a:ln>
        </p:spPr>
        <p:txBody>
          <a:bodyPr anchorCtr="0" anchor="t" bIns="0" lIns="0" spcFirstLastPara="1" rIns="0" wrap="square" tIns="0">
            <a:noAutofit/>
          </a:bodyPr>
          <a:lstStyle/>
          <a:p>
            <a:pPr indent="0" lvl="0" marL="0" marR="0" rtl="0" algn="l">
              <a:lnSpc>
                <a:spcPct val="148148"/>
              </a:lnSpc>
              <a:spcBef>
                <a:spcPts val="0"/>
              </a:spcBef>
              <a:spcAft>
                <a:spcPts val="0"/>
              </a:spcAft>
              <a:buClr>
                <a:srgbClr val="52586B"/>
              </a:buClr>
              <a:buSzPts val="900"/>
              <a:buFont typeface="Funnel Sans"/>
              <a:buNone/>
            </a:pPr>
            <a:r>
              <a:rPr b="0" i="0" lang="en" sz="900" u="none" cap="none" strike="noStrike">
                <a:solidFill>
                  <a:srgbClr val="52586B"/>
                </a:solidFill>
                <a:latin typeface="Funnel Sans"/>
                <a:ea typeface="Funnel Sans"/>
                <a:cs typeface="Funnel Sans"/>
                <a:sym typeface="Funnel Sans"/>
              </a:rPr>
              <a:t>The idea is there, the execution isn't</a:t>
            </a:r>
            <a:endParaRPr b="0" i="0" sz="900" u="none" cap="none" strike="noStrike"/>
          </a:p>
        </p:txBody>
      </p:sp>
      <p:sp>
        <p:nvSpPr>
          <p:cNvPr id="1563" name="Google Shape;1563;p311"/>
          <p:cNvSpPr/>
          <p:nvPr/>
        </p:nvSpPr>
        <p:spPr>
          <a:xfrm>
            <a:off x="3383905" y="3094467"/>
            <a:ext cx="5274000" cy="7800"/>
          </a:xfrm>
          <a:prstGeom prst="roundRect">
            <a:avLst>
              <a:gd fmla="val 635198" name="adj"/>
            </a:avLst>
          </a:prstGeom>
          <a:solidFill>
            <a:srgbClr val="C8CACF"/>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
        <p:nvSpPr>
          <p:cNvPr id="1564" name="Google Shape;1564;p311"/>
          <p:cNvSpPr/>
          <p:nvPr/>
        </p:nvSpPr>
        <p:spPr>
          <a:xfrm>
            <a:off x="1260053" y="3161026"/>
            <a:ext cx="2483700" cy="669900"/>
          </a:xfrm>
          <a:prstGeom prst="roundRect">
            <a:avLst>
              <a:gd fmla="val 7527" name="adj"/>
            </a:avLst>
          </a:prstGeom>
          <a:solidFill>
            <a:srgbClr val="E2E4E9"/>
          </a:solidFill>
          <a:ln cap="flat" cmpd="sng" w="6175">
            <a:solidFill>
              <a:srgbClr val="C8CACF"/>
            </a:solidFill>
            <a:prstDash val="solid"/>
            <a:round/>
            <a:headEnd len="sm" w="sm" type="none"/>
            <a:tailEnd len="sm" w="sm" type="none"/>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pic>
        <p:nvPicPr>
          <p:cNvPr descr="preencoded.png" id="1565" name="Google Shape;1565;p311"/>
          <p:cNvPicPr preferRelativeResize="0"/>
          <p:nvPr/>
        </p:nvPicPr>
        <p:blipFill rotWithShape="1">
          <a:blip r:embed="rId5">
            <a:alphaModFix/>
          </a:blip>
          <a:srcRect b="0" l="0" r="0" t="0"/>
          <a:stretch/>
        </p:blipFill>
        <p:spPr>
          <a:xfrm>
            <a:off x="2426048" y="3411472"/>
            <a:ext cx="151879" cy="151879"/>
          </a:xfrm>
          <a:prstGeom prst="rect">
            <a:avLst/>
          </a:prstGeom>
          <a:noFill/>
          <a:ln>
            <a:noFill/>
          </a:ln>
        </p:spPr>
      </p:pic>
      <p:sp>
        <p:nvSpPr>
          <p:cNvPr id="1566" name="Google Shape;1566;p311"/>
          <p:cNvSpPr/>
          <p:nvPr/>
        </p:nvSpPr>
        <p:spPr>
          <a:xfrm>
            <a:off x="3851895" y="3280999"/>
            <a:ext cx="1350300" cy="187500"/>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52586B"/>
              </a:buClr>
              <a:buSzPts val="1100"/>
              <a:buFont typeface="Mona Sans"/>
              <a:buNone/>
            </a:pPr>
            <a:r>
              <a:rPr b="0" i="0" lang="en" sz="1100" u="none" cap="none" strike="noStrike">
                <a:solidFill>
                  <a:srgbClr val="52586B"/>
                </a:solidFill>
                <a:latin typeface="Mona Sans"/>
                <a:ea typeface="Mona Sans"/>
                <a:cs typeface="Mona Sans"/>
                <a:sym typeface="Mona Sans"/>
              </a:rPr>
              <a:t>3 — Getting There</a:t>
            </a:r>
            <a:endParaRPr b="0" i="0" sz="1100" u="none" cap="none" strike="noStrike"/>
          </a:p>
        </p:txBody>
      </p:sp>
      <p:sp>
        <p:nvSpPr>
          <p:cNvPr id="1567" name="Google Shape;1567;p311"/>
          <p:cNvSpPr/>
          <p:nvPr/>
        </p:nvSpPr>
        <p:spPr>
          <a:xfrm>
            <a:off x="3851895" y="3531195"/>
            <a:ext cx="2224200" cy="179700"/>
          </a:xfrm>
          <a:prstGeom prst="rect">
            <a:avLst/>
          </a:prstGeom>
          <a:noFill/>
          <a:ln>
            <a:noFill/>
          </a:ln>
        </p:spPr>
        <p:txBody>
          <a:bodyPr anchorCtr="0" anchor="t" bIns="0" lIns="0" spcFirstLastPara="1" rIns="0" wrap="square" tIns="0">
            <a:noAutofit/>
          </a:bodyPr>
          <a:lstStyle/>
          <a:p>
            <a:pPr indent="0" lvl="0" marL="0" marR="0" rtl="0" algn="l">
              <a:lnSpc>
                <a:spcPct val="148148"/>
              </a:lnSpc>
              <a:spcBef>
                <a:spcPts val="0"/>
              </a:spcBef>
              <a:spcAft>
                <a:spcPts val="0"/>
              </a:spcAft>
              <a:buClr>
                <a:srgbClr val="52586B"/>
              </a:buClr>
              <a:buSzPts val="900"/>
              <a:buFont typeface="Funnel Sans"/>
              <a:buNone/>
            </a:pPr>
            <a:r>
              <a:rPr b="0" i="0" lang="en" sz="900" u="none" cap="none" strike="noStrike">
                <a:solidFill>
                  <a:srgbClr val="52586B"/>
                </a:solidFill>
                <a:latin typeface="Funnel Sans"/>
                <a:ea typeface="Funnel Sans"/>
                <a:cs typeface="Funnel Sans"/>
                <a:sym typeface="Funnel Sans"/>
              </a:rPr>
              <a:t>Recognizable concept, some real functionality</a:t>
            </a:r>
            <a:endParaRPr b="0" i="0" sz="900" u="none" cap="none" strike="noStrike"/>
          </a:p>
        </p:txBody>
      </p:sp>
      <p:sp>
        <p:nvSpPr>
          <p:cNvPr id="1568" name="Google Shape;1568;p311"/>
          <p:cNvSpPr/>
          <p:nvPr/>
        </p:nvSpPr>
        <p:spPr>
          <a:xfrm>
            <a:off x="3797871" y="3824222"/>
            <a:ext cx="4860000" cy="7800"/>
          </a:xfrm>
          <a:prstGeom prst="roundRect">
            <a:avLst>
              <a:gd fmla="val 635198" name="adj"/>
            </a:avLst>
          </a:prstGeom>
          <a:solidFill>
            <a:srgbClr val="C8CACF"/>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
        <p:nvSpPr>
          <p:cNvPr id="1569" name="Google Shape;1569;p311"/>
          <p:cNvSpPr/>
          <p:nvPr/>
        </p:nvSpPr>
        <p:spPr>
          <a:xfrm>
            <a:off x="846088" y="3890781"/>
            <a:ext cx="3311700" cy="669900"/>
          </a:xfrm>
          <a:prstGeom prst="roundRect">
            <a:avLst>
              <a:gd fmla="val 7527" name="adj"/>
            </a:avLst>
          </a:prstGeom>
          <a:solidFill>
            <a:srgbClr val="E2E4E9"/>
          </a:solidFill>
          <a:ln cap="flat" cmpd="sng" w="6175">
            <a:solidFill>
              <a:srgbClr val="C8CACF"/>
            </a:solidFill>
            <a:prstDash val="solid"/>
            <a:round/>
            <a:headEnd len="sm" w="sm" type="none"/>
            <a:tailEnd len="sm" w="sm" type="none"/>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pic>
        <p:nvPicPr>
          <p:cNvPr descr="preencoded.png" id="1570" name="Google Shape;1570;p311"/>
          <p:cNvPicPr preferRelativeResize="0"/>
          <p:nvPr/>
        </p:nvPicPr>
        <p:blipFill rotWithShape="1">
          <a:blip r:embed="rId6">
            <a:alphaModFix/>
          </a:blip>
          <a:srcRect b="0" l="0" r="0" t="0"/>
          <a:stretch/>
        </p:blipFill>
        <p:spPr>
          <a:xfrm>
            <a:off x="2426048" y="4141225"/>
            <a:ext cx="151879" cy="151879"/>
          </a:xfrm>
          <a:prstGeom prst="rect">
            <a:avLst/>
          </a:prstGeom>
          <a:noFill/>
          <a:ln>
            <a:noFill/>
          </a:ln>
        </p:spPr>
      </p:pic>
      <p:sp>
        <p:nvSpPr>
          <p:cNvPr id="1571" name="Google Shape;1571;p311"/>
          <p:cNvSpPr/>
          <p:nvPr/>
        </p:nvSpPr>
        <p:spPr>
          <a:xfrm>
            <a:off x="4265935" y="4010753"/>
            <a:ext cx="1350300" cy="187500"/>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52586B"/>
              </a:buClr>
              <a:buSzPts val="1100"/>
              <a:buFont typeface="Mona Sans"/>
              <a:buNone/>
            </a:pPr>
            <a:r>
              <a:rPr b="0" i="0" lang="en" sz="1100" u="none" cap="none" strike="noStrike">
                <a:solidFill>
                  <a:srgbClr val="52586B"/>
                </a:solidFill>
                <a:latin typeface="Mona Sans"/>
                <a:ea typeface="Mona Sans"/>
                <a:cs typeface="Mona Sans"/>
                <a:sym typeface="Mona Sans"/>
              </a:rPr>
              <a:t>4 — Solid</a:t>
            </a:r>
            <a:endParaRPr b="0" i="0" sz="1100" u="none" cap="none" strike="noStrike"/>
          </a:p>
        </p:txBody>
      </p:sp>
      <p:sp>
        <p:nvSpPr>
          <p:cNvPr id="1572" name="Google Shape;1572;p311"/>
          <p:cNvSpPr/>
          <p:nvPr/>
        </p:nvSpPr>
        <p:spPr>
          <a:xfrm>
            <a:off x="4265935" y="4260949"/>
            <a:ext cx="2065200" cy="179700"/>
          </a:xfrm>
          <a:prstGeom prst="rect">
            <a:avLst/>
          </a:prstGeom>
          <a:noFill/>
          <a:ln>
            <a:noFill/>
          </a:ln>
        </p:spPr>
        <p:txBody>
          <a:bodyPr anchorCtr="0" anchor="t" bIns="0" lIns="0" spcFirstLastPara="1" rIns="0" wrap="square" tIns="0">
            <a:noAutofit/>
          </a:bodyPr>
          <a:lstStyle/>
          <a:p>
            <a:pPr indent="0" lvl="0" marL="0" marR="0" rtl="0" algn="l">
              <a:lnSpc>
                <a:spcPct val="148148"/>
              </a:lnSpc>
              <a:spcBef>
                <a:spcPts val="0"/>
              </a:spcBef>
              <a:spcAft>
                <a:spcPts val="0"/>
              </a:spcAft>
              <a:buClr>
                <a:srgbClr val="52586B"/>
              </a:buClr>
              <a:buSzPts val="900"/>
              <a:buFont typeface="Funnel Sans"/>
              <a:buNone/>
            </a:pPr>
            <a:r>
              <a:rPr b="0" i="0" lang="en" sz="900" u="none" cap="none" strike="noStrike">
                <a:solidFill>
                  <a:srgbClr val="52586B"/>
                </a:solidFill>
                <a:latin typeface="Funnel Sans"/>
                <a:ea typeface="Funnel Sans"/>
                <a:cs typeface="Funnel Sans"/>
                <a:sym typeface="Funnel Sans"/>
              </a:rPr>
              <a:t>I'd show this to my team and feel confident</a:t>
            </a:r>
            <a:endParaRPr b="0" i="0" sz="900" u="none" cap="none" strike="noStrike"/>
          </a:p>
        </p:txBody>
      </p:sp>
      <p:sp>
        <p:nvSpPr>
          <p:cNvPr id="1573" name="Google Shape;1573;p311"/>
          <p:cNvSpPr/>
          <p:nvPr/>
        </p:nvSpPr>
        <p:spPr>
          <a:xfrm>
            <a:off x="4211911" y="4553975"/>
            <a:ext cx="4446000" cy="7800"/>
          </a:xfrm>
          <a:prstGeom prst="roundRect">
            <a:avLst>
              <a:gd fmla="val 635198" name="adj"/>
            </a:avLst>
          </a:prstGeom>
          <a:solidFill>
            <a:srgbClr val="C8CACF"/>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
        <p:nvSpPr>
          <p:cNvPr id="1574" name="Google Shape;1574;p311"/>
          <p:cNvSpPr/>
          <p:nvPr/>
        </p:nvSpPr>
        <p:spPr>
          <a:xfrm>
            <a:off x="432122" y="4620535"/>
            <a:ext cx="4139700" cy="669900"/>
          </a:xfrm>
          <a:prstGeom prst="roundRect">
            <a:avLst>
              <a:gd fmla="val 7527" name="adj"/>
            </a:avLst>
          </a:prstGeom>
          <a:solidFill>
            <a:srgbClr val="E2E4E9"/>
          </a:solidFill>
          <a:ln cap="flat" cmpd="sng" w="6175">
            <a:solidFill>
              <a:srgbClr val="C8CACF"/>
            </a:solidFill>
            <a:prstDash val="solid"/>
            <a:round/>
            <a:headEnd len="sm" w="sm" type="none"/>
            <a:tailEnd len="sm" w="sm" type="none"/>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pic>
        <p:nvPicPr>
          <p:cNvPr descr="preencoded.png" id="1575" name="Google Shape;1575;p311"/>
          <p:cNvPicPr preferRelativeResize="0"/>
          <p:nvPr/>
        </p:nvPicPr>
        <p:blipFill rotWithShape="1">
          <a:blip r:embed="rId7">
            <a:alphaModFix/>
          </a:blip>
          <a:srcRect b="0" l="0" r="0" t="0"/>
          <a:stretch/>
        </p:blipFill>
        <p:spPr>
          <a:xfrm>
            <a:off x="2426122" y="4870979"/>
            <a:ext cx="151879" cy="151879"/>
          </a:xfrm>
          <a:prstGeom prst="rect">
            <a:avLst/>
          </a:prstGeom>
          <a:noFill/>
          <a:ln>
            <a:noFill/>
          </a:ln>
        </p:spPr>
      </p:pic>
      <p:sp>
        <p:nvSpPr>
          <p:cNvPr id="1576" name="Google Shape;1576;p311"/>
          <p:cNvSpPr/>
          <p:nvPr/>
        </p:nvSpPr>
        <p:spPr>
          <a:xfrm>
            <a:off x="4679975" y="4740506"/>
            <a:ext cx="1350300" cy="187500"/>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52586B"/>
              </a:buClr>
              <a:buSzPts val="1100"/>
              <a:buFont typeface="Mona Sans"/>
              <a:buNone/>
            </a:pPr>
            <a:r>
              <a:rPr b="0" i="0" lang="en" sz="1100" u="none" cap="none" strike="noStrike">
                <a:solidFill>
                  <a:srgbClr val="52586B"/>
                </a:solidFill>
                <a:latin typeface="Mona Sans"/>
                <a:ea typeface="Mona Sans"/>
                <a:cs typeface="Mona Sans"/>
                <a:sym typeface="Mona Sans"/>
              </a:rPr>
              <a:t>5 — VP-Ready</a:t>
            </a:r>
            <a:endParaRPr b="0" i="0" sz="1100" u="none" cap="none" strike="noStrike"/>
          </a:p>
        </p:txBody>
      </p:sp>
      <p:sp>
        <p:nvSpPr>
          <p:cNvPr id="1577" name="Google Shape;1577;p311"/>
          <p:cNvSpPr/>
          <p:nvPr/>
        </p:nvSpPr>
        <p:spPr>
          <a:xfrm>
            <a:off x="4679975" y="4990703"/>
            <a:ext cx="1866600" cy="179700"/>
          </a:xfrm>
          <a:prstGeom prst="rect">
            <a:avLst/>
          </a:prstGeom>
          <a:noFill/>
          <a:ln>
            <a:noFill/>
          </a:ln>
        </p:spPr>
        <p:txBody>
          <a:bodyPr anchorCtr="0" anchor="t" bIns="0" lIns="0" spcFirstLastPara="1" rIns="0" wrap="square" tIns="0">
            <a:noAutofit/>
          </a:bodyPr>
          <a:lstStyle/>
          <a:p>
            <a:pPr indent="0" lvl="0" marL="0" marR="0" rtl="0" algn="l">
              <a:lnSpc>
                <a:spcPct val="148148"/>
              </a:lnSpc>
              <a:spcBef>
                <a:spcPts val="0"/>
              </a:spcBef>
              <a:spcAft>
                <a:spcPts val="0"/>
              </a:spcAft>
              <a:buClr>
                <a:srgbClr val="52586B"/>
              </a:buClr>
              <a:buSzPts val="900"/>
              <a:buFont typeface="Funnel Sans"/>
              <a:buNone/>
            </a:pPr>
            <a:r>
              <a:rPr b="0" i="0" lang="en" sz="900" u="none" cap="none" strike="noStrike">
                <a:solidFill>
                  <a:srgbClr val="52586B"/>
                </a:solidFill>
                <a:latin typeface="Funnel Sans"/>
                <a:ea typeface="Funnel Sans"/>
                <a:cs typeface="Funnel Sans"/>
                <a:sym typeface="Funnel Sans"/>
              </a:rPr>
              <a:t>I'd present this to leadership tomorrow</a:t>
            </a:r>
            <a:endParaRPr b="0" i="0" sz="900" u="none" cap="none" strike="noStrike"/>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2" name="Shape 1582"/>
        <p:cNvGrpSpPr/>
        <p:nvPr/>
      </p:nvGrpSpPr>
      <p:grpSpPr>
        <a:xfrm>
          <a:off x="0" y="0"/>
          <a:ext cx="0" cy="0"/>
          <a:chOff x="0" y="0"/>
          <a:chExt cx="0" cy="0"/>
        </a:xfrm>
      </p:grpSpPr>
      <p:sp>
        <p:nvSpPr>
          <p:cNvPr id="1583" name="Google Shape;1583;p312"/>
          <p:cNvSpPr/>
          <p:nvPr/>
        </p:nvSpPr>
        <p:spPr>
          <a:xfrm>
            <a:off x="496119" y="2189592"/>
            <a:ext cx="924000" cy="259200"/>
          </a:xfrm>
          <a:prstGeom prst="roundRect">
            <a:avLst>
              <a:gd fmla="val 17872" name="adj"/>
            </a:avLst>
          </a:prstGeom>
          <a:solidFill>
            <a:srgbClr val="E2E4E9"/>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
        <p:nvSpPr>
          <p:cNvPr id="1584" name="Google Shape;1584;p312"/>
          <p:cNvSpPr/>
          <p:nvPr/>
        </p:nvSpPr>
        <p:spPr>
          <a:xfrm>
            <a:off x="570533" y="2230933"/>
            <a:ext cx="775200" cy="1764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52586B"/>
              </a:buClr>
              <a:buSzPts val="800"/>
              <a:buFont typeface="Funnel Sans"/>
              <a:buNone/>
            </a:pPr>
            <a:r>
              <a:rPr b="0" i="0" lang="en" sz="800" u="none" cap="none" strike="noStrike">
                <a:solidFill>
                  <a:srgbClr val="52586B"/>
                </a:solidFill>
                <a:latin typeface="Funnel Sans"/>
                <a:ea typeface="Funnel Sans"/>
                <a:cs typeface="Funnel Sans"/>
                <a:sym typeface="Funnel Sans"/>
              </a:rPr>
              <a:t>CHAPTER BREAK</a:t>
            </a:r>
            <a:endParaRPr b="0" i="0" sz="800" u="none" cap="none" strike="noStrike"/>
          </a:p>
        </p:txBody>
      </p:sp>
      <p:sp>
        <p:nvSpPr>
          <p:cNvPr id="1585" name="Google Shape;1585;p312"/>
          <p:cNvSpPr/>
          <p:nvPr/>
        </p:nvSpPr>
        <p:spPr>
          <a:xfrm>
            <a:off x="496119" y="2503785"/>
            <a:ext cx="4279500" cy="594300"/>
          </a:xfrm>
          <a:prstGeom prst="rect">
            <a:avLst/>
          </a:prstGeom>
          <a:noFill/>
          <a:ln>
            <a:noFill/>
          </a:ln>
        </p:spPr>
        <p:txBody>
          <a:bodyPr anchorCtr="0" anchor="t" bIns="0" lIns="0" spcFirstLastPara="1" rIns="0" wrap="square" tIns="0">
            <a:noAutofit/>
          </a:bodyPr>
          <a:lstStyle/>
          <a:p>
            <a:pPr indent="0" lvl="0" marL="0" marR="0" rtl="0" algn="l">
              <a:lnSpc>
                <a:spcPct val="125233"/>
              </a:lnSpc>
              <a:spcBef>
                <a:spcPts val="0"/>
              </a:spcBef>
              <a:spcAft>
                <a:spcPts val="0"/>
              </a:spcAft>
              <a:buClr>
                <a:srgbClr val="373B48"/>
              </a:buClr>
              <a:buSzPts val="3500"/>
              <a:buFont typeface="Mona Sans"/>
              <a:buNone/>
            </a:pPr>
            <a:r>
              <a:rPr b="0" i="0" lang="en" sz="3500" u="none" cap="none" strike="noStrike">
                <a:solidFill>
                  <a:srgbClr val="373B48"/>
                </a:solidFill>
                <a:latin typeface="Mona Sans"/>
                <a:ea typeface="Mona Sans"/>
                <a:cs typeface="Mona Sans"/>
                <a:sym typeface="Mona Sans"/>
              </a:rPr>
              <a:t>What You Did Today</a:t>
            </a:r>
            <a:endParaRPr b="0" i="0" sz="3500" u="none" cap="none" strike="noStrike"/>
          </a:p>
        </p:txBody>
      </p:sp>
      <p:sp>
        <p:nvSpPr>
          <p:cNvPr id="1586" name="Google Shape;1586;p312"/>
          <p:cNvSpPr/>
          <p:nvPr/>
        </p:nvSpPr>
        <p:spPr>
          <a:xfrm>
            <a:off x="496119" y="3304811"/>
            <a:ext cx="8151900" cy="2205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52586B"/>
              </a:buClr>
              <a:buSzPts val="1000"/>
              <a:buFont typeface="Funnel Sans"/>
              <a:buNone/>
            </a:pPr>
            <a:r>
              <a:rPr b="0" i="0" lang="en" sz="1000" u="none" cap="none" strike="noStrike">
                <a:solidFill>
                  <a:srgbClr val="52586B"/>
                </a:solidFill>
                <a:latin typeface="Funnel Sans"/>
                <a:ea typeface="Funnel Sans"/>
                <a:cs typeface="Funnel Sans"/>
                <a:sym typeface="Funnel Sans"/>
              </a:rPr>
              <a:t>Three things — the same three waypoints from the start. Let's close the loop.</a:t>
            </a:r>
            <a:endParaRPr b="0" i="0" sz="1000" u="none" cap="none" strike="noStrike"/>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1" name="Shape 1591"/>
        <p:cNvGrpSpPr/>
        <p:nvPr/>
      </p:nvGrpSpPr>
      <p:grpSpPr>
        <a:xfrm>
          <a:off x="0" y="0"/>
          <a:ext cx="0" cy="0"/>
          <a:chOff x="0" y="0"/>
          <a:chExt cx="0" cy="0"/>
        </a:xfrm>
      </p:grpSpPr>
      <p:sp>
        <p:nvSpPr>
          <p:cNvPr id="1592" name="Google Shape;1592;p313"/>
          <p:cNvSpPr/>
          <p:nvPr/>
        </p:nvSpPr>
        <p:spPr>
          <a:xfrm>
            <a:off x="697409" y="300385"/>
            <a:ext cx="4071600" cy="341400"/>
          </a:xfrm>
          <a:prstGeom prst="rect">
            <a:avLst/>
          </a:prstGeom>
          <a:noFill/>
          <a:ln>
            <a:noFill/>
          </a:ln>
        </p:spPr>
        <p:txBody>
          <a:bodyPr anchorCtr="0" anchor="t" bIns="0" lIns="0" spcFirstLastPara="1" rIns="0" wrap="square" tIns="0">
            <a:noAutofit/>
          </a:bodyPr>
          <a:lstStyle/>
          <a:p>
            <a:pPr indent="0" lvl="0" marL="0" marR="0" rtl="0" algn="l">
              <a:lnSpc>
                <a:spcPct val="126229"/>
              </a:lnSpc>
              <a:spcBef>
                <a:spcPts val="0"/>
              </a:spcBef>
              <a:spcAft>
                <a:spcPts val="0"/>
              </a:spcAft>
              <a:buClr>
                <a:srgbClr val="373B48"/>
              </a:buClr>
              <a:buSzPts val="2000"/>
              <a:buFont typeface="Mona Sans"/>
              <a:buNone/>
            </a:pPr>
            <a:r>
              <a:rPr b="0" i="0" lang="en" sz="2000" u="none" cap="none" strike="noStrike">
                <a:solidFill>
                  <a:srgbClr val="373B48"/>
                </a:solidFill>
                <a:latin typeface="Mona Sans"/>
                <a:ea typeface="Mona Sans"/>
                <a:cs typeface="Mona Sans"/>
                <a:sym typeface="Mona Sans"/>
              </a:rPr>
              <a:t>Takeaway 1: The Constraint Toolkit</a:t>
            </a:r>
            <a:endParaRPr b="0" i="0" sz="2000" u="none" cap="none" strike="noStrike"/>
          </a:p>
        </p:txBody>
      </p:sp>
      <p:sp>
        <p:nvSpPr>
          <p:cNvPr id="1593" name="Google Shape;1593;p313"/>
          <p:cNvSpPr/>
          <p:nvPr/>
        </p:nvSpPr>
        <p:spPr>
          <a:xfrm>
            <a:off x="697409" y="814503"/>
            <a:ext cx="7749300" cy="313200"/>
          </a:xfrm>
          <a:prstGeom prst="rect">
            <a:avLst/>
          </a:prstGeom>
          <a:noFill/>
          <a:ln>
            <a:noFill/>
          </a:ln>
        </p:spPr>
        <p:txBody>
          <a:bodyPr anchorCtr="0" anchor="t" bIns="0" lIns="0" spcFirstLastPara="1" rIns="0" wrap="square" tIns="0">
            <a:noAutofit/>
          </a:bodyPr>
          <a:lstStyle/>
          <a:p>
            <a:pPr indent="0" lvl="0" marL="0" marR="0" rtl="0" algn="l">
              <a:lnSpc>
                <a:spcPct val="145833"/>
              </a:lnSpc>
              <a:spcBef>
                <a:spcPts val="0"/>
              </a:spcBef>
              <a:spcAft>
                <a:spcPts val="0"/>
              </a:spcAft>
              <a:buClr>
                <a:srgbClr val="52586B"/>
              </a:buClr>
              <a:buSzPts val="800"/>
              <a:buFont typeface="Funnel Sans"/>
              <a:buNone/>
            </a:pPr>
            <a:r>
              <a:rPr b="0" i="0" lang="en" sz="800" u="none" cap="none" strike="noStrike">
                <a:solidFill>
                  <a:srgbClr val="52586B"/>
                </a:solidFill>
                <a:latin typeface="Funnel Sans"/>
                <a:ea typeface="Funnel Sans"/>
                <a:cs typeface="Funnel Sans"/>
                <a:sym typeface="Funnel Sans"/>
              </a:rPr>
              <a:t>Every build now starts with a </a:t>
            </a:r>
            <a:r>
              <a:rPr b="1" i="0" lang="en" sz="800" u="none" cap="none" strike="noStrike">
                <a:solidFill>
                  <a:srgbClr val="52586B"/>
                </a:solidFill>
                <a:latin typeface="Funnel Sans"/>
                <a:ea typeface="Funnel Sans"/>
                <a:cs typeface="Funnel Sans"/>
                <a:sym typeface="Funnel Sans"/>
              </a:rPr>
              <a:t>Validation Brief</a:t>
            </a:r>
            <a:r>
              <a:rPr b="0" i="0" lang="en" sz="800" u="none" cap="none" strike="noStrike">
                <a:solidFill>
                  <a:srgbClr val="52586B"/>
                </a:solidFill>
                <a:latin typeface="Funnel Sans"/>
                <a:ea typeface="Funnel Sans"/>
                <a:cs typeface="Funnel Sans"/>
                <a:sym typeface="Funnel Sans"/>
              </a:rPr>
              <a:t> — not a blank prompt. You defined a hypothesis, identified your risk type, named your kill switch, and set measurable success criteria before writing a single line of prompt text.</a:t>
            </a:r>
            <a:endParaRPr b="0" i="0" sz="800" u="none" cap="none" strike="noStrike"/>
          </a:p>
        </p:txBody>
      </p:sp>
      <p:pic>
        <p:nvPicPr>
          <p:cNvPr descr="preencoded.png" id="1594" name="Google Shape;1594;p313"/>
          <p:cNvPicPr preferRelativeResize="0"/>
          <p:nvPr/>
        </p:nvPicPr>
        <p:blipFill rotWithShape="1">
          <a:blip r:embed="rId3">
            <a:alphaModFix/>
          </a:blip>
          <a:srcRect b="0" l="0" r="0" t="0"/>
          <a:stretch/>
        </p:blipFill>
        <p:spPr>
          <a:xfrm>
            <a:off x="697409" y="1224773"/>
            <a:ext cx="7749111" cy="3401616"/>
          </a:xfrm>
          <a:prstGeom prst="rect">
            <a:avLst/>
          </a:prstGeom>
          <a:noFill/>
          <a:ln>
            <a:noFill/>
          </a:ln>
        </p:spPr>
      </p:pic>
      <p:sp>
        <p:nvSpPr>
          <p:cNvPr id="1595" name="Google Shape;1595;p313"/>
          <p:cNvSpPr/>
          <p:nvPr/>
        </p:nvSpPr>
        <p:spPr>
          <a:xfrm>
            <a:off x="2011977" y="3722781"/>
            <a:ext cx="1358400" cy="466500"/>
          </a:xfrm>
          <a:prstGeom prst="rect">
            <a:avLst/>
          </a:prstGeom>
          <a:noFill/>
          <a:ln>
            <a:noFill/>
          </a:ln>
        </p:spPr>
        <p:txBody>
          <a:bodyPr anchorCtr="0" anchor="t" bIns="0" lIns="0" spcFirstLastPara="1" rIns="0" wrap="square" tIns="0">
            <a:noAutofit/>
          </a:bodyPr>
          <a:lstStyle/>
          <a:p>
            <a:pPr indent="0" lvl="0" marL="0" marR="0" rtl="0" algn="ctr">
              <a:lnSpc>
                <a:spcPct val="123809"/>
              </a:lnSpc>
              <a:spcBef>
                <a:spcPts val="0"/>
              </a:spcBef>
              <a:spcAft>
                <a:spcPts val="0"/>
              </a:spcAft>
              <a:buClr>
                <a:srgbClr val="373B48"/>
              </a:buClr>
              <a:buSzPts val="1400"/>
              <a:buFont typeface="Mona Sans"/>
              <a:buNone/>
            </a:pPr>
            <a:r>
              <a:rPr b="0" i="0" lang="en" sz="1400" u="none" cap="none" strike="noStrike">
                <a:solidFill>
                  <a:srgbClr val="373B48"/>
                </a:solidFill>
                <a:latin typeface="Mona Sans"/>
                <a:ea typeface="Mona Sans"/>
                <a:cs typeface="Mona Sans"/>
                <a:sym typeface="Mona Sans"/>
              </a:rPr>
              <a:t>Hypothesis &amp; Risk</a:t>
            </a:r>
            <a:endParaRPr b="0" i="0" sz="1400" u="none" cap="none" strike="noStrike"/>
          </a:p>
        </p:txBody>
      </p:sp>
      <p:sp>
        <p:nvSpPr>
          <p:cNvPr id="1596" name="Google Shape;1596;p313"/>
          <p:cNvSpPr/>
          <p:nvPr/>
        </p:nvSpPr>
        <p:spPr>
          <a:xfrm>
            <a:off x="2011977" y="4255583"/>
            <a:ext cx="1358400" cy="334500"/>
          </a:xfrm>
          <a:prstGeom prst="rect">
            <a:avLst/>
          </a:prstGeom>
          <a:noFill/>
          <a:ln>
            <a:noFill/>
          </a:ln>
        </p:spPr>
        <p:txBody>
          <a:bodyPr anchorCtr="0" anchor="t" bIns="0" lIns="0" spcFirstLastPara="1" rIns="0" wrap="square" tIns="0">
            <a:noAutofit/>
          </a:bodyPr>
          <a:lstStyle/>
          <a:p>
            <a:pPr indent="0" lvl="0" marL="0" marR="0" rtl="0" algn="ctr">
              <a:lnSpc>
                <a:spcPct val="112121"/>
              </a:lnSpc>
              <a:spcBef>
                <a:spcPts val="0"/>
              </a:spcBef>
              <a:spcAft>
                <a:spcPts val="0"/>
              </a:spcAft>
              <a:buClr>
                <a:srgbClr val="52586B"/>
              </a:buClr>
              <a:buSzPts val="1100"/>
              <a:buFont typeface="Funnel Sans"/>
              <a:buNone/>
            </a:pPr>
            <a:r>
              <a:rPr b="0" i="0" lang="en" sz="1100" u="none" cap="none" strike="noStrike">
                <a:solidFill>
                  <a:srgbClr val="52586B"/>
                </a:solidFill>
                <a:latin typeface="Funnel Sans"/>
                <a:ea typeface="Funnel Sans"/>
                <a:cs typeface="Funnel Sans"/>
                <a:sym typeface="Funnel Sans"/>
              </a:rPr>
              <a:t>State hypothesis and risk type</a:t>
            </a:r>
            <a:endParaRPr b="0" i="0" sz="1100" u="none" cap="none" strike="noStrike"/>
          </a:p>
        </p:txBody>
      </p:sp>
      <p:sp>
        <p:nvSpPr>
          <p:cNvPr id="1597" name="Google Shape;1597;p313"/>
          <p:cNvSpPr/>
          <p:nvPr/>
        </p:nvSpPr>
        <p:spPr>
          <a:xfrm>
            <a:off x="5825758" y="3897963"/>
            <a:ext cx="1358400" cy="233400"/>
          </a:xfrm>
          <a:prstGeom prst="rect">
            <a:avLst/>
          </a:prstGeom>
          <a:noFill/>
          <a:ln>
            <a:noFill/>
          </a:ln>
        </p:spPr>
        <p:txBody>
          <a:bodyPr anchorCtr="0" anchor="t" bIns="0" lIns="0" spcFirstLastPara="1" rIns="0" wrap="square" tIns="0">
            <a:noAutofit/>
          </a:bodyPr>
          <a:lstStyle/>
          <a:p>
            <a:pPr indent="0" lvl="0" marL="0" marR="0" rtl="0" algn="ctr">
              <a:lnSpc>
                <a:spcPct val="123809"/>
              </a:lnSpc>
              <a:spcBef>
                <a:spcPts val="0"/>
              </a:spcBef>
              <a:spcAft>
                <a:spcPts val="0"/>
              </a:spcAft>
              <a:buClr>
                <a:srgbClr val="373B48"/>
              </a:buClr>
              <a:buSzPts val="1400"/>
              <a:buFont typeface="Mona Sans"/>
              <a:buNone/>
            </a:pPr>
            <a:r>
              <a:rPr b="0" i="0" lang="en" sz="1400" u="none" cap="none" strike="noStrike">
                <a:solidFill>
                  <a:srgbClr val="373B48"/>
                </a:solidFill>
                <a:latin typeface="Mona Sans"/>
                <a:ea typeface="Mona Sans"/>
                <a:cs typeface="Mona Sans"/>
                <a:sym typeface="Mona Sans"/>
              </a:rPr>
              <a:t>Success Criteria</a:t>
            </a:r>
            <a:endParaRPr b="0" i="0" sz="1400" u="none" cap="none" strike="noStrike"/>
          </a:p>
        </p:txBody>
      </p:sp>
      <p:sp>
        <p:nvSpPr>
          <p:cNvPr id="1598" name="Google Shape;1598;p313"/>
          <p:cNvSpPr/>
          <p:nvPr/>
        </p:nvSpPr>
        <p:spPr>
          <a:xfrm>
            <a:off x="5825758" y="4197534"/>
            <a:ext cx="1358400" cy="334500"/>
          </a:xfrm>
          <a:prstGeom prst="rect">
            <a:avLst/>
          </a:prstGeom>
          <a:noFill/>
          <a:ln>
            <a:noFill/>
          </a:ln>
        </p:spPr>
        <p:txBody>
          <a:bodyPr anchorCtr="0" anchor="t" bIns="0" lIns="0" spcFirstLastPara="1" rIns="0" wrap="square" tIns="0">
            <a:noAutofit/>
          </a:bodyPr>
          <a:lstStyle/>
          <a:p>
            <a:pPr indent="0" lvl="0" marL="0" marR="0" rtl="0" algn="ctr">
              <a:lnSpc>
                <a:spcPct val="112121"/>
              </a:lnSpc>
              <a:spcBef>
                <a:spcPts val="0"/>
              </a:spcBef>
              <a:spcAft>
                <a:spcPts val="0"/>
              </a:spcAft>
              <a:buClr>
                <a:srgbClr val="52586B"/>
              </a:buClr>
              <a:buSzPts val="1100"/>
              <a:buFont typeface="Funnel Sans"/>
              <a:buNone/>
            </a:pPr>
            <a:r>
              <a:rPr b="0" i="0" lang="en" sz="1100" u="none" cap="none" strike="noStrike">
                <a:solidFill>
                  <a:srgbClr val="52586B"/>
                </a:solidFill>
                <a:latin typeface="Funnel Sans"/>
                <a:ea typeface="Funnel Sans"/>
                <a:cs typeface="Funnel Sans"/>
                <a:sym typeface="Funnel Sans"/>
              </a:rPr>
              <a:t>Set measurable success metrics</a:t>
            </a:r>
            <a:endParaRPr b="0" i="0" sz="1100" u="none" cap="none" strike="noStrike"/>
          </a:p>
        </p:txBody>
      </p:sp>
      <p:sp>
        <p:nvSpPr>
          <p:cNvPr id="1599" name="Google Shape;1599;p313"/>
          <p:cNvSpPr/>
          <p:nvPr/>
        </p:nvSpPr>
        <p:spPr>
          <a:xfrm>
            <a:off x="3930062" y="1621117"/>
            <a:ext cx="1358400" cy="466500"/>
          </a:xfrm>
          <a:prstGeom prst="rect">
            <a:avLst/>
          </a:prstGeom>
          <a:noFill/>
          <a:ln>
            <a:noFill/>
          </a:ln>
        </p:spPr>
        <p:txBody>
          <a:bodyPr anchorCtr="0" anchor="t" bIns="0" lIns="0" spcFirstLastPara="1" rIns="0" wrap="square" tIns="0">
            <a:noAutofit/>
          </a:bodyPr>
          <a:lstStyle/>
          <a:p>
            <a:pPr indent="0" lvl="0" marL="0" marR="0" rtl="0" algn="ctr">
              <a:lnSpc>
                <a:spcPct val="123809"/>
              </a:lnSpc>
              <a:spcBef>
                <a:spcPts val="0"/>
              </a:spcBef>
              <a:spcAft>
                <a:spcPts val="0"/>
              </a:spcAft>
              <a:buClr>
                <a:srgbClr val="373B48"/>
              </a:buClr>
              <a:buSzPts val="1400"/>
              <a:buFont typeface="Mona Sans"/>
              <a:buNone/>
            </a:pPr>
            <a:r>
              <a:rPr b="0" i="0" lang="en" sz="1400" u="none" cap="none" strike="noStrike">
                <a:solidFill>
                  <a:srgbClr val="373B48"/>
                </a:solidFill>
                <a:latin typeface="Mona Sans"/>
                <a:ea typeface="Mona Sans"/>
                <a:cs typeface="Mona Sans"/>
                <a:sym typeface="Mona Sans"/>
              </a:rPr>
              <a:t>Kill Switch &amp; Limits</a:t>
            </a:r>
            <a:endParaRPr b="0" i="0" sz="1400" u="none" cap="none" strike="noStrike"/>
          </a:p>
        </p:txBody>
      </p:sp>
      <p:sp>
        <p:nvSpPr>
          <p:cNvPr id="1600" name="Google Shape;1600;p313"/>
          <p:cNvSpPr/>
          <p:nvPr/>
        </p:nvSpPr>
        <p:spPr>
          <a:xfrm>
            <a:off x="3930062" y="2153919"/>
            <a:ext cx="1358400" cy="334500"/>
          </a:xfrm>
          <a:prstGeom prst="rect">
            <a:avLst/>
          </a:prstGeom>
          <a:noFill/>
          <a:ln>
            <a:noFill/>
          </a:ln>
        </p:spPr>
        <p:txBody>
          <a:bodyPr anchorCtr="0" anchor="t" bIns="0" lIns="0" spcFirstLastPara="1" rIns="0" wrap="square" tIns="0">
            <a:noAutofit/>
          </a:bodyPr>
          <a:lstStyle/>
          <a:p>
            <a:pPr indent="0" lvl="0" marL="0" marR="0" rtl="0" algn="ctr">
              <a:lnSpc>
                <a:spcPct val="112121"/>
              </a:lnSpc>
              <a:spcBef>
                <a:spcPts val="0"/>
              </a:spcBef>
              <a:spcAft>
                <a:spcPts val="0"/>
              </a:spcAft>
              <a:buClr>
                <a:srgbClr val="52586B"/>
              </a:buClr>
              <a:buSzPts val="1100"/>
              <a:buFont typeface="Funnel Sans"/>
              <a:buNone/>
            </a:pPr>
            <a:r>
              <a:rPr b="0" i="0" lang="en" sz="1100" u="none" cap="none" strike="noStrike">
                <a:solidFill>
                  <a:srgbClr val="52586B"/>
                </a:solidFill>
                <a:latin typeface="Funnel Sans"/>
                <a:ea typeface="Funnel Sans"/>
                <a:cs typeface="Funnel Sans"/>
                <a:sym typeface="Funnel Sans"/>
              </a:rPr>
              <a:t>Define kill switch and constraints</a:t>
            </a:r>
            <a:endParaRPr b="0" i="0" sz="1100" u="none" cap="none" strike="noStrike"/>
          </a:p>
        </p:txBody>
      </p:sp>
      <p:sp>
        <p:nvSpPr>
          <p:cNvPr id="1601" name="Google Shape;1601;p313"/>
          <p:cNvSpPr/>
          <p:nvPr/>
        </p:nvSpPr>
        <p:spPr>
          <a:xfrm>
            <a:off x="697409" y="5101580"/>
            <a:ext cx="7749300" cy="313200"/>
          </a:xfrm>
          <a:prstGeom prst="rect">
            <a:avLst/>
          </a:prstGeom>
          <a:noFill/>
          <a:ln>
            <a:noFill/>
          </a:ln>
        </p:spPr>
        <p:txBody>
          <a:bodyPr anchorCtr="0" anchor="t" bIns="0" lIns="0" spcFirstLastPara="1" rIns="0" wrap="square" tIns="0">
            <a:noAutofit/>
          </a:bodyPr>
          <a:lstStyle/>
          <a:p>
            <a:pPr indent="0" lvl="0" marL="0" marR="0" rtl="0" algn="l">
              <a:lnSpc>
                <a:spcPct val="145833"/>
              </a:lnSpc>
              <a:spcBef>
                <a:spcPts val="0"/>
              </a:spcBef>
              <a:spcAft>
                <a:spcPts val="0"/>
              </a:spcAft>
              <a:buClr>
                <a:srgbClr val="52586B"/>
              </a:buClr>
              <a:buSzPts val="800"/>
              <a:buFont typeface="Funnel Sans"/>
              <a:buNone/>
            </a:pPr>
            <a:r>
              <a:rPr b="0" i="0" lang="en" sz="800" u="none" cap="none" strike="noStrike">
                <a:solidFill>
                  <a:srgbClr val="52586B"/>
                </a:solidFill>
                <a:latin typeface="Funnel Sans"/>
                <a:ea typeface="Funnel Sans"/>
                <a:cs typeface="Funnel Sans"/>
                <a:sym typeface="Funnel Sans"/>
              </a:rPr>
              <a:t>The Validation Brief is your pre-flight checklist. Skipping it is like launching a rocket without checking the navigation system. It takes five minutes now and saves five hours of aimless iteration later.</a:t>
            </a:r>
            <a:endParaRPr b="0" i="0" sz="800" u="none" cap="none" strike="noStrike"/>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6" name="Shape 1606"/>
        <p:cNvGrpSpPr/>
        <p:nvPr/>
      </p:nvGrpSpPr>
      <p:grpSpPr>
        <a:xfrm>
          <a:off x="0" y="0"/>
          <a:ext cx="0" cy="0"/>
          <a:chOff x="0" y="0"/>
          <a:chExt cx="0" cy="0"/>
        </a:xfrm>
      </p:grpSpPr>
      <p:sp>
        <p:nvSpPr>
          <p:cNvPr id="1607" name="Google Shape;1607;p314"/>
          <p:cNvSpPr/>
          <p:nvPr/>
        </p:nvSpPr>
        <p:spPr>
          <a:xfrm>
            <a:off x="496119" y="1616274"/>
            <a:ext cx="4464600" cy="430500"/>
          </a:xfrm>
          <a:prstGeom prst="rect">
            <a:avLst/>
          </a:prstGeom>
          <a:noFill/>
          <a:ln>
            <a:noFill/>
          </a:ln>
        </p:spPr>
        <p:txBody>
          <a:bodyPr anchorCtr="0" anchor="t" bIns="0" lIns="0" spcFirstLastPara="1" rIns="0" wrap="square" tIns="0">
            <a:noAutofit/>
          </a:bodyPr>
          <a:lstStyle/>
          <a:p>
            <a:pPr indent="0" lvl="0" marL="0" marR="0" rtl="0" algn="l">
              <a:lnSpc>
                <a:spcPct val="124359"/>
              </a:lnSpc>
              <a:spcBef>
                <a:spcPts val="0"/>
              </a:spcBef>
              <a:spcAft>
                <a:spcPts val="0"/>
              </a:spcAft>
              <a:buClr>
                <a:srgbClr val="373B48"/>
              </a:buClr>
              <a:buSzPts val="2500"/>
              <a:buFont typeface="Mona Sans"/>
              <a:buNone/>
            </a:pPr>
            <a:r>
              <a:rPr b="0" i="0" lang="en" sz="2500" u="none" cap="none" strike="noStrike">
                <a:solidFill>
                  <a:srgbClr val="373B48"/>
                </a:solidFill>
                <a:latin typeface="Mona Sans"/>
                <a:ea typeface="Mona Sans"/>
                <a:cs typeface="Mona Sans"/>
                <a:sym typeface="Mona Sans"/>
              </a:rPr>
              <a:t>Takeaway 2: Context Injection</a:t>
            </a:r>
            <a:endParaRPr b="0" i="0" sz="2500" u="none" cap="none" strike="noStrike"/>
          </a:p>
        </p:txBody>
      </p:sp>
      <p:sp>
        <p:nvSpPr>
          <p:cNvPr id="1608" name="Google Shape;1608;p314"/>
          <p:cNvSpPr/>
          <p:nvPr/>
        </p:nvSpPr>
        <p:spPr>
          <a:xfrm>
            <a:off x="496119" y="2322463"/>
            <a:ext cx="8151900" cy="4410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52586B"/>
              </a:buClr>
              <a:buSzPts val="1000"/>
              <a:buFont typeface="Funnel Sans"/>
              <a:buNone/>
            </a:pPr>
            <a:r>
              <a:rPr b="0" i="0" lang="en" sz="1000" u="none" cap="none" strike="noStrike">
                <a:solidFill>
                  <a:srgbClr val="52586B"/>
                </a:solidFill>
                <a:latin typeface="Funnel Sans"/>
                <a:ea typeface="Funnel Sans"/>
                <a:cs typeface="Funnel Sans"/>
                <a:sym typeface="Funnel Sans"/>
              </a:rPr>
              <a:t>Screenshots, user feedback, and real metrics fed directly into the builder tool. You never start from a blank page again. The difference between your M1 and M2 prototypes proves the point — </a:t>
            </a:r>
            <a:r>
              <a:rPr b="1" i="0" lang="en" sz="1000" u="none" cap="none" strike="noStrike">
                <a:solidFill>
                  <a:srgbClr val="52586B"/>
                </a:solidFill>
                <a:latin typeface="Funnel Sans"/>
                <a:ea typeface="Funnel Sans"/>
                <a:cs typeface="Funnel Sans"/>
                <a:sym typeface="Funnel Sans"/>
              </a:rPr>
              <a:t>better inputs beat more time</a:t>
            </a:r>
            <a:r>
              <a:rPr b="0" i="0" lang="en" sz="1000" u="none" cap="none" strike="noStrike">
                <a:solidFill>
                  <a:srgbClr val="52586B"/>
                </a:solidFill>
                <a:latin typeface="Funnel Sans"/>
                <a:ea typeface="Funnel Sans"/>
                <a:cs typeface="Funnel Sans"/>
                <a:sym typeface="Funnel Sans"/>
              </a:rPr>
              <a:t>, every single session.</a:t>
            </a:r>
            <a:endParaRPr b="0" i="0" sz="1000" u="none" cap="none" strike="noStrike"/>
          </a:p>
        </p:txBody>
      </p:sp>
      <p:pic>
        <p:nvPicPr>
          <p:cNvPr descr="preencoded.png" id="1609" name="Google Shape;1609;p314"/>
          <p:cNvPicPr preferRelativeResize="0"/>
          <p:nvPr/>
        </p:nvPicPr>
        <p:blipFill rotWithShape="1">
          <a:blip r:embed="rId3">
            <a:alphaModFix/>
          </a:blip>
          <a:srcRect b="0" l="0" r="0" t="0"/>
          <a:stretch/>
        </p:blipFill>
        <p:spPr>
          <a:xfrm>
            <a:off x="496119" y="2918519"/>
            <a:ext cx="574997" cy="574997"/>
          </a:xfrm>
          <a:prstGeom prst="rect">
            <a:avLst/>
          </a:prstGeom>
          <a:noFill/>
          <a:ln>
            <a:noFill/>
          </a:ln>
        </p:spPr>
      </p:pic>
      <p:sp>
        <p:nvSpPr>
          <p:cNvPr id="1610" name="Google Shape;1610;p314"/>
          <p:cNvSpPr/>
          <p:nvPr/>
        </p:nvSpPr>
        <p:spPr>
          <a:xfrm>
            <a:off x="1226121" y="2918519"/>
            <a:ext cx="1550700" cy="215400"/>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52586B"/>
              </a:buClr>
              <a:buSzPts val="1300"/>
              <a:buFont typeface="Mona Sans"/>
              <a:buNone/>
            </a:pPr>
            <a:r>
              <a:rPr b="0" i="0" lang="en" sz="1300" u="none" cap="none" strike="noStrike">
                <a:solidFill>
                  <a:srgbClr val="52586B"/>
                </a:solidFill>
                <a:latin typeface="Mona Sans"/>
                <a:ea typeface="Mona Sans"/>
                <a:cs typeface="Mona Sans"/>
                <a:sym typeface="Mona Sans"/>
              </a:rPr>
              <a:t>Visual Reference</a:t>
            </a:r>
            <a:endParaRPr b="0" i="0" sz="1300" u="none" cap="none" strike="noStrike"/>
          </a:p>
        </p:txBody>
      </p:sp>
      <p:sp>
        <p:nvSpPr>
          <p:cNvPr id="1611" name="Google Shape;1611;p314"/>
          <p:cNvSpPr/>
          <p:nvPr/>
        </p:nvSpPr>
        <p:spPr>
          <a:xfrm>
            <a:off x="1226121" y="3216589"/>
            <a:ext cx="1883700" cy="8820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52586B"/>
              </a:buClr>
              <a:buSzPts val="1000"/>
              <a:buFont typeface="Funnel Sans"/>
              <a:buNone/>
            </a:pPr>
            <a:r>
              <a:rPr b="0" i="0" lang="en" sz="1000" u="none" cap="none" strike="noStrike">
                <a:solidFill>
                  <a:srgbClr val="52586B"/>
                </a:solidFill>
                <a:latin typeface="Funnel Sans"/>
                <a:ea typeface="Funnel Sans"/>
                <a:cs typeface="Funnel Sans"/>
                <a:sym typeface="Funnel Sans"/>
              </a:rPr>
              <a:t>A single screenshot gave the AI more useful context than paragraphs of description. Show, don't tell.</a:t>
            </a:r>
            <a:endParaRPr b="0" i="0" sz="1000" u="none" cap="none" strike="noStrike"/>
          </a:p>
        </p:txBody>
      </p:sp>
      <p:pic>
        <p:nvPicPr>
          <p:cNvPr descr="preencoded.png" id="1612" name="Google Shape;1612;p314"/>
          <p:cNvPicPr preferRelativeResize="0"/>
          <p:nvPr/>
        </p:nvPicPr>
        <p:blipFill rotWithShape="1">
          <a:blip r:embed="rId4">
            <a:alphaModFix/>
          </a:blip>
          <a:srcRect b="0" l="0" r="0" t="0"/>
          <a:stretch/>
        </p:blipFill>
        <p:spPr>
          <a:xfrm>
            <a:off x="3264991" y="2918519"/>
            <a:ext cx="574997" cy="574997"/>
          </a:xfrm>
          <a:prstGeom prst="rect">
            <a:avLst/>
          </a:prstGeom>
          <a:noFill/>
          <a:ln>
            <a:noFill/>
          </a:ln>
        </p:spPr>
      </p:pic>
      <p:sp>
        <p:nvSpPr>
          <p:cNvPr id="1613" name="Google Shape;1613;p314"/>
          <p:cNvSpPr/>
          <p:nvPr/>
        </p:nvSpPr>
        <p:spPr>
          <a:xfrm>
            <a:off x="3994993" y="2918519"/>
            <a:ext cx="1550700" cy="215400"/>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52586B"/>
              </a:buClr>
              <a:buSzPts val="1300"/>
              <a:buFont typeface="Mona Sans"/>
              <a:buNone/>
            </a:pPr>
            <a:r>
              <a:rPr b="0" i="0" lang="en" sz="1300" u="none" cap="none" strike="noStrike">
                <a:solidFill>
                  <a:srgbClr val="52586B"/>
                </a:solidFill>
                <a:latin typeface="Mona Sans"/>
                <a:ea typeface="Mona Sans"/>
                <a:cs typeface="Mona Sans"/>
                <a:sym typeface="Mona Sans"/>
              </a:rPr>
              <a:t>User Voice</a:t>
            </a:r>
            <a:endParaRPr b="0" i="0" sz="1300" u="none" cap="none" strike="noStrike"/>
          </a:p>
        </p:txBody>
      </p:sp>
      <p:sp>
        <p:nvSpPr>
          <p:cNvPr id="1614" name="Google Shape;1614;p314"/>
          <p:cNvSpPr/>
          <p:nvPr/>
        </p:nvSpPr>
        <p:spPr>
          <a:xfrm>
            <a:off x="3994993" y="3216589"/>
            <a:ext cx="1884000" cy="8820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52586B"/>
              </a:buClr>
              <a:buSzPts val="1000"/>
              <a:buFont typeface="Funnel Sans"/>
              <a:buNone/>
            </a:pPr>
            <a:r>
              <a:rPr b="0" i="0" lang="en" sz="1000" u="none" cap="none" strike="noStrike">
                <a:solidFill>
                  <a:srgbClr val="52586B"/>
                </a:solidFill>
                <a:latin typeface="Funnel Sans"/>
                <a:ea typeface="Funnel Sans"/>
                <a:cs typeface="Funnel Sans"/>
                <a:sym typeface="Funnel Sans"/>
              </a:rPr>
              <a:t>Real quotes replaced placeholder text. Your prototype speaks the language of the people who'll actually use it.</a:t>
            </a:r>
            <a:endParaRPr b="0" i="0" sz="1000" u="none" cap="none" strike="noStrike"/>
          </a:p>
        </p:txBody>
      </p:sp>
      <p:pic>
        <p:nvPicPr>
          <p:cNvPr descr="preencoded.png" id="1615" name="Google Shape;1615;p314"/>
          <p:cNvPicPr preferRelativeResize="0"/>
          <p:nvPr/>
        </p:nvPicPr>
        <p:blipFill rotWithShape="1">
          <a:blip r:embed="rId5">
            <a:alphaModFix/>
          </a:blip>
          <a:srcRect b="0" l="0" r="0" t="0"/>
          <a:stretch/>
        </p:blipFill>
        <p:spPr>
          <a:xfrm>
            <a:off x="6033939" y="2918519"/>
            <a:ext cx="574997" cy="574997"/>
          </a:xfrm>
          <a:prstGeom prst="rect">
            <a:avLst/>
          </a:prstGeom>
          <a:noFill/>
          <a:ln>
            <a:noFill/>
          </a:ln>
        </p:spPr>
      </p:pic>
      <p:sp>
        <p:nvSpPr>
          <p:cNvPr id="1616" name="Google Shape;1616;p314"/>
          <p:cNvSpPr/>
          <p:nvPr/>
        </p:nvSpPr>
        <p:spPr>
          <a:xfrm>
            <a:off x="6763941" y="2918519"/>
            <a:ext cx="1550700" cy="215400"/>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52586B"/>
              </a:buClr>
              <a:buSzPts val="1300"/>
              <a:buFont typeface="Mona Sans"/>
              <a:buNone/>
            </a:pPr>
            <a:r>
              <a:rPr b="0" i="0" lang="en" sz="1300" u="none" cap="none" strike="noStrike">
                <a:solidFill>
                  <a:srgbClr val="52586B"/>
                </a:solidFill>
                <a:latin typeface="Mona Sans"/>
                <a:ea typeface="Mona Sans"/>
                <a:cs typeface="Mona Sans"/>
                <a:sym typeface="Mona Sans"/>
              </a:rPr>
              <a:t>Real Metrics</a:t>
            </a:r>
            <a:endParaRPr b="0" i="0" sz="1300" u="none" cap="none" strike="noStrike"/>
          </a:p>
        </p:txBody>
      </p:sp>
      <p:sp>
        <p:nvSpPr>
          <p:cNvPr id="1617" name="Google Shape;1617;p314"/>
          <p:cNvSpPr/>
          <p:nvPr/>
        </p:nvSpPr>
        <p:spPr>
          <a:xfrm>
            <a:off x="6763941" y="3216589"/>
            <a:ext cx="1884000" cy="8820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52586B"/>
              </a:buClr>
              <a:buSzPts val="1000"/>
              <a:buFont typeface="Funnel Sans"/>
              <a:buNone/>
            </a:pPr>
            <a:r>
              <a:rPr b="0" i="0" lang="en" sz="1000" u="none" cap="none" strike="noStrike">
                <a:solidFill>
                  <a:srgbClr val="52586B"/>
                </a:solidFill>
                <a:latin typeface="Funnel Sans"/>
                <a:ea typeface="Funnel Sans"/>
                <a:cs typeface="Funnel Sans"/>
                <a:sym typeface="Funnel Sans"/>
              </a:rPr>
              <a:t>Hard numbers made the prototype credible. "30% churn" hits differently than "users are leaving."</a:t>
            </a:r>
            <a:endParaRPr b="0" i="0" sz="1000" u="none" cap="none" strike="noStrike"/>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2" name="Shape 1622"/>
        <p:cNvGrpSpPr/>
        <p:nvPr/>
      </p:nvGrpSpPr>
      <p:grpSpPr>
        <a:xfrm>
          <a:off x="0" y="0"/>
          <a:ext cx="0" cy="0"/>
          <a:chOff x="0" y="0"/>
          <a:chExt cx="0" cy="0"/>
        </a:xfrm>
      </p:grpSpPr>
      <p:sp>
        <p:nvSpPr>
          <p:cNvPr id="1623" name="Google Shape;1623;p315"/>
          <p:cNvSpPr/>
          <p:nvPr/>
        </p:nvSpPr>
        <p:spPr>
          <a:xfrm>
            <a:off x="496119" y="1495640"/>
            <a:ext cx="7654800" cy="430500"/>
          </a:xfrm>
          <a:prstGeom prst="rect">
            <a:avLst/>
          </a:prstGeom>
          <a:noFill/>
          <a:ln>
            <a:noFill/>
          </a:ln>
        </p:spPr>
        <p:txBody>
          <a:bodyPr anchorCtr="0" anchor="t" bIns="0" lIns="0" spcFirstLastPara="1" rIns="0" wrap="square" tIns="0">
            <a:noAutofit/>
          </a:bodyPr>
          <a:lstStyle/>
          <a:p>
            <a:pPr indent="0" lvl="0" marL="0" marR="0" rtl="0" algn="l">
              <a:lnSpc>
                <a:spcPct val="124359"/>
              </a:lnSpc>
              <a:spcBef>
                <a:spcPts val="0"/>
              </a:spcBef>
              <a:spcAft>
                <a:spcPts val="0"/>
              </a:spcAft>
              <a:buClr>
                <a:srgbClr val="373B48"/>
              </a:buClr>
              <a:buSzPts val="2500"/>
              <a:buFont typeface="Mona Sans"/>
              <a:buNone/>
            </a:pPr>
            <a:r>
              <a:rPr b="0" i="0" lang="en" sz="2500" u="none" cap="none" strike="noStrike">
                <a:solidFill>
                  <a:srgbClr val="373B48"/>
                </a:solidFill>
                <a:latin typeface="Mona Sans"/>
                <a:ea typeface="Mona Sans"/>
                <a:cs typeface="Mona Sans"/>
                <a:sym typeface="Mona Sans"/>
              </a:rPr>
              <a:t>Takeaway 3: A Prototype That's Meaningfully Better</a:t>
            </a:r>
            <a:endParaRPr b="0" i="0" sz="2500" u="none" cap="none" strike="noStrike"/>
          </a:p>
        </p:txBody>
      </p:sp>
      <p:sp>
        <p:nvSpPr>
          <p:cNvPr id="1624" name="Google Shape;1624;p315"/>
          <p:cNvSpPr/>
          <p:nvPr/>
        </p:nvSpPr>
        <p:spPr>
          <a:xfrm>
            <a:off x="496119" y="2132955"/>
            <a:ext cx="8151900" cy="4410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52586B"/>
              </a:buClr>
              <a:buSzPts val="1000"/>
              <a:buFont typeface="Funnel Sans"/>
              <a:buNone/>
            </a:pPr>
            <a:r>
              <a:rPr b="0" i="0" lang="en" sz="1000" u="none" cap="none" strike="noStrike">
                <a:solidFill>
                  <a:srgbClr val="52586B"/>
                </a:solidFill>
                <a:latin typeface="Funnel Sans"/>
                <a:ea typeface="Funnel Sans"/>
                <a:cs typeface="Funnel Sans"/>
                <a:sym typeface="Funnel Sans"/>
              </a:rPr>
              <a:t>Pull up your M1 and M2 prototypes side by side. That leap didn't come from more time — it came from </a:t>
            </a:r>
            <a:r>
              <a:rPr b="1" i="0" lang="en" sz="1000" u="none" cap="none" strike="noStrike">
                <a:solidFill>
                  <a:srgbClr val="52586B"/>
                </a:solidFill>
                <a:latin typeface="Funnel Sans"/>
                <a:ea typeface="Funnel Sans"/>
                <a:cs typeface="Funnel Sans"/>
                <a:sym typeface="Funnel Sans"/>
              </a:rPr>
              <a:t>better inputs</a:t>
            </a:r>
            <a:r>
              <a:rPr b="0" i="0" lang="en" sz="1000" u="none" cap="none" strike="noStrike">
                <a:solidFill>
                  <a:srgbClr val="52586B"/>
                </a:solidFill>
                <a:latin typeface="Funnel Sans"/>
                <a:ea typeface="Funnel Sans"/>
                <a:cs typeface="Funnel Sans"/>
                <a:sym typeface="Funnel Sans"/>
              </a:rPr>
              <a:t>. Same tool. Same builder. Radically different output.</a:t>
            </a:r>
            <a:endParaRPr b="0" i="0" sz="1000" u="none" cap="none" strike="noStrike"/>
          </a:p>
        </p:txBody>
      </p:sp>
      <p:sp>
        <p:nvSpPr>
          <p:cNvPr id="1625" name="Google Shape;1625;p315"/>
          <p:cNvSpPr/>
          <p:nvPr/>
        </p:nvSpPr>
        <p:spPr>
          <a:xfrm>
            <a:off x="496119" y="2729012"/>
            <a:ext cx="8151900" cy="804600"/>
          </a:xfrm>
          <a:prstGeom prst="roundRect">
            <a:avLst>
              <a:gd fmla="val 7194" name="adj"/>
            </a:avLst>
          </a:prstGeom>
          <a:solidFill>
            <a:srgbClr val="E2E4E9"/>
          </a:solidFill>
          <a:ln cap="flat" cmpd="sng" w="6175">
            <a:solidFill>
              <a:srgbClr val="C8CACF"/>
            </a:solidFill>
            <a:prstDash val="solid"/>
            <a:round/>
            <a:headEnd len="sm" w="sm" type="none"/>
            <a:tailEnd len="sm" w="sm" type="none"/>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
        <p:nvSpPr>
          <p:cNvPr id="1626" name="Google Shape;1626;p315"/>
          <p:cNvSpPr/>
          <p:nvPr/>
        </p:nvSpPr>
        <p:spPr>
          <a:xfrm>
            <a:off x="500881" y="2734303"/>
            <a:ext cx="2714100" cy="794100"/>
          </a:xfrm>
          <a:prstGeom prst="roundRect">
            <a:avLst>
              <a:gd fmla="val 7290" name="adj"/>
            </a:avLst>
          </a:prstGeom>
          <a:solidFill>
            <a:srgbClr val="E2E4E9"/>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
        <p:nvSpPr>
          <p:cNvPr id="1627" name="Google Shape;1627;p315"/>
          <p:cNvSpPr/>
          <p:nvPr/>
        </p:nvSpPr>
        <p:spPr>
          <a:xfrm>
            <a:off x="624855" y="2872052"/>
            <a:ext cx="1550700" cy="215400"/>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52586B"/>
              </a:buClr>
              <a:buSzPts val="1300"/>
              <a:buFont typeface="Mona Sans"/>
              <a:buNone/>
            </a:pPr>
            <a:r>
              <a:rPr b="0" i="0" lang="en" sz="1300" u="none" cap="none" strike="noStrike">
                <a:solidFill>
                  <a:srgbClr val="52586B"/>
                </a:solidFill>
                <a:latin typeface="Mona Sans"/>
                <a:ea typeface="Mona Sans"/>
                <a:cs typeface="Mona Sans"/>
                <a:sym typeface="Mona Sans"/>
              </a:rPr>
              <a:t>Module 1</a:t>
            </a:r>
            <a:endParaRPr b="0" i="0" sz="1300" u="none" cap="none" strike="noStrike"/>
          </a:p>
        </p:txBody>
      </p:sp>
      <p:sp>
        <p:nvSpPr>
          <p:cNvPr id="1628" name="Google Shape;1628;p315"/>
          <p:cNvSpPr/>
          <p:nvPr/>
        </p:nvSpPr>
        <p:spPr>
          <a:xfrm>
            <a:off x="624855" y="3170122"/>
            <a:ext cx="2466000" cy="2205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52586B"/>
              </a:buClr>
              <a:buSzPts val="1000"/>
              <a:buFont typeface="Funnel Sans"/>
              <a:buNone/>
            </a:pPr>
            <a:r>
              <a:rPr b="0" i="0" lang="en" sz="1000" u="none" cap="none" strike="noStrike">
                <a:solidFill>
                  <a:srgbClr val="52586B"/>
                </a:solidFill>
                <a:latin typeface="Funnel Sans"/>
                <a:ea typeface="Funnel Sans"/>
                <a:cs typeface="Funnel Sans"/>
                <a:sym typeface="Funnel Sans"/>
              </a:rPr>
              <a:t>Speed</a:t>
            </a:r>
            <a:endParaRPr b="0" i="0" sz="1000" u="none" cap="none" strike="noStrike"/>
          </a:p>
        </p:txBody>
      </p:sp>
      <p:sp>
        <p:nvSpPr>
          <p:cNvPr id="1629" name="Google Shape;1629;p315"/>
          <p:cNvSpPr/>
          <p:nvPr/>
        </p:nvSpPr>
        <p:spPr>
          <a:xfrm>
            <a:off x="3214911" y="2734303"/>
            <a:ext cx="2714100" cy="794100"/>
          </a:xfrm>
          <a:prstGeom prst="rect">
            <a:avLst/>
          </a:prstGeom>
          <a:solidFill>
            <a:srgbClr val="E2E4E9"/>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
        <p:nvSpPr>
          <p:cNvPr id="1630" name="Google Shape;1630;p315"/>
          <p:cNvSpPr/>
          <p:nvPr/>
        </p:nvSpPr>
        <p:spPr>
          <a:xfrm>
            <a:off x="3214911" y="2734303"/>
            <a:ext cx="14400" cy="794100"/>
          </a:xfrm>
          <a:prstGeom prst="roundRect">
            <a:avLst>
              <a:gd fmla="val 364651" name="adj"/>
            </a:avLst>
          </a:prstGeom>
          <a:solidFill>
            <a:srgbClr val="C8CACF"/>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
        <p:nvSpPr>
          <p:cNvPr id="1631" name="Google Shape;1631;p315"/>
          <p:cNvSpPr/>
          <p:nvPr/>
        </p:nvSpPr>
        <p:spPr>
          <a:xfrm>
            <a:off x="3338884" y="2872052"/>
            <a:ext cx="1550700" cy="215400"/>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52586B"/>
              </a:buClr>
              <a:buSzPts val="1300"/>
              <a:buFont typeface="Mona Sans"/>
              <a:buNone/>
            </a:pPr>
            <a:r>
              <a:rPr b="0" i="0" lang="en" sz="1300" u="none" cap="none" strike="noStrike">
                <a:solidFill>
                  <a:srgbClr val="52586B"/>
                </a:solidFill>
                <a:latin typeface="Mona Sans"/>
                <a:ea typeface="Mona Sans"/>
                <a:cs typeface="Mona Sans"/>
                <a:sym typeface="Mona Sans"/>
              </a:rPr>
              <a:t>Module 2</a:t>
            </a:r>
            <a:endParaRPr b="0" i="0" sz="1300" u="none" cap="none" strike="noStrike"/>
          </a:p>
        </p:txBody>
      </p:sp>
      <p:sp>
        <p:nvSpPr>
          <p:cNvPr id="1632" name="Google Shape;1632;p315"/>
          <p:cNvSpPr/>
          <p:nvPr/>
        </p:nvSpPr>
        <p:spPr>
          <a:xfrm>
            <a:off x="3338884" y="3170122"/>
            <a:ext cx="2466300" cy="2205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52586B"/>
              </a:buClr>
              <a:buSzPts val="1000"/>
              <a:buFont typeface="Funnel Sans"/>
              <a:buNone/>
            </a:pPr>
            <a:r>
              <a:rPr b="0" i="0" lang="en" sz="1000" u="none" cap="none" strike="noStrike">
                <a:solidFill>
                  <a:srgbClr val="52586B"/>
                </a:solidFill>
                <a:latin typeface="Funnel Sans"/>
                <a:ea typeface="Funnel Sans"/>
                <a:cs typeface="Funnel Sans"/>
                <a:sym typeface="Funnel Sans"/>
              </a:rPr>
              <a:t>Speed + Direction</a:t>
            </a:r>
            <a:endParaRPr b="0" i="0" sz="1000" u="none" cap="none" strike="noStrike"/>
          </a:p>
        </p:txBody>
      </p:sp>
      <p:sp>
        <p:nvSpPr>
          <p:cNvPr id="1633" name="Google Shape;1633;p315"/>
          <p:cNvSpPr/>
          <p:nvPr/>
        </p:nvSpPr>
        <p:spPr>
          <a:xfrm>
            <a:off x="5929015" y="2734303"/>
            <a:ext cx="2714100" cy="794100"/>
          </a:xfrm>
          <a:prstGeom prst="rect">
            <a:avLst/>
          </a:prstGeom>
          <a:solidFill>
            <a:srgbClr val="E2E4E9"/>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
        <p:nvSpPr>
          <p:cNvPr id="1634" name="Google Shape;1634;p315"/>
          <p:cNvSpPr/>
          <p:nvPr/>
        </p:nvSpPr>
        <p:spPr>
          <a:xfrm>
            <a:off x="5929015" y="2734303"/>
            <a:ext cx="14400" cy="794100"/>
          </a:xfrm>
          <a:prstGeom prst="roundRect">
            <a:avLst>
              <a:gd fmla="val 364651" name="adj"/>
            </a:avLst>
          </a:prstGeom>
          <a:solidFill>
            <a:srgbClr val="C8CACF"/>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
        <p:nvSpPr>
          <p:cNvPr id="1635" name="Google Shape;1635;p315"/>
          <p:cNvSpPr/>
          <p:nvPr/>
        </p:nvSpPr>
        <p:spPr>
          <a:xfrm>
            <a:off x="6052989" y="2872052"/>
            <a:ext cx="1550700" cy="215400"/>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52586B"/>
              </a:buClr>
              <a:buSzPts val="1300"/>
              <a:buFont typeface="Mona Sans"/>
              <a:buNone/>
            </a:pPr>
            <a:r>
              <a:rPr b="0" i="0" lang="en" sz="1300" u="none" cap="none" strike="noStrike">
                <a:solidFill>
                  <a:srgbClr val="52586B"/>
                </a:solidFill>
                <a:latin typeface="Mona Sans"/>
                <a:ea typeface="Mona Sans"/>
                <a:cs typeface="Mona Sans"/>
                <a:sym typeface="Mona Sans"/>
              </a:rPr>
              <a:t>From Now On</a:t>
            </a:r>
            <a:endParaRPr b="0" i="0" sz="1300" u="none" cap="none" strike="noStrike"/>
          </a:p>
        </p:txBody>
      </p:sp>
      <p:sp>
        <p:nvSpPr>
          <p:cNvPr id="1636" name="Google Shape;1636;p315"/>
          <p:cNvSpPr/>
          <p:nvPr/>
        </p:nvSpPr>
        <p:spPr>
          <a:xfrm>
            <a:off x="6052989" y="3170122"/>
            <a:ext cx="2466300" cy="2205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52586B"/>
              </a:buClr>
              <a:buSzPts val="1000"/>
              <a:buFont typeface="Funnel Sans"/>
              <a:buNone/>
            </a:pPr>
            <a:r>
              <a:rPr b="0" i="0" lang="en" sz="1000" u="none" cap="none" strike="noStrike">
                <a:solidFill>
                  <a:srgbClr val="52586B"/>
                </a:solidFill>
                <a:latin typeface="Funnel Sans"/>
                <a:ea typeface="Funnel Sans"/>
                <a:cs typeface="Funnel Sans"/>
                <a:sym typeface="Funnel Sans"/>
              </a:rPr>
              <a:t>Every prototype judged by what it validates</a:t>
            </a:r>
            <a:endParaRPr b="0" i="0" sz="1000" u="none" cap="none" strike="noStrike"/>
          </a:p>
        </p:txBody>
      </p:sp>
      <p:sp>
        <p:nvSpPr>
          <p:cNvPr id="1637" name="Google Shape;1637;p315"/>
          <p:cNvSpPr/>
          <p:nvPr/>
        </p:nvSpPr>
        <p:spPr>
          <a:xfrm>
            <a:off x="682154" y="3843735"/>
            <a:ext cx="7965900" cy="2205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52586B"/>
              </a:buClr>
              <a:buSzPts val="1000"/>
              <a:buFont typeface="Funnel Sans"/>
              <a:buNone/>
            </a:pPr>
            <a:r>
              <a:rPr b="0" i="0" lang="en" sz="1000" u="none" cap="none" strike="noStrike">
                <a:solidFill>
                  <a:srgbClr val="52586B"/>
                </a:solidFill>
                <a:latin typeface="Funnel Sans"/>
                <a:ea typeface="Funnel Sans"/>
                <a:cs typeface="Funnel Sans"/>
                <a:sym typeface="Funnel Sans"/>
              </a:rPr>
              <a:t>From this point forward, every prototype gets judged by </a:t>
            </a:r>
            <a:r>
              <a:rPr b="1" i="0" lang="en" sz="1000" u="none" cap="none" strike="noStrike">
                <a:solidFill>
                  <a:srgbClr val="52586B"/>
                </a:solidFill>
                <a:latin typeface="Funnel Sans"/>
                <a:ea typeface="Funnel Sans"/>
                <a:cs typeface="Funnel Sans"/>
                <a:sym typeface="Funnel Sans"/>
              </a:rPr>
              <a:t>what it validates</a:t>
            </a:r>
            <a:r>
              <a:rPr b="0" i="0" lang="en" sz="1000" u="none" cap="none" strike="noStrike">
                <a:solidFill>
                  <a:srgbClr val="52586B"/>
                </a:solidFill>
                <a:latin typeface="Funnel Sans"/>
                <a:ea typeface="Funnel Sans"/>
                <a:cs typeface="Funnel Sans"/>
                <a:sym typeface="Funnel Sans"/>
              </a:rPr>
              <a:t> — not how it looks.</a:t>
            </a:r>
            <a:endParaRPr b="0" i="0" sz="1000" u="none" cap="none" strike="noStrike"/>
          </a:p>
        </p:txBody>
      </p:sp>
      <p:sp>
        <p:nvSpPr>
          <p:cNvPr id="1638" name="Google Shape;1638;p315"/>
          <p:cNvSpPr/>
          <p:nvPr/>
        </p:nvSpPr>
        <p:spPr>
          <a:xfrm>
            <a:off x="496119" y="3688705"/>
            <a:ext cx="14400" cy="530700"/>
          </a:xfrm>
          <a:prstGeom prst="rect">
            <a:avLst/>
          </a:prstGeom>
          <a:solidFill>
            <a:srgbClr val="373B48"/>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3" name="Shape 1643"/>
        <p:cNvGrpSpPr/>
        <p:nvPr/>
      </p:nvGrpSpPr>
      <p:grpSpPr>
        <a:xfrm>
          <a:off x="0" y="0"/>
          <a:ext cx="0" cy="0"/>
          <a:chOff x="0" y="0"/>
          <a:chExt cx="0" cy="0"/>
        </a:xfrm>
      </p:grpSpPr>
      <p:sp>
        <p:nvSpPr>
          <p:cNvPr id="1644" name="Google Shape;1644;p316"/>
          <p:cNvSpPr/>
          <p:nvPr/>
        </p:nvSpPr>
        <p:spPr>
          <a:xfrm>
            <a:off x="496119" y="1141181"/>
            <a:ext cx="1098900" cy="259200"/>
          </a:xfrm>
          <a:prstGeom prst="roundRect">
            <a:avLst>
              <a:gd fmla="val 17872" name="adj"/>
            </a:avLst>
          </a:prstGeom>
          <a:solidFill>
            <a:srgbClr val="E2E4E9"/>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pic>
        <p:nvPicPr>
          <p:cNvPr descr="preencoded.png" id="1645" name="Google Shape;1645;p316"/>
          <p:cNvPicPr preferRelativeResize="0"/>
          <p:nvPr/>
        </p:nvPicPr>
        <p:blipFill rotWithShape="1">
          <a:blip r:embed="rId3">
            <a:alphaModFix/>
          </a:blip>
          <a:srcRect b="0" l="0" r="0" t="0"/>
          <a:stretch/>
        </p:blipFill>
        <p:spPr>
          <a:xfrm>
            <a:off x="570533" y="1215595"/>
            <a:ext cx="99194" cy="99194"/>
          </a:xfrm>
          <a:prstGeom prst="rect">
            <a:avLst/>
          </a:prstGeom>
          <a:noFill/>
          <a:ln>
            <a:noFill/>
          </a:ln>
        </p:spPr>
      </p:pic>
      <p:sp>
        <p:nvSpPr>
          <p:cNvPr id="1646" name="Google Shape;1646;p316"/>
          <p:cNvSpPr/>
          <p:nvPr/>
        </p:nvSpPr>
        <p:spPr>
          <a:xfrm>
            <a:off x="719286" y="1182522"/>
            <a:ext cx="801300" cy="1764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52586B"/>
              </a:buClr>
              <a:buSzPts val="800"/>
              <a:buFont typeface="Funnel Sans"/>
              <a:buNone/>
            </a:pPr>
            <a:r>
              <a:rPr b="0" i="0" lang="en" sz="800" u="none" cap="none" strike="noStrike">
                <a:solidFill>
                  <a:srgbClr val="52586B"/>
                </a:solidFill>
                <a:latin typeface="Funnel Sans"/>
                <a:ea typeface="Funnel Sans"/>
                <a:cs typeface="Funnel Sans"/>
                <a:sym typeface="Funnel Sans"/>
              </a:rPr>
              <a:t>ACCOUNTABILITY</a:t>
            </a:r>
            <a:endParaRPr b="0" i="0" sz="800" u="none" cap="none" strike="noStrike"/>
          </a:p>
        </p:txBody>
      </p:sp>
      <p:sp>
        <p:nvSpPr>
          <p:cNvPr id="1647" name="Google Shape;1647;p316"/>
          <p:cNvSpPr/>
          <p:nvPr/>
        </p:nvSpPr>
        <p:spPr>
          <a:xfrm>
            <a:off x="496119" y="1455374"/>
            <a:ext cx="3101100" cy="430500"/>
          </a:xfrm>
          <a:prstGeom prst="rect">
            <a:avLst/>
          </a:prstGeom>
          <a:noFill/>
          <a:ln>
            <a:noFill/>
          </a:ln>
        </p:spPr>
        <p:txBody>
          <a:bodyPr anchorCtr="0" anchor="t" bIns="0" lIns="0" spcFirstLastPara="1" rIns="0" wrap="square" tIns="0">
            <a:noAutofit/>
          </a:bodyPr>
          <a:lstStyle/>
          <a:p>
            <a:pPr indent="0" lvl="0" marL="0" marR="0" rtl="0" algn="l">
              <a:lnSpc>
                <a:spcPct val="124359"/>
              </a:lnSpc>
              <a:spcBef>
                <a:spcPts val="0"/>
              </a:spcBef>
              <a:spcAft>
                <a:spcPts val="0"/>
              </a:spcAft>
              <a:buClr>
                <a:srgbClr val="373B48"/>
              </a:buClr>
              <a:buSzPts val="2500"/>
              <a:buFont typeface="Mona Sans"/>
              <a:buNone/>
            </a:pPr>
            <a:r>
              <a:rPr b="0" i="0" lang="en" sz="2500" u="none" cap="none" strike="noStrike">
                <a:solidFill>
                  <a:srgbClr val="373B48"/>
                </a:solidFill>
                <a:latin typeface="Mona Sans"/>
                <a:ea typeface="Mona Sans"/>
                <a:cs typeface="Mona Sans"/>
                <a:sym typeface="Mona Sans"/>
              </a:rPr>
              <a:t>Before We Wrap</a:t>
            </a:r>
            <a:endParaRPr b="0" i="0" sz="2500" u="none" cap="none" strike="noStrike"/>
          </a:p>
        </p:txBody>
      </p:sp>
      <p:sp>
        <p:nvSpPr>
          <p:cNvPr id="1648" name="Google Shape;1648;p316"/>
          <p:cNvSpPr/>
          <p:nvPr/>
        </p:nvSpPr>
        <p:spPr>
          <a:xfrm>
            <a:off x="496119" y="2092689"/>
            <a:ext cx="8151900" cy="4410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52586B"/>
              </a:buClr>
              <a:buSzPts val="1000"/>
              <a:buFont typeface="Funnel Sans"/>
              <a:buNone/>
            </a:pPr>
            <a:r>
              <a:rPr b="0" i="0" lang="en" sz="1000" u="none" cap="none" strike="noStrike">
                <a:solidFill>
                  <a:srgbClr val="52586B"/>
                </a:solidFill>
                <a:latin typeface="Funnel Sans"/>
                <a:ea typeface="Funnel Sans"/>
                <a:cs typeface="Funnel Sans"/>
                <a:sym typeface="Funnel Sans"/>
              </a:rPr>
              <a:t>The work doesn't stop when the session ends. The learning compounds when you share, reflect, and challenge each other. Here's what's expected before Module 3.</a:t>
            </a:r>
            <a:endParaRPr b="0" i="0" sz="1000" u="none" cap="none" strike="noStrike"/>
          </a:p>
        </p:txBody>
      </p:sp>
      <p:sp>
        <p:nvSpPr>
          <p:cNvPr id="1649" name="Google Shape;1649;p316"/>
          <p:cNvSpPr/>
          <p:nvPr/>
        </p:nvSpPr>
        <p:spPr>
          <a:xfrm>
            <a:off x="496119" y="2895451"/>
            <a:ext cx="2634600" cy="1678200"/>
          </a:xfrm>
          <a:prstGeom prst="roundRect">
            <a:avLst>
              <a:gd fmla="val 4540" name="adj"/>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
        <p:nvSpPr>
          <p:cNvPr id="1650" name="Google Shape;1650;p316"/>
          <p:cNvSpPr/>
          <p:nvPr/>
        </p:nvSpPr>
        <p:spPr>
          <a:xfrm>
            <a:off x="496119" y="2879576"/>
            <a:ext cx="2634600" cy="63600"/>
          </a:xfrm>
          <a:prstGeom prst="roundRect">
            <a:avLst>
              <a:gd fmla="val 91163" name="adj"/>
            </a:avLst>
          </a:prstGeom>
          <a:solidFill>
            <a:srgbClr val="373B48"/>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
        <p:nvSpPr>
          <p:cNvPr id="1651" name="Google Shape;1651;p316"/>
          <p:cNvSpPr/>
          <p:nvPr/>
        </p:nvSpPr>
        <p:spPr>
          <a:xfrm>
            <a:off x="1627361" y="2688745"/>
            <a:ext cx="372000" cy="413400"/>
          </a:xfrm>
          <a:prstGeom prst="roundRect">
            <a:avLst>
              <a:gd fmla="val 153600" name="adj"/>
            </a:avLst>
          </a:prstGeom>
          <a:solidFill>
            <a:srgbClr val="373B48"/>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
        <p:nvSpPr>
          <p:cNvPr id="1652" name="Google Shape;1652;p316"/>
          <p:cNvSpPr/>
          <p:nvPr/>
        </p:nvSpPr>
        <p:spPr>
          <a:xfrm>
            <a:off x="1738983" y="2792099"/>
            <a:ext cx="148800" cy="2067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FFFFFF"/>
              </a:buClr>
              <a:buSzPts val="1200"/>
              <a:buFont typeface="Mona Sans"/>
              <a:buNone/>
            </a:pPr>
            <a:r>
              <a:rPr b="0" i="0" lang="en" sz="1200" u="none" cap="none" strike="noStrike">
                <a:solidFill>
                  <a:srgbClr val="FFFFFF"/>
                </a:solidFill>
                <a:latin typeface="Mona Sans"/>
                <a:ea typeface="Mona Sans"/>
                <a:cs typeface="Mona Sans"/>
                <a:sym typeface="Mona Sans"/>
              </a:rPr>
              <a:t>1</a:t>
            </a:r>
            <a:endParaRPr b="0" i="0" sz="1200" u="none" cap="none" strike="noStrike"/>
          </a:p>
        </p:txBody>
      </p:sp>
      <p:sp>
        <p:nvSpPr>
          <p:cNvPr id="1653" name="Google Shape;1653;p316"/>
          <p:cNvSpPr/>
          <p:nvPr/>
        </p:nvSpPr>
        <p:spPr>
          <a:xfrm>
            <a:off x="634380" y="3239988"/>
            <a:ext cx="1550700" cy="215400"/>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52586B"/>
              </a:buClr>
              <a:buSzPts val="1300"/>
              <a:buFont typeface="Mona Sans"/>
              <a:buNone/>
            </a:pPr>
            <a:r>
              <a:rPr b="0" i="0" lang="en" sz="1300" u="none" cap="none" strike="noStrike">
                <a:solidFill>
                  <a:srgbClr val="52586B"/>
                </a:solidFill>
                <a:latin typeface="Mona Sans"/>
                <a:ea typeface="Mona Sans"/>
                <a:cs typeface="Mona Sans"/>
                <a:sym typeface="Mona Sans"/>
              </a:rPr>
              <a:t>Post in #builds</a:t>
            </a:r>
            <a:endParaRPr b="0" i="0" sz="1300" u="none" cap="none" strike="noStrike"/>
          </a:p>
        </p:txBody>
      </p:sp>
      <p:sp>
        <p:nvSpPr>
          <p:cNvPr id="1654" name="Google Shape;1654;p316"/>
          <p:cNvSpPr/>
          <p:nvPr/>
        </p:nvSpPr>
        <p:spPr>
          <a:xfrm>
            <a:off x="634380" y="3538058"/>
            <a:ext cx="2358000" cy="6615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52586B"/>
              </a:buClr>
              <a:buSzPts val="1000"/>
              <a:buFont typeface="Funnel Sans"/>
              <a:buNone/>
            </a:pPr>
            <a:r>
              <a:rPr b="0" i="0" lang="en" sz="1000" u="none" cap="none" strike="noStrike">
                <a:solidFill>
                  <a:srgbClr val="52586B"/>
                </a:solidFill>
                <a:latin typeface="Funnel Sans"/>
                <a:ea typeface="Funnel Sans"/>
                <a:cs typeface="Funnel Sans"/>
                <a:sym typeface="Funnel Sans"/>
              </a:rPr>
              <a:t>What assumption did you test? What did you learn? Not what you </a:t>
            </a:r>
            <a:r>
              <a:rPr b="0" i="1" lang="en" sz="1000" u="none" cap="none" strike="noStrike">
                <a:solidFill>
                  <a:srgbClr val="52586B"/>
                </a:solidFill>
                <a:latin typeface="Funnel Sans"/>
                <a:ea typeface="Funnel Sans"/>
                <a:cs typeface="Funnel Sans"/>
                <a:sym typeface="Funnel Sans"/>
              </a:rPr>
              <a:t>built</a:t>
            </a:r>
            <a:r>
              <a:rPr b="0" i="0" lang="en" sz="1000" u="none" cap="none" strike="noStrike">
                <a:solidFill>
                  <a:srgbClr val="52586B"/>
                </a:solidFill>
                <a:latin typeface="Funnel Sans"/>
                <a:ea typeface="Funnel Sans"/>
                <a:cs typeface="Funnel Sans"/>
                <a:sym typeface="Funnel Sans"/>
              </a:rPr>
              <a:t> — what you </a:t>
            </a:r>
            <a:r>
              <a:rPr b="1" i="0" lang="en" sz="1000" u="none" cap="none" strike="noStrike">
                <a:solidFill>
                  <a:srgbClr val="52586B"/>
                </a:solidFill>
                <a:latin typeface="Funnel Sans"/>
                <a:ea typeface="Funnel Sans"/>
                <a:cs typeface="Funnel Sans"/>
                <a:sym typeface="Funnel Sans"/>
              </a:rPr>
              <a:t>learned</a:t>
            </a:r>
            <a:r>
              <a:rPr b="0" i="0" lang="en" sz="1000" u="none" cap="none" strike="noStrike">
                <a:solidFill>
                  <a:srgbClr val="52586B"/>
                </a:solidFill>
                <a:latin typeface="Funnel Sans"/>
                <a:ea typeface="Funnel Sans"/>
                <a:cs typeface="Funnel Sans"/>
                <a:sym typeface="Funnel Sans"/>
              </a:rPr>
              <a:t>. One paragraph. Be honest.</a:t>
            </a:r>
            <a:endParaRPr b="0" i="0" sz="1000" u="none" cap="none" strike="noStrike"/>
          </a:p>
        </p:txBody>
      </p:sp>
      <p:sp>
        <p:nvSpPr>
          <p:cNvPr id="1655" name="Google Shape;1655;p316"/>
          <p:cNvSpPr/>
          <p:nvPr/>
        </p:nvSpPr>
        <p:spPr>
          <a:xfrm>
            <a:off x="3254648" y="2895451"/>
            <a:ext cx="2634600" cy="1678200"/>
          </a:xfrm>
          <a:prstGeom prst="roundRect">
            <a:avLst>
              <a:gd fmla="val 4540" name="adj"/>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
        <p:nvSpPr>
          <p:cNvPr id="1656" name="Google Shape;1656;p316"/>
          <p:cNvSpPr/>
          <p:nvPr/>
        </p:nvSpPr>
        <p:spPr>
          <a:xfrm>
            <a:off x="3254648" y="2879576"/>
            <a:ext cx="2634600" cy="63600"/>
          </a:xfrm>
          <a:prstGeom prst="roundRect">
            <a:avLst>
              <a:gd fmla="val 91163" name="adj"/>
            </a:avLst>
          </a:prstGeom>
          <a:solidFill>
            <a:srgbClr val="373B48"/>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
        <p:nvSpPr>
          <p:cNvPr id="1657" name="Google Shape;1657;p316"/>
          <p:cNvSpPr/>
          <p:nvPr/>
        </p:nvSpPr>
        <p:spPr>
          <a:xfrm>
            <a:off x="4385891" y="2688745"/>
            <a:ext cx="372000" cy="413400"/>
          </a:xfrm>
          <a:prstGeom prst="roundRect">
            <a:avLst>
              <a:gd fmla="val 153600" name="adj"/>
            </a:avLst>
          </a:prstGeom>
          <a:solidFill>
            <a:srgbClr val="373B48"/>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
        <p:nvSpPr>
          <p:cNvPr id="1658" name="Google Shape;1658;p316"/>
          <p:cNvSpPr/>
          <p:nvPr/>
        </p:nvSpPr>
        <p:spPr>
          <a:xfrm>
            <a:off x="4497511" y="2792099"/>
            <a:ext cx="148800" cy="2067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FFFFFF"/>
              </a:buClr>
              <a:buSzPts val="1200"/>
              <a:buFont typeface="Mona Sans"/>
              <a:buNone/>
            </a:pPr>
            <a:r>
              <a:rPr b="0" i="0" lang="en" sz="1200" u="none" cap="none" strike="noStrike">
                <a:solidFill>
                  <a:srgbClr val="FFFFFF"/>
                </a:solidFill>
                <a:latin typeface="Mona Sans"/>
                <a:ea typeface="Mona Sans"/>
                <a:cs typeface="Mona Sans"/>
                <a:sym typeface="Mona Sans"/>
              </a:rPr>
              <a:t>2</a:t>
            </a:r>
            <a:endParaRPr b="0" i="0" sz="1200" u="none" cap="none" strike="noStrike"/>
          </a:p>
        </p:txBody>
      </p:sp>
      <p:sp>
        <p:nvSpPr>
          <p:cNvPr id="1659" name="Google Shape;1659;p316"/>
          <p:cNvSpPr/>
          <p:nvPr/>
        </p:nvSpPr>
        <p:spPr>
          <a:xfrm>
            <a:off x="3392909" y="3239988"/>
            <a:ext cx="1550700" cy="215400"/>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52586B"/>
              </a:buClr>
              <a:buSzPts val="1300"/>
              <a:buFont typeface="Mona Sans"/>
              <a:buNone/>
            </a:pPr>
            <a:r>
              <a:rPr b="0" i="0" lang="en" sz="1300" u="none" cap="none" strike="noStrike">
                <a:solidFill>
                  <a:srgbClr val="52586B"/>
                </a:solidFill>
                <a:latin typeface="Mona Sans"/>
                <a:ea typeface="Mona Sans"/>
                <a:cs typeface="Mona Sans"/>
                <a:sym typeface="Mona Sans"/>
              </a:rPr>
              <a:t>Engage With Peers</a:t>
            </a:r>
            <a:endParaRPr b="0" i="0" sz="1300" u="none" cap="none" strike="noStrike"/>
          </a:p>
        </p:txBody>
      </p:sp>
      <p:sp>
        <p:nvSpPr>
          <p:cNvPr id="1660" name="Google Shape;1660;p316"/>
          <p:cNvSpPr/>
          <p:nvPr/>
        </p:nvSpPr>
        <p:spPr>
          <a:xfrm>
            <a:off x="3392909" y="3538058"/>
            <a:ext cx="2358300" cy="6615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52586B"/>
              </a:buClr>
              <a:buSzPts val="1000"/>
              <a:buFont typeface="Funnel Sans"/>
              <a:buNone/>
            </a:pPr>
            <a:r>
              <a:rPr b="0" i="0" lang="en" sz="1000" u="none" cap="none" strike="noStrike">
                <a:solidFill>
                  <a:srgbClr val="52586B"/>
                </a:solidFill>
                <a:latin typeface="Funnel Sans"/>
                <a:ea typeface="Funnel Sans"/>
                <a:cs typeface="Funnel Sans"/>
                <a:sym typeface="Funnel Sans"/>
              </a:rPr>
              <a:t>Look at 2 others' posts. Did their prototype actually test what they claimed? Leave a real critique, not a compliment.</a:t>
            </a:r>
            <a:endParaRPr b="0" i="0" sz="1000" u="none" cap="none" strike="noStrike"/>
          </a:p>
        </p:txBody>
      </p:sp>
      <p:sp>
        <p:nvSpPr>
          <p:cNvPr id="1661" name="Google Shape;1661;p316"/>
          <p:cNvSpPr/>
          <p:nvPr/>
        </p:nvSpPr>
        <p:spPr>
          <a:xfrm>
            <a:off x="6013252" y="2895451"/>
            <a:ext cx="2634600" cy="1678200"/>
          </a:xfrm>
          <a:prstGeom prst="roundRect">
            <a:avLst>
              <a:gd fmla="val 4540" name="adj"/>
            </a:avLst>
          </a:prstGeom>
          <a:solidFill>
            <a:srgbClr val="FFFFFF">
              <a:alpha val="94900"/>
            </a:srgbClr>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
        <p:nvSpPr>
          <p:cNvPr id="1662" name="Google Shape;1662;p316"/>
          <p:cNvSpPr/>
          <p:nvPr/>
        </p:nvSpPr>
        <p:spPr>
          <a:xfrm>
            <a:off x="6013252" y="2879576"/>
            <a:ext cx="2634600" cy="63600"/>
          </a:xfrm>
          <a:prstGeom prst="roundRect">
            <a:avLst>
              <a:gd fmla="val 91163" name="adj"/>
            </a:avLst>
          </a:prstGeom>
          <a:solidFill>
            <a:srgbClr val="373B48"/>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
        <p:nvSpPr>
          <p:cNvPr id="1663" name="Google Shape;1663;p316"/>
          <p:cNvSpPr/>
          <p:nvPr/>
        </p:nvSpPr>
        <p:spPr>
          <a:xfrm>
            <a:off x="7144494" y="2688745"/>
            <a:ext cx="372000" cy="413400"/>
          </a:xfrm>
          <a:prstGeom prst="roundRect">
            <a:avLst>
              <a:gd fmla="val 153600" name="adj"/>
            </a:avLst>
          </a:prstGeom>
          <a:solidFill>
            <a:srgbClr val="373B48"/>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
        <p:nvSpPr>
          <p:cNvPr id="1664" name="Google Shape;1664;p316"/>
          <p:cNvSpPr/>
          <p:nvPr/>
        </p:nvSpPr>
        <p:spPr>
          <a:xfrm>
            <a:off x="7256115" y="2792099"/>
            <a:ext cx="148800" cy="2067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FFFFFF"/>
              </a:buClr>
              <a:buSzPts val="1200"/>
              <a:buFont typeface="Mona Sans"/>
              <a:buNone/>
            </a:pPr>
            <a:r>
              <a:rPr b="0" i="0" lang="en" sz="1200" u="none" cap="none" strike="noStrike">
                <a:solidFill>
                  <a:srgbClr val="FFFFFF"/>
                </a:solidFill>
                <a:latin typeface="Mona Sans"/>
                <a:ea typeface="Mona Sans"/>
                <a:cs typeface="Mona Sans"/>
                <a:sym typeface="Mona Sans"/>
              </a:rPr>
              <a:t>3</a:t>
            </a:r>
            <a:endParaRPr b="0" i="0" sz="1200" u="none" cap="none" strike="noStrike"/>
          </a:p>
        </p:txBody>
      </p:sp>
      <p:sp>
        <p:nvSpPr>
          <p:cNvPr id="1665" name="Google Shape;1665;p316"/>
          <p:cNvSpPr/>
          <p:nvPr/>
        </p:nvSpPr>
        <p:spPr>
          <a:xfrm>
            <a:off x="6151513" y="3239988"/>
            <a:ext cx="1550700" cy="215400"/>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52586B"/>
              </a:buClr>
              <a:buSzPts val="1300"/>
              <a:buFont typeface="Mona Sans"/>
              <a:buNone/>
            </a:pPr>
            <a:r>
              <a:rPr b="0" i="0" lang="en" sz="1300" u="none" cap="none" strike="noStrike">
                <a:solidFill>
                  <a:srgbClr val="52586B"/>
                </a:solidFill>
                <a:latin typeface="Mona Sans"/>
                <a:ea typeface="Mona Sans"/>
                <a:cs typeface="Mona Sans"/>
                <a:sym typeface="Mona Sans"/>
              </a:rPr>
              <a:t>Optional Challenge</a:t>
            </a:r>
            <a:endParaRPr b="0" i="0" sz="1300" u="none" cap="none" strike="noStrike"/>
          </a:p>
        </p:txBody>
      </p:sp>
      <p:sp>
        <p:nvSpPr>
          <p:cNvPr id="1666" name="Google Shape;1666;p316"/>
          <p:cNvSpPr/>
          <p:nvPr/>
        </p:nvSpPr>
        <p:spPr>
          <a:xfrm>
            <a:off x="6151513" y="3538058"/>
            <a:ext cx="2358000" cy="8820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52586B"/>
              </a:buClr>
              <a:buSzPts val="1000"/>
              <a:buFont typeface="Funnel Sans"/>
              <a:buNone/>
            </a:pPr>
            <a:r>
              <a:rPr b="0" i="0" lang="en" sz="1000" u="none" cap="none" strike="noStrike">
                <a:solidFill>
                  <a:srgbClr val="52586B"/>
                </a:solidFill>
                <a:latin typeface="Funnel Sans"/>
                <a:ea typeface="Funnel Sans"/>
                <a:cs typeface="Funnel Sans"/>
                <a:sym typeface="Funnel Sans"/>
              </a:rPr>
              <a:t>Rebuild your M2 prototype using a screenshot of your </a:t>
            </a:r>
            <a:r>
              <a:rPr b="1" i="0" lang="en" sz="1000" u="none" cap="none" strike="noStrike">
                <a:solidFill>
                  <a:srgbClr val="52586B"/>
                </a:solidFill>
                <a:latin typeface="Funnel Sans"/>
                <a:ea typeface="Funnel Sans"/>
                <a:cs typeface="Funnel Sans"/>
                <a:sym typeface="Funnel Sans"/>
              </a:rPr>
              <a:t>actual company's product</a:t>
            </a:r>
            <a:r>
              <a:rPr b="0" i="0" lang="en" sz="1000" u="none" cap="none" strike="noStrike">
                <a:solidFill>
                  <a:srgbClr val="52586B"/>
                </a:solidFill>
                <a:latin typeface="Funnel Sans"/>
                <a:ea typeface="Funnel Sans"/>
                <a:cs typeface="Funnel Sans"/>
                <a:sym typeface="Funnel Sans"/>
              </a:rPr>
              <a:t>. Drop the before/after in Slack. This is where it gets real.</a:t>
            </a:r>
            <a:endParaRPr b="0" i="0" sz="1000" u="none" cap="none" strike="noStrike"/>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1" name="Shape 1671"/>
        <p:cNvGrpSpPr/>
        <p:nvPr/>
      </p:nvGrpSpPr>
      <p:grpSpPr>
        <a:xfrm>
          <a:off x="0" y="0"/>
          <a:ext cx="0" cy="0"/>
          <a:chOff x="0" y="0"/>
          <a:chExt cx="0" cy="0"/>
        </a:xfrm>
      </p:grpSpPr>
      <p:sp>
        <p:nvSpPr>
          <p:cNvPr id="1672" name="Google Shape;1672;p317"/>
          <p:cNvSpPr/>
          <p:nvPr/>
        </p:nvSpPr>
        <p:spPr>
          <a:xfrm>
            <a:off x="496119" y="650297"/>
            <a:ext cx="556500" cy="269700"/>
          </a:xfrm>
          <a:prstGeom prst="roundRect">
            <a:avLst>
              <a:gd fmla="val 17171" name="adj"/>
            </a:avLst>
          </a:prstGeom>
          <a:noFill/>
          <a:ln cap="flat" cmpd="sng" w="6175">
            <a:solidFill>
              <a:srgbClr val="373B48"/>
            </a:solidFill>
            <a:prstDash val="solid"/>
            <a:round/>
            <a:headEnd len="sm" w="sm" type="none"/>
            <a:tailEnd len="sm" w="sm" type="none"/>
          </a:ln>
        </p:spPr>
        <p:txBody>
          <a:bodyPr anchorCtr="0" anchor="ctr" bIns="59250" lIns="59250" spcFirstLastPara="1" rIns="59250" wrap="square" tIns="59250">
            <a:noAutofit/>
          </a:bodyPr>
          <a:lstStyle/>
          <a:p>
            <a:pPr indent="0" lvl="0" marL="0" rtl="0" algn="l">
              <a:spcBef>
                <a:spcPts val="0"/>
              </a:spcBef>
              <a:spcAft>
                <a:spcPts val="0"/>
              </a:spcAft>
              <a:buNone/>
            </a:pPr>
            <a:r>
              <a:t/>
            </a:r>
            <a:endParaRPr/>
          </a:p>
        </p:txBody>
      </p:sp>
      <p:sp>
        <p:nvSpPr>
          <p:cNvPr id="1673" name="Google Shape;1673;p317"/>
          <p:cNvSpPr/>
          <p:nvPr/>
        </p:nvSpPr>
        <p:spPr>
          <a:xfrm>
            <a:off x="575295" y="696929"/>
            <a:ext cx="398100" cy="1764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373B48"/>
              </a:buClr>
              <a:buSzPts val="800"/>
              <a:buFont typeface="Funnel Sans"/>
              <a:buNone/>
            </a:pPr>
            <a:r>
              <a:rPr b="0" i="0" lang="en" sz="800" u="none" cap="none" strike="noStrike">
                <a:solidFill>
                  <a:srgbClr val="373B48"/>
                </a:solidFill>
                <a:latin typeface="Funnel Sans"/>
                <a:ea typeface="Funnel Sans"/>
                <a:cs typeface="Funnel Sans"/>
                <a:sym typeface="Funnel Sans"/>
              </a:rPr>
              <a:t>UP NEXT</a:t>
            </a:r>
            <a:endParaRPr b="0" i="0" sz="800" u="none" cap="none" strike="noStrike"/>
          </a:p>
        </p:txBody>
      </p:sp>
      <p:sp>
        <p:nvSpPr>
          <p:cNvPr id="1674" name="Google Shape;1674;p317"/>
          <p:cNvSpPr/>
          <p:nvPr/>
        </p:nvSpPr>
        <p:spPr>
          <a:xfrm>
            <a:off x="496119" y="975072"/>
            <a:ext cx="4530000" cy="430500"/>
          </a:xfrm>
          <a:prstGeom prst="rect">
            <a:avLst/>
          </a:prstGeom>
          <a:noFill/>
          <a:ln>
            <a:noFill/>
          </a:ln>
        </p:spPr>
        <p:txBody>
          <a:bodyPr anchorCtr="0" anchor="t" bIns="0" lIns="0" spcFirstLastPara="1" rIns="0" wrap="square" tIns="0">
            <a:noAutofit/>
          </a:bodyPr>
          <a:lstStyle/>
          <a:p>
            <a:pPr indent="0" lvl="0" marL="0" marR="0" rtl="0" algn="l">
              <a:lnSpc>
                <a:spcPct val="124359"/>
              </a:lnSpc>
              <a:spcBef>
                <a:spcPts val="0"/>
              </a:spcBef>
              <a:spcAft>
                <a:spcPts val="0"/>
              </a:spcAft>
              <a:buClr>
                <a:srgbClr val="373B48"/>
              </a:buClr>
              <a:buSzPts val="2500"/>
              <a:buFont typeface="Mona Sans"/>
              <a:buNone/>
            </a:pPr>
            <a:r>
              <a:rPr b="0" i="0" lang="en" sz="2500" u="none" cap="none" strike="noStrike">
                <a:solidFill>
                  <a:srgbClr val="373B48"/>
                </a:solidFill>
                <a:latin typeface="Mona Sans"/>
                <a:ea typeface="Mona Sans"/>
                <a:cs typeface="Mona Sans"/>
                <a:sym typeface="Mona Sans"/>
              </a:rPr>
              <a:t>Module 3: Precision Prompting</a:t>
            </a:r>
            <a:endParaRPr b="0" i="0" sz="2500" u="none" cap="none" strike="noStrike"/>
          </a:p>
        </p:txBody>
      </p:sp>
      <p:sp>
        <p:nvSpPr>
          <p:cNvPr id="1675" name="Google Shape;1675;p317"/>
          <p:cNvSpPr/>
          <p:nvPr/>
        </p:nvSpPr>
        <p:spPr>
          <a:xfrm>
            <a:off x="496119" y="1612388"/>
            <a:ext cx="8151900" cy="4410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52586B"/>
              </a:buClr>
              <a:buSzPts val="1000"/>
              <a:buFont typeface="Funnel Sans"/>
              <a:buNone/>
            </a:pPr>
            <a:r>
              <a:rPr b="0" i="0" lang="en" sz="1000" u="none" cap="none" strike="noStrike">
                <a:solidFill>
                  <a:srgbClr val="52586B"/>
                </a:solidFill>
                <a:latin typeface="Funnel Sans"/>
                <a:ea typeface="Funnel Sans"/>
                <a:cs typeface="Funnel Sans"/>
                <a:sym typeface="Funnel Sans"/>
              </a:rPr>
              <a:t>Same product. Better execution. In Module 3, you'll learn context layering, design system matching, and documented prompt chains. You'll go from "build me something" to </a:t>
            </a:r>
            <a:r>
              <a:rPr b="1" i="0" lang="en" sz="1000" u="none" cap="none" strike="noStrike">
                <a:solidFill>
                  <a:srgbClr val="52586B"/>
                </a:solidFill>
                <a:latin typeface="Funnel Sans"/>
                <a:ea typeface="Funnel Sans"/>
                <a:cs typeface="Funnel Sans"/>
                <a:sym typeface="Funnel Sans"/>
              </a:rPr>
              <a:t>"build me exactly this."</a:t>
            </a:r>
            <a:endParaRPr b="0" i="0" sz="1000" u="none" cap="none" strike="noStrike"/>
          </a:p>
        </p:txBody>
      </p:sp>
      <p:pic>
        <p:nvPicPr>
          <p:cNvPr descr="preencoded.png" id="1676" name="Google Shape;1676;p317"/>
          <p:cNvPicPr preferRelativeResize="0"/>
          <p:nvPr/>
        </p:nvPicPr>
        <p:blipFill rotWithShape="1">
          <a:blip r:embed="rId3">
            <a:alphaModFix/>
          </a:blip>
          <a:srcRect b="0" l="0" r="0" t="0"/>
          <a:stretch/>
        </p:blipFill>
        <p:spPr>
          <a:xfrm>
            <a:off x="496119" y="2208444"/>
            <a:ext cx="620167" cy="620242"/>
          </a:xfrm>
          <a:prstGeom prst="rect">
            <a:avLst/>
          </a:prstGeom>
          <a:noFill/>
          <a:ln>
            <a:noFill/>
          </a:ln>
        </p:spPr>
      </p:pic>
      <p:sp>
        <p:nvSpPr>
          <p:cNvPr id="1677" name="Google Shape;1677;p317"/>
          <p:cNvSpPr/>
          <p:nvPr/>
        </p:nvSpPr>
        <p:spPr>
          <a:xfrm>
            <a:off x="1240259" y="2208444"/>
            <a:ext cx="1550700" cy="215400"/>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52586B"/>
              </a:buClr>
              <a:buSzPts val="1300"/>
              <a:buFont typeface="Mona Sans"/>
              <a:buNone/>
            </a:pPr>
            <a:r>
              <a:rPr b="0" i="0" lang="en" sz="1300" u="none" cap="none" strike="noStrike">
                <a:solidFill>
                  <a:srgbClr val="52586B"/>
                </a:solidFill>
                <a:latin typeface="Mona Sans"/>
                <a:ea typeface="Mona Sans"/>
                <a:cs typeface="Mona Sans"/>
                <a:sym typeface="Mona Sans"/>
              </a:rPr>
              <a:t>Module 1</a:t>
            </a:r>
            <a:endParaRPr b="0" i="0" sz="1300" u="none" cap="none" strike="noStrike"/>
          </a:p>
        </p:txBody>
      </p:sp>
      <p:sp>
        <p:nvSpPr>
          <p:cNvPr id="1678" name="Google Shape;1678;p317"/>
          <p:cNvSpPr/>
          <p:nvPr/>
        </p:nvSpPr>
        <p:spPr>
          <a:xfrm>
            <a:off x="1240259" y="2506514"/>
            <a:ext cx="7407600" cy="2205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52586B"/>
              </a:buClr>
              <a:buSzPts val="1000"/>
              <a:buFont typeface="Funnel Sans"/>
              <a:buNone/>
            </a:pPr>
            <a:r>
              <a:rPr b="0" i="0" lang="en" sz="1000" u="none" cap="none" strike="noStrike">
                <a:solidFill>
                  <a:srgbClr val="52586B"/>
                </a:solidFill>
                <a:latin typeface="Funnel Sans"/>
                <a:ea typeface="Funnel Sans"/>
                <a:cs typeface="Funnel Sans"/>
                <a:sym typeface="Funnel Sans"/>
              </a:rPr>
              <a:t>Build fast</a:t>
            </a:r>
            <a:endParaRPr b="0" i="0" sz="1000" u="none" cap="none" strike="noStrike"/>
          </a:p>
        </p:txBody>
      </p:sp>
      <p:pic>
        <p:nvPicPr>
          <p:cNvPr descr="preencoded.png" id="1679" name="Google Shape;1679;p317"/>
          <p:cNvPicPr preferRelativeResize="0"/>
          <p:nvPr/>
        </p:nvPicPr>
        <p:blipFill rotWithShape="1">
          <a:blip r:embed="rId4">
            <a:alphaModFix/>
          </a:blip>
          <a:srcRect b="0" l="0" r="0" t="0"/>
          <a:stretch/>
        </p:blipFill>
        <p:spPr>
          <a:xfrm>
            <a:off x="496119" y="3035349"/>
            <a:ext cx="620167" cy="620242"/>
          </a:xfrm>
          <a:prstGeom prst="rect">
            <a:avLst/>
          </a:prstGeom>
          <a:noFill/>
          <a:ln>
            <a:noFill/>
          </a:ln>
        </p:spPr>
      </p:pic>
      <p:sp>
        <p:nvSpPr>
          <p:cNvPr id="1680" name="Google Shape;1680;p317"/>
          <p:cNvSpPr/>
          <p:nvPr/>
        </p:nvSpPr>
        <p:spPr>
          <a:xfrm>
            <a:off x="1240259" y="3035349"/>
            <a:ext cx="1550700" cy="215400"/>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52586B"/>
              </a:buClr>
              <a:buSzPts val="1300"/>
              <a:buFont typeface="Mona Sans"/>
              <a:buNone/>
            </a:pPr>
            <a:r>
              <a:rPr b="0" i="0" lang="en" sz="1300" u="none" cap="none" strike="noStrike">
                <a:solidFill>
                  <a:srgbClr val="52586B"/>
                </a:solidFill>
                <a:latin typeface="Mona Sans"/>
                <a:ea typeface="Mona Sans"/>
                <a:cs typeface="Mona Sans"/>
                <a:sym typeface="Mona Sans"/>
              </a:rPr>
              <a:t>Module 2</a:t>
            </a:r>
            <a:endParaRPr b="0" i="0" sz="1300" u="none" cap="none" strike="noStrike"/>
          </a:p>
        </p:txBody>
      </p:sp>
      <p:sp>
        <p:nvSpPr>
          <p:cNvPr id="1681" name="Google Shape;1681;p317"/>
          <p:cNvSpPr/>
          <p:nvPr/>
        </p:nvSpPr>
        <p:spPr>
          <a:xfrm>
            <a:off x="1240259" y="3333419"/>
            <a:ext cx="7407600" cy="2205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52586B"/>
              </a:buClr>
              <a:buSzPts val="1000"/>
              <a:buFont typeface="Funnel Sans"/>
              <a:buNone/>
            </a:pPr>
            <a:r>
              <a:rPr b="0" i="0" lang="en" sz="1000" u="none" cap="none" strike="noStrike">
                <a:solidFill>
                  <a:srgbClr val="52586B"/>
                </a:solidFill>
                <a:latin typeface="Funnel Sans"/>
                <a:ea typeface="Funnel Sans"/>
                <a:cs typeface="Funnel Sans"/>
                <a:sym typeface="Funnel Sans"/>
              </a:rPr>
              <a:t>Build smart</a:t>
            </a:r>
            <a:endParaRPr b="0" i="0" sz="1000" u="none" cap="none" strike="noStrike"/>
          </a:p>
        </p:txBody>
      </p:sp>
      <p:pic>
        <p:nvPicPr>
          <p:cNvPr descr="preencoded.png" id="1682" name="Google Shape;1682;p317"/>
          <p:cNvPicPr preferRelativeResize="0"/>
          <p:nvPr/>
        </p:nvPicPr>
        <p:blipFill rotWithShape="1">
          <a:blip r:embed="rId5">
            <a:alphaModFix/>
          </a:blip>
          <a:srcRect b="0" l="0" r="0" t="0"/>
          <a:stretch/>
        </p:blipFill>
        <p:spPr>
          <a:xfrm>
            <a:off x="496119" y="3862256"/>
            <a:ext cx="620167" cy="620242"/>
          </a:xfrm>
          <a:prstGeom prst="rect">
            <a:avLst/>
          </a:prstGeom>
          <a:noFill/>
          <a:ln>
            <a:noFill/>
          </a:ln>
        </p:spPr>
      </p:pic>
      <p:sp>
        <p:nvSpPr>
          <p:cNvPr id="1683" name="Google Shape;1683;p317"/>
          <p:cNvSpPr/>
          <p:nvPr/>
        </p:nvSpPr>
        <p:spPr>
          <a:xfrm>
            <a:off x="1240259" y="3862256"/>
            <a:ext cx="1550700" cy="215400"/>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52586B"/>
              </a:buClr>
              <a:buSzPts val="1300"/>
              <a:buFont typeface="Mona Sans"/>
              <a:buNone/>
            </a:pPr>
            <a:r>
              <a:rPr b="0" i="0" lang="en" sz="1300" u="none" cap="none" strike="noStrike">
                <a:solidFill>
                  <a:srgbClr val="52586B"/>
                </a:solidFill>
                <a:latin typeface="Mona Sans"/>
                <a:ea typeface="Mona Sans"/>
                <a:cs typeface="Mona Sans"/>
                <a:sym typeface="Mona Sans"/>
              </a:rPr>
              <a:t>Module 3</a:t>
            </a:r>
            <a:endParaRPr b="0" i="0" sz="1300" u="none" cap="none" strike="noStrike"/>
          </a:p>
        </p:txBody>
      </p:sp>
      <p:sp>
        <p:nvSpPr>
          <p:cNvPr id="1684" name="Google Shape;1684;p317"/>
          <p:cNvSpPr/>
          <p:nvPr/>
        </p:nvSpPr>
        <p:spPr>
          <a:xfrm>
            <a:off x="1240259" y="4160325"/>
            <a:ext cx="7407600" cy="2205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52586B"/>
              </a:buClr>
              <a:buSzPts val="1000"/>
              <a:buFont typeface="Funnel Sans"/>
              <a:buNone/>
            </a:pPr>
            <a:r>
              <a:rPr b="0" i="0" lang="en" sz="1000" u="none" cap="none" strike="noStrike">
                <a:solidFill>
                  <a:srgbClr val="52586B"/>
                </a:solidFill>
                <a:latin typeface="Funnel Sans"/>
                <a:ea typeface="Funnel Sans"/>
                <a:cs typeface="Funnel Sans"/>
                <a:sym typeface="Funnel Sans"/>
              </a:rPr>
              <a:t>Build precise</a:t>
            </a:r>
            <a:endParaRPr b="0" i="0" sz="1000" u="none" cap="none" strike="noStrike"/>
          </a:p>
        </p:txBody>
      </p:sp>
      <p:sp>
        <p:nvSpPr>
          <p:cNvPr id="1685" name="Google Shape;1685;p317"/>
          <p:cNvSpPr/>
          <p:nvPr/>
        </p:nvSpPr>
        <p:spPr>
          <a:xfrm>
            <a:off x="496119" y="4844190"/>
            <a:ext cx="8151900" cy="2205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52586B"/>
              </a:buClr>
              <a:buSzPts val="1000"/>
              <a:buFont typeface="Funnel Sans"/>
              <a:buNone/>
            </a:pPr>
            <a:r>
              <a:rPr b="0" i="0" lang="en" sz="1000" u="none" cap="none" strike="noStrike">
                <a:solidFill>
                  <a:srgbClr val="52586B"/>
                </a:solidFill>
                <a:latin typeface="Funnel Sans"/>
                <a:ea typeface="Funnel Sans"/>
                <a:cs typeface="Funnel Sans"/>
                <a:sym typeface="Funnel Sans"/>
              </a:rPr>
              <a:t>See you next session. Bring your M2 prototype, your Validation Brief, and your appetite for precision. The builds only get sharper from here.</a:t>
            </a:r>
            <a:endParaRPr b="0" i="0" sz="1000" u="none" cap="none" strike="noStrike"/>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62C"/>
        </a:solidFill>
      </p:bgPr>
    </p:bg>
    <p:spTree>
      <p:nvGrpSpPr>
        <p:cNvPr id="1689" name="Shape 1689"/>
        <p:cNvGrpSpPr/>
        <p:nvPr/>
      </p:nvGrpSpPr>
      <p:grpSpPr>
        <a:xfrm>
          <a:off x="0" y="0"/>
          <a:ext cx="0" cy="0"/>
          <a:chOff x="0" y="0"/>
          <a:chExt cx="0" cy="0"/>
        </a:xfrm>
      </p:grpSpPr>
      <p:sp>
        <p:nvSpPr>
          <p:cNvPr id="1690" name="Google Shape;1690;p318"/>
          <p:cNvSpPr txBox="1"/>
          <p:nvPr>
            <p:ph type="title"/>
          </p:nvPr>
        </p:nvSpPr>
        <p:spPr>
          <a:xfrm>
            <a:off x="457200" y="3565000"/>
            <a:ext cx="8220900" cy="7389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3200"/>
              <a:buNone/>
            </a:pPr>
            <a:r>
              <a:rPr lang="en"/>
              <a:t>Framing the Problem</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chemeClr val="lt2"/>
            </a:gs>
          </a:gsLst>
          <a:lin ang="5400012" scaled="0"/>
        </a:gradFill>
      </p:bgPr>
    </p:bg>
    <p:spTree>
      <p:nvGrpSpPr>
        <p:cNvPr id="1694" name="Shape 1694"/>
        <p:cNvGrpSpPr/>
        <p:nvPr/>
      </p:nvGrpSpPr>
      <p:grpSpPr>
        <a:xfrm>
          <a:off x="0" y="0"/>
          <a:ext cx="0" cy="0"/>
          <a:chOff x="0" y="0"/>
          <a:chExt cx="0" cy="0"/>
        </a:xfrm>
      </p:grpSpPr>
      <p:sp>
        <p:nvSpPr>
          <p:cNvPr id="1695" name="Google Shape;1695;p319"/>
          <p:cNvSpPr/>
          <p:nvPr/>
        </p:nvSpPr>
        <p:spPr>
          <a:xfrm>
            <a:off x="1397000" y="1885950"/>
            <a:ext cx="3040200" cy="3829200"/>
          </a:xfrm>
          <a:prstGeom prst="round2SameRect">
            <a:avLst>
              <a:gd fmla="val 16667" name="adj1"/>
              <a:gd fmla="val 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96" name="Google Shape;1696;p319"/>
          <p:cNvSpPr/>
          <p:nvPr/>
        </p:nvSpPr>
        <p:spPr>
          <a:xfrm>
            <a:off x="2495000" y="2266950"/>
            <a:ext cx="844200" cy="844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97" name="Google Shape;1697;p319"/>
          <p:cNvSpPr txBox="1"/>
          <p:nvPr>
            <p:ph idx="4294967295" type="title"/>
          </p:nvPr>
        </p:nvSpPr>
        <p:spPr>
          <a:xfrm>
            <a:off x="457200" y="518675"/>
            <a:ext cx="8229600" cy="1046700"/>
          </a:xfrm>
          <a:prstGeom prst="rect">
            <a:avLst/>
          </a:prstGeom>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 sz="3400"/>
              <a:t>Why Velocity Requires a</a:t>
            </a:r>
            <a:br>
              <a:rPr lang="en" sz="3400"/>
            </a:br>
            <a:r>
              <a:rPr lang="en" sz="3400"/>
              <a:t>Validation Target</a:t>
            </a:r>
            <a:endParaRPr sz="3400"/>
          </a:p>
        </p:txBody>
      </p:sp>
      <p:sp>
        <p:nvSpPr>
          <p:cNvPr id="1698" name="Google Shape;1698;p319"/>
          <p:cNvSpPr txBox="1"/>
          <p:nvPr/>
        </p:nvSpPr>
        <p:spPr>
          <a:xfrm>
            <a:off x="1643900" y="3353350"/>
            <a:ext cx="2546400" cy="1849800"/>
          </a:xfrm>
          <a:prstGeom prst="rect">
            <a:avLst/>
          </a:prstGeom>
          <a:noFill/>
          <a:ln>
            <a:noFill/>
          </a:ln>
        </p:spPr>
        <p:txBody>
          <a:bodyPr anchorCtr="0" anchor="t" bIns="94800" lIns="94800" spcFirstLastPara="1" rIns="94800" wrap="square" tIns="94800">
            <a:spAutoFit/>
          </a:bodyPr>
          <a:lstStyle/>
          <a:p>
            <a:pPr indent="0" lvl="0" marL="0" marR="0" rtl="0" algn="ctr">
              <a:lnSpc>
                <a:spcPct val="115000"/>
              </a:lnSpc>
              <a:spcBef>
                <a:spcPts val="0"/>
              </a:spcBef>
              <a:spcAft>
                <a:spcPts val="0"/>
              </a:spcAft>
              <a:buClr>
                <a:srgbClr val="000000"/>
              </a:buClr>
              <a:buSzPts val="1100"/>
              <a:buFont typeface="Poppins SemiBold"/>
              <a:buNone/>
            </a:pPr>
            <a:r>
              <a:rPr lang="en">
                <a:solidFill>
                  <a:schemeClr val="lt1"/>
                </a:solidFill>
                <a:latin typeface="Poppins SemiBold"/>
                <a:ea typeface="Poppins SemiBold"/>
                <a:cs typeface="Poppins SemiBold"/>
                <a:sym typeface="Poppins SemiBold"/>
              </a:rPr>
              <a:t>Name It Before</a:t>
            </a:r>
            <a:br>
              <a:rPr lang="en">
                <a:solidFill>
                  <a:schemeClr val="lt1"/>
                </a:solidFill>
                <a:latin typeface="Poppins SemiBold"/>
                <a:ea typeface="Poppins SemiBold"/>
                <a:cs typeface="Poppins SemiBold"/>
                <a:sym typeface="Poppins SemiBold"/>
              </a:rPr>
            </a:br>
            <a:r>
              <a:rPr lang="en">
                <a:solidFill>
                  <a:schemeClr val="lt1"/>
                </a:solidFill>
                <a:latin typeface="Poppins SemiBold"/>
                <a:ea typeface="Poppins SemiBold"/>
                <a:cs typeface="Poppins SemiBold"/>
                <a:sym typeface="Poppins SemiBold"/>
              </a:rPr>
              <a:t>You Build It</a:t>
            </a:r>
            <a:endParaRPr b="0" i="0" u="none" cap="none" strike="noStrike">
              <a:solidFill>
                <a:schemeClr val="lt1"/>
              </a:solidFill>
              <a:latin typeface="Poppins SemiBold"/>
              <a:ea typeface="Poppins SemiBold"/>
              <a:cs typeface="Poppins SemiBold"/>
              <a:sym typeface="Poppins SemiBold"/>
            </a:endParaRPr>
          </a:p>
          <a:p>
            <a:pPr indent="0" lvl="0" marL="0" marR="0" rtl="0" algn="ctr">
              <a:lnSpc>
                <a:spcPct val="115000"/>
              </a:lnSpc>
              <a:spcBef>
                <a:spcPts val="1000"/>
              </a:spcBef>
              <a:spcAft>
                <a:spcPts val="1000"/>
              </a:spcAft>
              <a:buClr>
                <a:srgbClr val="000000"/>
              </a:buClr>
              <a:buSzPts val="1100"/>
              <a:buFont typeface="Lato"/>
              <a:buNone/>
            </a:pPr>
            <a:r>
              <a:rPr lang="en" sz="1200">
                <a:solidFill>
                  <a:schemeClr val="lt1"/>
                </a:solidFill>
                <a:latin typeface="Lato"/>
                <a:ea typeface="Lato"/>
                <a:cs typeface="Lato"/>
                <a:sym typeface="Lato"/>
              </a:rPr>
              <a:t>Before you touch the tool, you name the test. One sentence: "I'm testing whether [X]." If you can't finish that sentence, you're building a demo, not a decision-making tool.</a:t>
            </a:r>
            <a:endParaRPr b="0" i="0" u="none" cap="none" strike="noStrike">
              <a:solidFill>
                <a:schemeClr val="lt1"/>
              </a:solidFill>
              <a:latin typeface="Lato"/>
              <a:ea typeface="Lato"/>
              <a:cs typeface="Lato"/>
              <a:sym typeface="Lato"/>
            </a:endParaRPr>
          </a:p>
        </p:txBody>
      </p:sp>
      <p:sp>
        <p:nvSpPr>
          <p:cNvPr id="1699" name="Google Shape;1699;p319"/>
          <p:cNvSpPr/>
          <p:nvPr/>
        </p:nvSpPr>
        <p:spPr>
          <a:xfrm flipH="1">
            <a:off x="2599410" y="2372550"/>
            <a:ext cx="635400" cy="633000"/>
          </a:xfrm>
          <a:prstGeom prst="ellipse">
            <a:avLst/>
          </a:prstGeom>
          <a:noFill/>
          <a:ln cap="flat" cmpd="sng" w="19050">
            <a:solidFill>
              <a:schemeClr val="accent1"/>
            </a:solidFill>
            <a:prstDash val="solid"/>
            <a:round/>
            <a:headEnd len="sm" w="sm" type="none"/>
            <a:tailEnd len="sm" w="sm" type="none"/>
          </a:ln>
        </p:spPr>
        <p:txBody>
          <a:bodyPr anchorCtr="0" anchor="ctr" bIns="94800" lIns="94800" spcFirstLastPara="1" rIns="94800" wrap="square" tIns="94800">
            <a:noAutofit/>
          </a:bodyPr>
          <a:lstStyle/>
          <a:p>
            <a:pPr indent="0" lvl="0" marL="0" marR="0" rtl="0" algn="ctr">
              <a:lnSpc>
                <a:spcPct val="100000"/>
              </a:lnSpc>
              <a:spcBef>
                <a:spcPts val="0"/>
              </a:spcBef>
              <a:spcAft>
                <a:spcPts val="0"/>
              </a:spcAft>
              <a:buClr>
                <a:srgbClr val="000000"/>
              </a:buClr>
              <a:buSzPts val="1300"/>
              <a:buFont typeface="Poppins SemiBold"/>
              <a:buNone/>
            </a:pPr>
            <a:r>
              <a:rPr i="0" lang="en" sz="1600" u="none" cap="none" strike="noStrike">
                <a:solidFill>
                  <a:schemeClr val="accent2"/>
                </a:solidFill>
                <a:latin typeface="Poppins SemiBold"/>
                <a:ea typeface="Poppins SemiBold"/>
                <a:cs typeface="Poppins SemiBold"/>
                <a:sym typeface="Poppins SemiBold"/>
              </a:rPr>
              <a:t>01</a:t>
            </a:r>
            <a:endParaRPr i="0" sz="1600" u="none" cap="none" strike="noStrike">
              <a:solidFill>
                <a:schemeClr val="accent2"/>
              </a:solidFill>
              <a:latin typeface="Poppins SemiBold"/>
              <a:ea typeface="Poppins SemiBold"/>
              <a:cs typeface="Poppins SemiBold"/>
              <a:sym typeface="Poppins SemiBold"/>
            </a:endParaRPr>
          </a:p>
        </p:txBody>
      </p:sp>
      <p:sp>
        <p:nvSpPr>
          <p:cNvPr id="1700" name="Google Shape;1700;p319"/>
          <p:cNvSpPr/>
          <p:nvPr/>
        </p:nvSpPr>
        <p:spPr>
          <a:xfrm>
            <a:off x="4810125" y="1885950"/>
            <a:ext cx="3040200" cy="3829200"/>
          </a:xfrm>
          <a:prstGeom prst="round2SameRect">
            <a:avLst>
              <a:gd fmla="val 1666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701" name="Google Shape;1701;p319"/>
          <p:cNvSpPr/>
          <p:nvPr/>
        </p:nvSpPr>
        <p:spPr>
          <a:xfrm>
            <a:off x="5908125" y="2266950"/>
            <a:ext cx="844200" cy="844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702" name="Google Shape;1702;p319"/>
          <p:cNvSpPr/>
          <p:nvPr/>
        </p:nvSpPr>
        <p:spPr>
          <a:xfrm flipH="1">
            <a:off x="6012535" y="2372550"/>
            <a:ext cx="635400" cy="633000"/>
          </a:xfrm>
          <a:prstGeom prst="ellipse">
            <a:avLst/>
          </a:prstGeom>
          <a:noFill/>
          <a:ln cap="flat" cmpd="sng" w="19050">
            <a:solidFill>
              <a:schemeClr val="accent1"/>
            </a:solidFill>
            <a:prstDash val="solid"/>
            <a:round/>
            <a:headEnd len="sm" w="sm" type="none"/>
            <a:tailEnd len="sm" w="sm" type="none"/>
          </a:ln>
        </p:spPr>
        <p:txBody>
          <a:bodyPr anchorCtr="0" anchor="ctr" bIns="94800" lIns="94800" spcFirstLastPara="1" rIns="94800" wrap="square" tIns="94800">
            <a:noAutofit/>
          </a:bodyPr>
          <a:lstStyle/>
          <a:p>
            <a:pPr indent="0" lvl="0" marL="0" marR="0" rtl="0" algn="ctr">
              <a:lnSpc>
                <a:spcPct val="100000"/>
              </a:lnSpc>
              <a:spcBef>
                <a:spcPts val="0"/>
              </a:spcBef>
              <a:spcAft>
                <a:spcPts val="0"/>
              </a:spcAft>
              <a:buClr>
                <a:srgbClr val="000000"/>
              </a:buClr>
              <a:buSzPts val="1300"/>
              <a:buFont typeface="Poppins SemiBold"/>
              <a:buNone/>
            </a:pPr>
            <a:r>
              <a:rPr i="0" lang="en" sz="1600" u="none" cap="none" strike="noStrike">
                <a:solidFill>
                  <a:schemeClr val="accent2"/>
                </a:solidFill>
                <a:latin typeface="Poppins SemiBold"/>
                <a:ea typeface="Poppins SemiBold"/>
                <a:cs typeface="Poppins SemiBold"/>
                <a:sym typeface="Poppins SemiBold"/>
              </a:rPr>
              <a:t>0</a:t>
            </a:r>
            <a:r>
              <a:rPr lang="en" sz="1600">
                <a:solidFill>
                  <a:schemeClr val="accent2"/>
                </a:solidFill>
                <a:latin typeface="Poppins SemiBold"/>
                <a:ea typeface="Poppins SemiBold"/>
                <a:cs typeface="Poppins SemiBold"/>
                <a:sym typeface="Poppins SemiBold"/>
              </a:rPr>
              <a:t>2</a:t>
            </a:r>
            <a:endParaRPr i="0" sz="1600" u="none" cap="none" strike="noStrike">
              <a:solidFill>
                <a:schemeClr val="accent2"/>
              </a:solidFill>
              <a:latin typeface="Poppins SemiBold"/>
              <a:ea typeface="Poppins SemiBold"/>
              <a:cs typeface="Poppins SemiBold"/>
              <a:sym typeface="Poppins SemiBold"/>
            </a:endParaRPr>
          </a:p>
        </p:txBody>
      </p:sp>
      <p:sp>
        <p:nvSpPr>
          <p:cNvPr id="1703" name="Google Shape;1703;p319"/>
          <p:cNvSpPr txBox="1"/>
          <p:nvPr/>
        </p:nvSpPr>
        <p:spPr>
          <a:xfrm>
            <a:off x="5057025" y="3353350"/>
            <a:ext cx="2546400" cy="1849800"/>
          </a:xfrm>
          <a:prstGeom prst="rect">
            <a:avLst/>
          </a:prstGeom>
          <a:noFill/>
          <a:ln>
            <a:noFill/>
          </a:ln>
        </p:spPr>
        <p:txBody>
          <a:bodyPr anchorCtr="0" anchor="t" bIns="94800" lIns="94800" spcFirstLastPara="1" rIns="94800" wrap="square" tIns="94800">
            <a:spAutoFit/>
          </a:bodyPr>
          <a:lstStyle/>
          <a:p>
            <a:pPr indent="0" lvl="0" marL="0" rtl="0" algn="ctr">
              <a:lnSpc>
                <a:spcPct val="115000"/>
              </a:lnSpc>
              <a:spcBef>
                <a:spcPts val="0"/>
              </a:spcBef>
              <a:spcAft>
                <a:spcPts val="0"/>
              </a:spcAft>
              <a:buClr>
                <a:srgbClr val="000000"/>
              </a:buClr>
              <a:buSzPts val="1100"/>
              <a:buFont typeface="Poppins SemiBold"/>
              <a:buNone/>
            </a:pPr>
            <a:r>
              <a:rPr lang="en">
                <a:solidFill>
                  <a:schemeClr val="accent2"/>
                </a:solidFill>
                <a:latin typeface="Poppins SemiBold"/>
                <a:ea typeface="Poppins SemiBold"/>
                <a:cs typeface="Poppins SemiBold"/>
                <a:sym typeface="Poppins SemiBold"/>
              </a:rPr>
              <a:t>Today You</a:t>
            </a:r>
            <a:br>
              <a:rPr lang="en">
                <a:solidFill>
                  <a:schemeClr val="accent2"/>
                </a:solidFill>
                <a:latin typeface="Poppins SemiBold"/>
                <a:ea typeface="Poppins SemiBold"/>
                <a:cs typeface="Poppins SemiBold"/>
                <a:sym typeface="Poppins SemiBold"/>
              </a:rPr>
            </a:br>
            <a:r>
              <a:rPr lang="en">
                <a:solidFill>
                  <a:schemeClr val="accent2"/>
                </a:solidFill>
                <a:latin typeface="Poppins SemiBold"/>
                <a:ea typeface="Poppins SemiBold"/>
                <a:cs typeface="Poppins SemiBold"/>
                <a:sym typeface="Poppins SemiBold"/>
              </a:rPr>
              <a:t>Commit</a:t>
            </a:r>
            <a:endParaRPr>
              <a:solidFill>
                <a:schemeClr val="accent2"/>
              </a:solidFill>
              <a:latin typeface="Poppins SemiBold"/>
              <a:ea typeface="Poppins SemiBold"/>
              <a:cs typeface="Poppins SemiBold"/>
              <a:sym typeface="Poppins SemiBold"/>
            </a:endParaRPr>
          </a:p>
          <a:p>
            <a:pPr indent="0" lvl="0" marL="0" rtl="0" algn="ctr">
              <a:lnSpc>
                <a:spcPct val="115000"/>
              </a:lnSpc>
              <a:spcBef>
                <a:spcPts val="1000"/>
              </a:spcBef>
              <a:spcAft>
                <a:spcPts val="1000"/>
              </a:spcAft>
              <a:buClr>
                <a:srgbClr val="000000"/>
              </a:buClr>
              <a:buSzPts val="1100"/>
              <a:buFont typeface="Lato"/>
              <a:buNone/>
            </a:pPr>
            <a:r>
              <a:rPr lang="en" sz="1200">
                <a:solidFill>
                  <a:schemeClr val="accent2"/>
                </a:solidFill>
                <a:latin typeface="Lato"/>
                <a:ea typeface="Lato"/>
                <a:cs typeface="Lato"/>
                <a:sym typeface="Lato"/>
              </a:rPr>
              <a:t>Pick your scenario. Carry it through Module 6. No more starting over — everything you build adds a layer to the same product. The one you'll deploy.</a:t>
            </a:r>
            <a:endParaRPr sz="1500">
              <a:solidFill>
                <a:schemeClr val="accent2"/>
              </a:solidFill>
              <a:latin typeface="Poppins SemiBold"/>
              <a:ea typeface="Poppins SemiBold"/>
              <a:cs typeface="Poppins SemiBold"/>
              <a:sym typeface="Poppins SemiBo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7" name="Shape 1707"/>
        <p:cNvGrpSpPr/>
        <p:nvPr/>
      </p:nvGrpSpPr>
      <p:grpSpPr>
        <a:xfrm>
          <a:off x="0" y="0"/>
          <a:ext cx="0" cy="0"/>
          <a:chOff x="0" y="0"/>
          <a:chExt cx="0" cy="0"/>
        </a:xfrm>
      </p:grpSpPr>
      <p:pic>
        <p:nvPicPr>
          <p:cNvPr id="1708" name="Google Shape;1708;p320" title="BG Light Blue.png"/>
          <p:cNvPicPr preferRelativeResize="0"/>
          <p:nvPr/>
        </p:nvPicPr>
        <p:blipFill>
          <a:blip r:embed="rId3">
            <a:alphaModFix/>
          </a:blip>
          <a:stretch>
            <a:fillRect/>
          </a:stretch>
        </p:blipFill>
        <p:spPr>
          <a:xfrm flipH="1">
            <a:off x="375" y="0"/>
            <a:ext cx="9144000" cy="5715001"/>
          </a:xfrm>
          <a:prstGeom prst="rect">
            <a:avLst/>
          </a:prstGeom>
          <a:noFill/>
          <a:ln>
            <a:noFill/>
          </a:ln>
        </p:spPr>
      </p:pic>
      <p:sp>
        <p:nvSpPr>
          <p:cNvPr id="1709" name="Google Shape;1709;p320"/>
          <p:cNvSpPr/>
          <p:nvPr/>
        </p:nvSpPr>
        <p:spPr>
          <a:xfrm>
            <a:off x="457200" y="2409725"/>
            <a:ext cx="2278800" cy="840600"/>
          </a:xfrm>
          <a:prstGeom prst="rightArrowCallout">
            <a:avLst>
              <a:gd fmla="val 25000" name="adj1"/>
              <a:gd fmla="val 25000" name="adj2"/>
              <a:gd fmla="val 25000" name="adj3"/>
              <a:gd fmla="val 64977" name="adj4"/>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710" name="Google Shape;1710;p320"/>
          <p:cNvSpPr/>
          <p:nvPr/>
        </p:nvSpPr>
        <p:spPr>
          <a:xfrm>
            <a:off x="457200" y="3402375"/>
            <a:ext cx="2278800" cy="840600"/>
          </a:xfrm>
          <a:prstGeom prst="rightArrowCallout">
            <a:avLst>
              <a:gd fmla="val 25000" name="adj1"/>
              <a:gd fmla="val 25000" name="adj2"/>
              <a:gd fmla="val 25000" name="adj3"/>
              <a:gd fmla="val 64977" name="adj4"/>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711" name="Google Shape;1711;p320"/>
          <p:cNvSpPr/>
          <p:nvPr/>
        </p:nvSpPr>
        <p:spPr>
          <a:xfrm>
            <a:off x="457200" y="4380900"/>
            <a:ext cx="2278800" cy="840600"/>
          </a:xfrm>
          <a:prstGeom prst="rightArrowCallout">
            <a:avLst>
              <a:gd fmla="val 25000" name="adj1"/>
              <a:gd fmla="val 25000" name="adj2"/>
              <a:gd fmla="val 25000" name="adj3"/>
              <a:gd fmla="val 64977" name="adj4"/>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712" name="Google Shape;1712;p320"/>
          <p:cNvSpPr/>
          <p:nvPr/>
        </p:nvSpPr>
        <p:spPr>
          <a:xfrm>
            <a:off x="2857500" y="2418600"/>
            <a:ext cx="5829600" cy="840600"/>
          </a:xfrm>
          <a:prstGeom prst="roundRect">
            <a:avLst>
              <a:gd fmla="val 8887"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Lato"/>
              <a:ea typeface="Lato"/>
              <a:cs typeface="Lato"/>
              <a:sym typeface="Lato"/>
            </a:endParaRPr>
          </a:p>
        </p:txBody>
      </p:sp>
      <p:sp>
        <p:nvSpPr>
          <p:cNvPr id="1713" name="Google Shape;1713;p320"/>
          <p:cNvSpPr txBox="1"/>
          <p:nvPr>
            <p:ph idx="3" type="title"/>
          </p:nvPr>
        </p:nvSpPr>
        <p:spPr>
          <a:xfrm>
            <a:off x="685800" y="3441212"/>
            <a:ext cx="1350000" cy="734700"/>
          </a:xfrm>
          <a:prstGeom prst="rect">
            <a:avLst/>
          </a:prstGeom>
        </p:spPr>
        <p:txBody>
          <a:bodyPr anchorCtr="0" anchor="ctr" bIns="0" lIns="0" spcFirstLastPara="1" rIns="182875" wrap="square" tIns="0">
            <a:noAutofit/>
          </a:bodyPr>
          <a:lstStyle/>
          <a:p>
            <a:pPr indent="0" lvl="0" marL="0" rtl="0" algn="l">
              <a:spcBef>
                <a:spcPts val="0"/>
              </a:spcBef>
              <a:spcAft>
                <a:spcPts val="0"/>
              </a:spcAft>
              <a:buNone/>
            </a:pPr>
            <a:r>
              <a:rPr lang="en"/>
              <a:t>If your risk is</a:t>
            </a:r>
            <a:br>
              <a:rPr lang="en"/>
            </a:br>
            <a:r>
              <a:rPr lang="en" u="sng"/>
              <a:t>usability:</a:t>
            </a:r>
            <a:endParaRPr u="sng"/>
          </a:p>
        </p:txBody>
      </p:sp>
      <p:sp>
        <p:nvSpPr>
          <p:cNvPr id="1714" name="Google Shape;1714;p320"/>
          <p:cNvSpPr txBox="1"/>
          <p:nvPr>
            <p:ph type="title"/>
          </p:nvPr>
        </p:nvSpPr>
        <p:spPr>
          <a:xfrm>
            <a:off x="457200" y="955050"/>
            <a:ext cx="8229600" cy="734700"/>
          </a:xfrm>
          <a:prstGeom prst="rect">
            <a:avLst/>
          </a:prstGeom>
        </p:spPr>
        <p:txBody>
          <a:bodyPr anchorCtr="0" anchor="ctr" bIns="0" lIns="0" spcFirstLastPara="1" rIns="182875" wrap="square" tIns="0">
            <a:noAutofit/>
          </a:bodyPr>
          <a:lstStyle/>
          <a:p>
            <a:pPr indent="0" lvl="0" marL="0" rtl="0" algn="l">
              <a:spcBef>
                <a:spcPts val="0"/>
              </a:spcBef>
              <a:spcAft>
                <a:spcPts val="0"/>
              </a:spcAft>
              <a:buNone/>
            </a:pPr>
            <a:r>
              <a:rPr lang="en"/>
              <a:t>A prototype is a strategic experiment. Your hypothesis identifies the riskiest part of your product concept, which tells you exactly where to focus your build to move the confidence line.</a:t>
            </a:r>
            <a:endParaRPr/>
          </a:p>
        </p:txBody>
      </p:sp>
      <p:sp>
        <p:nvSpPr>
          <p:cNvPr id="1715" name="Google Shape;1715;p320"/>
          <p:cNvSpPr txBox="1"/>
          <p:nvPr>
            <p:ph idx="2" type="title"/>
          </p:nvPr>
        </p:nvSpPr>
        <p:spPr>
          <a:xfrm>
            <a:off x="685800" y="2462675"/>
            <a:ext cx="1490100" cy="734700"/>
          </a:xfrm>
          <a:prstGeom prst="rect">
            <a:avLst/>
          </a:prstGeom>
        </p:spPr>
        <p:txBody>
          <a:bodyPr anchorCtr="0" anchor="ctr" bIns="0" lIns="0" spcFirstLastPara="1" rIns="182875" wrap="square" tIns="0">
            <a:noAutofit/>
          </a:bodyPr>
          <a:lstStyle/>
          <a:p>
            <a:pPr indent="0" lvl="0" marL="0" rtl="0" algn="l">
              <a:spcBef>
                <a:spcPts val="0"/>
              </a:spcBef>
              <a:spcAft>
                <a:spcPts val="0"/>
              </a:spcAft>
              <a:buNone/>
            </a:pPr>
            <a:r>
              <a:rPr lang="en"/>
              <a:t>If your risk is</a:t>
            </a:r>
            <a:br>
              <a:rPr lang="en"/>
            </a:br>
            <a:r>
              <a:rPr lang="en" u="sng"/>
              <a:t>value:</a:t>
            </a:r>
            <a:r>
              <a:rPr lang="en"/>
              <a:t> </a:t>
            </a:r>
            <a:endParaRPr/>
          </a:p>
        </p:txBody>
      </p:sp>
      <p:sp>
        <p:nvSpPr>
          <p:cNvPr id="1716" name="Google Shape;1716;p320"/>
          <p:cNvSpPr txBox="1"/>
          <p:nvPr>
            <p:ph idx="4" type="title"/>
          </p:nvPr>
        </p:nvSpPr>
        <p:spPr>
          <a:xfrm>
            <a:off x="685800" y="4442725"/>
            <a:ext cx="1434000" cy="734700"/>
          </a:xfrm>
          <a:prstGeom prst="rect">
            <a:avLst/>
          </a:prstGeom>
        </p:spPr>
        <p:txBody>
          <a:bodyPr anchorCtr="0" anchor="ctr" bIns="0" lIns="0" spcFirstLastPara="1" rIns="182875" wrap="square" tIns="0">
            <a:noAutofit/>
          </a:bodyPr>
          <a:lstStyle/>
          <a:p>
            <a:pPr indent="0" lvl="0" marL="0" rtl="0" algn="l">
              <a:spcBef>
                <a:spcPts val="0"/>
              </a:spcBef>
              <a:spcAft>
                <a:spcPts val="0"/>
              </a:spcAft>
              <a:buNone/>
            </a:pPr>
            <a:r>
              <a:rPr lang="en"/>
              <a:t>If your risk is</a:t>
            </a:r>
            <a:br>
              <a:rPr lang="en"/>
            </a:br>
            <a:r>
              <a:rPr lang="en" u="sng"/>
              <a:t>feasibility:</a:t>
            </a:r>
            <a:endParaRPr u="sng"/>
          </a:p>
        </p:txBody>
      </p:sp>
      <p:sp>
        <p:nvSpPr>
          <p:cNvPr id="1717" name="Google Shape;1717;p320"/>
          <p:cNvSpPr txBox="1"/>
          <p:nvPr>
            <p:ph idx="8" type="title"/>
          </p:nvPr>
        </p:nvSpPr>
        <p:spPr>
          <a:xfrm>
            <a:off x="457200" y="457197"/>
            <a:ext cx="8229600" cy="4188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 sz="3400"/>
              <a:t>What Are You De-Risking?</a:t>
            </a:r>
            <a:endParaRPr sz="3400"/>
          </a:p>
        </p:txBody>
      </p:sp>
      <p:sp>
        <p:nvSpPr>
          <p:cNvPr id="1718" name="Google Shape;1718;p320"/>
          <p:cNvSpPr txBox="1"/>
          <p:nvPr>
            <p:ph idx="6" type="body"/>
          </p:nvPr>
        </p:nvSpPr>
        <p:spPr>
          <a:xfrm>
            <a:off x="3111875" y="2490150"/>
            <a:ext cx="5433000" cy="734700"/>
          </a:xfrm>
          <a:prstGeom prst="rect">
            <a:avLst/>
          </a:prstGeom>
        </p:spPr>
        <p:txBody>
          <a:bodyPr anchorCtr="0" anchor="ctr" bIns="91425" lIns="0" spcFirstLastPara="1" rIns="0" wrap="square" tIns="0">
            <a:noAutofit/>
          </a:bodyPr>
          <a:lstStyle/>
          <a:p>
            <a:pPr indent="0" lvl="0" marL="0" rtl="0" algn="l">
              <a:spcBef>
                <a:spcPts val="0"/>
              </a:spcBef>
              <a:spcAft>
                <a:spcPts val="1200"/>
              </a:spcAft>
              <a:buNone/>
            </a:pPr>
            <a:r>
              <a:rPr b="1" lang="en" sz="1100">
                <a:solidFill>
                  <a:schemeClr val="accent1"/>
                </a:solidFill>
              </a:rPr>
              <a:t>→ e.g., </a:t>
            </a:r>
            <a:r>
              <a:rPr b="1" lang="en" sz="1100">
                <a:solidFill>
                  <a:schemeClr val="accent1"/>
                </a:solidFill>
              </a:rPr>
              <a:t>"Will users actually rely on this for a critical task?"</a:t>
            </a:r>
            <a:br>
              <a:rPr b="1" lang="en" sz="1100">
                <a:solidFill>
                  <a:schemeClr val="accent1"/>
                </a:solidFill>
              </a:rPr>
            </a:br>
            <a:r>
              <a:rPr lang="en" sz="1100"/>
              <a:t>Focus on user intent. Test whether the core premise solves a real problem  or is just a novelty.</a:t>
            </a:r>
            <a:endParaRPr sz="1100"/>
          </a:p>
        </p:txBody>
      </p:sp>
      <p:sp>
        <p:nvSpPr>
          <p:cNvPr id="1719" name="Google Shape;1719;p320"/>
          <p:cNvSpPr/>
          <p:nvPr/>
        </p:nvSpPr>
        <p:spPr>
          <a:xfrm>
            <a:off x="457575" y="1680875"/>
            <a:ext cx="8229600" cy="4434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457200" rtl="0" algn="l">
              <a:spcBef>
                <a:spcPts val="0"/>
              </a:spcBef>
              <a:spcAft>
                <a:spcPts val="0"/>
              </a:spcAft>
              <a:buNone/>
            </a:pPr>
            <a:r>
              <a:rPr lang="en" sz="1200">
                <a:solidFill>
                  <a:srgbClr val="FFFFFF"/>
                </a:solidFill>
                <a:latin typeface="Poppins Medium"/>
                <a:ea typeface="Poppins Medium"/>
                <a:cs typeface="Poppins Medium"/>
                <a:sym typeface="Poppins Medium"/>
              </a:rPr>
              <a:t>First, ask:</a:t>
            </a:r>
            <a:r>
              <a:rPr lang="en" sz="1200">
                <a:solidFill>
                  <a:srgbClr val="FFFFFF"/>
                </a:solidFill>
                <a:latin typeface="Poppins SemiBold"/>
                <a:ea typeface="Poppins SemiBold"/>
                <a:cs typeface="Poppins SemiBold"/>
                <a:sym typeface="Poppins SemiBold"/>
              </a:rPr>
              <a:t> "What is the single riskiest assumption I need to validate?"</a:t>
            </a:r>
            <a:endParaRPr sz="1200">
              <a:solidFill>
                <a:srgbClr val="FFFFFF"/>
              </a:solidFill>
              <a:latin typeface="Poppins SemiBold"/>
              <a:ea typeface="Poppins SemiBold"/>
              <a:cs typeface="Poppins SemiBold"/>
              <a:sym typeface="Poppins SemiBold"/>
            </a:endParaRPr>
          </a:p>
        </p:txBody>
      </p:sp>
      <p:sp>
        <p:nvSpPr>
          <p:cNvPr id="1720" name="Google Shape;1720;p320"/>
          <p:cNvSpPr/>
          <p:nvPr/>
        </p:nvSpPr>
        <p:spPr>
          <a:xfrm>
            <a:off x="2857500" y="3404116"/>
            <a:ext cx="5829600" cy="840600"/>
          </a:xfrm>
          <a:prstGeom prst="roundRect">
            <a:avLst>
              <a:gd fmla="val 8887"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721" name="Google Shape;1721;p320"/>
          <p:cNvSpPr txBox="1"/>
          <p:nvPr>
            <p:ph idx="6" type="body"/>
          </p:nvPr>
        </p:nvSpPr>
        <p:spPr>
          <a:xfrm>
            <a:off x="3111875" y="3455325"/>
            <a:ext cx="5433000" cy="734700"/>
          </a:xfrm>
          <a:prstGeom prst="rect">
            <a:avLst/>
          </a:prstGeom>
        </p:spPr>
        <p:txBody>
          <a:bodyPr anchorCtr="0" anchor="ctr" bIns="91425" lIns="0" spcFirstLastPara="1" rIns="0" wrap="square" tIns="0">
            <a:noAutofit/>
          </a:bodyPr>
          <a:lstStyle/>
          <a:p>
            <a:pPr indent="0" lvl="0" marL="0" rtl="0" algn="l">
              <a:spcBef>
                <a:spcPts val="0"/>
              </a:spcBef>
              <a:spcAft>
                <a:spcPts val="1200"/>
              </a:spcAft>
              <a:buNone/>
            </a:pPr>
            <a:r>
              <a:rPr b="1" lang="en" sz="1100">
                <a:solidFill>
                  <a:schemeClr val="accent1"/>
                </a:solidFill>
              </a:rPr>
              <a:t>→ e.g., </a:t>
            </a:r>
            <a:r>
              <a:rPr b="1" lang="en" sz="1100">
                <a:solidFill>
                  <a:schemeClr val="accent1"/>
                </a:solidFill>
              </a:rPr>
              <a:t>"Will the interface feel like a tool or an overwhelming black box?"</a:t>
            </a:r>
            <a:br>
              <a:rPr b="1" lang="en" sz="1100">
                <a:solidFill>
                  <a:schemeClr val="accent1"/>
                </a:solidFill>
              </a:rPr>
            </a:br>
            <a:r>
              <a:rPr lang="en" sz="1100"/>
              <a:t>Focus on interaction. Simplify complex steps, find where the flow breaks down.</a:t>
            </a:r>
            <a:endParaRPr b="1" sz="1000"/>
          </a:p>
        </p:txBody>
      </p:sp>
      <p:sp>
        <p:nvSpPr>
          <p:cNvPr id="1722" name="Google Shape;1722;p320"/>
          <p:cNvSpPr/>
          <p:nvPr/>
        </p:nvSpPr>
        <p:spPr>
          <a:xfrm>
            <a:off x="2857500" y="4380900"/>
            <a:ext cx="5829600" cy="840600"/>
          </a:xfrm>
          <a:prstGeom prst="roundRect">
            <a:avLst>
              <a:gd fmla="val 8887"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723" name="Google Shape;1723;p320"/>
          <p:cNvSpPr txBox="1"/>
          <p:nvPr>
            <p:ph idx="6" type="body"/>
          </p:nvPr>
        </p:nvSpPr>
        <p:spPr>
          <a:xfrm>
            <a:off x="3111875" y="4581929"/>
            <a:ext cx="5433000" cy="456300"/>
          </a:xfrm>
          <a:prstGeom prst="rect">
            <a:avLst/>
          </a:prstGeom>
        </p:spPr>
        <p:txBody>
          <a:bodyPr anchorCtr="0" anchor="ctr" bIns="91425" lIns="0" spcFirstLastPara="1" rIns="0" wrap="square" tIns="0">
            <a:spAutoFit/>
          </a:bodyPr>
          <a:lstStyle/>
          <a:p>
            <a:pPr indent="0" lvl="0" marL="0" rtl="0" algn="l">
              <a:spcBef>
                <a:spcPts val="0"/>
              </a:spcBef>
              <a:spcAft>
                <a:spcPts val="1200"/>
              </a:spcAft>
              <a:buNone/>
            </a:pPr>
            <a:r>
              <a:rPr b="1" lang="en" sz="1100">
                <a:solidFill>
                  <a:schemeClr val="accent1"/>
                </a:solidFill>
              </a:rPr>
              <a:t>→ e.g., </a:t>
            </a:r>
            <a:r>
              <a:rPr b="1" lang="en" sz="1100">
                <a:solidFill>
                  <a:schemeClr val="accent1"/>
                </a:solidFill>
              </a:rPr>
              <a:t>"Can the logic generate accurate results from these inputs?"</a:t>
            </a:r>
            <a:br>
              <a:rPr b="1" lang="en" sz="1100"/>
            </a:br>
            <a:r>
              <a:rPr lang="en" sz="1100"/>
              <a:t>Focus on constraints. Find edge cases where your logic or data might fail.</a:t>
            </a:r>
            <a:endParaRPr b="1" sz="1000">
              <a:solidFill>
                <a:schemeClr val="accent1"/>
              </a:solidFill>
            </a:endParaRPr>
          </a:p>
        </p:txBody>
      </p:sp>
      <p:pic>
        <p:nvPicPr>
          <p:cNvPr id="1724" name="Google Shape;1724;p320"/>
          <p:cNvPicPr preferRelativeResize="0"/>
          <p:nvPr/>
        </p:nvPicPr>
        <p:blipFill rotWithShape="1">
          <a:blip r:embed="rId4">
            <a:alphaModFix/>
          </a:blip>
          <a:srcRect b="0" l="0" r="0" t="0"/>
          <a:stretch/>
        </p:blipFill>
        <p:spPr>
          <a:xfrm>
            <a:off x="685795" y="1796471"/>
            <a:ext cx="211475" cy="2122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8" name="Shape 1728"/>
        <p:cNvGrpSpPr/>
        <p:nvPr/>
      </p:nvGrpSpPr>
      <p:grpSpPr>
        <a:xfrm>
          <a:off x="0" y="0"/>
          <a:ext cx="0" cy="0"/>
          <a:chOff x="0" y="0"/>
          <a:chExt cx="0" cy="0"/>
        </a:xfrm>
      </p:grpSpPr>
      <p:sp>
        <p:nvSpPr>
          <p:cNvPr id="1729" name="Google Shape;1729;p321"/>
          <p:cNvSpPr txBox="1"/>
          <p:nvPr>
            <p:ph idx="1" type="body"/>
          </p:nvPr>
        </p:nvSpPr>
        <p:spPr>
          <a:xfrm>
            <a:off x="4572000" y="457200"/>
            <a:ext cx="4114800" cy="4800600"/>
          </a:xfrm>
          <a:prstGeom prst="rect">
            <a:avLst/>
          </a:prstGeom>
        </p:spPr>
        <p:txBody>
          <a:bodyPr anchorCtr="0" anchor="b" bIns="474125" lIns="365750" spcFirstLastPara="1" rIns="365750" wrap="square" tIns="94800">
            <a:noAutofit/>
          </a:bodyPr>
          <a:lstStyle/>
          <a:p>
            <a:pPr indent="0" lvl="0" marL="0" rtl="0" algn="l">
              <a:spcBef>
                <a:spcPts val="0"/>
              </a:spcBef>
              <a:spcAft>
                <a:spcPts val="0"/>
              </a:spcAft>
              <a:buNone/>
            </a:pPr>
            <a:r>
              <a:rPr lang="en">
                <a:latin typeface="Poppins SemiBold"/>
                <a:ea typeface="Poppins SemiBold"/>
                <a:cs typeface="Poppins SemiBold"/>
                <a:sym typeface="Poppins SemiBold"/>
              </a:rPr>
              <a:t>Steps to Follow</a:t>
            </a:r>
            <a:r>
              <a:rPr lang="en">
                <a:latin typeface="Poppins SemiBold"/>
                <a:ea typeface="Poppins SemiBold"/>
                <a:cs typeface="Poppins SemiBold"/>
                <a:sym typeface="Poppins SemiBold"/>
              </a:rPr>
              <a:t>:</a:t>
            </a:r>
            <a:endParaRPr sz="1200"/>
          </a:p>
          <a:p>
            <a:pPr indent="-285750" lvl="0" marL="457200" rtl="0" algn="l">
              <a:spcBef>
                <a:spcPts val="1000"/>
              </a:spcBef>
              <a:spcAft>
                <a:spcPts val="0"/>
              </a:spcAft>
              <a:buSzPts val="900"/>
              <a:buFont typeface="Poppins"/>
              <a:buAutoNum type="arabicPeriod"/>
            </a:pPr>
            <a:r>
              <a:rPr lang="en" sz="1100"/>
              <a:t>Complete the 6-part framework in your exercise guide for your chosen scenario. Be explicit in the Explore section: what is the single biggest question you need to answer?</a:t>
            </a:r>
            <a:endParaRPr sz="1100"/>
          </a:p>
          <a:p>
            <a:pPr indent="-285750" lvl="0" marL="457200" rtl="0" algn="l">
              <a:spcBef>
                <a:spcPts val="1000"/>
              </a:spcBef>
              <a:spcAft>
                <a:spcPts val="0"/>
              </a:spcAft>
              <a:buSzPts val="900"/>
              <a:buFont typeface="Poppins"/>
              <a:buAutoNum type="arabicPeriod"/>
            </a:pPr>
            <a:r>
              <a:rPr lang="en" sz="1100"/>
              <a:t>Draft 2-3 fundamentally different structural approaches. Do not worry about design; focus on the "how."</a:t>
            </a:r>
            <a:endParaRPr sz="1100"/>
          </a:p>
          <a:p>
            <a:pPr indent="-285750" lvl="0" marL="457200" rtl="0" algn="l">
              <a:spcBef>
                <a:spcPts val="1000"/>
              </a:spcBef>
              <a:spcAft>
                <a:spcPts val="0"/>
              </a:spcAft>
              <a:buSzPts val="900"/>
              <a:buFont typeface="Poppins"/>
              <a:buAutoNum type="arabicPeriod"/>
            </a:pPr>
            <a:r>
              <a:rPr lang="en" sz="1100"/>
              <a:t>Choose the one direction that tests your riskiest assumption and match it to the correct build level: Landing Page, Mockup, or Functional App.</a:t>
            </a:r>
            <a:endParaRPr sz="1100"/>
          </a:p>
          <a:p>
            <a:pPr indent="-285750" lvl="0" marL="457200" rtl="0" algn="l">
              <a:spcBef>
                <a:spcPts val="1000"/>
              </a:spcBef>
              <a:spcAft>
                <a:spcPts val="1000"/>
              </a:spcAft>
              <a:buSzPts val="900"/>
              <a:buFont typeface="Poppins"/>
              <a:buAutoNum type="arabicPeriod"/>
            </a:pPr>
            <a:r>
              <a:rPr lang="en" sz="1100"/>
              <a:t>Prepare your final strategic direction as the starting point for your first build </a:t>
            </a:r>
            <a:r>
              <a:rPr lang="en" sz="1100"/>
              <a:t>lab</a:t>
            </a:r>
            <a:r>
              <a:rPr lang="en" sz="1100"/>
              <a:t>.</a:t>
            </a:r>
            <a:br>
              <a:rPr lang="en" sz="1100"/>
            </a:br>
            <a:endParaRPr sz="1100"/>
          </a:p>
        </p:txBody>
      </p:sp>
      <p:sp>
        <p:nvSpPr>
          <p:cNvPr id="1730" name="Google Shape;1730;p321"/>
          <p:cNvSpPr txBox="1"/>
          <p:nvPr/>
        </p:nvSpPr>
        <p:spPr>
          <a:xfrm>
            <a:off x="457200" y="470025"/>
            <a:ext cx="3661500" cy="2463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 sz="1600">
                <a:solidFill>
                  <a:srgbClr val="60A5FA"/>
                </a:solidFill>
                <a:latin typeface="Poppins SemiBold"/>
                <a:ea typeface="Poppins SemiBold"/>
                <a:cs typeface="Poppins SemiBold"/>
                <a:sym typeface="Poppins SemiBold"/>
              </a:rPr>
              <a:t>Individual</a:t>
            </a:r>
            <a:r>
              <a:rPr lang="en" sz="1600">
                <a:solidFill>
                  <a:srgbClr val="60A5FA"/>
                </a:solidFill>
                <a:latin typeface="Poppins SemiBold"/>
                <a:ea typeface="Poppins SemiBold"/>
                <a:cs typeface="Poppins SemiBold"/>
                <a:sym typeface="Poppins SemiBold"/>
              </a:rPr>
              <a:t> Exercise</a:t>
            </a:r>
            <a:endParaRPr sz="1600">
              <a:solidFill>
                <a:srgbClr val="60A5FA"/>
              </a:solidFill>
              <a:latin typeface="Poppins SemiBold"/>
              <a:ea typeface="Poppins SemiBold"/>
              <a:cs typeface="Poppins SemiBold"/>
              <a:sym typeface="Poppins SemiBold"/>
            </a:endParaRPr>
          </a:p>
        </p:txBody>
      </p:sp>
      <p:sp>
        <p:nvSpPr>
          <p:cNvPr id="1731" name="Google Shape;1731;p321"/>
          <p:cNvSpPr txBox="1"/>
          <p:nvPr/>
        </p:nvSpPr>
        <p:spPr>
          <a:xfrm>
            <a:off x="457200" y="926546"/>
            <a:ext cx="3661500" cy="9852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 sz="3200">
                <a:solidFill>
                  <a:srgbClr val="07182C"/>
                </a:solidFill>
                <a:latin typeface="Poppins Medium"/>
                <a:ea typeface="Poppins Medium"/>
                <a:cs typeface="Poppins Medium"/>
                <a:sym typeface="Poppins Medium"/>
              </a:rPr>
              <a:t>Frame Before </a:t>
            </a:r>
            <a:br>
              <a:rPr lang="en" sz="3200">
                <a:solidFill>
                  <a:srgbClr val="07182C"/>
                </a:solidFill>
                <a:latin typeface="Poppins Medium"/>
                <a:ea typeface="Poppins Medium"/>
                <a:cs typeface="Poppins Medium"/>
                <a:sym typeface="Poppins Medium"/>
              </a:rPr>
            </a:br>
            <a:r>
              <a:rPr lang="en" sz="3200">
                <a:solidFill>
                  <a:srgbClr val="07182C"/>
                </a:solidFill>
                <a:latin typeface="Poppins Medium"/>
                <a:ea typeface="Poppins Medium"/>
                <a:cs typeface="Poppins Medium"/>
                <a:sym typeface="Poppins Medium"/>
              </a:rPr>
              <a:t>You Build</a:t>
            </a:r>
            <a:endParaRPr sz="3200">
              <a:solidFill>
                <a:srgbClr val="07182C"/>
              </a:solidFill>
              <a:latin typeface="Poppins Medium"/>
              <a:ea typeface="Poppins Medium"/>
              <a:cs typeface="Poppins Medium"/>
              <a:sym typeface="Poppins Medium"/>
            </a:endParaRPr>
          </a:p>
        </p:txBody>
      </p:sp>
      <p:grpSp>
        <p:nvGrpSpPr>
          <p:cNvPr id="1732" name="Google Shape;1732;p321"/>
          <p:cNvGrpSpPr/>
          <p:nvPr/>
        </p:nvGrpSpPr>
        <p:grpSpPr>
          <a:xfrm>
            <a:off x="7250711" y="758362"/>
            <a:ext cx="1157276" cy="307747"/>
            <a:chOff x="4859149" y="597592"/>
            <a:chExt cx="1157276" cy="276975"/>
          </a:xfrm>
        </p:grpSpPr>
        <p:sp>
          <p:nvSpPr>
            <p:cNvPr id="1733" name="Google Shape;1733;p321"/>
            <p:cNvSpPr txBox="1"/>
            <p:nvPr/>
          </p:nvSpPr>
          <p:spPr>
            <a:xfrm>
              <a:off x="5206425" y="610275"/>
              <a:ext cx="810000" cy="26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 sz="1200">
                  <a:solidFill>
                    <a:schemeClr val="accent1"/>
                  </a:solidFill>
                  <a:latin typeface="Lato"/>
                  <a:ea typeface="Lato"/>
                  <a:cs typeface="Lato"/>
                  <a:sym typeface="Lato"/>
                </a:rPr>
                <a:t>10 minutes </a:t>
              </a:r>
              <a:endParaRPr sz="1200">
                <a:solidFill>
                  <a:schemeClr val="accent1"/>
                </a:solidFill>
                <a:latin typeface="Lato"/>
                <a:ea typeface="Lato"/>
                <a:cs typeface="Lato"/>
                <a:sym typeface="Lato"/>
              </a:endParaRPr>
            </a:p>
          </p:txBody>
        </p:sp>
        <p:pic>
          <p:nvPicPr>
            <p:cNvPr id="1734" name="Google Shape;1734;p321"/>
            <p:cNvPicPr preferRelativeResize="0"/>
            <p:nvPr/>
          </p:nvPicPr>
          <p:blipFill rotWithShape="1">
            <a:blip r:embed="rId4">
              <a:alphaModFix/>
            </a:blip>
            <a:srcRect b="-9876" l="0" r="0" t="-1222"/>
            <a:stretch/>
          </p:blipFill>
          <p:spPr>
            <a:xfrm>
              <a:off x="4859149" y="597592"/>
              <a:ext cx="277007" cy="276975"/>
            </a:xfrm>
            <a:prstGeom prst="rect">
              <a:avLst/>
            </a:prstGeom>
            <a:noFill/>
            <a:ln>
              <a:noFill/>
            </a:ln>
          </p:spPr>
        </p:pic>
      </p:grpSp>
      <p:sp>
        <p:nvSpPr>
          <p:cNvPr id="1735" name="Google Shape;1735;p321"/>
          <p:cNvSpPr/>
          <p:nvPr/>
        </p:nvSpPr>
        <p:spPr>
          <a:xfrm>
            <a:off x="4850800" y="765575"/>
            <a:ext cx="2018100" cy="293400"/>
          </a:xfrm>
          <a:prstGeom prst="roundRect">
            <a:avLst>
              <a:gd fmla="val 23345" name="adj"/>
            </a:avLst>
          </a:prstGeom>
          <a:solidFill>
            <a:schemeClr val="accent1"/>
          </a:solidFill>
          <a:ln>
            <a:noFill/>
          </a:ln>
        </p:spPr>
        <p:txBody>
          <a:bodyPr anchorCtr="0" anchor="ctr" bIns="41150" lIns="68575" spcFirstLastPara="1" rIns="68575" wrap="square" tIns="68575">
            <a:noAutofit/>
          </a:bodyPr>
          <a:lstStyle/>
          <a:p>
            <a:pPr indent="0" lvl="0" marL="0" rtl="0" algn="ctr">
              <a:lnSpc>
                <a:spcPct val="115000"/>
              </a:lnSpc>
              <a:spcBef>
                <a:spcPts val="0"/>
              </a:spcBef>
              <a:spcAft>
                <a:spcPts val="0"/>
              </a:spcAft>
              <a:buNone/>
            </a:pPr>
            <a:r>
              <a:rPr lang="en" sz="1100">
                <a:solidFill>
                  <a:srgbClr val="FFFFFF"/>
                </a:solidFill>
                <a:latin typeface="Poppins SemiBold"/>
                <a:ea typeface="Poppins SemiBold"/>
                <a:cs typeface="Poppins SemiBold"/>
                <a:sym typeface="Poppins SemiBold"/>
              </a:rPr>
              <a:t>INSTRUCTIONS</a:t>
            </a:r>
            <a:endParaRPr sz="1100">
              <a:solidFill>
                <a:srgbClr val="FFFFFF"/>
              </a:solidFill>
              <a:latin typeface="Poppins SemiBold"/>
              <a:ea typeface="Poppins SemiBold"/>
              <a:cs typeface="Poppins SemiBold"/>
              <a:sym typeface="Poppins SemiBold"/>
            </a:endParaRPr>
          </a:p>
        </p:txBody>
      </p:sp>
      <p:sp>
        <p:nvSpPr>
          <p:cNvPr id="1736" name="Google Shape;1736;p321"/>
          <p:cNvSpPr txBox="1"/>
          <p:nvPr/>
        </p:nvSpPr>
        <p:spPr>
          <a:xfrm>
            <a:off x="457200" y="3564854"/>
            <a:ext cx="3661500" cy="1162500"/>
          </a:xfrm>
          <a:prstGeom prst="rect">
            <a:avLst/>
          </a:prstGeom>
          <a:noFill/>
          <a:ln>
            <a:noFill/>
          </a:ln>
        </p:spPr>
        <p:txBody>
          <a:bodyPr anchorCtr="0" anchor="t" bIns="0" lIns="0" spcFirstLastPara="1" rIns="0" wrap="square" tIns="0">
            <a:spAutoFit/>
          </a:bodyPr>
          <a:lstStyle/>
          <a:p>
            <a:pPr indent="-304800" lvl="0" marL="457200" rtl="0" algn="l">
              <a:lnSpc>
                <a:spcPct val="115000"/>
              </a:lnSpc>
              <a:spcBef>
                <a:spcPts val="1000"/>
              </a:spcBef>
              <a:spcAft>
                <a:spcPts val="0"/>
              </a:spcAft>
              <a:buClr>
                <a:srgbClr val="1241B0"/>
              </a:buClr>
              <a:buSzPts val="1200"/>
              <a:buFont typeface="Lato"/>
              <a:buChar char="→"/>
            </a:pPr>
            <a:r>
              <a:rPr lang="en" sz="1200">
                <a:solidFill>
                  <a:srgbClr val="737373"/>
                </a:solidFill>
                <a:latin typeface="Lato"/>
                <a:ea typeface="Lato"/>
                <a:cs typeface="Lato"/>
                <a:sym typeface="Lato"/>
              </a:rPr>
              <a:t>Your goal is to identify the specific architectural direction and fidelity level that will kill your riskiest assumption.</a:t>
            </a:r>
            <a:endParaRPr sz="1200">
              <a:solidFill>
                <a:srgbClr val="737373"/>
              </a:solidFill>
              <a:latin typeface="Lato"/>
              <a:ea typeface="Lato"/>
              <a:cs typeface="Lato"/>
              <a:sym typeface="Lato"/>
            </a:endParaRPr>
          </a:p>
          <a:p>
            <a:pPr indent="-304800" lvl="0" marL="457200" rtl="0" algn="l">
              <a:lnSpc>
                <a:spcPct val="115000"/>
              </a:lnSpc>
              <a:spcBef>
                <a:spcPts val="1000"/>
              </a:spcBef>
              <a:spcAft>
                <a:spcPts val="0"/>
              </a:spcAft>
              <a:buClr>
                <a:srgbClr val="1241B0"/>
              </a:buClr>
              <a:buSzPts val="1200"/>
              <a:buFont typeface="Lato"/>
              <a:buChar char="→"/>
            </a:pPr>
            <a:r>
              <a:rPr b="1" lang="en" sz="1200">
                <a:solidFill>
                  <a:srgbClr val="737373"/>
                </a:solidFill>
                <a:latin typeface="Lato"/>
                <a:ea typeface="Lato"/>
                <a:cs typeface="Lato"/>
                <a:sym typeface="Lato"/>
              </a:rPr>
              <a:t>Note:</a:t>
            </a:r>
            <a:r>
              <a:rPr lang="en" sz="1200">
                <a:solidFill>
                  <a:srgbClr val="737373"/>
                </a:solidFill>
                <a:latin typeface="Lato"/>
                <a:ea typeface="Lato"/>
                <a:cs typeface="Lato"/>
                <a:sym typeface="Lato"/>
              </a:rPr>
              <a:t> This is pre-work to lock in your strategy. </a:t>
            </a:r>
            <a:r>
              <a:rPr b="1" lang="en" sz="1200">
                <a:solidFill>
                  <a:srgbClr val="737373"/>
                </a:solidFill>
                <a:latin typeface="Lato"/>
                <a:ea typeface="Lato"/>
                <a:cs typeface="Lato"/>
                <a:sym typeface="Lato"/>
              </a:rPr>
              <a:t>Do not open Lovable or begin building yet.</a:t>
            </a:r>
            <a:endParaRPr b="1" sz="1200">
              <a:solidFill>
                <a:srgbClr val="737373"/>
              </a:solidFill>
              <a:latin typeface="Lato"/>
              <a:ea typeface="Lato"/>
              <a:cs typeface="Lato"/>
              <a:sym typeface="Lato"/>
            </a:endParaRPr>
          </a:p>
        </p:txBody>
      </p:sp>
      <p:sp>
        <p:nvSpPr>
          <p:cNvPr id="1737" name="Google Shape;1737;p321"/>
          <p:cNvSpPr txBox="1"/>
          <p:nvPr/>
        </p:nvSpPr>
        <p:spPr>
          <a:xfrm>
            <a:off x="457200" y="2134850"/>
            <a:ext cx="3661500" cy="1206900"/>
          </a:xfrm>
          <a:prstGeom prst="rect">
            <a:avLst/>
          </a:prstGeom>
          <a:noFill/>
          <a:ln>
            <a:noFill/>
          </a:ln>
        </p:spPr>
        <p:txBody>
          <a:bodyPr anchorCtr="0" anchor="ctr" bIns="0" lIns="0" spcFirstLastPara="1" rIns="0" wrap="square" tIns="0">
            <a:spAutoFit/>
          </a:bodyPr>
          <a:lstStyle/>
          <a:p>
            <a:pPr indent="0" lvl="0" marL="0" rtl="0" algn="l">
              <a:lnSpc>
                <a:spcPct val="115000"/>
              </a:lnSpc>
              <a:spcBef>
                <a:spcPts val="0"/>
              </a:spcBef>
              <a:spcAft>
                <a:spcPts val="0"/>
              </a:spcAft>
              <a:buNone/>
            </a:pPr>
            <a:r>
              <a:rPr lang="en">
                <a:solidFill>
                  <a:srgbClr val="737373"/>
                </a:solidFill>
                <a:latin typeface="Poppins SemiBold"/>
                <a:ea typeface="Poppins SemiBold"/>
                <a:cs typeface="Poppins SemiBold"/>
                <a:sym typeface="Poppins SemiBold"/>
              </a:rPr>
              <a:t>In this individual exercise, you will apply the validation lens to your chosen project scenario to define exactly what problem you are solving and the fidelity that matches what you plan to de-risk.</a:t>
            </a:r>
            <a:endParaRPr>
              <a:solidFill>
                <a:srgbClr val="737373"/>
              </a:solidFill>
              <a:latin typeface="Poppins SemiBold"/>
              <a:ea typeface="Poppins SemiBold"/>
              <a:cs typeface="Poppins SemiBold"/>
              <a:sym typeface="Poppins SemiBold"/>
            </a:endParaRPr>
          </a:p>
        </p:txBody>
      </p:sp>
      <p:sp>
        <p:nvSpPr>
          <p:cNvPr id="1738" name="Google Shape;1738;p321"/>
          <p:cNvSpPr/>
          <p:nvPr/>
        </p:nvSpPr>
        <p:spPr>
          <a:xfrm>
            <a:off x="4572000" y="4797375"/>
            <a:ext cx="4114800" cy="460200"/>
          </a:xfrm>
          <a:prstGeom prst="roundRect">
            <a:avLst>
              <a:gd fmla="val 4227" name="adj"/>
            </a:avLst>
          </a:prstGeom>
          <a:solidFill>
            <a:srgbClr val="1241AF"/>
          </a:solidFill>
          <a:ln cap="flat" cmpd="sng" w="9525">
            <a:solidFill>
              <a:srgbClr val="1A2B6B"/>
            </a:solidFill>
            <a:prstDash val="solid"/>
            <a:round/>
            <a:headEnd len="sm" w="sm" type="none"/>
            <a:tailEnd len="sm" w="sm" type="none"/>
          </a:ln>
        </p:spPr>
        <p:txBody>
          <a:bodyPr anchorCtr="0" anchor="ctr" bIns="94800" lIns="182875" spcFirstLastPara="1" rIns="94800" wrap="square" tIns="94800">
            <a:noAutofit/>
          </a:bodyPr>
          <a:lstStyle/>
          <a:p>
            <a:pPr indent="0" lvl="0" marL="0" rtl="0" algn="l">
              <a:spcBef>
                <a:spcPts val="0"/>
              </a:spcBef>
              <a:spcAft>
                <a:spcPts val="0"/>
              </a:spcAft>
              <a:buNone/>
            </a:pPr>
            <a:r>
              <a:rPr lang="en" sz="950">
                <a:solidFill>
                  <a:srgbClr val="DBEAFE"/>
                </a:solidFill>
                <a:latin typeface="Poppins Medium"/>
                <a:ea typeface="Poppins Medium"/>
                <a:cs typeface="Poppins Medium"/>
                <a:sym typeface="Poppins Medium"/>
              </a:rPr>
              <a:t>✍️  Find the Framework Template to complete this </a:t>
            </a:r>
            <a:r>
              <a:rPr lang="en" sz="950">
                <a:solidFill>
                  <a:srgbClr val="DBEAFE"/>
                </a:solidFill>
                <a:latin typeface="Poppins Medium"/>
                <a:ea typeface="Poppins Medium"/>
                <a:cs typeface="Poppins Medium"/>
                <a:sym typeface="Poppins Medium"/>
              </a:rPr>
              <a:t>activity</a:t>
            </a:r>
            <a:r>
              <a:rPr lang="en" sz="950">
                <a:solidFill>
                  <a:srgbClr val="DBEAFE"/>
                </a:solidFill>
                <a:latin typeface="Poppins Medium"/>
                <a:ea typeface="Poppins Medium"/>
                <a:cs typeface="Poppins Medium"/>
                <a:sym typeface="Poppins Medium"/>
              </a:rPr>
              <a:t> here</a:t>
            </a:r>
            <a:endParaRPr b="1" sz="950" u="sng">
              <a:solidFill>
                <a:srgbClr val="DBEAFE"/>
              </a:solidFill>
              <a:latin typeface="Poppins"/>
              <a:ea typeface="Poppins"/>
              <a:cs typeface="Poppins"/>
              <a:sym typeface="Poppi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2" name="Shape 1742"/>
        <p:cNvGrpSpPr/>
        <p:nvPr/>
      </p:nvGrpSpPr>
      <p:grpSpPr>
        <a:xfrm>
          <a:off x="0" y="0"/>
          <a:ext cx="0" cy="0"/>
          <a:chOff x="0" y="0"/>
          <a:chExt cx="0" cy="0"/>
        </a:xfrm>
      </p:grpSpPr>
      <p:sp>
        <p:nvSpPr>
          <p:cNvPr id="1743" name="Google Shape;1743;p322"/>
          <p:cNvSpPr/>
          <p:nvPr/>
        </p:nvSpPr>
        <p:spPr>
          <a:xfrm>
            <a:off x="4034125" y="75025"/>
            <a:ext cx="5032500" cy="5552400"/>
          </a:xfrm>
          <a:prstGeom prst="roundRect">
            <a:avLst>
              <a:gd fmla="val 13816" name="adj"/>
            </a:avLst>
          </a:prstGeom>
          <a:solidFill>
            <a:srgbClr val="DBEA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744" name="Google Shape;1744;p322"/>
          <p:cNvSpPr/>
          <p:nvPr/>
        </p:nvSpPr>
        <p:spPr>
          <a:xfrm rot="5400000">
            <a:off x="-797950" y="885250"/>
            <a:ext cx="5539800" cy="3944400"/>
          </a:xfrm>
          <a:prstGeom prst="round2SameRect">
            <a:avLst>
              <a:gd fmla="val 16667" name="adj1"/>
              <a:gd fmla="val 0" name="adj2"/>
            </a:avLst>
          </a:prstGeom>
          <a:solidFill>
            <a:srgbClr val="1A2B6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745" name="Google Shape;1745;p322"/>
          <p:cNvSpPr txBox="1"/>
          <p:nvPr>
            <p:ph idx="1" type="subTitle"/>
          </p:nvPr>
        </p:nvSpPr>
        <p:spPr>
          <a:xfrm>
            <a:off x="457200" y="508000"/>
            <a:ext cx="3661500" cy="2463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
              <a:t>Quick Debrief</a:t>
            </a:r>
            <a:endParaRPr/>
          </a:p>
        </p:txBody>
      </p:sp>
      <p:sp>
        <p:nvSpPr>
          <p:cNvPr id="1746" name="Google Shape;1746;p322"/>
          <p:cNvSpPr txBox="1"/>
          <p:nvPr>
            <p:ph idx="2" type="title"/>
          </p:nvPr>
        </p:nvSpPr>
        <p:spPr>
          <a:xfrm>
            <a:off x="457200" y="1955128"/>
            <a:ext cx="3661500" cy="1924200"/>
          </a:xfrm>
          <a:prstGeom prst="rect">
            <a:avLst/>
          </a:prstGeom>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
                <a:solidFill>
                  <a:schemeClr val="lt1"/>
                </a:solidFill>
              </a:rPr>
              <a:t>Problem Framework</a:t>
            </a:r>
            <a:r>
              <a:rPr lang="en">
                <a:solidFill>
                  <a:schemeClr val="lt1"/>
                </a:solidFill>
              </a:rPr>
              <a:t> Statement</a:t>
            </a:r>
            <a:endParaRPr>
              <a:solidFill>
                <a:schemeClr val="lt1"/>
              </a:solidFill>
            </a:endParaRPr>
          </a:p>
          <a:p>
            <a:pPr indent="0" lvl="0" marL="0" rtl="0" algn="l">
              <a:lnSpc>
                <a:spcPct val="100000"/>
              </a:lnSpc>
              <a:spcBef>
                <a:spcPts val="0"/>
              </a:spcBef>
              <a:spcAft>
                <a:spcPts val="0"/>
              </a:spcAft>
              <a:buNone/>
            </a:pPr>
            <a:r>
              <a:t/>
            </a:r>
            <a:endParaRPr sz="3200">
              <a:solidFill>
                <a:schemeClr val="lt1"/>
              </a:solidFill>
            </a:endParaRPr>
          </a:p>
        </p:txBody>
      </p:sp>
      <p:sp>
        <p:nvSpPr>
          <p:cNvPr id="1747" name="Google Shape;1747;p322"/>
          <p:cNvSpPr/>
          <p:nvPr/>
        </p:nvSpPr>
        <p:spPr>
          <a:xfrm>
            <a:off x="457200" y="3592125"/>
            <a:ext cx="1548000" cy="310500"/>
          </a:xfrm>
          <a:prstGeom prst="roundRect">
            <a:avLst>
              <a:gd fmla="val 23345" name="adj"/>
            </a:avLst>
          </a:prstGeom>
          <a:solidFill>
            <a:schemeClr val="lt1"/>
          </a:solidFill>
          <a:ln>
            <a:noFill/>
          </a:ln>
        </p:spPr>
        <p:txBody>
          <a:bodyPr anchorCtr="0" anchor="ctr" bIns="0" lIns="75300" spcFirstLastPara="1" rIns="75300" wrap="square" tIns="0">
            <a:noAutofit/>
          </a:bodyPr>
          <a:lstStyle/>
          <a:p>
            <a:pPr indent="0" lvl="0" marL="0" marR="0" rtl="0" algn="ctr">
              <a:lnSpc>
                <a:spcPct val="100000"/>
              </a:lnSpc>
              <a:spcBef>
                <a:spcPts val="0"/>
              </a:spcBef>
              <a:spcAft>
                <a:spcPts val="0"/>
              </a:spcAft>
              <a:buClr>
                <a:srgbClr val="000000"/>
              </a:buClr>
              <a:buSzPts val="1000"/>
              <a:buFont typeface="Poppins SemiBold"/>
              <a:buNone/>
            </a:pPr>
            <a:r>
              <a:rPr lang="en" sz="1000">
                <a:solidFill>
                  <a:srgbClr val="1241AF"/>
                </a:solidFill>
                <a:latin typeface="Poppins SemiBold"/>
                <a:ea typeface="Poppins SemiBold"/>
                <a:cs typeface="Poppins SemiBold"/>
                <a:sym typeface="Poppins SemiBold"/>
              </a:rPr>
              <a:t>POST ON SLACK</a:t>
            </a:r>
            <a:endParaRPr sz="1000">
              <a:solidFill>
                <a:srgbClr val="1241AF"/>
              </a:solidFill>
              <a:latin typeface="Poppins SemiBold"/>
              <a:ea typeface="Poppins SemiBold"/>
              <a:cs typeface="Poppins SemiBold"/>
              <a:sym typeface="Poppins SemiBold"/>
            </a:endParaRPr>
          </a:p>
        </p:txBody>
      </p:sp>
      <p:sp>
        <p:nvSpPr>
          <p:cNvPr id="1748" name="Google Shape;1748;p322"/>
          <p:cNvSpPr/>
          <p:nvPr/>
        </p:nvSpPr>
        <p:spPr>
          <a:xfrm>
            <a:off x="2087875" y="3553074"/>
            <a:ext cx="424800" cy="426000"/>
          </a:xfrm>
          <a:prstGeom prst="ellipse">
            <a:avLst/>
          </a:prstGeom>
          <a:solidFill>
            <a:srgbClr val="FFFFFF">
              <a:alpha val="16000"/>
            </a:srgbClr>
          </a:solidFill>
          <a:ln>
            <a:noFill/>
          </a:ln>
        </p:spPr>
        <p:txBody>
          <a:bodyPr anchorCtr="0" anchor="ctr" bIns="91425" lIns="91425" spcFirstLastPara="1" rIns="91425" wrap="square" tIns="91425">
            <a:noAutofit/>
          </a:bodyPr>
          <a:lstStyle/>
          <a:p>
            <a:pPr indent="-142875" lvl="0" marL="0" marR="0" rtl="0" algn="ctr">
              <a:spcBef>
                <a:spcPts val="0"/>
              </a:spcBef>
              <a:spcAft>
                <a:spcPts val="0"/>
              </a:spcAft>
              <a:buNone/>
            </a:pPr>
            <a:r>
              <a:t/>
            </a:r>
            <a:endParaRPr sz="1800">
              <a:solidFill>
                <a:schemeClr val="accent1"/>
              </a:solidFill>
              <a:latin typeface="Poppins"/>
              <a:ea typeface="Poppins"/>
              <a:cs typeface="Poppins"/>
              <a:sym typeface="Poppins"/>
            </a:endParaRPr>
          </a:p>
        </p:txBody>
      </p:sp>
      <p:pic>
        <p:nvPicPr>
          <p:cNvPr id="1749" name="Google Shape;1749;p322" title="slack-icon-icon-sm.png"/>
          <p:cNvPicPr preferRelativeResize="0"/>
          <p:nvPr/>
        </p:nvPicPr>
        <p:blipFill>
          <a:blip r:embed="rId3">
            <a:alphaModFix/>
          </a:blip>
          <a:stretch>
            <a:fillRect/>
          </a:stretch>
        </p:blipFill>
        <p:spPr>
          <a:xfrm>
            <a:off x="2172288" y="3638088"/>
            <a:ext cx="255975" cy="255975"/>
          </a:xfrm>
          <a:prstGeom prst="rect">
            <a:avLst/>
          </a:prstGeom>
          <a:noFill/>
          <a:ln>
            <a:noFill/>
          </a:ln>
        </p:spPr>
      </p:pic>
      <p:sp>
        <p:nvSpPr>
          <p:cNvPr id="1750" name="Google Shape;1750;p322"/>
          <p:cNvSpPr txBox="1"/>
          <p:nvPr/>
        </p:nvSpPr>
        <p:spPr>
          <a:xfrm>
            <a:off x="5093708" y="2378275"/>
            <a:ext cx="3033900" cy="1359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rgbClr val="000000"/>
              </a:buClr>
              <a:buFont typeface="Arial"/>
              <a:buNone/>
            </a:pPr>
            <a:r>
              <a:rPr lang="en" sz="1200">
                <a:solidFill>
                  <a:schemeClr val="accent4"/>
                </a:solidFill>
                <a:latin typeface="Poppins SemiBold"/>
                <a:ea typeface="Poppins SemiBold"/>
                <a:cs typeface="Poppins SemiBold"/>
                <a:sym typeface="Poppins SemiBold"/>
              </a:rPr>
              <a:t>IN ONE SENTENCE:</a:t>
            </a:r>
            <a:endParaRPr sz="1200">
              <a:solidFill>
                <a:schemeClr val="accent4"/>
              </a:solidFill>
              <a:latin typeface="Poppins SemiBold"/>
              <a:ea typeface="Poppins SemiBold"/>
              <a:cs typeface="Poppins SemiBold"/>
              <a:sym typeface="Poppins SemiBold"/>
            </a:endParaRPr>
          </a:p>
          <a:p>
            <a:pPr indent="0" lvl="0" marL="0" rtl="0" algn="ctr">
              <a:spcBef>
                <a:spcPts val="1000"/>
              </a:spcBef>
              <a:spcAft>
                <a:spcPts val="0"/>
              </a:spcAft>
              <a:buClr>
                <a:srgbClr val="000000"/>
              </a:buClr>
              <a:buFont typeface="Arial"/>
              <a:buNone/>
            </a:pPr>
            <a:r>
              <a:rPr lang="en">
                <a:solidFill>
                  <a:schemeClr val="accent2"/>
                </a:solidFill>
                <a:latin typeface="Lato"/>
                <a:ea typeface="Lato"/>
                <a:cs typeface="Lato"/>
                <a:sym typeface="Lato"/>
              </a:rPr>
              <a:t>State your </a:t>
            </a:r>
            <a:r>
              <a:rPr b="1" lang="en">
                <a:solidFill>
                  <a:schemeClr val="accent2"/>
                </a:solidFill>
                <a:latin typeface="Lato"/>
                <a:ea typeface="Lato"/>
                <a:cs typeface="Lato"/>
                <a:sym typeface="Lato"/>
              </a:rPr>
              <a:t>chosen scenario</a:t>
            </a:r>
            <a:r>
              <a:rPr lang="en">
                <a:solidFill>
                  <a:schemeClr val="accent2"/>
                </a:solidFill>
                <a:latin typeface="Lato"/>
                <a:ea typeface="Lato"/>
                <a:cs typeface="Lato"/>
                <a:sym typeface="Lato"/>
              </a:rPr>
              <a:t>, the </a:t>
            </a:r>
            <a:r>
              <a:rPr b="1" lang="en">
                <a:solidFill>
                  <a:schemeClr val="accent2"/>
                </a:solidFill>
                <a:latin typeface="Lato"/>
                <a:ea typeface="Lato"/>
                <a:cs typeface="Lato"/>
                <a:sym typeface="Lato"/>
              </a:rPr>
              <a:t>core problem you are solving,</a:t>
            </a:r>
            <a:r>
              <a:rPr lang="en">
                <a:solidFill>
                  <a:schemeClr val="accent2"/>
                </a:solidFill>
                <a:latin typeface="Lato"/>
                <a:ea typeface="Lato"/>
                <a:cs typeface="Lato"/>
                <a:sym typeface="Lato"/>
              </a:rPr>
              <a:t> and the </a:t>
            </a:r>
            <a:r>
              <a:rPr b="1" lang="en">
                <a:solidFill>
                  <a:schemeClr val="accent2"/>
                </a:solidFill>
                <a:latin typeface="Lato"/>
                <a:ea typeface="Lato"/>
                <a:cs typeface="Lato"/>
                <a:sym typeface="Lato"/>
              </a:rPr>
              <a:t>fidelity level you’ll build</a:t>
            </a:r>
            <a:r>
              <a:rPr lang="en">
                <a:solidFill>
                  <a:schemeClr val="accent2"/>
                </a:solidFill>
                <a:latin typeface="Lato"/>
                <a:ea typeface="Lato"/>
                <a:cs typeface="Lato"/>
                <a:sym typeface="Lato"/>
              </a:rPr>
              <a:t> to test it.</a:t>
            </a:r>
            <a:endParaRPr i="1">
              <a:solidFill>
                <a:schemeClr val="accent2"/>
              </a:solidFill>
              <a:latin typeface="Lato"/>
              <a:ea typeface="Lato"/>
              <a:cs typeface="Lato"/>
              <a:sym typeface="Lato"/>
            </a:endParaRPr>
          </a:p>
          <a:p>
            <a:pPr indent="0" lvl="0" marL="0" rtl="0" algn="ctr">
              <a:spcBef>
                <a:spcPts val="0"/>
              </a:spcBef>
              <a:spcAft>
                <a:spcPts val="0"/>
              </a:spcAft>
              <a:buNone/>
            </a:pPr>
            <a:r>
              <a:t/>
            </a:r>
            <a:endParaRPr>
              <a:solidFill>
                <a:schemeClr val="accent4"/>
              </a:solidFill>
              <a:latin typeface="Poppins SemiBold"/>
              <a:ea typeface="Poppins SemiBold"/>
              <a:cs typeface="Poppins SemiBold"/>
              <a:sym typeface="Poppins SemiBold"/>
            </a:endParaRPr>
          </a:p>
        </p:txBody>
      </p:sp>
      <p:sp>
        <p:nvSpPr>
          <p:cNvPr id="1751" name="Google Shape;1751;p322"/>
          <p:cNvSpPr/>
          <p:nvPr/>
        </p:nvSpPr>
        <p:spPr>
          <a:xfrm>
            <a:off x="-1192780" y="4539347"/>
            <a:ext cx="2414400" cy="2414400"/>
          </a:xfrm>
          <a:prstGeom prst="arc">
            <a:avLst>
              <a:gd fmla="val 16200000" name="adj1"/>
              <a:gd fmla="val 0" name="adj2"/>
            </a:avLst>
          </a:prstGeom>
          <a:noFill/>
          <a:ln cap="flat" cmpd="sng" w="1143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1752" name="Google Shape;1752;p322" title="alert.png"/>
          <p:cNvPicPr preferRelativeResize="0"/>
          <p:nvPr/>
        </p:nvPicPr>
        <p:blipFill>
          <a:blip r:embed="rId4">
            <a:alphaModFix/>
          </a:blip>
          <a:stretch>
            <a:fillRect/>
          </a:stretch>
        </p:blipFill>
        <p:spPr>
          <a:xfrm>
            <a:off x="6363375" y="1843525"/>
            <a:ext cx="492600" cy="4926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62C"/>
        </a:solidFill>
      </p:bgPr>
    </p:bg>
    <p:spTree>
      <p:nvGrpSpPr>
        <p:cNvPr id="1756" name="Shape 1756"/>
        <p:cNvGrpSpPr/>
        <p:nvPr/>
      </p:nvGrpSpPr>
      <p:grpSpPr>
        <a:xfrm>
          <a:off x="0" y="0"/>
          <a:ext cx="0" cy="0"/>
          <a:chOff x="0" y="0"/>
          <a:chExt cx="0" cy="0"/>
        </a:xfrm>
      </p:grpSpPr>
      <p:sp>
        <p:nvSpPr>
          <p:cNvPr id="1757" name="Google Shape;1757;p323"/>
          <p:cNvSpPr txBox="1"/>
          <p:nvPr>
            <p:ph type="title"/>
          </p:nvPr>
        </p:nvSpPr>
        <p:spPr>
          <a:xfrm>
            <a:off x="457200" y="3565000"/>
            <a:ext cx="8220900" cy="14778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3200"/>
              <a:buNone/>
            </a:pPr>
            <a:r>
              <a:rPr lang="en"/>
              <a:t>Prompting &amp; Design Systems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2" name="Shape 1762"/>
        <p:cNvGrpSpPr/>
        <p:nvPr/>
      </p:nvGrpSpPr>
      <p:grpSpPr>
        <a:xfrm>
          <a:off x="0" y="0"/>
          <a:ext cx="0" cy="0"/>
          <a:chOff x="0" y="0"/>
          <a:chExt cx="0" cy="0"/>
        </a:xfrm>
      </p:grpSpPr>
      <p:sp>
        <p:nvSpPr>
          <p:cNvPr id="1763" name="Google Shape;1763;p324"/>
          <p:cNvSpPr/>
          <p:nvPr/>
        </p:nvSpPr>
        <p:spPr>
          <a:xfrm>
            <a:off x="452350" y="1665312"/>
            <a:ext cx="2418900" cy="2581800"/>
          </a:xfrm>
          <a:prstGeom prst="roundRect">
            <a:avLst>
              <a:gd fmla="val 4663" name="adj"/>
            </a:avLst>
          </a:prstGeom>
          <a:solidFill>
            <a:srgbClr val="F3F3F3"/>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764" name="Google Shape;1764;p324"/>
          <p:cNvSpPr/>
          <p:nvPr/>
        </p:nvSpPr>
        <p:spPr>
          <a:xfrm>
            <a:off x="584852" y="1809878"/>
            <a:ext cx="279000" cy="309900"/>
          </a:xfrm>
          <a:prstGeom prst="roundRect">
            <a:avLst>
              <a:gd fmla="val 18670" name="adj"/>
            </a:avLst>
          </a:prstGeom>
          <a:solidFill>
            <a:schemeClr val="accent3"/>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solidFill>
                <a:schemeClr val="lt1"/>
              </a:solidFill>
            </a:endParaRPr>
          </a:p>
        </p:txBody>
      </p:sp>
      <p:sp>
        <p:nvSpPr>
          <p:cNvPr id="1765" name="Google Shape;1765;p324"/>
          <p:cNvSpPr/>
          <p:nvPr/>
        </p:nvSpPr>
        <p:spPr>
          <a:xfrm>
            <a:off x="631360" y="1861478"/>
            <a:ext cx="186000" cy="258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2586B"/>
              </a:buClr>
              <a:buSzPts val="1500"/>
              <a:buFont typeface="Mona Sans"/>
              <a:buNone/>
            </a:pPr>
            <a:r>
              <a:rPr i="0" lang="en" sz="1500" u="none" cap="none" strike="noStrike">
                <a:solidFill>
                  <a:schemeClr val="lt1"/>
                </a:solidFill>
                <a:latin typeface="Poppins"/>
                <a:ea typeface="Poppins"/>
                <a:cs typeface="Poppins"/>
                <a:sym typeface="Poppins"/>
              </a:rPr>
              <a:t>1</a:t>
            </a:r>
            <a:endParaRPr i="0" sz="1500" u="none" cap="none" strike="noStrike">
              <a:solidFill>
                <a:schemeClr val="lt1"/>
              </a:solidFill>
              <a:latin typeface="Poppins"/>
              <a:ea typeface="Poppins"/>
              <a:cs typeface="Poppins"/>
              <a:sym typeface="Poppins"/>
            </a:endParaRPr>
          </a:p>
        </p:txBody>
      </p:sp>
      <p:sp>
        <p:nvSpPr>
          <p:cNvPr id="1766" name="Google Shape;1766;p324"/>
          <p:cNvSpPr/>
          <p:nvPr/>
        </p:nvSpPr>
        <p:spPr>
          <a:xfrm>
            <a:off x="987886" y="1853244"/>
            <a:ext cx="3410400" cy="215400"/>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52586B"/>
              </a:buClr>
              <a:buSzPts val="1300"/>
              <a:buFont typeface="Mona Sans"/>
              <a:buNone/>
            </a:pPr>
            <a:r>
              <a:rPr i="0" lang="en" sz="1300" u="none" cap="none" strike="noStrike">
                <a:solidFill>
                  <a:schemeClr val="accent1"/>
                </a:solidFill>
                <a:latin typeface="Poppins"/>
                <a:ea typeface="Poppins"/>
                <a:cs typeface="Poppins"/>
                <a:sym typeface="Poppins"/>
              </a:rPr>
              <a:t>Plan in </a:t>
            </a:r>
            <a:r>
              <a:rPr lang="en" sz="1300">
                <a:solidFill>
                  <a:schemeClr val="accent1"/>
                </a:solidFill>
                <a:latin typeface="Poppins"/>
                <a:ea typeface="Poppins"/>
                <a:cs typeface="Poppins"/>
                <a:sym typeface="Poppins"/>
              </a:rPr>
              <a:t>a Sandbox</a:t>
            </a:r>
            <a:endParaRPr i="0" sz="1300" u="none" cap="none" strike="noStrike">
              <a:solidFill>
                <a:schemeClr val="accent1"/>
              </a:solidFill>
              <a:latin typeface="Poppins"/>
              <a:ea typeface="Poppins"/>
              <a:cs typeface="Poppins"/>
              <a:sym typeface="Poppins"/>
            </a:endParaRPr>
          </a:p>
        </p:txBody>
      </p:sp>
      <p:sp>
        <p:nvSpPr>
          <p:cNvPr id="1767" name="Google Shape;1767;p324"/>
          <p:cNvSpPr/>
          <p:nvPr/>
        </p:nvSpPr>
        <p:spPr>
          <a:xfrm>
            <a:off x="987876" y="2316112"/>
            <a:ext cx="1550700" cy="8820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52586B"/>
              </a:buClr>
              <a:buSzPts val="1000"/>
              <a:buFont typeface="Funnel Sans"/>
              <a:buNone/>
            </a:pPr>
            <a:r>
              <a:rPr lang="en" sz="1000">
                <a:solidFill>
                  <a:srgbClr val="434343"/>
                </a:solidFill>
                <a:latin typeface="Lato"/>
                <a:ea typeface="Lato"/>
                <a:cs typeface="Lato"/>
                <a:sym typeface="Lato"/>
              </a:rPr>
              <a:t>Structure your prompts and iterate on logic in an external LLM first. Perform 60% of the refinement work here to ensure your final instruction is locked before burning a single credit.</a:t>
            </a:r>
            <a:endParaRPr i="0" sz="1000" u="none" cap="none" strike="noStrike">
              <a:solidFill>
                <a:srgbClr val="434343"/>
              </a:solidFill>
              <a:latin typeface="Lato"/>
              <a:ea typeface="Lato"/>
              <a:cs typeface="Lato"/>
              <a:sym typeface="Lato"/>
            </a:endParaRPr>
          </a:p>
        </p:txBody>
      </p:sp>
      <p:sp>
        <p:nvSpPr>
          <p:cNvPr id="1768" name="Google Shape;1768;p324"/>
          <p:cNvSpPr/>
          <p:nvPr/>
        </p:nvSpPr>
        <p:spPr>
          <a:xfrm>
            <a:off x="457200" y="4442875"/>
            <a:ext cx="7785300" cy="7995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1769" name="Google Shape;1769;p324"/>
          <p:cNvSpPr txBox="1"/>
          <p:nvPr/>
        </p:nvSpPr>
        <p:spPr>
          <a:xfrm>
            <a:off x="457200" y="878850"/>
            <a:ext cx="8229600" cy="734700"/>
          </a:xfrm>
          <a:prstGeom prst="rect">
            <a:avLst/>
          </a:prstGeom>
          <a:noFill/>
          <a:ln>
            <a:noFill/>
          </a:ln>
        </p:spPr>
        <p:txBody>
          <a:bodyPr anchorCtr="0" anchor="ctr" bIns="0" lIns="0" spcFirstLastPara="1" rIns="182875" wrap="square" tIns="0">
            <a:noAutofit/>
          </a:bodyPr>
          <a:lstStyle/>
          <a:p>
            <a:pPr indent="0" lvl="0" marL="0" rtl="0" algn="l">
              <a:lnSpc>
                <a:spcPct val="115000"/>
              </a:lnSpc>
              <a:spcBef>
                <a:spcPts val="0"/>
              </a:spcBef>
              <a:spcAft>
                <a:spcPts val="0"/>
              </a:spcAft>
              <a:buNone/>
            </a:pPr>
            <a:r>
              <a:rPr lang="en" sz="1200">
                <a:solidFill>
                  <a:srgbClr val="1241B0"/>
                </a:solidFill>
                <a:latin typeface="Poppins SemiBold"/>
                <a:ea typeface="Poppins SemiBold"/>
                <a:cs typeface="Poppins SemiBold"/>
                <a:sym typeface="Poppins SemiBold"/>
              </a:rPr>
              <a:t>Credit efficiency extends your runway for vibe coding. Strategic resource management ensures your credits are spent on high-value architectural shifts rather than low-value trial and error.</a:t>
            </a:r>
            <a:endParaRPr sz="1200">
              <a:solidFill>
                <a:srgbClr val="1241B0"/>
              </a:solidFill>
              <a:latin typeface="Poppins SemiBold"/>
              <a:ea typeface="Poppins SemiBold"/>
              <a:cs typeface="Poppins SemiBold"/>
              <a:sym typeface="Poppins SemiBold"/>
            </a:endParaRPr>
          </a:p>
        </p:txBody>
      </p:sp>
      <p:sp>
        <p:nvSpPr>
          <p:cNvPr id="1770" name="Google Shape;1770;p324"/>
          <p:cNvSpPr txBox="1"/>
          <p:nvPr/>
        </p:nvSpPr>
        <p:spPr>
          <a:xfrm>
            <a:off x="457200" y="457197"/>
            <a:ext cx="8229600" cy="418800"/>
          </a:xfrm>
          <a:prstGeom prst="rect">
            <a:avLst/>
          </a:prstGeom>
          <a:noFill/>
          <a:ln>
            <a:noFill/>
          </a:ln>
        </p:spPr>
        <p:txBody>
          <a:bodyPr anchorCtr="0" anchor="ctr" bIns="0" lIns="0" spcFirstLastPara="1" rIns="0" wrap="square" tIns="0">
            <a:spAutoFit/>
          </a:bodyPr>
          <a:lstStyle/>
          <a:p>
            <a:pPr indent="0" lvl="0" marL="0" rtl="0" algn="l">
              <a:lnSpc>
                <a:spcPct val="80000"/>
              </a:lnSpc>
              <a:spcBef>
                <a:spcPts val="0"/>
              </a:spcBef>
              <a:spcAft>
                <a:spcPts val="0"/>
              </a:spcAft>
              <a:buNone/>
            </a:pPr>
            <a:r>
              <a:rPr lang="en" sz="3400">
                <a:solidFill>
                  <a:srgbClr val="07182C"/>
                </a:solidFill>
                <a:latin typeface="Poppins Medium"/>
                <a:ea typeface="Poppins Medium"/>
                <a:cs typeface="Poppins Medium"/>
                <a:sym typeface="Poppins Medium"/>
              </a:rPr>
              <a:t>Vibe Coding Credit Efficiency</a:t>
            </a:r>
            <a:endParaRPr sz="3400">
              <a:solidFill>
                <a:srgbClr val="07182C"/>
              </a:solidFill>
              <a:latin typeface="Poppins Medium"/>
              <a:ea typeface="Poppins Medium"/>
              <a:cs typeface="Poppins Medium"/>
              <a:sym typeface="Poppins Medium"/>
            </a:endParaRPr>
          </a:p>
        </p:txBody>
      </p:sp>
      <p:sp>
        <p:nvSpPr>
          <p:cNvPr id="1771" name="Google Shape;1771;p324"/>
          <p:cNvSpPr/>
          <p:nvPr/>
        </p:nvSpPr>
        <p:spPr>
          <a:xfrm>
            <a:off x="3128075" y="1665312"/>
            <a:ext cx="2418900" cy="2581800"/>
          </a:xfrm>
          <a:prstGeom prst="roundRect">
            <a:avLst>
              <a:gd fmla="val 4663" name="adj"/>
            </a:avLst>
          </a:prstGeom>
          <a:solidFill>
            <a:srgbClr val="F3F3F3"/>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772" name="Google Shape;1772;p324"/>
          <p:cNvSpPr/>
          <p:nvPr/>
        </p:nvSpPr>
        <p:spPr>
          <a:xfrm>
            <a:off x="3260577" y="1809878"/>
            <a:ext cx="279000" cy="309900"/>
          </a:xfrm>
          <a:prstGeom prst="roundRect">
            <a:avLst>
              <a:gd fmla="val 18670" name="adj"/>
            </a:avLst>
          </a:prstGeom>
          <a:solidFill>
            <a:schemeClr val="accent3"/>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solidFill>
                <a:schemeClr val="lt1"/>
              </a:solidFill>
            </a:endParaRPr>
          </a:p>
        </p:txBody>
      </p:sp>
      <p:sp>
        <p:nvSpPr>
          <p:cNvPr id="1773" name="Google Shape;1773;p324"/>
          <p:cNvSpPr/>
          <p:nvPr/>
        </p:nvSpPr>
        <p:spPr>
          <a:xfrm>
            <a:off x="3346773" y="1861478"/>
            <a:ext cx="186000" cy="258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2586B"/>
              </a:buClr>
              <a:buSzPts val="1500"/>
              <a:buFont typeface="Mona Sans"/>
              <a:buNone/>
            </a:pPr>
            <a:r>
              <a:rPr lang="en" sz="1500">
                <a:solidFill>
                  <a:schemeClr val="lt1"/>
                </a:solidFill>
                <a:latin typeface="Poppins"/>
                <a:ea typeface="Poppins"/>
                <a:cs typeface="Poppins"/>
                <a:sym typeface="Poppins"/>
              </a:rPr>
              <a:t>2</a:t>
            </a:r>
            <a:endParaRPr i="0" sz="1500" u="none" cap="none" strike="noStrike">
              <a:solidFill>
                <a:schemeClr val="lt1"/>
              </a:solidFill>
              <a:latin typeface="Poppins"/>
              <a:ea typeface="Poppins"/>
              <a:cs typeface="Poppins"/>
              <a:sym typeface="Poppins"/>
            </a:endParaRPr>
          </a:p>
        </p:txBody>
      </p:sp>
      <p:sp>
        <p:nvSpPr>
          <p:cNvPr id="1774" name="Google Shape;1774;p324"/>
          <p:cNvSpPr/>
          <p:nvPr/>
        </p:nvSpPr>
        <p:spPr>
          <a:xfrm>
            <a:off x="3663611" y="1853244"/>
            <a:ext cx="3410400" cy="215400"/>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52586B"/>
              </a:buClr>
              <a:buSzPts val="1300"/>
              <a:buFont typeface="Mona Sans"/>
              <a:buNone/>
            </a:pPr>
            <a:r>
              <a:rPr lang="en" sz="1300">
                <a:solidFill>
                  <a:schemeClr val="accent1"/>
                </a:solidFill>
                <a:latin typeface="Poppins"/>
                <a:ea typeface="Poppins"/>
                <a:cs typeface="Poppins"/>
                <a:sym typeface="Poppins"/>
              </a:rPr>
              <a:t>Paste </a:t>
            </a:r>
            <a:r>
              <a:rPr lang="en" sz="1300">
                <a:solidFill>
                  <a:schemeClr val="accent1"/>
                </a:solidFill>
                <a:latin typeface="Poppins"/>
                <a:ea typeface="Poppins"/>
                <a:cs typeface="Poppins"/>
                <a:sym typeface="Poppins"/>
              </a:rPr>
              <a:t>into Tool</a:t>
            </a:r>
            <a:endParaRPr i="0" sz="1300" u="none" cap="none" strike="noStrike">
              <a:solidFill>
                <a:schemeClr val="accent1"/>
              </a:solidFill>
              <a:latin typeface="Poppins"/>
              <a:ea typeface="Poppins"/>
              <a:cs typeface="Poppins"/>
              <a:sym typeface="Poppins"/>
            </a:endParaRPr>
          </a:p>
        </p:txBody>
      </p:sp>
      <p:sp>
        <p:nvSpPr>
          <p:cNvPr id="1775" name="Google Shape;1775;p324"/>
          <p:cNvSpPr/>
          <p:nvPr/>
        </p:nvSpPr>
        <p:spPr>
          <a:xfrm>
            <a:off x="3663601" y="2316112"/>
            <a:ext cx="1550700" cy="882000"/>
          </a:xfrm>
          <a:prstGeom prst="rect">
            <a:avLst/>
          </a:prstGeom>
          <a:noFill/>
          <a:ln>
            <a:noFill/>
          </a:ln>
        </p:spPr>
        <p:txBody>
          <a:bodyPr anchorCtr="0" anchor="t" bIns="0" lIns="0" spcFirstLastPara="1" rIns="0" wrap="square" tIns="0">
            <a:noAutofit/>
          </a:bodyPr>
          <a:lstStyle/>
          <a:p>
            <a:pPr indent="0" lvl="0" marL="0" rtl="0" algn="l">
              <a:lnSpc>
                <a:spcPct val="161290"/>
              </a:lnSpc>
              <a:spcBef>
                <a:spcPts val="0"/>
              </a:spcBef>
              <a:spcAft>
                <a:spcPts val="0"/>
              </a:spcAft>
              <a:buClr>
                <a:srgbClr val="52586B"/>
              </a:buClr>
              <a:buSzPts val="1000"/>
              <a:buFont typeface="Funnel Sans"/>
              <a:buNone/>
            </a:pPr>
            <a:r>
              <a:rPr lang="en" sz="1000">
                <a:solidFill>
                  <a:srgbClr val="52586B"/>
                </a:solidFill>
                <a:latin typeface="Lato"/>
                <a:ea typeface="Lato"/>
                <a:cs typeface="Lato"/>
                <a:sym typeface="Lato"/>
              </a:rPr>
              <a:t>Only move to your prototyping tool when the prompt is polished. Aim for one generation rather than trial-and-error iterations on half-baked instructions.</a:t>
            </a:r>
            <a:endParaRPr sz="1000">
              <a:latin typeface="Lato"/>
              <a:ea typeface="Lato"/>
              <a:cs typeface="Lato"/>
              <a:sym typeface="Lato"/>
            </a:endParaRPr>
          </a:p>
          <a:p>
            <a:pPr indent="0" lvl="0" marL="0" marR="0" rtl="0" algn="l">
              <a:lnSpc>
                <a:spcPct val="161290"/>
              </a:lnSpc>
              <a:spcBef>
                <a:spcPts val="0"/>
              </a:spcBef>
              <a:spcAft>
                <a:spcPts val="0"/>
              </a:spcAft>
              <a:buClr>
                <a:srgbClr val="52586B"/>
              </a:buClr>
              <a:buSzPts val="1000"/>
              <a:buFont typeface="Funnel Sans"/>
              <a:buNone/>
            </a:pPr>
            <a:r>
              <a:t/>
            </a:r>
            <a:endParaRPr sz="1000">
              <a:solidFill>
                <a:srgbClr val="434343"/>
              </a:solidFill>
              <a:latin typeface="Lato"/>
              <a:ea typeface="Lato"/>
              <a:cs typeface="Lato"/>
              <a:sym typeface="Lato"/>
            </a:endParaRPr>
          </a:p>
        </p:txBody>
      </p:sp>
      <p:sp>
        <p:nvSpPr>
          <p:cNvPr id="1776" name="Google Shape;1776;p324"/>
          <p:cNvSpPr/>
          <p:nvPr/>
        </p:nvSpPr>
        <p:spPr>
          <a:xfrm>
            <a:off x="5823650" y="1665312"/>
            <a:ext cx="2418900" cy="2581800"/>
          </a:xfrm>
          <a:prstGeom prst="roundRect">
            <a:avLst>
              <a:gd fmla="val 4663" name="adj"/>
            </a:avLst>
          </a:prstGeom>
          <a:solidFill>
            <a:srgbClr val="F3F3F3"/>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777" name="Google Shape;1777;p324"/>
          <p:cNvSpPr/>
          <p:nvPr/>
        </p:nvSpPr>
        <p:spPr>
          <a:xfrm>
            <a:off x="5956152" y="1809878"/>
            <a:ext cx="279000" cy="309900"/>
          </a:xfrm>
          <a:prstGeom prst="roundRect">
            <a:avLst>
              <a:gd fmla="val 18670" name="adj"/>
            </a:avLst>
          </a:prstGeom>
          <a:solidFill>
            <a:schemeClr val="accent3"/>
          </a:solidFill>
          <a:ln>
            <a:noFill/>
          </a:ln>
        </p:spPr>
        <p:txBody>
          <a:bodyPr anchorCtr="0" anchor="ctr" bIns="59250" lIns="59250" spcFirstLastPara="1" rIns="59250" wrap="square" tIns="59250">
            <a:noAutofit/>
          </a:bodyPr>
          <a:lstStyle/>
          <a:p>
            <a:pPr indent="0" lvl="0" marL="0" rtl="0" algn="l">
              <a:spcBef>
                <a:spcPts val="0"/>
              </a:spcBef>
              <a:spcAft>
                <a:spcPts val="0"/>
              </a:spcAft>
              <a:buNone/>
            </a:pPr>
            <a:r>
              <a:t/>
            </a:r>
            <a:endParaRPr>
              <a:solidFill>
                <a:schemeClr val="lt1"/>
              </a:solidFill>
            </a:endParaRPr>
          </a:p>
        </p:txBody>
      </p:sp>
      <p:sp>
        <p:nvSpPr>
          <p:cNvPr id="1778" name="Google Shape;1778;p324"/>
          <p:cNvSpPr/>
          <p:nvPr/>
        </p:nvSpPr>
        <p:spPr>
          <a:xfrm>
            <a:off x="6002660" y="1861478"/>
            <a:ext cx="186000" cy="258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2586B"/>
              </a:buClr>
              <a:buSzPts val="1500"/>
              <a:buFont typeface="Mona Sans"/>
              <a:buNone/>
            </a:pPr>
            <a:r>
              <a:rPr i="0" lang="en" sz="1500" u="none" cap="none" strike="noStrike">
                <a:solidFill>
                  <a:schemeClr val="lt1"/>
                </a:solidFill>
                <a:latin typeface="Poppins"/>
                <a:ea typeface="Poppins"/>
                <a:cs typeface="Poppins"/>
                <a:sym typeface="Poppins"/>
              </a:rPr>
              <a:t>1</a:t>
            </a:r>
            <a:endParaRPr i="0" sz="1500" u="none" cap="none" strike="noStrike">
              <a:solidFill>
                <a:schemeClr val="lt1"/>
              </a:solidFill>
              <a:latin typeface="Poppins"/>
              <a:ea typeface="Poppins"/>
              <a:cs typeface="Poppins"/>
              <a:sym typeface="Poppins"/>
            </a:endParaRPr>
          </a:p>
        </p:txBody>
      </p:sp>
      <p:sp>
        <p:nvSpPr>
          <p:cNvPr id="1779" name="Google Shape;1779;p324"/>
          <p:cNvSpPr/>
          <p:nvPr/>
        </p:nvSpPr>
        <p:spPr>
          <a:xfrm>
            <a:off x="6359186" y="1853244"/>
            <a:ext cx="3410400" cy="215400"/>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52586B"/>
              </a:buClr>
              <a:buSzPts val="1300"/>
              <a:buFont typeface="Mona Sans"/>
              <a:buNone/>
            </a:pPr>
            <a:r>
              <a:rPr lang="en" sz="1300">
                <a:solidFill>
                  <a:schemeClr val="accent1"/>
                </a:solidFill>
                <a:latin typeface="Poppins"/>
                <a:ea typeface="Poppins"/>
                <a:cs typeface="Poppins"/>
                <a:sym typeface="Poppins"/>
              </a:rPr>
              <a:t>Adjust Code</a:t>
            </a:r>
            <a:endParaRPr i="0" sz="1300" u="none" cap="none" strike="noStrike">
              <a:solidFill>
                <a:schemeClr val="accent1"/>
              </a:solidFill>
              <a:latin typeface="Poppins"/>
              <a:ea typeface="Poppins"/>
              <a:cs typeface="Poppins"/>
              <a:sym typeface="Poppins"/>
            </a:endParaRPr>
          </a:p>
        </p:txBody>
      </p:sp>
      <p:sp>
        <p:nvSpPr>
          <p:cNvPr id="1780" name="Google Shape;1780;p324"/>
          <p:cNvSpPr/>
          <p:nvPr/>
        </p:nvSpPr>
        <p:spPr>
          <a:xfrm>
            <a:off x="6359176" y="2316112"/>
            <a:ext cx="1550700" cy="882000"/>
          </a:xfrm>
          <a:prstGeom prst="rect">
            <a:avLst/>
          </a:prstGeom>
          <a:noFill/>
          <a:ln>
            <a:noFill/>
          </a:ln>
        </p:spPr>
        <p:txBody>
          <a:bodyPr anchorCtr="0" anchor="t" bIns="0" lIns="0" spcFirstLastPara="1" rIns="0" wrap="square" tIns="0">
            <a:noAutofit/>
          </a:bodyPr>
          <a:lstStyle/>
          <a:p>
            <a:pPr indent="0" lvl="0" marL="0" rtl="0" algn="l">
              <a:lnSpc>
                <a:spcPct val="161290"/>
              </a:lnSpc>
              <a:spcBef>
                <a:spcPts val="0"/>
              </a:spcBef>
              <a:spcAft>
                <a:spcPts val="0"/>
              </a:spcAft>
              <a:buClr>
                <a:srgbClr val="52586B"/>
              </a:buClr>
              <a:buSzPts val="1000"/>
              <a:buFont typeface="Funnel Sans"/>
              <a:buNone/>
            </a:pPr>
            <a:r>
              <a:rPr lang="en" sz="1000">
                <a:solidFill>
                  <a:srgbClr val="52586B"/>
                </a:solidFill>
                <a:latin typeface="Lato"/>
                <a:ea typeface="Lato"/>
                <a:cs typeface="Lato"/>
                <a:sym typeface="Lato"/>
              </a:rPr>
              <a:t>Fix minor typos, colors, or alignments directly in the code. Save your build credits for major structural changes or new feature injections rather than cosmetic tweaks.</a:t>
            </a:r>
            <a:endParaRPr sz="1000">
              <a:latin typeface="Lato"/>
              <a:ea typeface="Lato"/>
              <a:cs typeface="Lato"/>
              <a:sym typeface="Lato"/>
            </a:endParaRPr>
          </a:p>
          <a:p>
            <a:pPr indent="0" lvl="0" marL="0" marR="0" rtl="0" algn="l">
              <a:lnSpc>
                <a:spcPct val="161290"/>
              </a:lnSpc>
              <a:spcBef>
                <a:spcPts val="0"/>
              </a:spcBef>
              <a:spcAft>
                <a:spcPts val="0"/>
              </a:spcAft>
              <a:buClr>
                <a:srgbClr val="52586B"/>
              </a:buClr>
              <a:buSzPts val="1000"/>
              <a:buFont typeface="Funnel Sans"/>
              <a:buNone/>
            </a:pPr>
            <a:r>
              <a:t/>
            </a:r>
            <a:endParaRPr sz="1000">
              <a:solidFill>
                <a:srgbClr val="434343"/>
              </a:solidFill>
              <a:latin typeface="Lato"/>
              <a:ea typeface="Lato"/>
              <a:cs typeface="Lato"/>
              <a:sym typeface="Lato"/>
            </a:endParaRPr>
          </a:p>
        </p:txBody>
      </p:sp>
      <p:sp>
        <p:nvSpPr>
          <p:cNvPr id="1781" name="Google Shape;1781;p324"/>
          <p:cNvSpPr txBox="1"/>
          <p:nvPr/>
        </p:nvSpPr>
        <p:spPr>
          <a:xfrm>
            <a:off x="540888" y="4472348"/>
            <a:ext cx="7930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lt1"/>
                </a:solidFill>
                <a:latin typeface="Poppins SemiBold"/>
                <a:ea typeface="Poppins SemiBold"/>
                <a:cs typeface="Poppins SemiBold"/>
                <a:sym typeface="Poppins SemiBold"/>
              </a:rPr>
              <a:t>⚠️ WHEN TO EJECT</a:t>
            </a:r>
            <a:endParaRPr>
              <a:latin typeface="Poppins SemiBold"/>
              <a:ea typeface="Poppins SemiBold"/>
              <a:cs typeface="Poppins SemiBold"/>
              <a:sym typeface="Poppins SemiBold"/>
            </a:endParaRPr>
          </a:p>
        </p:txBody>
      </p:sp>
      <p:sp>
        <p:nvSpPr>
          <p:cNvPr id="1782" name="Google Shape;1782;p324"/>
          <p:cNvSpPr txBox="1"/>
          <p:nvPr/>
        </p:nvSpPr>
        <p:spPr>
          <a:xfrm>
            <a:off x="540901" y="4679800"/>
            <a:ext cx="7564200" cy="5079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1050">
                <a:solidFill>
                  <a:schemeClr val="lt1"/>
                </a:solidFill>
                <a:latin typeface="Lato"/>
                <a:ea typeface="Lato"/>
                <a:cs typeface="Lato"/>
                <a:sym typeface="Lato"/>
              </a:rPr>
              <a:t>If a prompt fails twice, stop. Export the code to an external tool to debug and paste the fix back. Never enter a "credit death spiral" by re-prompting the same broken logic.</a:t>
            </a:r>
            <a:endParaRPr sz="1500">
              <a:solidFill>
                <a:schemeClr val="lt1"/>
              </a:solidFill>
              <a:latin typeface="Lato"/>
              <a:ea typeface="Lato"/>
              <a:cs typeface="Lato"/>
              <a:sym typeface="La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6" name="Shape 1786"/>
        <p:cNvGrpSpPr/>
        <p:nvPr/>
      </p:nvGrpSpPr>
      <p:grpSpPr>
        <a:xfrm>
          <a:off x="0" y="0"/>
          <a:ext cx="0" cy="0"/>
          <a:chOff x="0" y="0"/>
          <a:chExt cx="0" cy="0"/>
        </a:xfrm>
      </p:grpSpPr>
      <p:sp>
        <p:nvSpPr>
          <p:cNvPr id="1787" name="Google Shape;1787;p325"/>
          <p:cNvSpPr txBox="1"/>
          <p:nvPr>
            <p:ph type="title"/>
          </p:nvPr>
        </p:nvSpPr>
        <p:spPr>
          <a:xfrm>
            <a:off x="457200" y="4026308"/>
            <a:ext cx="8229600" cy="1231500"/>
          </a:xfrm>
          <a:prstGeom prst="rect">
            <a:avLst/>
          </a:prstGeom>
        </p:spPr>
        <p:txBody>
          <a:bodyPr anchorCtr="0" anchor="b" bIns="0" lIns="0" spcFirstLastPara="1" rIns="0" wrap="square" tIns="0">
            <a:spAutoFit/>
          </a:bodyPr>
          <a:lstStyle/>
          <a:p>
            <a:pPr indent="0" lvl="0" marL="0" marR="0" rtl="0" algn="l">
              <a:lnSpc>
                <a:spcPct val="100000"/>
              </a:lnSpc>
              <a:spcBef>
                <a:spcPts val="0"/>
              </a:spcBef>
              <a:spcAft>
                <a:spcPts val="0"/>
              </a:spcAft>
              <a:buNone/>
            </a:pPr>
            <a:r>
              <a:rPr lang="en" sz="4000"/>
              <a:t>Build To Test Your </a:t>
            </a:r>
            <a:br>
              <a:rPr lang="en" sz="4000"/>
            </a:br>
            <a:r>
              <a:rPr lang="en" sz="4000"/>
              <a:t>Riskiest Assumption</a:t>
            </a:r>
            <a:endParaRPr sz="4000"/>
          </a:p>
        </p:txBody>
      </p:sp>
      <p:sp>
        <p:nvSpPr>
          <p:cNvPr id="1788" name="Google Shape;1788;p325"/>
          <p:cNvSpPr txBox="1"/>
          <p:nvPr>
            <p:ph idx="1" type="subTitle"/>
          </p:nvPr>
        </p:nvSpPr>
        <p:spPr>
          <a:xfrm>
            <a:off x="457200" y="3592308"/>
            <a:ext cx="5010300" cy="434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Hands-On Lab</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792" name="Shape 1792"/>
        <p:cNvGrpSpPr/>
        <p:nvPr/>
      </p:nvGrpSpPr>
      <p:grpSpPr>
        <a:xfrm>
          <a:off x="0" y="0"/>
          <a:ext cx="0" cy="0"/>
          <a:chOff x="0" y="0"/>
          <a:chExt cx="0" cy="0"/>
        </a:xfrm>
      </p:grpSpPr>
      <p:sp>
        <p:nvSpPr>
          <p:cNvPr id="1793" name="Google Shape;1793;p326"/>
          <p:cNvSpPr txBox="1"/>
          <p:nvPr>
            <p:ph idx="4294967295" type="body"/>
          </p:nvPr>
        </p:nvSpPr>
        <p:spPr>
          <a:xfrm>
            <a:off x="4572000" y="457200"/>
            <a:ext cx="4114800" cy="4800600"/>
          </a:xfrm>
          <a:prstGeom prst="rect">
            <a:avLst/>
          </a:prstGeom>
          <a:solidFill>
            <a:srgbClr val="FFFFFF">
              <a:alpha val="16000"/>
            </a:srgbClr>
          </a:solidFill>
        </p:spPr>
        <p:txBody>
          <a:bodyPr anchorCtr="0" anchor="b" bIns="457200" lIns="274300" spcFirstLastPara="1" rIns="274300" wrap="square" tIns="91425">
            <a:noAutofit/>
          </a:bodyPr>
          <a:lstStyle/>
          <a:p>
            <a:pPr indent="0" lvl="0" marL="0" rtl="0" algn="l">
              <a:lnSpc>
                <a:spcPct val="115000"/>
              </a:lnSpc>
              <a:spcBef>
                <a:spcPts val="0"/>
              </a:spcBef>
              <a:spcAft>
                <a:spcPts val="0"/>
              </a:spcAft>
              <a:buNone/>
            </a:pPr>
            <a:r>
              <a:rPr lang="en">
                <a:solidFill>
                  <a:schemeClr val="lt1"/>
                </a:solidFill>
                <a:latin typeface="Poppins SemiBold"/>
                <a:ea typeface="Poppins SemiBold"/>
                <a:cs typeface="Poppins SemiBold"/>
                <a:sym typeface="Poppins SemiBold"/>
              </a:rPr>
              <a:t>Steps to follow:</a:t>
            </a:r>
            <a:endParaRPr b="1" sz="1000">
              <a:solidFill>
                <a:schemeClr val="lt1"/>
              </a:solidFill>
            </a:endParaRPr>
          </a:p>
          <a:p>
            <a:pPr indent="-285750" lvl="0" marL="457200" rtl="0" algn="l">
              <a:spcBef>
                <a:spcPts val="1000"/>
              </a:spcBef>
              <a:spcAft>
                <a:spcPts val="0"/>
              </a:spcAft>
              <a:buClr>
                <a:schemeClr val="lt1"/>
              </a:buClr>
              <a:buSzPts val="900"/>
              <a:buFont typeface="Poppins SemiBold"/>
              <a:buAutoNum type="arabicPeriod"/>
            </a:pPr>
            <a:r>
              <a:rPr lang="en" sz="900">
                <a:solidFill>
                  <a:schemeClr val="lt1"/>
                </a:solidFill>
              </a:rPr>
              <a:t>Open </a:t>
            </a:r>
            <a:r>
              <a:rPr lang="en" sz="900">
                <a:solidFill>
                  <a:schemeClr val="lt1"/>
                </a:solidFill>
              </a:rPr>
              <a:t>🔗</a:t>
            </a:r>
            <a:r>
              <a:rPr lang="en" sz="900">
                <a:solidFill>
                  <a:schemeClr val="accent4"/>
                </a:solidFill>
              </a:rPr>
              <a:t> </a:t>
            </a:r>
            <a:r>
              <a:rPr b="1" lang="en" sz="900" u="sng">
                <a:solidFill>
                  <a:schemeClr val="accent4"/>
                </a:solidFill>
                <a:hlinkClick r:id="rId3">
                  <a:extLst>
                    <a:ext uri="{A12FA001-AC4F-418D-AE19-62706E023703}">
                      <ahyp:hlinkClr val="tx"/>
                    </a:ext>
                  </a:extLst>
                </a:hlinkClick>
              </a:rPr>
              <a:t>Lovable</a:t>
            </a:r>
            <a:r>
              <a:rPr lang="en" sz="900">
                <a:solidFill>
                  <a:schemeClr val="lt1"/>
                </a:solidFill>
              </a:rPr>
              <a:t> and </a:t>
            </a:r>
            <a:endParaRPr sz="900">
              <a:solidFill>
                <a:schemeClr val="lt1"/>
              </a:solidFill>
            </a:endParaRPr>
          </a:p>
          <a:p>
            <a:pPr indent="-273050" lvl="0" marL="457200" rtl="0" algn="l">
              <a:spcBef>
                <a:spcPts val="1000"/>
              </a:spcBef>
              <a:spcAft>
                <a:spcPts val="1000"/>
              </a:spcAft>
              <a:buClr>
                <a:schemeClr val="lt1"/>
              </a:buClr>
              <a:buSzPts val="700"/>
              <a:buFont typeface="Poppins SemiBold"/>
              <a:buAutoNum type="arabicPeriod"/>
            </a:pPr>
            <a:br>
              <a:rPr lang="en" sz="900">
                <a:solidFill>
                  <a:schemeClr val="lt1"/>
                </a:solidFill>
              </a:rPr>
            </a:br>
            <a:endParaRPr sz="900">
              <a:solidFill>
                <a:schemeClr val="lt1"/>
              </a:solidFill>
            </a:endParaRPr>
          </a:p>
        </p:txBody>
      </p:sp>
      <p:sp>
        <p:nvSpPr>
          <p:cNvPr id="1794" name="Google Shape;1794;p326"/>
          <p:cNvSpPr txBox="1"/>
          <p:nvPr/>
        </p:nvSpPr>
        <p:spPr>
          <a:xfrm>
            <a:off x="457200" y="508000"/>
            <a:ext cx="3661500" cy="2463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 sz="1600">
                <a:solidFill>
                  <a:srgbClr val="60A5FA"/>
                </a:solidFill>
                <a:latin typeface="Poppins SemiBold"/>
                <a:ea typeface="Poppins SemiBold"/>
                <a:cs typeface="Poppins SemiBold"/>
                <a:sym typeface="Poppins SemiBold"/>
              </a:rPr>
              <a:t>Individual Exercise</a:t>
            </a:r>
            <a:endParaRPr sz="1600">
              <a:solidFill>
                <a:srgbClr val="60A5FA"/>
              </a:solidFill>
              <a:latin typeface="Poppins SemiBold"/>
              <a:ea typeface="Poppins SemiBold"/>
              <a:cs typeface="Poppins SemiBold"/>
              <a:sym typeface="Poppins SemiBold"/>
            </a:endParaRPr>
          </a:p>
        </p:txBody>
      </p:sp>
      <p:sp>
        <p:nvSpPr>
          <p:cNvPr id="1795" name="Google Shape;1795;p326"/>
          <p:cNvSpPr txBox="1"/>
          <p:nvPr/>
        </p:nvSpPr>
        <p:spPr>
          <a:xfrm>
            <a:off x="457200" y="964528"/>
            <a:ext cx="3661500" cy="7389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 sz="2400">
                <a:solidFill>
                  <a:schemeClr val="lt1"/>
                </a:solidFill>
                <a:latin typeface="Poppins Medium"/>
                <a:ea typeface="Poppins Medium"/>
                <a:cs typeface="Poppins Medium"/>
                <a:sym typeface="Poppins Medium"/>
              </a:rPr>
              <a:t>Build to Test Your Riskiest Assumption</a:t>
            </a:r>
            <a:endParaRPr sz="2400">
              <a:solidFill>
                <a:schemeClr val="lt1"/>
              </a:solidFill>
              <a:latin typeface="Poppins Medium"/>
              <a:ea typeface="Poppins Medium"/>
              <a:cs typeface="Poppins Medium"/>
              <a:sym typeface="Poppins Medium"/>
            </a:endParaRPr>
          </a:p>
        </p:txBody>
      </p:sp>
      <p:sp>
        <p:nvSpPr>
          <p:cNvPr id="1796" name="Google Shape;1796;p326"/>
          <p:cNvSpPr txBox="1"/>
          <p:nvPr/>
        </p:nvSpPr>
        <p:spPr>
          <a:xfrm>
            <a:off x="457200" y="1966700"/>
            <a:ext cx="3661500" cy="200100"/>
          </a:xfrm>
          <a:prstGeom prst="rect">
            <a:avLst/>
          </a:prstGeom>
          <a:noFill/>
          <a:ln>
            <a:noFill/>
          </a:ln>
        </p:spPr>
        <p:txBody>
          <a:bodyPr anchorCtr="0" anchor="ctr" bIns="0" lIns="0" spcFirstLastPara="1" rIns="0" wrap="square" tIns="0">
            <a:spAutoFit/>
          </a:bodyPr>
          <a:lstStyle/>
          <a:p>
            <a:pPr indent="0" lvl="0" marL="0" rtl="0" algn="l">
              <a:lnSpc>
                <a:spcPct val="115000"/>
              </a:lnSpc>
              <a:spcBef>
                <a:spcPts val="0"/>
              </a:spcBef>
              <a:spcAft>
                <a:spcPts val="0"/>
              </a:spcAft>
              <a:buNone/>
            </a:pPr>
            <a:r>
              <a:rPr lang="en" sz="1300">
                <a:solidFill>
                  <a:schemeClr val="lt2"/>
                </a:solidFill>
                <a:latin typeface="Poppins SemiBold"/>
                <a:ea typeface="Poppins SemiBold"/>
                <a:cs typeface="Poppins SemiBold"/>
                <a:sym typeface="Poppins SemiBold"/>
              </a:rPr>
              <a:t>In this hands-on lab, you’ll </a:t>
            </a:r>
            <a:endParaRPr sz="1300">
              <a:solidFill>
                <a:schemeClr val="lt2"/>
              </a:solidFill>
              <a:latin typeface="Poppins SemiBold"/>
              <a:ea typeface="Poppins SemiBold"/>
              <a:cs typeface="Poppins SemiBold"/>
              <a:sym typeface="Poppins SemiBold"/>
            </a:endParaRPr>
          </a:p>
        </p:txBody>
      </p:sp>
      <p:sp>
        <p:nvSpPr>
          <p:cNvPr id="1797" name="Google Shape;1797;p326"/>
          <p:cNvSpPr txBox="1"/>
          <p:nvPr/>
        </p:nvSpPr>
        <p:spPr>
          <a:xfrm>
            <a:off x="457200" y="3107724"/>
            <a:ext cx="3661500" cy="525300"/>
          </a:xfrm>
          <a:prstGeom prst="rect">
            <a:avLst/>
          </a:prstGeom>
          <a:noFill/>
          <a:ln>
            <a:noFill/>
          </a:ln>
        </p:spPr>
        <p:txBody>
          <a:bodyPr anchorCtr="0" anchor="t" bIns="0" lIns="0" spcFirstLastPara="1" rIns="0" wrap="square" tIns="0">
            <a:spAutoFit/>
          </a:bodyPr>
          <a:lstStyle/>
          <a:p>
            <a:pPr indent="-304800" lvl="0" marL="457200" rtl="0" algn="l">
              <a:lnSpc>
                <a:spcPct val="115000"/>
              </a:lnSpc>
              <a:spcBef>
                <a:spcPts val="1000"/>
              </a:spcBef>
              <a:spcAft>
                <a:spcPts val="0"/>
              </a:spcAft>
              <a:buClr>
                <a:schemeClr val="accent4"/>
              </a:buClr>
              <a:buSzPts val="1200"/>
              <a:buFont typeface="Lato"/>
              <a:buChar char="→"/>
            </a:pPr>
            <a:r>
              <a:rPr lang="en" sz="1200">
                <a:solidFill>
                  <a:schemeClr val="lt2"/>
                </a:solidFill>
                <a:latin typeface="Lato"/>
                <a:ea typeface="Lato"/>
                <a:cs typeface="Lato"/>
                <a:sym typeface="Lato"/>
              </a:rPr>
              <a:t>Your goal is to </a:t>
            </a:r>
            <a:endParaRPr sz="1200">
              <a:solidFill>
                <a:schemeClr val="lt2"/>
              </a:solidFill>
              <a:latin typeface="Lato"/>
              <a:ea typeface="Lato"/>
              <a:cs typeface="Lato"/>
              <a:sym typeface="Lato"/>
            </a:endParaRPr>
          </a:p>
          <a:p>
            <a:pPr indent="-304800" lvl="0" marL="457200" rtl="0" algn="l">
              <a:lnSpc>
                <a:spcPct val="115000"/>
              </a:lnSpc>
              <a:spcBef>
                <a:spcPts val="1000"/>
              </a:spcBef>
              <a:spcAft>
                <a:spcPts val="0"/>
              </a:spcAft>
              <a:buClr>
                <a:schemeClr val="accent4"/>
              </a:buClr>
              <a:buSzPts val="1200"/>
              <a:buFont typeface="Lato"/>
              <a:buChar char="→"/>
            </a:pPr>
            <a:r>
              <a:rPr lang="en" sz="1200">
                <a:solidFill>
                  <a:schemeClr val="lt2"/>
                </a:solidFill>
                <a:latin typeface="Lato"/>
                <a:ea typeface="Lato"/>
                <a:cs typeface="Lato"/>
                <a:sym typeface="Lato"/>
              </a:rPr>
              <a:t>Keep in mind: This is a </a:t>
            </a:r>
            <a:r>
              <a:rPr b="1" lang="en" sz="1200">
                <a:solidFill>
                  <a:schemeClr val="lt2"/>
                </a:solidFill>
                <a:latin typeface="Lato"/>
                <a:ea typeface="Lato"/>
                <a:cs typeface="Lato"/>
                <a:sym typeface="Lato"/>
              </a:rPr>
              <a:t>solo build. </a:t>
            </a:r>
            <a:endParaRPr sz="1200">
              <a:solidFill>
                <a:schemeClr val="lt2"/>
              </a:solidFill>
              <a:latin typeface="Lato"/>
              <a:ea typeface="Lato"/>
              <a:cs typeface="Lato"/>
              <a:sym typeface="Lato"/>
            </a:endParaRPr>
          </a:p>
        </p:txBody>
      </p:sp>
      <p:sp>
        <p:nvSpPr>
          <p:cNvPr id="1798" name="Google Shape;1798;p326"/>
          <p:cNvSpPr/>
          <p:nvPr/>
        </p:nvSpPr>
        <p:spPr>
          <a:xfrm>
            <a:off x="4850800" y="765575"/>
            <a:ext cx="1218000" cy="293400"/>
          </a:xfrm>
          <a:prstGeom prst="roundRect">
            <a:avLst>
              <a:gd fmla="val 23345" name="adj"/>
            </a:avLst>
          </a:prstGeom>
          <a:solidFill>
            <a:schemeClr val="accent1"/>
          </a:solidFill>
          <a:ln>
            <a:noFill/>
          </a:ln>
        </p:spPr>
        <p:txBody>
          <a:bodyPr anchorCtr="0" anchor="ctr" bIns="41150" lIns="68575" spcFirstLastPara="1" rIns="68575" wrap="square" tIns="68575">
            <a:noAutofit/>
          </a:bodyPr>
          <a:lstStyle/>
          <a:p>
            <a:pPr indent="0" lvl="0" marL="0" rtl="0" algn="ctr">
              <a:lnSpc>
                <a:spcPct val="115000"/>
              </a:lnSpc>
              <a:spcBef>
                <a:spcPts val="0"/>
              </a:spcBef>
              <a:spcAft>
                <a:spcPts val="0"/>
              </a:spcAft>
              <a:buNone/>
            </a:pPr>
            <a:r>
              <a:rPr lang="en" sz="1100">
                <a:solidFill>
                  <a:srgbClr val="FFFFFF"/>
                </a:solidFill>
                <a:latin typeface="Poppins SemiBold"/>
                <a:ea typeface="Poppins SemiBold"/>
                <a:cs typeface="Poppins SemiBold"/>
                <a:sym typeface="Poppins SemiBold"/>
              </a:rPr>
              <a:t>LAB</a:t>
            </a:r>
            <a:r>
              <a:rPr lang="en" sz="1100">
                <a:solidFill>
                  <a:srgbClr val="FFFFFF"/>
                </a:solidFill>
                <a:latin typeface="Poppins SemiBold"/>
                <a:ea typeface="Poppins SemiBold"/>
                <a:cs typeface="Poppins SemiBold"/>
                <a:sym typeface="Poppins SemiBold"/>
              </a:rPr>
              <a:t> EXERCISE</a:t>
            </a:r>
            <a:endParaRPr sz="1100">
              <a:solidFill>
                <a:srgbClr val="FFFFFF"/>
              </a:solidFill>
              <a:latin typeface="Poppins SemiBold"/>
              <a:ea typeface="Poppins SemiBold"/>
              <a:cs typeface="Poppins SemiBold"/>
              <a:sym typeface="Poppins SemiBold"/>
            </a:endParaRPr>
          </a:p>
        </p:txBody>
      </p:sp>
      <p:grpSp>
        <p:nvGrpSpPr>
          <p:cNvPr id="1799" name="Google Shape;1799;p326"/>
          <p:cNvGrpSpPr/>
          <p:nvPr/>
        </p:nvGrpSpPr>
        <p:grpSpPr>
          <a:xfrm>
            <a:off x="7250711" y="758362"/>
            <a:ext cx="1157276" cy="307747"/>
            <a:chOff x="4859149" y="597592"/>
            <a:chExt cx="1157276" cy="276975"/>
          </a:xfrm>
        </p:grpSpPr>
        <p:sp>
          <p:nvSpPr>
            <p:cNvPr id="1800" name="Google Shape;1800;p326"/>
            <p:cNvSpPr txBox="1"/>
            <p:nvPr/>
          </p:nvSpPr>
          <p:spPr>
            <a:xfrm>
              <a:off x="5206425" y="610275"/>
              <a:ext cx="810000" cy="26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 sz="1200">
                  <a:solidFill>
                    <a:schemeClr val="lt1"/>
                  </a:solidFill>
                  <a:latin typeface="Lato"/>
                  <a:ea typeface="Lato"/>
                  <a:cs typeface="Lato"/>
                  <a:sym typeface="Lato"/>
                </a:rPr>
                <a:t>2</a:t>
              </a:r>
              <a:r>
                <a:rPr lang="en" sz="1200">
                  <a:solidFill>
                    <a:schemeClr val="lt1"/>
                  </a:solidFill>
                  <a:latin typeface="Lato"/>
                  <a:ea typeface="Lato"/>
                  <a:cs typeface="Lato"/>
                  <a:sym typeface="Lato"/>
                </a:rPr>
                <a:t>5 minutes </a:t>
              </a:r>
              <a:endParaRPr sz="1200">
                <a:solidFill>
                  <a:schemeClr val="lt1"/>
                </a:solidFill>
                <a:latin typeface="Lato"/>
                <a:ea typeface="Lato"/>
                <a:cs typeface="Lato"/>
                <a:sym typeface="Lato"/>
              </a:endParaRPr>
            </a:p>
          </p:txBody>
        </p:sp>
        <p:pic>
          <p:nvPicPr>
            <p:cNvPr id="1801" name="Google Shape;1801;p326"/>
            <p:cNvPicPr preferRelativeResize="0"/>
            <p:nvPr/>
          </p:nvPicPr>
          <p:blipFill rotWithShape="1">
            <a:blip r:embed="rId4">
              <a:alphaModFix/>
            </a:blip>
            <a:srcRect b="-9876" l="0" r="0" t="-1222"/>
            <a:stretch/>
          </p:blipFill>
          <p:spPr>
            <a:xfrm>
              <a:off x="4859149" y="597592"/>
              <a:ext cx="277007" cy="276975"/>
            </a:xfrm>
            <a:prstGeom prst="rect">
              <a:avLst/>
            </a:prstGeom>
            <a:noFill/>
            <a:ln>
              <a:noFill/>
            </a:ln>
          </p:spPr>
        </p:pic>
      </p:grpSp>
      <p:sp>
        <p:nvSpPr>
          <p:cNvPr id="1802" name="Google Shape;1802;p326"/>
          <p:cNvSpPr/>
          <p:nvPr/>
        </p:nvSpPr>
        <p:spPr>
          <a:xfrm>
            <a:off x="4572000" y="4797375"/>
            <a:ext cx="4114800" cy="460200"/>
          </a:xfrm>
          <a:prstGeom prst="roundRect">
            <a:avLst>
              <a:gd fmla="val 4227" name="adj"/>
            </a:avLst>
          </a:prstGeom>
          <a:solidFill>
            <a:srgbClr val="1241AF"/>
          </a:solidFill>
          <a:ln cap="flat" cmpd="sng" w="9525">
            <a:solidFill>
              <a:schemeClr val="accent2"/>
            </a:solidFill>
            <a:prstDash val="solid"/>
            <a:round/>
            <a:headEnd len="sm" w="sm" type="none"/>
            <a:tailEnd len="sm" w="sm" type="none"/>
          </a:ln>
        </p:spPr>
        <p:txBody>
          <a:bodyPr anchorCtr="0" anchor="ctr" bIns="94800" lIns="182875" spcFirstLastPara="1" rIns="94800" wrap="square" tIns="94800">
            <a:noAutofit/>
          </a:bodyPr>
          <a:lstStyle/>
          <a:p>
            <a:pPr indent="0" lvl="0" marL="0" marR="0" rtl="0" algn="l">
              <a:lnSpc>
                <a:spcPct val="100000"/>
              </a:lnSpc>
              <a:spcBef>
                <a:spcPts val="0"/>
              </a:spcBef>
              <a:spcAft>
                <a:spcPts val="0"/>
              </a:spcAft>
              <a:buNone/>
            </a:pPr>
            <a:r>
              <a:rPr lang="en" sz="850">
                <a:solidFill>
                  <a:schemeClr val="lt2"/>
                </a:solidFill>
                <a:latin typeface="Poppins Medium"/>
                <a:ea typeface="Poppins Medium"/>
                <a:cs typeface="Poppins Medium"/>
                <a:sym typeface="Poppins Medium"/>
              </a:rPr>
              <a:t>✍️  Return to your walkthrough </a:t>
            </a:r>
            <a:r>
              <a:rPr b="1" lang="en" sz="850">
                <a:solidFill>
                  <a:schemeClr val="lt2"/>
                </a:solidFill>
                <a:latin typeface="Poppins"/>
                <a:ea typeface="Poppins"/>
                <a:cs typeface="Poppins"/>
                <a:sym typeface="Poppins"/>
              </a:rPr>
              <a:t>here </a:t>
            </a:r>
            <a:r>
              <a:rPr lang="en" sz="850">
                <a:solidFill>
                  <a:schemeClr val="lt1"/>
                </a:solidFill>
                <a:latin typeface="Poppins Medium"/>
                <a:ea typeface="Poppins Medium"/>
                <a:cs typeface="Poppins Medium"/>
                <a:sym typeface="Poppins Medium"/>
              </a:rPr>
              <a:t>to complete the activity.</a:t>
            </a:r>
            <a:endParaRPr sz="850">
              <a:solidFill>
                <a:schemeClr val="lt1"/>
              </a:solidFill>
              <a:latin typeface="Poppins Medium"/>
              <a:ea typeface="Poppins Medium"/>
              <a:cs typeface="Poppins Medium"/>
              <a:sym typeface="Poppins Medium"/>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6" name="Shape 1806"/>
        <p:cNvGrpSpPr/>
        <p:nvPr/>
      </p:nvGrpSpPr>
      <p:grpSpPr>
        <a:xfrm>
          <a:off x="0" y="0"/>
          <a:ext cx="0" cy="0"/>
          <a:chOff x="0" y="0"/>
          <a:chExt cx="0" cy="0"/>
        </a:xfrm>
      </p:grpSpPr>
      <p:sp>
        <p:nvSpPr>
          <p:cNvPr id="1807" name="Google Shape;1807;p327"/>
          <p:cNvSpPr txBox="1"/>
          <p:nvPr>
            <p:ph idx="1" type="body"/>
          </p:nvPr>
        </p:nvSpPr>
        <p:spPr>
          <a:xfrm>
            <a:off x="4572000" y="457200"/>
            <a:ext cx="4114800" cy="4800600"/>
          </a:xfrm>
          <a:prstGeom prst="rect">
            <a:avLst/>
          </a:prstGeom>
        </p:spPr>
        <p:txBody>
          <a:bodyPr anchorCtr="0" anchor="b" bIns="474125" lIns="365750" spcFirstLastPara="1" rIns="365750" wrap="square" tIns="94800">
            <a:noAutofit/>
          </a:bodyPr>
          <a:lstStyle/>
          <a:p>
            <a:pPr indent="0" lvl="0" marL="0" rtl="0" algn="l">
              <a:spcBef>
                <a:spcPts val="0"/>
              </a:spcBef>
              <a:spcAft>
                <a:spcPts val="0"/>
              </a:spcAft>
              <a:buNone/>
            </a:pPr>
            <a:r>
              <a:rPr lang="en">
                <a:latin typeface="Poppins SemiBold"/>
                <a:ea typeface="Poppins SemiBold"/>
                <a:cs typeface="Poppins SemiBold"/>
                <a:sym typeface="Poppins SemiBold"/>
              </a:rPr>
              <a:t>After 3 minutes of silent exploration, discuss the following:</a:t>
            </a:r>
            <a:endParaRPr sz="1200"/>
          </a:p>
          <a:p>
            <a:pPr indent="-304800" lvl="0" marL="457200" rtl="0" algn="l">
              <a:spcBef>
                <a:spcPts val="1000"/>
              </a:spcBef>
              <a:spcAft>
                <a:spcPts val="0"/>
              </a:spcAft>
              <a:buSzPts val="1200"/>
              <a:buFont typeface="Poppins"/>
              <a:buAutoNum type="arabicPeriod"/>
            </a:pPr>
            <a:r>
              <a:rPr lang="en"/>
              <a:t>Does this prototype actually test the assumption you wrote down?</a:t>
            </a:r>
            <a:endParaRPr/>
          </a:p>
          <a:p>
            <a:pPr indent="-304800" lvl="0" marL="457200" rtl="0" algn="l">
              <a:spcBef>
                <a:spcPts val="1000"/>
              </a:spcBef>
              <a:spcAft>
                <a:spcPts val="0"/>
              </a:spcAft>
              <a:buSzPts val="1200"/>
              <a:buFont typeface="Poppins"/>
              <a:buAutoNum type="arabicPeriod"/>
            </a:pPr>
            <a:r>
              <a:rPr lang="en"/>
              <a:t>What specific signal would validate it? What would invalidate it?</a:t>
            </a:r>
            <a:endParaRPr/>
          </a:p>
          <a:p>
            <a:pPr indent="-304800" lvl="0" marL="457200" rtl="0" algn="l">
              <a:spcBef>
                <a:spcPts val="1000"/>
              </a:spcBef>
              <a:spcAft>
                <a:spcPts val="0"/>
              </a:spcAft>
              <a:buSzPts val="1200"/>
              <a:buFont typeface="Poppins"/>
              <a:buAutoNum type="arabicPeriod"/>
            </a:pPr>
            <a:r>
              <a:rPr lang="en"/>
              <a:t>If you were the stakeholder seeing this result, what would you decide?</a:t>
            </a:r>
            <a:endParaRPr/>
          </a:p>
          <a:p>
            <a:pPr indent="0" lvl="0" marL="0" rtl="0" algn="l">
              <a:spcBef>
                <a:spcPts val="1000"/>
              </a:spcBef>
              <a:spcAft>
                <a:spcPts val="1000"/>
              </a:spcAft>
              <a:buNone/>
            </a:pPr>
            <a:r>
              <a:t/>
            </a:r>
            <a:endParaRPr sz="1200"/>
          </a:p>
        </p:txBody>
      </p:sp>
      <p:sp>
        <p:nvSpPr>
          <p:cNvPr id="1808" name="Google Shape;1808;p327"/>
          <p:cNvSpPr txBox="1"/>
          <p:nvPr/>
        </p:nvSpPr>
        <p:spPr>
          <a:xfrm>
            <a:off x="457200" y="470025"/>
            <a:ext cx="3661500" cy="2463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 sz="1600">
                <a:solidFill>
                  <a:srgbClr val="60A5FA"/>
                </a:solidFill>
                <a:latin typeface="Poppins SemiBold"/>
                <a:ea typeface="Poppins SemiBold"/>
                <a:cs typeface="Poppins SemiBold"/>
                <a:sym typeface="Poppins SemiBold"/>
              </a:rPr>
              <a:t>Breakout Group Exercise</a:t>
            </a:r>
            <a:endParaRPr sz="1600">
              <a:solidFill>
                <a:srgbClr val="60A5FA"/>
              </a:solidFill>
              <a:latin typeface="Poppins SemiBold"/>
              <a:ea typeface="Poppins SemiBold"/>
              <a:cs typeface="Poppins SemiBold"/>
              <a:sym typeface="Poppins SemiBold"/>
            </a:endParaRPr>
          </a:p>
        </p:txBody>
      </p:sp>
      <p:sp>
        <p:nvSpPr>
          <p:cNvPr id="1809" name="Google Shape;1809;p327"/>
          <p:cNvSpPr txBox="1"/>
          <p:nvPr/>
        </p:nvSpPr>
        <p:spPr>
          <a:xfrm>
            <a:off x="457200" y="926546"/>
            <a:ext cx="3661500" cy="14778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 sz="3200">
                <a:solidFill>
                  <a:srgbClr val="07182C"/>
                </a:solidFill>
                <a:latin typeface="Poppins Medium"/>
                <a:ea typeface="Poppins Medium"/>
                <a:cs typeface="Poppins Medium"/>
                <a:sym typeface="Poppins Medium"/>
              </a:rPr>
              <a:t>Swap and Review to Test Your Assumption</a:t>
            </a:r>
            <a:endParaRPr sz="3200">
              <a:solidFill>
                <a:srgbClr val="07182C"/>
              </a:solidFill>
              <a:latin typeface="Poppins Medium"/>
              <a:ea typeface="Poppins Medium"/>
              <a:cs typeface="Poppins Medium"/>
              <a:sym typeface="Poppins Medium"/>
            </a:endParaRPr>
          </a:p>
        </p:txBody>
      </p:sp>
      <p:grpSp>
        <p:nvGrpSpPr>
          <p:cNvPr id="1810" name="Google Shape;1810;p327"/>
          <p:cNvGrpSpPr/>
          <p:nvPr/>
        </p:nvGrpSpPr>
        <p:grpSpPr>
          <a:xfrm>
            <a:off x="7250711" y="758362"/>
            <a:ext cx="1157276" cy="307747"/>
            <a:chOff x="4859149" y="597592"/>
            <a:chExt cx="1157276" cy="276975"/>
          </a:xfrm>
        </p:grpSpPr>
        <p:sp>
          <p:nvSpPr>
            <p:cNvPr id="1811" name="Google Shape;1811;p327"/>
            <p:cNvSpPr txBox="1"/>
            <p:nvPr/>
          </p:nvSpPr>
          <p:spPr>
            <a:xfrm>
              <a:off x="5206425" y="610275"/>
              <a:ext cx="810000" cy="26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 sz="1200">
                  <a:solidFill>
                    <a:schemeClr val="accent1"/>
                  </a:solidFill>
                  <a:latin typeface="Lato"/>
                  <a:ea typeface="Lato"/>
                  <a:cs typeface="Lato"/>
                  <a:sym typeface="Lato"/>
                </a:rPr>
                <a:t>10 minutes </a:t>
              </a:r>
              <a:endParaRPr sz="1200">
                <a:solidFill>
                  <a:schemeClr val="accent1"/>
                </a:solidFill>
                <a:latin typeface="Lato"/>
                <a:ea typeface="Lato"/>
                <a:cs typeface="Lato"/>
                <a:sym typeface="Lato"/>
              </a:endParaRPr>
            </a:p>
          </p:txBody>
        </p:sp>
        <p:pic>
          <p:nvPicPr>
            <p:cNvPr id="1812" name="Google Shape;1812;p327"/>
            <p:cNvPicPr preferRelativeResize="0"/>
            <p:nvPr/>
          </p:nvPicPr>
          <p:blipFill rotWithShape="1">
            <a:blip r:embed="rId3">
              <a:alphaModFix/>
            </a:blip>
            <a:srcRect b="-9876" l="0" r="0" t="-1222"/>
            <a:stretch/>
          </p:blipFill>
          <p:spPr>
            <a:xfrm>
              <a:off x="4859149" y="597592"/>
              <a:ext cx="277007" cy="276975"/>
            </a:xfrm>
            <a:prstGeom prst="rect">
              <a:avLst/>
            </a:prstGeom>
            <a:noFill/>
            <a:ln>
              <a:noFill/>
            </a:ln>
          </p:spPr>
        </p:pic>
      </p:grpSp>
      <p:sp>
        <p:nvSpPr>
          <p:cNvPr id="1813" name="Google Shape;1813;p327"/>
          <p:cNvSpPr txBox="1"/>
          <p:nvPr/>
        </p:nvSpPr>
        <p:spPr>
          <a:xfrm>
            <a:off x="457200" y="4188279"/>
            <a:ext cx="3661500" cy="950100"/>
          </a:xfrm>
          <a:prstGeom prst="rect">
            <a:avLst/>
          </a:prstGeom>
          <a:noFill/>
          <a:ln>
            <a:noFill/>
          </a:ln>
        </p:spPr>
        <p:txBody>
          <a:bodyPr anchorCtr="0" anchor="t" bIns="0" lIns="0" spcFirstLastPara="1" rIns="0" wrap="square" tIns="0">
            <a:spAutoFit/>
          </a:bodyPr>
          <a:lstStyle/>
          <a:p>
            <a:pPr indent="-304800" lvl="0" marL="457200" rtl="0" algn="l">
              <a:lnSpc>
                <a:spcPct val="115000"/>
              </a:lnSpc>
              <a:spcBef>
                <a:spcPts val="1000"/>
              </a:spcBef>
              <a:spcAft>
                <a:spcPts val="0"/>
              </a:spcAft>
              <a:buClr>
                <a:srgbClr val="1241B0"/>
              </a:buClr>
              <a:buSzPts val="1200"/>
              <a:buFont typeface="Lato"/>
              <a:buChar char="→"/>
            </a:pPr>
            <a:r>
              <a:rPr lang="en" sz="1200">
                <a:solidFill>
                  <a:srgbClr val="737373"/>
                </a:solidFill>
                <a:latin typeface="Lato"/>
                <a:ea typeface="Lato"/>
                <a:cs typeface="Lato"/>
                <a:sym typeface="Lato"/>
              </a:rPr>
              <a:t>Swap prototype links in the chat.</a:t>
            </a:r>
            <a:endParaRPr sz="1200">
              <a:solidFill>
                <a:srgbClr val="737373"/>
              </a:solidFill>
              <a:latin typeface="Lato"/>
              <a:ea typeface="Lato"/>
              <a:cs typeface="Lato"/>
              <a:sym typeface="Lato"/>
            </a:endParaRPr>
          </a:p>
          <a:p>
            <a:pPr indent="-304800" lvl="0" marL="457200" rtl="0" algn="l">
              <a:lnSpc>
                <a:spcPct val="115000"/>
              </a:lnSpc>
              <a:spcBef>
                <a:spcPts val="1000"/>
              </a:spcBef>
              <a:spcAft>
                <a:spcPts val="0"/>
              </a:spcAft>
              <a:buClr>
                <a:srgbClr val="1241B0"/>
              </a:buClr>
              <a:buSzPts val="1200"/>
              <a:buFont typeface="Lato"/>
              <a:buChar char="→"/>
            </a:pPr>
            <a:r>
              <a:rPr lang="en" sz="1200">
                <a:solidFill>
                  <a:srgbClr val="737373"/>
                </a:solidFill>
                <a:latin typeface="Lato"/>
                <a:ea typeface="Lato"/>
                <a:cs typeface="Lato"/>
                <a:sym typeface="Lato"/>
              </a:rPr>
              <a:t>Explore your partner’s build silently for 3 minutes without providing or receiving any verbal context.</a:t>
            </a:r>
            <a:endParaRPr sz="1200">
              <a:solidFill>
                <a:srgbClr val="737373"/>
              </a:solidFill>
              <a:latin typeface="Lato"/>
              <a:ea typeface="Lato"/>
              <a:cs typeface="Lato"/>
              <a:sym typeface="Lato"/>
            </a:endParaRPr>
          </a:p>
        </p:txBody>
      </p:sp>
      <p:sp>
        <p:nvSpPr>
          <p:cNvPr id="1814" name="Google Shape;1814;p327"/>
          <p:cNvSpPr txBox="1"/>
          <p:nvPr/>
        </p:nvSpPr>
        <p:spPr>
          <a:xfrm>
            <a:off x="457200" y="2614575"/>
            <a:ext cx="3661500" cy="430200"/>
          </a:xfrm>
          <a:prstGeom prst="rect">
            <a:avLst/>
          </a:prstGeom>
          <a:noFill/>
          <a:ln>
            <a:noFill/>
          </a:ln>
        </p:spPr>
        <p:txBody>
          <a:bodyPr anchorCtr="0" anchor="ctr" bIns="0" lIns="0" spcFirstLastPara="1" rIns="0" wrap="square" tIns="0">
            <a:spAutoFit/>
          </a:bodyPr>
          <a:lstStyle/>
          <a:p>
            <a:pPr indent="0" lvl="0" marL="0" rtl="0" algn="l">
              <a:lnSpc>
                <a:spcPct val="115000"/>
              </a:lnSpc>
              <a:spcBef>
                <a:spcPts val="0"/>
              </a:spcBef>
              <a:spcAft>
                <a:spcPts val="0"/>
              </a:spcAft>
              <a:buNone/>
            </a:pPr>
            <a:r>
              <a:rPr lang="en" sz="1300">
                <a:solidFill>
                  <a:srgbClr val="737373"/>
                </a:solidFill>
                <a:latin typeface="Poppins SemiBold"/>
                <a:ea typeface="Poppins SemiBold"/>
                <a:cs typeface="Poppins SemiBold"/>
                <a:sym typeface="Poppins SemiBold"/>
              </a:rPr>
              <a:t>To reflect on your progress, pair up with a peer to…</a:t>
            </a:r>
            <a:endParaRPr sz="1300">
              <a:solidFill>
                <a:srgbClr val="737373"/>
              </a:solidFill>
              <a:latin typeface="Poppins SemiBold"/>
              <a:ea typeface="Poppins SemiBold"/>
              <a:cs typeface="Poppins SemiBold"/>
              <a:sym typeface="Poppins SemiBold"/>
            </a:endParaRPr>
          </a:p>
        </p:txBody>
      </p:sp>
      <p:sp>
        <p:nvSpPr>
          <p:cNvPr id="1815" name="Google Shape;1815;p327"/>
          <p:cNvSpPr/>
          <p:nvPr/>
        </p:nvSpPr>
        <p:spPr>
          <a:xfrm>
            <a:off x="4850800" y="765575"/>
            <a:ext cx="2018100" cy="293400"/>
          </a:xfrm>
          <a:prstGeom prst="roundRect">
            <a:avLst>
              <a:gd fmla="val 23345" name="adj"/>
            </a:avLst>
          </a:prstGeom>
          <a:solidFill>
            <a:schemeClr val="accent1"/>
          </a:solidFill>
          <a:ln>
            <a:noFill/>
          </a:ln>
        </p:spPr>
        <p:txBody>
          <a:bodyPr anchorCtr="0" anchor="ctr" bIns="41150" lIns="68575" spcFirstLastPara="1" rIns="68575" wrap="square" tIns="68575">
            <a:noAutofit/>
          </a:bodyPr>
          <a:lstStyle/>
          <a:p>
            <a:pPr indent="0" lvl="0" marL="0" rtl="0" algn="ctr">
              <a:lnSpc>
                <a:spcPct val="115000"/>
              </a:lnSpc>
              <a:spcBef>
                <a:spcPts val="0"/>
              </a:spcBef>
              <a:spcAft>
                <a:spcPts val="0"/>
              </a:spcAft>
              <a:buNone/>
            </a:pPr>
            <a:r>
              <a:rPr lang="en" sz="1100">
                <a:solidFill>
                  <a:srgbClr val="FFFFFF"/>
                </a:solidFill>
                <a:latin typeface="Poppins SemiBold"/>
                <a:ea typeface="Poppins SemiBold"/>
                <a:cs typeface="Poppins SemiBold"/>
                <a:sym typeface="Poppins SemiBold"/>
              </a:rPr>
              <a:t>FEEDBACK DISCUSSION</a:t>
            </a:r>
            <a:endParaRPr sz="1100">
              <a:solidFill>
                <a:srgbClr val="FFFFFF"/>
              </a:solidFill>
              <a:latin typeface="Poppins SemiBold"/>
              <a:ea typeface="Poppins SemiBold"/>
              <a:cs typeface="Poppins SemiBold"/>
              <a:sym typeface="Poppins SemiBo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9" name="Shape 1819"/>
        <p:cNvGrpSpPr/>
        <p:nvPr/>
      </p:nvGrpSpPr>
      <p:grpSpPr>
        <a:xfrm>
          <a:off x="0" y="0"/>
          <a:ext cx="0" cy="0"/>
          <a:chOff x="0" y="0"/>
          <a:chExt cx="0" cy="0"/>
        </a:xfrm>
      </p:grpSpPr>
      <p:sp>
        <p:nvSpPr>
          <p:cNvPr id="1820" name="Google Shape;1820;p328"/>
          <p:cNvSpPr/>
          <p:nvPr/>
        </p:nvSpPr>
        <p:spPr>
          <a:xfrm>
            <a:off x="4034125" y="75025"/>
            <a:ext cx="5032500" cy="5552400"/>
          </a:xfrm>
          <a:prstGeom prst="roundRect">
            <a:avLst>
              <a:gd fmla="val 13816" name="adj"/>
            </a:avLst>
          </a:prstGeom>
          <a:solidFill>
            <a:srgbClr val="DBEA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821" name="Google Shape;1821;p328"/>
          <p:cNvSpPr/>
          <p:nvPr/>
        </p:nvSpPr>
        <p:spPr>
          <a:xfrm rot="5400000">
            <a:off x="-797950" y="885250"/>
            <a:ext cx="5539800" cy="3944400"/>
          </a:xfrm>
          <a:prstGeom prst="round2SameRect">
            <a:avLst>
              <a:gd fmla="val 16667" name="adj1"/>
              <a:gd fmla="val 0" name="adj2"/>
            </a:avLst>
          </a:prstGeom>
          <a:solidFill>
            <a:srgbClr val="1A2B6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822" name="Google Shape;1822;p328"/>
          <p:cNvSpPr txBox="1"/>
          <p:nvPr>
            <p:ph idx="1" type="subTitle"/>
          </p:nvPr>
        </p:nvSpPr>
        <p:spPr>
          <a:xfrm>
            <a:off x="457200" y="508000"/>
            <a:ext cx="3661500" cy="2463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
              <a:t>Quick Debrief</a:t>
            </a:r>
            <a:endParaRPr/>
          </a:p>
        </p:txBody>
      </p:sp>
      <p:sp>
        <p:nvSpPr>
          <p:cNvPr id="1823" name="Google Shape;1823;p328"/>
          <p:cNvSpPr txBox="1"/>
          <p:nvPr>
            <p:ph idx="2" type="title"/>
          </p:nvPr>
        </p:nvSpPr>
        <p:spPr>
          <a:xfrm>
            <a:off x="457200" y="1955128"/>
            <a:ext cx="3661500" cy="1924200"/>
          </a:xfrm>
          <a:prstGeom prst="rect">
            <a:avLst/>
          </a:prstGeom>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
                <a:solidFill>
                  <a:schemeClr val="lt1"/>
                </a:solidFill>
              </a:rPr>
              <a:t>Validation </a:t>
            </a:r>
            <a:br>
              <a:rPr lang="en">
                <a:solidFill>
                  <a:schemeClr val="lt1"/>
                </a:solidFill>
              </a:rPr>
            </a:br>
            <a:r>
              <a:rPr lang="en">
                <a:solidFill>
                  <a:schemeClr val="lt1"/>
                </a:solidFill>
              </a:rPr>
              <a:t>Check</a:t>
            </a:r>
            <a:br>
              <a:rPr lang="en">
                <a:solidFill>
                  <a:schemeClr val="lt1"/>
                </a:solidFill>
              </a:rPr>
            </a:br>
            <a:r>
              <a:rPr lang="en">
                <a:solidFill>
                  <a:schemeClr val="lt1"/>
                </a:solidFill>
              </a:rPr>
              <a:t>Statement</a:t>
            </a:r>
            <a:endParaRPr>
              <a:solidFill>
                <a:schemeClr val="lt1"/>
              </a:solidFill>
            </a:endParaRPr>
          </a:p>
          <a:p>
            <a:pPr indent="0" lvl="0" marL="0" rtl="0" algn="l">
              <a:lnSpc>
                <a:spcPct val="100000"/>
              </a:lnSpc>
              <a:spcBef>
                <a:spcPts val="0"/>
              </a:spcBef>
              <a:spcAft>
                <a:spcPts val="0"/>
              </a:spcAft>
              <a:buNone/>
            </a:pPr>
            <a:r>
              <a:t/>
            </a:r>
            <a:endParaRPr sz="3200">
              <a:solidFill>
                <a:schemeClr val="lt1"/>
              </a:solidFill>
            </a:endParaRPr>
          </a:p>
        </p:txBody>
      </p:sp>
      <p:sp>
        <p:nvSpPr>
          <p:cNvPr id="1824" name="Google Shape;1824;p328"/>
          <p:cNvSpPr/>
          <p:nvPr/>
        </p:nvSpPr>
        <p:spPr>
          <a:xfrm>
            <a:off x="457200" y="3592125"/>
            <a:ext cx="1548000" cy="310500"/>
          </a:xfrm>
          <a:prstGeom prst="roundRect">
            <a:avLst>
              <a:gd fmla="val 23345" name="adj"/>
            </a:avLst>
          </a:prstGeom>
          <a:solidFill>
            <a:schemeClr val="lt1"/>
          </a:solidFill>
          <a:ln>
            <a:noFill/>
          </a:ln>
        </p:spPr>
        <p:txBody>
          <a:bodyPr anchorCtr="0" anchor="ctr" bIns="0" lIns="75300" spcFirstLastPara="1" rIns="75300" wrap="square" tIns="0">
            <a:noAutofit/>
          </a:bodyPr>
          <a:lstStyle/>
          <a:p>
            <a:pPr indent="0" lvl="0" marL="0" marR="0" rtl="0" algn="ctr">
              <a:lnSpc>
                <a:spcPct val="100000"/>
              </a:lnSpc>
              <a:spcBef>
                <a:spcPts val="0"/>
              </a:spcBef>
              <a:spcAft>
                <a:spcPts val="0"/>
              </a:spcAft>
              <a:buClr>
                <a:srgbClr val="000000"/>
              </a:buClr>
              <a:buSzPts val="1000"/>
              <a:buFont typeface="Poppins SemiBold"/>
              <a:buNone/>
            </a:pPr>
            <a:r>
              <a:rPr lang="en" sz="1000">
                <a:solidFill>
                  <a:srgbClr val="1241AF"/>
                </a:solidFill>
                <a:latin typeface="Poppins SemiBold"/>
                <a:ea typeface="Poppins SemiBold"/>
                <a:cs typeface="Poppins SemiBold"/>
                <a:sym typeface="Poppins SemiBold"/>
              </a:rPr>
              <a:t>POST ON SLACK</a:t>
            </a:r>
            <a:endParaRPr sz="1000">
              <a:solidFill>
                <a:srgbClr val="1241AF"/>
              </a:solidFill>
              <a:latin typeface="Poppins SemiBold"/>
              <a:ea typeface="Poppins SemiBold"/>
              <a:cs typeface="Poppins SemiBold"/>
              <a:sym typeface="Poppins SemiBold"/>
            </a:endParaRPr>
          </a:p>
        </p:txBody>
      </p:sp>
      <p:sp>
        <p:nvSpPr>
          <p:cNvPr id="1825" name="Google Shape;1825;p328"/>
          <p:cNvSpPr/>
          <p:nvPr/>
        </p:nvSpPr>
        <p:spPr>
          <a:xfrm>
            <a:off x="2087875" y="3553074"/>
            <a:ext cx="424800" cy="426000"/>
          </a:xfrm>
          <a:prstGeom prst="ellipse">
            <a:avLst/>
          </a:prstGeom>
          <a:solidFill>
            <a:srgbClr val="FFFFFF">
              <a:alpha val="16000"/>
            </a:srgbClr>
          </a:solidFill>
          <a:ln>
            <a:noFill/>
          </a:ln>
        </p:spPr>
        <p:txBody>
          <a:bodyPr anchorCtr="0" anchor="ctr" bIns="91425" lIns="91425" spcFirstLastPara="1" rIns="91425" wrap="square" tIns="91425">
            <a:noAutofit/>
          </a:bodyPr>
          <a:lstStyle/>
          <a:p>
            <a:pPr indent="-142875" lvl="0" marL="0" marR="0" rtl="0" algn="ctr">
              <a:spcBef>
                <a:spcPts val="0"/>
              </a:spcBef>
              <a:spcAft>
                <a:spcPts val="0"/>
              </a:spcAft>
              <a:buNone/>
            </a:pPr>
            <a:r>
              <a:t/>
            </a:r>
            <a:endParaRPr sz="1800">
              <a:solidFill>
                <a:schemeClr val="accent1"/>
              </a:solidFill>
              <a:latin typeface="Poppins"/>
              <a:ea typeface="Poppins"/>
              <a:cs typeface="Poppins"/>
              <a:sym typeface="Poppins"/>
            </a:endParaRPr>
          </a:p>
        </p:txBody>
      </p:sp>
      <p:pic>
        <p:nvPicPr>
          <p:cNvPr id="1826" name="Google Shape;1826;p328" title="slack-icon-icon-sm.png"/>
          <p:cNvPicPr preferRelativeResize="0"/>
          <p:nvPr/>
        </p:nvPicPr>
        <p:blipFill>
          <a:blip r:embed="rId3">
            <a:alphaModFix/>
          </a:blip>
          <a:stretch>
            <a:fillRect/>
          </a:stretch>
        </p:blipFill>
        <p:spPr>
          <a:xfrm>
            <a:off x="2172288" y="3638088"/>
            <a:ext cx="255975" cy="255975"/>
          </a:xfrm>
          <a:prstGeom prst="rect">
            <a:avLst/>
          </a:prstGeom>
          <a:noFill/>
          <a:ln>
            <a:noFill/>
          </a:ln>
        </p:spPr>
      </p:pic>
      <p:sp>
        <p:nvSpPr>
          <p:cNvPr id="1827" name="Google Shape;1827;p328"/>
          <p:cNvSpPr txBox="1"/>
          <p:nvPr/>
        </p:nvSpPr>
        <p:spPr>
          <a:xfrm>
            <a:off x="5142975" y="2378275"/>
            <a:ext cx="3000000" cy="1144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rgbClr val="000000"/>
              </a:buClr>
              <a:buFont typeface="Arial"/>
              <a:buNone/>
            </a:pPr>
            <a:r>
              <a:rPr lang="en" sz="1200">
                <a:solidFill>
                  <a:schemeClr val="accent4"/>
                </a:solidFill>
                <a:latin typeface="Poppins SemiBold"/>
                <a:ea typeface="Poppins SemiBold"/>
                <a:cs typeface="Poppins SemiBold"/>
                <a:sym typeface="Poppins SemiBold"/>
              </a:rPr>
              <a:t>IN ONE SENTENCE:</a:t>
            </a:r>
            <a:endParaRPr sz="1200">
              <a:solidFill>
                <a:schemeClr val="accent4"/>
              </a:solidFill>
              <a:latin typeface="Poppins SemiBold"/>
              <a:ea typeface="Poppins SemiBold"/>
              <a:cs typeface="Poppins SemiBold"/>
              <a:sym typeface="Poppins SemiBold"/>
            </a:endParaRPr>
          </a:p>
          <a:p>
            <a:pPr indent="0" lvl="0" marL="0" rtl="0" algn="ctr">
              <a:spcBef>
                <a:spcPts val="1000"/>
              </a:spcBef>
              <a:spcAft>
                <a:spcPts val="0"/>
              </a:spcAft>
              <a:buClr>
                <a:srgbClr val="000000"/>
              </a:buClr>
              <a:buFont typeface="Arial"/>
              <a:buNone/>
            </a:pPr>
            <a:r>
              <a:rPr lang="en">
                <a:solidFill>
                  <a:schemeClr val="accent2"/>
                </a:solidFill>
                <a:latin typeface="Lato"/>
                <a:ea typeface="Lato"/>
                <a:cs typeface="Lato"/>
                <a:sym typeface="Lato"/>
              </a:rPr>
              <a:t>What</a:t>
            </a:r>
            <a:r>
              <a:rPr b="1" lang="en">
                <a:solidFill>
                  <a:schemeClr val="accent2"/>
                </a:solidFill>
                <a:latin typeface="Lato"/>
                <a:ea typeface="Lato"/>
                <a:cs typeface="Lato"/>
                <a:sym typeface="Lato"/>
              </a:rPr>
              <a:t> assumption did you test, </a:t>
            </a:r>
            <a:r>
              <a:rPr lang="en">
                <a:solidFill>
                  <a:schemeClr val="accent2"/>
                </a:solidFill>
                <a:latin typeface="Lato"/>
                <a:ea typeface="Lato"/>
                <a:cs typeface="Lato"/>
                <a:sym typeface="Lato"/>
              </a:rPr>
              <a:t>and what did you</a:t>
            </a:r>
            <a:r>
              <a:rPr b="1" lang="en">
                <a:solidFill>
                  <a:schemeClr val="accent2"/>
                </a:solidFill>
                <a:latin typeface="Lato"/>
                <a:ea typeface="Lato"/>
                <a:cs typeface="Lato"/>
                <a:sym typeface="Lato"/>
              </a:rPr>
              <a:t> learn?</a:t>
            </a:r>
            <a:endParaRPr i="1">
              <a:solidFill>
                <a:schemeClr val="accent2"/>
              </a:solidFill>
              <a:latin typeface="Lato"/>
              <a:ea typeface="Lato"/>
              <a:cs typeface="Lato"/>
              <a:sym typeface="Lato"/>
            </a:endParaRPr>
          </a:p>
          <a:p>
            <a:pPr indent="0" lvl="0" marL="0" rtl="0" algn="ctr">
              <a:spcBef>
                <a:spcPts val="0"/>
              </a:spcBef>
              <a:spcAft>
                <a:spcPts val="0"/>
              </a:spcAft>
              <a:buNone/>
            </a:pPr>
            <a:r>
              <a:t/>
            </a:r>
            <a:endParaRPr>
              <a:solidFill>
                <a:schemeClr val="accent4"/>
              </a:solidFill>
              <a:latin typeface="Poppins SemiBold"/>
              <a:ea typeface="Poppins SemiBold"/>
              <a:cs typeface="Poppins SemiBold"/>
              <a:sym typeface="Poppins SemiBold"/>
            </a:endParaRPr>
          </a:p>
        </p:txBody>
      </p:sp>
      <p:sp>
        <p:nvSpPr>
          <p:cNvPr id="1828" name="Google Shape;1828;p328"/>
          <p:cNvSpPr/>
          <p:nvPr/>
        </p:nvSpPr>
        <p:spPr>
          <a:xfrm>
            <a:off x="-1192780" y="4539347"/>
            <a:ext cx="2414400" cy="2414400"/>
          </a:xfrm>
          <a:prstGeom prst="arc">
            <a:avLst>
              <a:gd fmla="val 16200000" name="adj1"/>
              <a:gd fmla="val 0" name="adj2"/>
            </a:avLst>
          </a:prstGeom>
          <a:noFill/>
          <a:ln cap="flat" cmpd="sng" w="1143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1829" name="Google Shape;1829;p328" title="alert.png"/>
          <p:cNvPicPr preferRelativeResize="0"/>
          <p:nvPr/>
        </p:nvPicPr>
        <p:blipFill>
          <a:blip r:embed="rId4">
            <a:alphaModFix/>
          </a:blip>
          <a:stretch>
            <a:fillRect/>
          </a:stretch>
        </p:blipFill>
        <p:spPr>
          <a:xfrm>
            <a:off x="6363375" y="1843525"/>
            <a:ext cx="492600" cy="4926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3" name="Shape 1833"/>
        <p:cNvGrpSpPr/>
        <p:nvPr/>
      </p:nvGrpSpPr>
      <p:grpSpPr>
        <a:xfrm>
          <a:off x="0" y="0"/>
          <a:ext cx="0" cy="0"/>
          <a:chOff x="0" y="0"/>
          <a:chExt cx="0" cy="0"/>
        </a:xfrm>
      </p:grpSpPr>
      <p:sp>
        <p:nvSpPr>
          <p:cNvPr id="1834" name="Google Shape;1834;p329"/>
          <p:cNvSpPr txBox="1"/>
          <p:nvPr>
            <p:ph idx="1" type="body"/>
          </p:nvPr>
        </p:nvSpPr>
        <p:spPr>
          <a:xfrm>
            <a:off x="1724925" y="3052678"/>
            <a:ext cx="5043000" cy="215400"/>
          </a:xfrm>
          <a:prstGeom prst="rect">
            <a:avLst/>
          </a:prstGeom>
        </p:spPr>
        <p:txBody>
          <a:bodyPr anchorCtr="0" anchor="ctr" bIns="0" lIns="0" spcFirstLastPara="1" rIns="0" wrap="square" tIns="0">
            <a:spAutoFit/>
          </a:bodyPr>
          <a:lstStyle/>
          <a:p>
            <a:pPr indent="0" lvl="0" marL="0" rtl="0" algn="l">
              <a:spcBef>
                <a:spcPts val="0"/>
              </a:spcBef>
              <a:spcAft>
                <a:spcPts val="1200"/>
              </a:spcAft>
              <a:buNone/>
            </a:pPr>
            <a:r>
              <a:rPr lang="en"/>
              <a:t>Estimated time: 5 minutes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8" name="Shape 1838"/>
        <p:cNvGrpSpPr/>
        <p:nvPr/>
      </p:nvGrpSpPr>
      <p:grpSpPr>
        <a:xfrm>
          <a:off x="0" y="0"/>
          <a:ext cx="0" cy="0"/>
          <a:chOff x="0" y="0"/>
          <a:chExt cx="0" cy="0"/>
        </a:xfrm>
      </p:grpSpPr>
      <p:sp>
        <p:nvSpPr>
          <p:cNvPr id="1839" name="Google Shape;1839;p330"/>
          <p:cNvSpPr/>
          <p:nvPr/>
        </p:nvSpPr>
        <p:spPr>
          <a:xfrm>
            <a:off x="478150" y="1605200"/>
            <a:ext cx="8208600" cy="2800500"/>
          </a:xfrm>
          <a:prstGeom prst="roundRect">
            <a:avLst>
              <a:gd fmla="val 8943"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840" name="Google Shape;1840;p330"/>
          <p:cNvSpPr txBox="1"/>
          <p:nvPr/>
        </p:nvSpPr>
        <p:spPr>
          <a:xfrm>
            <a:off x="1252300" y="2257200"/>
            <a:ext cx="3000000" cy="1577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rgbClr val="FFFFFF"/>
                </a:solidFill>
                <a:latin typeface="Poppins SemiBold"/>
                <a:ea typeface="Poppins SemiBold"/>
                <a:cs typeface="Poppins SemiBold"/>
                <a:sym typeface="Poppins SemiBold"/>
              </a:rPr>
              <a:t>Reminder! 🚨</a:t>
            </a:r>
            <a:endParaRPr sz="2000">
              <a:solidFill>
                <a:srgbClr val="FFFFFF"/>
              </a:solidFill>
              <a:latin typeface="Poppins SemiBold"/>
              <a:ea typeface="Poppins SemiBold"/>
              <a:cs typeface="Poppins SemiBold"/>
              <a:sym typeface="Poppins SemiBold"/>
            </a:endParaRPr>
          </a:p>
          <a:p>
            <a:pPr indent="0" lvl="0" marL="0" rtl="0" algn="l">
              <a:spcBef>
                <a:spcPts val="0"/>
              </a:spcBef>
              <a:spcAft>
                <a:spcPts val="0"/>
              </a:spcAft>
              <a:buNone/>
            </a:pPr>
            <a:br>
              <a:rPr lang="en" sz="1150">
                <a:solidFill>
                  <a:srgbClr val="D1D2D3"/>
                </a:solidFill>
              </a:rPr>
            </a:br>
            <a:br>
              <a:rPr lang="en" sz="1150">
                <a:solidFill>
                  <a:srgbClr val="D1D2D3"/>
                </a:solidFill>
              </a:rPr>
            </a:br>
            <a:endParaRPr sz="1150">
              <a:solidFill>
                <a:srgbClr val="D1D2D3"/>
              </a:solidFill>
            </a:endParaRPr>
          </a:p>
          <a:p>
            <a:pPr indent="0" lvl="0" marL="0" rtl="0" algn="l">
              <a:spcBef>
                <a:spcPts val="0"/>
              </a:spcBef>
              <a:spcAft>
                <a:spcPts val="0"/>
              </a:spcAft>
              <a:buNone/>
            </a:pPr>
            <a:r>
              <a:rPr lang="en" sz="1200">
                <a:solidFill>
                  <a:srgbClr val="FFFFFF"/>
                </a:solidFill>
                <a:latin typeface="Lato"/>
                <a:ea typeface="Lato"/>
                <a:cs typeface="Lato"/>
                <a:sym typeface="Lato"/>
              </a:rPr>
              <a:t>It's always better to see your smiling face! Be present and visible to stay engaged and keep interactions valuable.</a:t>
            </a:r>
            <a:endParaRPr sz="1200">
              <a:solidFill>
                <a:srgbClr val="FFFFFF"/>
              </a:solidFill>
              <a:latin typeface="Lato"/>
              <a:ea typeface="Lato"/>
              <a:cs typeface="Lato"/>
              <a:sym typeface="Lato"/>
            </a:endParaRPr>
          </a:p>
        </p:txBody>
      </p:sp>
      <p:sp>
        <p:nvSpPr>
          <p:cNvPr id="1841" name="Google Shape;1841;p330"/>
          <p:cNvSpPr txBox="1"/>
          <p:nvPr/>
        </p:nvSpPr>
        <p:spPr>
          <a:xfrm>
            <a:off x="1174431" y="2699025"/>
            <a:ext cx="3000000" cy="400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accent3"/>
              </a:buClr>
              <a:buSzPts val="1400"/>
              <a:buFont typeface="Poppins SemiBold"/>
              <a:buChar char="➔"/>
            </a:pPr>
            <a:r>
              <a:rPr lang="en">
                <a:solidFill>
                  <a:srgbClr val="FFFFFF"/>
                </a:solidFill>
                <a:latin typeface="Poppins SemiBold"/>
                <a:ea typeface="Poppins SemiBold"/>
                <a:cs typeface="Poppins SemiBold"/>
                <a:sym typeface="Poppins SemiBold"/>
              </a:rPr>
              <a:t>Cameras On</a:t>
            </a:r>
            <a:endParaRPr/>
          </a:p>
        </p:txBody>
      </p:sp>
      <p:pic>
        <p:nvPicPr>
          <p:cNvPr id="1842" name="Google Shape;1842;p330" title="360_F_361342769_X26dTcofZpukhMGYWFcn1wJNABEFtNLH.jpg"/>
          <p:cNvPicPr preferRelativeResize="0"/>
          <p:nvPr/>
        </p:nvPicPr>
        <p:blipFill>
          <a:blip r:embed="rId3">
            <a:alphaModFix/>
          </a:blip>
          <a:stretch>
            <a:fillRect/>
          </a:stretch>
        </p:blipFill>
        <p:spPr>
          <a:xfrm>
            <a:off x="5690998" y="1153547"/>
            <a:ext cx="1655803" cy="1103881"/>
          </a:xfrm>
          <a:prstGeom prst="rect">
            <a:avLst/>
          </a:prstGeom>
          <a:noFill/>
          <a:ln>
            <a:noFill/>
          </a:ln>
        </p:spPr>
      </p:pic>
      <p:pic>
        <p:nvPicPr>
          <p:cNvPr id="1843" name="Google Shape;1843;p330" title="360_F_376317314_VGtnskyAMWhXn8BaT86WkODxMTVlvl1G.jpg"/>
          <p:cNvPicPr preferRelativeResize="0"/>
          <p:nvPr/>
        </p:nvPicPr>
        <p:blipFill>
          <a:blip r:embed="rId4">
            <a:alphaModFix/>
          </a:blip>
          <a:stretch>
            <a:fillRect/>
          </a:stretch>
        </p:blipFill>
        <p:spPr>
          <a:xfrm>
            <a:off x="5690998" y="4613156"/>
            <a:ext cx="1652740" cy="1101839"/>
          </a:xfrm>
          <a:prstGeom prst="rect">
            <a:avLst/>
          </a:prstGeom>
          <a:noFill/>
          <a:ln>
            <a:noFill/>
          </a:ln>
        </p:spPr>
      </p:pic>
      <p:pic>
        <p:nvPicPr>
          <p:cNvPr id="1844" name="Google Shape;1844;p330" title="istockphoto-1319103417-612x612.jpg"/>
          <p:cNvPicPr preferRelativeResize="0"/>
          <p:nvPr/>
        </p:nvPicPr>
        <p:blipFill>
          <a:blip r:embed="rId5">
            <a:alphaModFix/>
          </a:blip>
          <a:stretch>
            <a:fillRect/>
          </a:stretch>
        </p:blipFill>
        <p:spPr>
          <a:xfrm>
            <a:off x="5690998" y="0"/>
            <a:ext cx="1655804" cy="1103870"/>
          </a:xfrm>
          <a:prstGeom prst="rect">
            <a:avLst/>
          </a:prstGeom>
          <a:noFill/>
          <a:ln>
            <a:noFill/>
          </a:ln>
        </p:spPr>
      </p:pic>
      <p:pic>
        <p:nvPicPr>
          <p:cNvPr id="1845" name="Google Shape;1845;p330" title="360_F_359417856_CiAy787xGWJ3mAntkWgwwdslyY12xk30.jpg"/>
          <p:cNvPicPr preferRelativeResize="0"/>
          <p:nvPr/>
        </p:nvPicPr>
        <p:blipFill>
          <a:blip r:embed="rId6">
            <a:alphaModFix/>
          </a:blip>
          <a:stretch>
            <a:fillRect/>
          </a:stretch>
        </p:blipFill>
        <p:spPr>
          <a:xfrm>
            <a:off x="5690998" y="3461150"/>
            <a:ext cx="1655804" cy="1101840"/>
          </a:xfrm>
          <a:prstGeom prst="rect">
            <a:avLst/>
          </a:prstGeom>
          <a:noFill/>
          <a:ln>
            <a:noFill/>
          </a:ln>
        </p:spPr>
      </p:pic>
      <p:pic>
        <p:nvPicPr>
          <p:cNvPr id="1846" name="Google Shape;1846;p330" title="istockphoto-1129638608-612x612.jpg"/>
          <p:cNvPicPr preferRelativeResize="0"/>
          <p:nvPr/>
        </p:nvPicPr>
        <p:blipFill>
          <a:blip r:embed="rId7">
            <a:alphaModFix/>
          </a:blip>
          <a:stretch>
            <a:fillRect/>
          </a:stretch>
        </p:blipFill>
        <p:spPr>
          <a:xfrm>
            <a:off x="5690998" y="2307110"/>
            <a:ext cx="1655804" cy="110387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850" name="Shape 1850"/>
        <p:cNvGrpSpPr/>
        <p:nvPr/>
      </p:nvGrpSpPr>
      <p:grpSpPr>
        <a:xfrm>
          <a:off x="0" y="0"/>
          <a:ext cx="0" cy="0"/>
          <a:chOff x="0" y="0"/>
          <a:chExt cx="0" cy="0"/>
        </a:xfrm>
      </p:grpSpPr>
      <p:sp>
        <p:nvSpPr>
          <p:cNvPr id="1851" name="Google Shape;1851;p331"/>
          <p:cNvSpPr txBox="1"/>
          <p:nvPr>
            <p:ph idx="4" type="body"/>
          </p:nvPr>
        </p:nvSpPr>
        <p:spPr>
          <a:xfrm>
            <a:off x="22500" y="2648081"/>
            <a:ext cx="4560600" cy="3252900"/>
          </a:xfrm>
          <a:prstGeom prst="rect">
            <a:avLst/>
          </a:prstGeom>
        </p:spPr>
        <p:txBody>
          <a:bodyPr anchorCtr="0" anchor="t" bIns="365750" lIns="365750" spcFirstLastPara="1" rIns="365750" wrap="square" tIns="365750">
            <a:spAutoFit/>
          </a:bodyPr>
          <a:lstStyle/>
          <a:p>
            <a:pPr indent="-200660" lvl="0" marL="228600" rtl="0" algn="l">
              <a:spcBef>
                <a:spcPts val="0"/>
              </a:spcBef>
              <a:spcAft>
                <a:spcPts val="0"/>
              </a:spcAft>
              <a:buClr>
                <a:schemeClr val="accent4"/>
              </a:buClr>
              <a:buSzPts val="1000"/>
              <a:buChar char="■"/>
            </a:pPr>
            <a:r>
              <a:rPr b="1" lang="en" sz="1200"/>
              <a:t>Product Managers must adapt the product lifecycle for probabilistic systems requiring continuous steering rather than rigid coding. </a:t>
            </a:r>
            <a:r>
              <a:rPr lang="en" sz="1200"/>
              <a:t>Utilizing AI-native tools allows PMs to move from paper requirements to functional prototypes that validate intent in real-time.</a:t>
            </a:r>
            <a:endParaRPr sz="1200"/>
          </a:p>
          <a:p>
            <a:pPr indent="-200660" lvl="0" marL="228600" rtl="0" algn="l">
              <a:spcBef>
                <a:spcPts val="800"/>
              </a:spcBef>
              <a:spcAft>
                <a:spcPts val="0"/>
              </a:spcAft>
              <a:buClr>
                <a:schemeClr val="accent4"/>
              </a:buClr>
              <a:buSzPts val="1000"/>
              <a:buChar char="■"/>
            </a:pPr>
            <a:r>
              <a:rPr b="1" lang="en" sz="1200"/>
              <a:t>System prompting serves as the invisible code configuring a product’s logic and behavioral guardrails. </a:t>
            </a:r>
            <a:r>
              <a:rPr lang="en" sz="1200"/>
              <a:t>Mastering the anatomy of role, task, and constraints allows PMs to move beyond basic chat to build reliable system logic.</a:t>
            </a:r>
            <a:endParaRPr sz="1200"/>
          </a:p>
          <a:p>
            <a:pPr indent="-137160" lvl="0" marL="228600" rtl="0" algn="l">
              <a:spcBef>
                <a:spcPts val="800"/>
              </a:spcBef>
              <a:spcAft>
                <a:spcPts val="800"/>
              </a:spcAft>
              <a:buNone/>
            </a:pPr>
            <a:r>
              <a:t/>
            </a:r>
            <a:endParaRPr sz="1200"/>
          </a:p>
        </p:txBody>
      </p:sp>
      <p:cxnSp>
        <p:nvCxnSpPr>
          <p:cNvPr id="1852" name="Google Shape;1852;p331"/>
          <p:cNvCxnSpPr/>
          <p:nvPr/>
        </p:nvCxnSpPr>
        <p:spPr>
          <a:xfrm>
            <a:off x="-9" y="2648089"/>
            <a:ext cx="9166500" cy="0"/>
          </a:xfrm>
          <a:prstGeom prst="straightConnector1">
            <a:avLst/>
          </a:prstGeom>
          <a:noFill/>
          <a:ln cap="flat" cmpd="sng" w="9525">
            <a:solidFill>
              <a:schemeClr val="lt1"/>
            </a:solidFill>
            <a:prstDash val="solid"/>
            <a:round/>
            <a:headEnd len="med" w="med" type="none"/>
            <a:tailEnd len="med" w="med" type="none"/>
          </a:ln>
        </p:spPr>
      </p:cxnSp>
      <p:cxnSp>
        <p:nvCxnSpPr>
          <p:cNvPr id="1853" name="Google Shape;1853;p331"/>
          <p:cNvCxnSpPr/>
          <p:nvPr/>
        </p:nvCxnSpPr>
        <p:spPr>
          <a:xfrm>
            <a:off x="4583250" y="2664731"/>
            <a:ext cx="0" cy="4171800"/>
          </a:xfrm>
          <a:prstGeom prst="straightConnector1">
            <a:avLst/>
          </a:prstGeom>
          <a:noFill/>
          <a:ln cap="flat" cmpd="sng" w="9525">
            <a:solidFill>
              <a:schemeClr val="lt1"/>
            </a:solidFill>
            <a:prstDash val="solid"/>
            <a:round/>
            <a:headEnd len="med" w="med" type="none"/>
            <a:tailEnd len="med" w="med" type="none"/>
          </a:ln>
        </p:spPr>
      </p:cxnSp>
      <p:sp>
        <p:nvSpPr>
          <p:cNvPr id="1854" name="Google Shape;1854;p331"/>
          <p:cNvSpPr txBox="1"/>
          <p:nvPr/>
        </p:nvSpPr>
        <p:spPr>
          <a:xfrm>
            <a:off x="457200" y="457200"/>
            <a:ext cx="3661500" cy="2463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 sz="1600">
                <a:solidFill>
                  <a:schemeClr val="accent4"/>
                </a:solidFill>
                <a:latin typeface="Poppins SemiBold"/>
                <a:ea typeface="Poppins SemiBold"/>
                <a:cs typeface="Poppins SemiBold"/>
                <a:sym typeface="Poppins SemiBold"/>
              </a:rPr>
              <a:t>Key Takeaways</a:t>
            </a:r>
            <a:endParaRPr sz="1600">
              <a:solidFill>
                <a:schemeClr val="accent4"/>
              </a:solidFill>
              <a:latin typeface="Poppins SemiBold"/>
              <a:ea typeface="Poppins SemiBold"/>
              <a:cs typeface="Poppins SemiBold"/>
              <a:sym typeface="Poppins SemiBold"/>
            </a:endParaRPr>
          </a:p>
        </p:txBody>
      </p:sp>
      <p:sp>
        <p:nvSpPr>
          <p:cNvPr id="1855" name="Google Shape;1855;p331"/>
          <p:cNvSpPr txBox="1"/>
          <p:nvPr/>
        </p:nvSpPr>
        <p:spPr>
          <a:xfrm>
            <a:off x="457200" y="1155128"/>
            <a:ext cx="8252100" cy="4617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 sz="3000">
                <a:solidFill>
                  <a:srgbClr val="FFFFFF"/>
                </a:solidFill>
                <a:latin typeface="Poppins Medium"/>
                <a:ea typeface="Poppins Medium"/>
                <a:cs typeface="Poppins Medium"/>
                <a:sym typeface="Poppins Medium"/>
              </a:rPr>
              <a:t>The Vibe Coding Mindset</a:t>
            </a:r>
            <a:endParaRPr sz="3000">
              <a:solidFill>
                <a:srgbClr val="FFFFFF"/>
              </a:solidFill>
              <a:latin typeface="Poppins Medium"/>
              <a:ea typeface="Poppins Medium"/>
              <a:cs typeface="Poppins Medium"/>
              <a:sym typeface="Poppins Medium"/>
            </a:endParaRPr>
          </a:p>
        </p:txBody>
      </p:sp>
      <p:sp>
        <p:nvSpPr>
          <p:cNvPr id="1856" name="Google Shape;1856;p331"/>
          <p:cNvSpPr txBox="1"/>
          <p:nvPr>
            <p:ph idx="5" type="subTitle"/>
          </p:nvPr>
        </p:nvSpPr>
        <p:spPr>
          <a:xfrm>
            <a:off x="4583475" y="2648081"/>
            <a:ext cx="4560600" cy="2300700"/>
          </a:xfrm>
          <a:prstGeom prst="rect">
            <a:avLst/>
          </a:prstGeom>
        </p:spPr>
        <p:txBody>
          <a:bodyPr anchorCtr="0" anchor="t" bIns="365750" lIns="365750" spcFirstLastPara="1" rIns="365750" wrap="square" tIns="365750">
            <a:spAutoFit/>
          </a:bodyPr>
          <a:lstStyle/>
          <a:p>
            <a:pPr indent="-213359" lvl="0" marL="228600" rtl="0" algn="l">
              <a:spcBef>
                <a:spcPts val="0"/>
              </a:spcBef>
              <a:spcAft>
                <a:spcPts val="0"/>
              </a:spcAft>
              <a:buClr>
                <a:schemeClr val="accent4"/>
              </a:buClr>
              <a:buSzPts val="1200"/>
              <a:buChar char="■"/>
            </a:pPr>
            <a:r>
              <a:rPr b="1" lang="en" sz="1200"/>
              <a:t>Choosing between Prompting, Fine-Tuning, or RAG is a strategic decision based on whether the model needs instructions, style, or facts. </a:t>
            </a:r>
            <a:r>
              <a:rPr lang="en" sz="1200"/>
              <a:t>PM must use the optimization matrix to diagnose performance issues and pick the most cost-effective architectural tool for the job.</a:t>
            </a:r>
            <a:endParaRPr sz="1200"/>
          </a:p>
          <a:p>
            <a:pPr indent="0" lvl="0" marL="0" rtl="0" algn="l">
              <a:spcBef>
                <a:spcPts val="800"/>
              </a:spcBef>
              <a:spcAft>
                <a:spcPts val="800"/>
              </a:spcAft>
              <a:buNone/>
            </a:pPr>
            <a:r>
              <a:t/>
            </a:r>
            <a:endParaRPr sz="12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861" name="Shape 1861"/>
        <p:cNvGrpSpPr/>
        <p:nvPr/>
      </p:nvGrpSpPr>
      <p:grpSpPr>
        <a:xfrm>
          <a:off x="0" y="0"/>
          <a:ext cx="0" cy="0"/>
          <a:chOff x="0" y="0"/>
          <a:chExt cx="0" cy="0"/>
        </a:xfrm>
      </p:grpSpPr>
      <p:sp>
        <p:nvSpPr>
          <p:cNvPr id="1862" name="Google Shape;1862;p332"/>
          <p:cNvSpPr/>
          <p:nvPr/>
        </p:nvSpPr>
        <p:spPr>
          <a:xfrm>
            <a:off x="4533525" y="170925"/>
            <a:ext cx="4367100" cy="5373600"/>
          </a:xfrm>
          <a:prstGeom prst="roundRect">
            <a:avLst>
              <a:gd fmla="val 5783" name="adj"/>
            </a:avLst>
          </a:prstGeom>
          <a:solidFill>
            <a:srgbClr val="737373"/>
          </a:solidFill>
          <a:ln>
            <a:noFill/>
          </a:ln>
        </p:spPr>
        <p:txBody>
          <a:bodyPr anchorCtr="0" anchor="t" bIns="142225" lIns="142225" spcFirstLastPara="1" rIns="142225" wrap="square" tIns="142225">
            <a:noAutofit/>
          </a:bodyPr>
          <a:lstStyle/>
          <a:p>
            <a:pPr indent="0" lvl="0" marL="0" rtl="0" algn="l">
              <a:spcBef>
                <a:spcPts val="0"/>
              </a:spcBef>
              <a:spcAft>
                <a:spcPts val="0"/>
              </a:spcAft>
              <a:buNone/>
            </a:pPr>
            <a:r>
              <a:rPr lang="en" sz="2400">
                <a:solidFill>
                  <a:srgbClr val="07182C"/>
                </a:solidFill>
                <a:latin typeface="Poppins Medium"/>
                <a:ea typeface="Poppins Medium"/>
                <a:cs typeface="Poppins Medium"/>
                <a:sym typeface="Poppins Medium"/>
              </a:rPr>
              <a:t>Extra Practice</a:t>
            </a:r>
            <a:endParaRPr sz="2400">
              <a:solidFill>
                <a:srgbClr val="07182C"/>
              </a:solidFill>
              <a:latin typeface="Poppins Medium"/>
              <a:ea typeface="Poppins Medium"/>
              <a:cs typeface="Poppins Medium"/>
              <a:sym typeface="Poppins Medium"/>
            </a:endParaRPr>
          </a:p>
          <a:p>
            <a:pPr indent="12700" lvl="0" marL="25400" marR="0" rtl="0" algn="l">
              <a:lnSpc>
                <a:spcPct val="115000"/>
              </a:lnSpc>
              <a:spcBef>
                <a:spcPts val="0"/>
              </a:spcBef>
              <a:spcAft>
                <a:spcPts val="0"/>
              </a:spcAft>
              <a:buClr>
                <a:srgbClr val="000000"/>
              </a:buClr>
              <a:buSzPts val="1100"/>
              <a:buFont typeface="Poppins SemiBold"/>
              <a:buNone/>
            </a:pPr>
            <a:r>
              <a:t/>
            </a:r>
            <a:endParaRPr sz="900">
              <a:solidFill>
                <a:schemeClr val="accent4"/>
              </a:solidFill>
              <a:latin typeface="Poppins SemiBold"/>
              <a:ea typeface="Poppins SemiBold"/>
              <a:cs typeface="Poppins SemiBold"/>
              <a:sym typeface="Poppins SemiBold"/>
            </a:endParaRPr>
          </a:p>
          <a:p>
            <a:pPr indent="12700" lvl="0" marL="25400" marR="0" rtl="0" algn="l">
              <a:lnSpc>
                <a:spcPct val="115000"/>
              </a:lnSpc>
              <a:spcBef>
                <a:spcPts val="800"/>
              </a:spcBef>
              <a:spcAft>
                <a:spcPts val="0"/>
              </a:spcAft>
              <a:buClr>
                <a:srgbClr val="000000"/>
              </a:buClr>
              <a:buSzPts val="1100"/>
              <a:buFont typeface="Poppins SemiBold"/>
              <a:buNone/>
            </a:pPr>
            <a:r>
              <a:rPr lang="en" sz="1200">
                <a:solidFill>
                  <a:schemeClr val="accent4"/>
                </a:solidFill>
                <a:latin typeface="Poppins SemiBold"/>
                <a:ea typeface="Poppins SemiBold"/>
                <a:cs typeface="Poppins SemiBold"/>
                <a:sym typeface="Poppins SemiBold"/>
              </a:rPr>
              <a:t>Optional: Dig deeper into your hands-on lab experiences and try these exercises on your own.</a:t>
            </a:r>
            <a:br>
              <a:rPr lang="en" sz="1200">
                <a:solidFill>
                  <a:schemeClr val="accent4"/>
                </a:solidFill>
                <a:latin typeface="Poppins SemiBold"/>
                <a:ea typeface="Poppins SemiBold"/>
                <a:cs typeface="Poppins SemiBold"/>
                <a:sym typeface="Poppins SemiBold"/>
              </a:rPr>
            </a:br>
            <a:endParaRPr sz="1200">
              <a:solidFill>
                <a:schemeClr val="accent4"/>
              </a:solidFill>
              <a:latin typeface="Poppins SemiBold"/>
              <a:ea typeface="Poppins SemiBold"/>
              <a:cs typeface="Poppins SemiBold"/>
              <a:sym typeface="Poppins SemiBold"/>
            </a:endParaRPr>
          </a:p>
          <a:p>
            <a:pPr indent="12700" lvl="0" marL="25400" marR="0" rtl="0" algn="l">
              <a:lnSpc>
                <a:spcPct val="115000"/>
              </a:lnSpc>
              <a:spcBef>
                <a:spcPts val="800"/>
              </a:spcBef>
              <a:spcAft>
                <a:spcPts val="0"/>
              </a:spcAft>
              <a:buClr>
                <a:srgbClr val="000000"/>
              </a:buClr>
              <a:buSzPts val="1100"/>
              <a:buFont typeface="Poppins SemiBold"/>
              <a:buNone/>
            </a:pPr>
            <a:r>
              <a:rPr b="1" lang="en" sz="1100">
                <a:solidFill>
                  <a:schemeClr val="lt1"/>
                </a:solidFill>
                <a:latin typeface="IBM Plex Mono"/>
                <a:ea typeface="IBM Plex Mono"/>
                <a:cs typeface="IBM Plex Mono"/>
                <a:sym typeface="IBM Plex Mono"/>
              </a:rPr>
              <a:t>1.Expand Your Functional Prototype in Lovable</a:t>
            </a:r>
            <a:endParaRPr b="1" sz="1100">
              <a:solidFill>
                <a:schemeClr val="lt1"/>
              </a:solidFill>
              <a:latin typeface="IBM Plex Mono"/>
              <a:ea typeface="IBM Plex Mono"/>
              <a:cs typeface="IBM Plex Mono"/>
              <a:sym typeface="IBM Plex Mono"/>
            </a:endParaRPr>
          </a:p>
          <a:p>
            <a:pPr indent="12700" lvl="0" marL="25400" marR="0" rtl="0" algn="l">
              <a:lnSpc>
                <a:spcPct val="115000"/>
              </a:lnSpc>
              <a:spcBef>
                <a:spcPts val="800"/>
              </a:spcBef>
              <a:spcAft>
                <a:spcPts val="0"/>
              </a:spcAft>
              <a:buClr>
                <a:srgbClr val="000000"/>
              </a:buClr>
              <a:buSzPts val="1100"/>
              <a:buFont typeface="Poppins SemiBold"/>
              <a:buNone/>
            </a:pPr>
            <a:r>
              <a:rPr lang="en" sz="1000">
                <a:solidFill>
                  <a:schemeClr val="lt1"/>
                </a:solidFill>
                <a:latin typeface="IBM Plex Mono"/>
                <a:ea typeface="IBM Plex Mono"/>
                <a:cs typeface="IBM Plex Mono"/>
                <a:sym typeface="IBM Plex Mono"/>
              </a:rPr>
              <a:t>Go back to your Lovable project and prompt the AI to generate a strategic dashboard view for Juno. Use the "Vibe" Prompt to style it like a professional analytics tool or your choice.</a:t>
            </a:r>
            <a:endParaRPr sz="1000">
              <a:solidFill>
                <a:schemeClr val="lt1"/>
              </a:solidFill>
              <a:latin typeface="IBM Plex Mono"/>
              <a:ea typeface="IBM Plex Mono"/>
              <a:cs typeface="IBM Plex Mono"/>
              <a:sym typeface="IBM Plex Mono"/>
            </a:endParaRPr>
          </a:p>
          <a:p>
            <a:pPr indent="0" lvl="0" marL="25400" marR="0" rtl="0" algn="l">
              <a:lnSpc>
                <a:spcPct val="115000"/>
              </a:lnSpc>
              <a:spcBef>
                <a:spcPts val="800"/>
              </a:spcBef>
              <a:spcAft>
                <a:spcPts val="0"/>
              </a:spcAft>
              <a:buClr>
                <a:srgbClr val="000000"/>
              </a:buClr>
              <a:buSzPts val="1100"/>
              <a:buFont typeface="Poppins SemiBold"/>
              <a:buNone/>
            </a:pPr>
            <a:r>
              <a:t/>
            </a:r>
            <a:endParaRPr sz="1100">
              <a:solidFill>
                <a:schemeClr val="lt1"/>
              </a:solidFill>
              <a:latin typeface="IBM Plex Mono"/>
              <a:ea typeface="IBM Plex Mono"/>
              <a:cs typeface="IBM Plex Mono"/>
              <a:sym typeface="IBM Plex Mono"/>
            </a:endParaRPr>
          </a:p>
          <a:p>
            <a:pPr indent="12700" lvl="0" marL="25400" marR="0" rtl="0" algn="l">
              <a:lnSpc>
                <a:spcPct val="115000"/>
              </a:lnSpc>
              <a:spcBef>
                <a:spcPts val="800"/>
              </a:spcBef>
              <a:spcAft>
                <a:spcPts val="0"/>
              </a:spcAft>
              <a:buClr>
                <a:srgbClr val="000000"/>
              </a:buClr>
              <a:buSzPts val="1100"/>
              <a:buFont typeface="Poppins SemiBold"/>
              <a:buNone/>
            </a:pPr>
            <a:r>
              <a:rPr b="1" lang="en" sz="1100">
                <a:solidFill>
                  <a:schemeClr val="lt1"/>
                </a:solidFill>
                <a:latin typeface="IBM Plex Mono"/>
                <a:ea typeface="IBM Plex Mono"/>
                <a:cs typeface="IBM Plex Mono"/>
                <a:sym typeface="IBM Plex Mono"/>
              </a:rPr>
              <a:t>2. Audit a Manual Task for "AI-Ability"</a:t>
            </a:r>
            <a:endParaRPr b="1" sz="1100">
              <a:solidFill>
                <a:schemeClr val="lt1"/>
              </a:solidFill>
              <a:latin typeface="IBM Plex Mono"/>
              <a:ea typeface="IBM Plex Mono"/>
              <a:cs typeface="IBM Plex Mono"/>
              <a:sym typeface="IBM Plex Mono"/>
            </a:endParaRPr>
          </a:p>
          <a:p>
            <a:pPr indent="12700" lvl="0" marL="25400" marR="0" rtl="0" algn="l">
              <a:lnSpc>
                <a:spcPct val="115000"/>
              </a:lnSpc>
              <a:spcBef>
                <a:spcPts val="800"/>
              </a:spcBef>
              <a:spcAft>
                <a:spcPts val="800"/>
              </a:spcAft>
              <a:buClr>
                <a:srgbClr val="000000"/>
              </a:buClr>
              <a:buSzPts val="1100"/>
              <a:buFont typeface="Poppins SemiBold"/>
              <a:buNone/>
            </a:pPr>
            <a:r>
              <a:rPr lang="en" sz="1000">
                <a:solidFill>
                  <a:schemeClr val="lt1"/>
                </a:solidFill>
                <a:latin typeface="IBM Plex Mono"/>
                <a:ea typeface="IBM Plex Mono"/>
                <a:cs typeface="IBM Plex Mono"/>
                <a:sym typeface="IBM Plex Mono"/>
              </a:rPr>
              <a:t>Identify a frequent, rule-based task in your current job and draft a System Message to automate it. Use the Anatomy Prompt (Role, Task, Constraints, Format) to define the logic. Does the output require Few-Shot examples to match your company's "vibe," or is a Zero-Shot instruction enough to move the needle? </a:t>
            </a:r>
            <a:endParaRPr sz="1000">
              <a:solidFill>
                <a:schemeClr val="lt1"/>
              </a:solidFill>
              <a:latin typeface="IBM Plex Mono"/>
              <a:ea typeface="IBM Plex Mono"/>
              <a:cs typeface="IBM Plex Mono"/>
              <a:sym typeface="IBM Plex Mono"/>
            </a:endParaRPr>
          </a:p>
        </p:txBody>
      </p:sp>
      <p:sp>
        <p:nvSpPr>
          <p:cNvPr id="1863" name="Google Shape;1863;p332"/>
          <p:cNvSpPr txBox="1"/>
          <p:nvPr>
            <p:ph type="title"/>
          </p:nvPr>
        </p:nvSpPr>
        <p:spPr>
          <a:xfrm>
            <a:off x="457200" y="840750"/>
            <a:ext cx="3661500" cy="400200"/>
          </a:xfrm>
          <a:prstGeom prst="rect">
            <a:avLst/>
          </a:prstGeom>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 sz="2600">
                <a:solidFill>
                  <a:schemeClr val="lt1"/>
                </a:solidFill>
              </a:rPr>
              <a:t>Lorem Ipsum</a:t>
            </a:r>
            <a:endParaRPr sz="2600">
              <a:solidFill>
                <a:schemeClr val="lt1"/>
              </a:solidFill>
            </a:endParaRPr>
          </a:p>
        </p:txBody>
      </p:sp>
      <p:sp>
        <p:nvSpPr>
          <p:cNvPr id="1864" name="Google Shape;1864;p332"/>
          <p:cNvSpPr txBox="1"/>
          <p:nvPr/>
        </p:nvSpPr>
        <p:spPr>
          <a:xfrm>
            <a:off x="457200" y="508000"/>
            <a:ext cx="3661500" cy="2154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
                <a:solidFill>
                  <a:srgbClr val="60A5FA"/>
                </a:solidFill>
                <a:latin typeface="Poppins SemiBold"/>
                <a:ea typeface="Poppins SemiBold"/>
                <a:cs typeface="Poppins SemiBold"/>
                <a:sym typeface="Poppins SemiBold"/>
              </a:rPr>
              <a:t>⏩  Next Session</a:t>
            </a:r>
            <a:endParaRPr>
              <a:solidFill>
                <a:srgbClr val="60A5FA"/>
              </a:solidFill>
              <a:latin typeface="Poppins SemiBold"/>
              <a:ea typeface="Poppins SemiBold"/>
              <a:cs typeface="Poppins SemiBold"/>
              <a:sym typeface="Poppins SemiBold"/>
            </a:endParaRPr>
          </a:p>
        </p:txBody>
      </p:sp>
      <p:sp>
        <p:nvSpPr>
          <p:cNvPr id="1865" name="Google Shape;1865;p332"/>
          <p:cNvSpPr txBox="1"/>
          <p:nvPr>
            <p:ph idx="1" type="body"/>
          </p:nvPr>
        </p:nvSpPr>
        <p:spPr>
          <a:xfrm>
            <a:off x="457200" y="2117278"/>
            <a:ext cx="3131100" cy="20781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
                <a:solidFill>
                  <a:schemeClr val="lt1"/>
                </a:solidFill>
                <a:latin typeface="Poppins SemiBold"/>
                <a:ea typeface="Poppins SemiBold"/>
                <a:cs typeface="Poppins SemiBold"/>
                <a:sym typeface="Poppins SemiBold"/>
              </a:rPr>
              <a:t>Overview</a:t>
            </a:r>
            <a:endParaRPr b="1" sz="1800">
              <a:solidFill>
                <a:schemeClr val="lt2"/>
              </a:solidFill>
            </a:endParaRPr>
          </a:p>
          <a:p>
            <a:pPr indent="-292100" lvl="0" marL="457200" rtl="0" algn="l">
              <a:lnSpc>
                <a:spcPct val="100000"/>
              </a:lnSpc>
              <a:spcBef>
                <a:spcPts val="1000"/>
              </a:spcBef>
              <a:spcAft>
                <a:spcPts val="0"/>
              </a:spcAft>
              <a:buClr>
                <a:schemeClr val="lt2"/>
              </a:buClr>
              <a:buSzPts val="1000"/>
              <a:buChar char="●"/>
            </a:pPr>
            <a:r>
              <a:rPr lang="en" sz="1200">
                <a:solidFill>
                  <a:schemeClr val="lt2"/>
                </a:solidFill>
              </a:rPr>
              <a:t>Become an AI strategist capable of selecting and shaping AI bets that ship and move business metrics.</a:t>
            </a:r>
            <a:endParaRPr sz="1200">
              <a:solidFill>
                <a:schemeClr val="lt2"/>
              </a:solidFill>
            </a:endParaRPr>
          </a:p>
          <a:p>
            <a:pPr indent="-292100" lvl="0" marL="457200" rtl="0" algn="l">
              <a:lnSpc>
                <a:spcPct val="100000"/>
              </a:lnSpc>
              <a:spcBef>
                <a:spcPts val="1000"/>
              </a:spcBef>
              <a:spcAft>
                <a:spcPts val="0"/>
              </a:spcAft>
              <a:buClr>
                <a:schemeClr val="lt2"/>
              </a:buClr>
              <a:buSzPts val="1000"/>
              <a:buChar char="●"/>
            </a:pPr>
            <a:r>
              <a:rPr lang="en" sz="1200">
                <a:solidFill>
                  <a:schemeClr val="lt2"/>
                </a:solidFill>
              </a:rPr>
              <a:t>Move from broad ideas to a formal AI Strategy One-Pager that defines the technical approach, data provenance, and target autonomy levels.</a:t>
            </a:r>
            <a:endParaRPr sz="1200">
              <a:solidFill>
                <a:schemeClr val="lt2"/>
              </a:solidFill>
            </a:endParaRPr>
          </a:p>
          <a:p>
            <a:pPr indent="0" lvl="0" marL="0" rtl="0" algn="l">
              <a:lnSpc>
                <a:spcPct val="100000"/>
              </a:lnSpc>
              <a:spcBef>
                <a:spcPts val="1000"/>
              </a:spcBef>
              <a:spcAft>
                <a:spcPts val="1000"/>
              </a:spcAft>
              <a:buSzPts val="900"/>
              <a:buNone/>
            </a:pPr>
            <a:r>
              <a:t/>
            </a:r>
            <a:endParaRPr sz="1200">
              <a:solidFill>
                <a:schemeClr val="lt2"/>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69" name="Shape 1869"/>
        <p:cNvGrpSpPr/>
        <p:nvPr/>
      </p:nvGrpSpPr>
      <p:grpSpPr>
        <a:xfrm>
          <a:off x="0" y="0"/>
          <a:ext cx="0" cy="0"/>
          <a:chOff x="0" y="0"/>
          <a:chExt cx="0" cy="0"/>
        </a:xfrm>
      </p:grpSpPr>
      <p:sp>
        <p:nvSpPr>
          <p:cNvPr id="1870" name="Google Shape;1870;p333"/>
          <p:cNvSpPr/>
          <p:nvPr/>
        </p:nvSpPr>
        <p:spPr>
          <a:xfrm>
            <a:off x="179225" y="170917"/>
            <a:ext cx="4367100" cy="5373600"/>
          </a:xfrm>
          <a:prstGeom prst="roundRect">
            <a:avLst>
              <a:gd fmla="val 11782" name="adj"/>
            </a:avLst>
          </a:prstGeom>
          <a:solidFill>
            <a:schemeClr val="lt1"/>
          </a:solidFill>
          <a:ln>
            <a:noFill/>
          </a:ln>
        </p:spPr>
        <p:txBody>
          <a:bodyPr anchorCtr="0" anchor="t" bIns="34275" lIns="182875" spcFirstLastPara="1" rIns="182875" wrap="square" tIns="182875">
            <a:noAutofit/>
          </a:bodyPr>
          <a:lstStyle/>
          <a:p>
            <a:pPr indent="0" lvl="0" marL="0" rtl="0" algn="l">
              <a:spcBef>
                <a:spcPts val="0"/>
              </a:spcBef>
              <a:spcAft>
                <a:spcPts val="0"/>
              </a:spcAft>
              <a:buNone/>
            </a:pPr>
            <a:r>
              <a:rPr lang="en" sz="3200">
                <a:solidFill>
                  <a:schemeClr val="accent1"/>
                </a:solidFill>
                <a:latin typeface="Poppins Medium"/>
                <a:ea typeface="Poppins Medium"/>
                <a:cs typeface="Poppins Medium"/>
                <a:sym typeface="Poppins Medium"/>
              </a:rPr>
              <a:t>Your Opinion Matters To Us</a:t>
            </a:r>
            <a:endParaRPr sz="1600">
              <a:solidFill>
                <a:schemeClr val="accent1"/>
              </a:solidFill>
              <a:latin typeface="Poppins Medium"/>
              <a:ea typeface="Poppins Medium"/>
              <a:cs typeface="Poppins Medium"/>
              <a:sym typeface="Poppins Medium"/>
            </a:endParaRPr>
          </a:p>
          <a:p>
            <a:pPr indent="0" lvl="0" marL="0" rtl="0" algn="l">
              <a:spcBef>
                <a:spcPts val="1000"/>
              </a:spcBef>
              <a:spcAft>
                <a:spcPts val="1000"/>
              </a:spcAft>
              <a:buNone/>
            </a:pPr>
            <a:r>
              <a:t/>
            </a:r>
            <a:endParaRPr sz="1600">
              <a:solidFill>
                <a:schemeClr val="accent1"/>
              </a:solidFill>
              <a:latin typeface="Poppins Medium"/>
              <a:ea typeface="Poppins Medium"/>
              <a:cs typeface="Poppins Medium"/>
              <a:sym typeface="Poppins Medium"/>
            </a:endParaRPr>
          </a:p>
        </p:txBody>
      </p:sp>
      <p:sp>
        <p:nvSpPr>
          <p:cNvPr id="1871" name="Google Shape;1871;p333"/>
          <p:cNvSpPr txBox="1"/>
          <p:nvPr>
            <p:ph type="title"/>
          </p:nvPr>
        </p:nvSpPr>
        <p:spPr>
          <a:xfrm>
            <a:off x="5365450" y="4124167"/>
            <a:ext cx="3361200" cy="591000"/>
          </a:xfrm>
          <a:prstGeom prst="rect">
            <a:avLst/>
          </a:prstGeom>
        </p:spPr>
        <p:txBody>
          <a:bodyPr anchorCtr="0" anchor="t" bIns="0" lIns="0" spcFirstLastPara="1" rIns="0" wrap="square" tIns="0">
            <a:spAutoFit/>
          </a:bodyPr>
          <a:lstStyle/>
          <a:p>
            <a:pPr indent="0" lvl="0" marL="0" rtl="0" algn="r">
              <a:spcBef>
                <a:spcPts val="0"/>
              </a:spcBef>
              <a:spcAft>
                <a:spcPts val="0"/>
              </a:spcAft>
              <a:buNone/>
            </a:pPr>
            <a:r>
              <a:rPr lang="en"/>
              <a:t>Share here</a:t>
            </a:r>
            <a:endParaRPr/>
          </a:p>
        </p:txBody>
      </p:sp>
      <p:sp>
        <p:nvSpPr>
          <p:cNvPr id="1872" name="Google Shape;1872;p333"/>
          <p:cNvSpPr txBox="1"/>
          <p:nvPr>
            <p:ph idx="2" type="subTitle"/>
          </p:nvPr>
        </p:nvSpPr>
        <p:spPr>
          <a:xfrm>
            <a:off x="3676500" y="4823692"/>
            <a:ext cx="5010300" cy="4341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sz="1300">
                <a:solidFill>
                  <a:schemeClr val="accent4"/>
                </a:solidFill>
              </a:rPr>
              <a:t>🔗</a:t>
            </a:r>
            <a:r>
              <a:rPr b="1" lang="en" sz="1300">
                <a:solidFill>
                  <a:schemeClr val="accent4"/>
                </a:solidFill>
              </a:rPr>
              <a:t> Day 1 Survey Link</a:t>
            </a:r>
            <a:endParaRPr b="1" sz="1300">
              <a:solidFill>
                <a:schemeClr val="accent4"/>
              </a:solidFill>
            </a:endParaRPr>
          </a:p>
          <a:p>
            <a:pPr indent="0" lvl="0" marL="0" rtl="0" algn="l">
              <a:spcBef>
                <a:spcPts val="0"/>
              </a:spcBef>
              <a:spcAft>
                <a:spcPts val="0"/>
              </a:spcAft>
              <a:buNone/>
            </a:pPr>
            <a:r>
              <a:t/>
            </a:r>
            <a:endParaRPr>
              <a:solidFill>
                <a:schemeClr val="accent3"/>
              </a:solidFill>
            </a:endParaRPr>
          </a:p>
        </p:txBody>
      </p:sp>
      <p:sp>
        <p:nvSpPr>
          <p:cNvPr id="1873" name="Google Shape;1873;p333"/>
          <p:cNvSpPr/>
          <p:nvPr/>
        </p:nvSpPr>
        <p:spPr>
          <a:xfrm>
            <a:off x="179225" y="170917"/>
            <a:ext cx="4367100" cy="5373600"/>
          </a:xfrm>
          <a:prstGeom prst="roundRect">
            <a:avLst>
              <a:gd fmla="val 11782" name="adj"/>
            </a:avLst>
          </a:prstGeom>
          <a:solidFill>
            <a:srgbClr val="FFFFFF"/>
          </a:solidFill>
          <a:ln>
            <a:noFill/>
          </a:ln>
        </p:spPr>
        <p:txBody>
          <a:bodyPr anchorCtr="0" anchor="t" bIns="34275" lIns="182875" spcFirstLastPara="1" rIns="182875" wrap="square" tIns="182875">
            <a:noAutofit/>
          </a:bodyPr>
          <a:lstStyle/>
          <a:p>
            <a:pPr indent="0" lvl="0" marL="0" rtl="0" algn="l">
              <a:spcBef>
                <a:spcPts val="0"/>
              </a:spcBef>
              <a:spcAft>
                <a:spcPts val="0"/>
              </a:spcAft>
              <a:buNone/>
            </a:pPr>
            <a:r>
              <a:rPr lang="en" sz="3400">
                <a:solidFill>
                  <a:srgbClr val="1241B0"/>
                </a:solidFill>
                <a:latin typeface="Poppins Medium"/>
                <a:ea typeface="Poppins Medium"/>
                <a:cs typeface="Poppins Medium"/>
                <a:sym typeface="Poppins Medium"/>
              </a:rPr>
              <a:t>Your Opinion Matters To Us</a:t>
            </a:r>
            <a:endParaRPr sz="1800">
              <a:solidFill>
                <a:srgbClr val="1241B0"/>
              </a:solidFill>
              <a:latin typeface="Poppins Medium"/>
              <a:ea typeface="Poppins Medium"/>
              <a:cs typeface="Poppins Medium"/>
              <a:sym typeface="Poppins Medium"/>
            </a:endParaRPr>
          </a:p>
          <a:p>
            <a:pPr indent="0" lvl="0" marL="0" rtl="0" algn="l">
              <a:spcBef>
                <a:spcPts val="1000"/>
              </a:spcBef>
              <a:spcAft>
                <a:spcPts val="0"/>
              </a:spcAft>
              <a:buNone/>
            </a:pPr>
            <a:r>
              <a:t/>
            </a:r>
            <a:endParaRPr sz="1600">
              <a:solidFill>
                <a:srgbClr val="1241B0"/>
              </a:solidFill>
              <a:latin typeface="Lato"/>
              <a:ea typeface="Lato"/>
              <a:cs typeface="Lato"/>
              <a:sym typeface="Lato"/>
            </a:endParaRPr>
          </a:p>
          <a:p>
            <a:pPr indent="0" lvl="0" marL="0" rtl="0" algn="l">
              <a:spcBef>
                <a:spcPts val="1000"/>
              </a:spcBef>
              <a:spcAft>
                <a:spcPts val="1000"/>
              </a:spcAft>
              <a:buNone/>
            </a:pPr>
            <a:r>
              <a:t/>
            </a:r>
            <a:endParaRPr sz="1600">
              <a:solidFill>
                <a:srgbClr val="1241B0"/>
              </a:solidFill>
              <a:latin typeface="Lato"/>
              <a:ea typeface="Lato"/>
              <a:cs typeface="Lato"/>
              <a:sym typeface="Lato"/>
            </a:endParaRPr>
          </a:p>
        </p:txBody>
      </p:sp>
      <p:sp>
        <p:nvSpPr>
          <p:cNvPr id="1874" name="Google Shape;1874;p333"/>
          <p:cNvSpPr txBox="1"/>
          <p:nvPr/>
        </p:nvSpPr>
        <p:spPr>
          <a:xfrm>
            <a:off x="450677" y="2566725"/>
            <a:ext cx="3000000" cy="1790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rgbClr val="1241B0"/>
                </a:solidFill>
                <a:latin typeface="Lato"/>
                <a:ea typeface="Lato"/>
                <a:cs typeface="Lato"/>
                <a:sym typeface="Lato"/>
              </a:rPr>
              <a:t>At the end of each session, please scan the QR code or use the link to share your feedback.</a:t>
            </a:r>
            <a:endParaRPr sz="1600">
              <a:solidFill>
                <a:srgbClr val="1241B0"/>
              </a:solidFill>
              <a:latin typeface="Lato"/>
              <a:ea typeface="Lato"/>
              <a:cs typeface="Lato"/>
              <a:sym typeface="Lato"/>
            </a:endParaRPr>
          </a:p>
          <a:p>
            <a:pPr indent="0" lvl="0" marL="0" rtl="0" algn="l">
              <a:spcBef>
                <a:spcPts val="1000"/>
              </a:spcBef>
              <a:spcAft>
                <a:spcPts val="1000"/>
              </a:spcAft>
              <a:buNone/>
            </a:pPr>
            <a:r>
              <a:rPr lang="en" sz="1600">
                <a:solidFill>
                  <a:srgbClr val="1241B0"/>
                </a:solidFill>
                <a:latin typeface="Lato"/>
                <a:ea typeface="Lato"/>
                <a:cs typeface="Lato"/>
                <a:sym typeface="Lato"/>
              </a:rPr>
              <a:t>Your insights help us improve and make each cohort better than the last.</a:t>
            </a:r>
            <a:endParaRPr/>
          </a:p>
        </p:txBody>
      </p:sp>
      <p:sp>
        <p:nvSpPr>
          <p:cNvPr id="1875" name="Google Shape;1875;p333"/>
          <p:cNvSpPr txBox="1"/>
          <p:nvPr/>
        </p:nvSpPr>
        <p:spPr>
          <a:xfrm>
            <a:off x="457200" y="1746687"/>
            <a:ext cx="46428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1000"/>
              </a:spcAft>
              <a:buNone/>
            </a:pPr>
            <a:r>
              <a:rPr lang="en" sz="1600">
                <a:solidFill>
                  <a:srgbClr val="1241B0"/>
                </a:solidFill>
                <a:latin typeface="Poppins Medium"/>
                <a:ea typeface="Poppins Medium"/>
                <a:cs typeface="Poppins Medium"/>
                <a:sym typeface="Poppins Medium"/>
              </a:rPr>
              <a:t>We’d love to hear about </a:t>
            </a:r>
            <a:br>
              <a:rPr lang="en" sz="1600">
                <a:solidFill>
                  <a:srgbClr val="1241B0"/>
                </a:solidFill>
                <a:latin typeface="Poppins Medium"/>
                <a:ea typeface="Poppins Medium"/>
                <a:cs typeface="Poppins Medium"/>
                <a:sym typeface="Poppins Medium"/>
              </a:rPr>
            </a:br>
            <a:r>
              <a:rPr lang="en" sz="1600">
                <a:solidFill>
                  <a:srgbClr val="1241B0"/>
                </a:solidFill>
                <a:latin typeface="Poppins Medium"/>
                <a:ea typeface="Poppins Medium"/>
                <a:cs typeface="Poppins Medium"/>
                <a:sym typeface="Poppins Medium"/>
              </a:rPr>
              <a:t>your experience!</a:t>
            </a:r>
            <a:endParaRPr>
              <a:latin typeface="Poppins Medium"/>
              <a:ea typeface="Poppins Medium"/>
              <a:cs typeface="Poppins Medium"/>
              <a:sym typeface="Poppins Medium"/>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41AF"/>
        </a:solidFill>
      </p:bgPr>
    </p:bg>
    <p:spTree>
      <p:nvGrpSpPr>
        <p:cNvPr id="1879" name="Shape 1879"/>
        <p:cNvGrpSpPr/>
        <p:nvPr/>
      </p:nvGrpSpPr>
      <p:grpSpPr>
        <a:xfrm>
          <a:off x="0" y="0"/>
          <a:ext cx="0" cy="0"/>
          <a:chOff x="0" y="0"/>
          <a:chExt cx="0" cy="0"/>
        </a:xfrm>
      </p:grpSpPr>
      <p:sp>
        <p:nvSpPr>
          <p:cNvPr id="1880" name="Google Shape;1880;p334"/>
          <p:cNvSpPr txBox="1"/>
          <p:nvPr/>
        </p:nvSpPr>
        <p:spPr>
          <a:xfrm>
            <a:off x="1027250" y="-924875"/>
            <a:ext cx="3661500" cy="2463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 sz="1600">
                <a:solidFill>
                  <a:schemeClr val="lt1"/>
                </a:solidFill>
                <a:latin typeface="Poppins SemiBold"/>
                <a:ea typeface="Poppins SemiBold"/>
                <a:cs typeface="Poppins SemiBold"/>
                <a:sym typeface="Poppins SemiBold"/>
              </a:rPr>
              <a:t>Bonus</a:t>
            </a:r>
            <a:endParaRPr sz="1600">
              <a:solidFill>
                <a:schemeClr val="lt1"/>
              </a:solidFill>
              <a:latin typeface="Poppins SemiBold"/>
              <a:ea typeface="Poppins SemiBold"/>
              <a:cs typeface="Poppins SemiBold"/>
              <a:sym typeface="Poppins SemiBold"/>
            </a:endParaRPr>
          </a:p>
        </p:txBody>
      </p:sp>
      <p:sp>
        <p:nvSpPr>
          <p:cNvPr id="1881" name="Google Shape;1881;p334"/>
          <p:cNvSpPr/>
          <p:nvPr/>
        </p:nvSpPr>
        <p:spPr>
          <a:xfrm>
            <a:off x="408250" y="4044132"/>
            <a:ext cx="4060800" cy="1213800"/>
          </a:xfrm>
          <a:prstGeom prst="roundRect">
            <a:avLst>
              <a:gd fmla="val 7531" name="adj"/>
            </a:avLst>
          </a:prstGeom>
          <a:solidFill>
            <a:srgbClr val="1241B0">
              <a:alpha val="50000"/>
            </a:srgbClr>
          </a:solidFill>
          <a:ln>
            <a:noFill/>
          </a:ln>
        </p:spPr>
        <p:txBody>
          <a:bodyPr anchorCtr="0" anchor="ctr" bIns="74075" lIns="74075" spcFirstLastPara="1" rIns="74075" wrap="square" tIns="74075">
            <a:noAutofit/>
          </a:bodyPr>
          <a:lstStyle/>
          <a:p>
            <a:pPr indent="0" lvl="0" marL="0" rtl="0" algn="ctr">
              <a:spcBef>
                <a:spcPts val="0"/>
              </a:spcBef>
              <a:spcAft>
                <a:spcPts val="0"/>
              </a:spcAft>
              <a:buNone/>
            </a:pPr>
            <a:r>
              <a:t/>
            </a:r>
            <a:endParaRPr sz="1134">
              <a:latin typeface="Lato"/>
              <a:ea typeface="Lato"/>
              <a:cs typeface="Lato"/>
              <a:sym typeface="Lato"/>
            </a:endParaRPr>
          </a:p>
        </p:txBody>
      </p:sp>
      <p:sp>
        <p:nvSpPr>
          <p:cNvPr id="1882" name="Google Shape;1882;p334"/>
          <p:cNvSpPr txBox="1"/>
          <p:nvPr/>
        </p:nvSpPr>
        <p:spPr>
          <a:xfrm>
            <a:off x="1608669" y="4195076"/>
            <a:ext cx="2860500" cy="12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810">
                <a:solidFill>
                  <a:schemeClr val="accent4"/>
                </a:solidFill>
                <a:latin typeface="Poppins"/>
                <a:ea typeface="Poppins"/>
                <a:cs typeface="Poppins"/>
                <a:sym typeface="Poppins"/>
              </a:rPr>
              <a:t>VIBE CODING  CERTIFICATION</a:t>
            </a:r>
            <a:endParaRPr b="1" sz="810">
              <a:solidFill>
                <a:schemeClr val="accent4"/>
              </a:solidFill>
              <a:latin typeface="Poppins"/>
              <a:ea typeface="Poppins"/>
              <a:cs typeface="Poppins"/>
              <a:sym typeface="Poppins"/>
            </a:endParaRPr>
          </a:p>
        </p:txBody>
      </p:sp>
      <p:sp>
        <p:nvSpPr>
          <p:cNvPr id="1883" name="Google Shape;1883;p334">
            <a:hlinkClick r:id="rId3"/>
          </p:cNvPr>
          <p:cNvSpPr txBox="1"/>
          <p:nvPr/>
        </p:nvSpPr>
        <p:spPr>
          <a:xfrm>
            <a:off x="1608677" y="4957115"/>
            <a:ext cx="2860500" cy="154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3" u="sng">
                <a:solidFill>
                  <a:schemeClr val="lt1"/>
                </a:solidFill>
                <a:latin typeface="Lato"/>
                <a:ea typeface="Lato"/>
                <a:cs typeface="Lato"/>
                <a:sym typeface="Lato"/>
              </a:rPr>
              <a:t>View resource</a:t>
            </a:r>
            <a:endParaRPr sz="1003" u="sng">
              <a:solidFill>
                <a:schemeClr val="lt1"/>
              </a:solidFill>
              <a:latin typeface="Lato"/>
              <a:ea typeface="Lato"/>
              <a:cs typeface="Lato"/>
              <a:sym typeface="Lato"/>
            </a:endParaRPr>
          </a:p>
        </p:txBody>
      </p:sp>
      <p:sp>
        <p:nvSpPr>
          <p:cNvPr id="1884" name="Google Shape;1884;p334"/>
          <p:cNvSpPr txBox="1"/>
          <p:nvPr/>
        </p:nvSpPr>
        <p:spPr>
          <a:xfrm>
            <a:off x="1608669" y="4361765"/>
            <a:ext cx="2860500" cy="370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204">
                <a:solidFill>
                  <a:schemeClr val="lt1"/>
                </a:solidFill>
                <a:latin typeface="Poppins Medium"/>
                <a:ea typeface="Poppins Medium"/>
                <a:cs typeface="Poppins Medium"/>
                <a:sym typeface="Poppins Medium"/>
              </a:rPr>
              <a:t>Final Project Deliverables</a:t>
            </a:r>
            <a:br>
              <a:rPr lang="en" sz="1204">
                <a:solidFill>
                  <a:schemeClr val="lt1"/>
                </a:solidFill>
                <a:latin typeface="Poppins Medium"/>
                <a:ea typeface="Poppins Medium"/>
                <a:cs typeface="Poppins Medium"/>
                <a:sym typeface="Poppins Medium"/>
              </a:rPr>
            </a:br>
            <a:r>
              <a:rPr lang="en" sz="1204">
                <a:solidFill>
                  <a:schemeClr val="lt1"/>
                </a:solidFill>
                <a:latin typeface="Poppins Medium"/>
                <a:ea typeface="Poppins Medium"/>
                <a:cs typeface="Poppins Medium"/>
                <a:sym typeface="Poppins Medium"/>
              </a:rPr>
              <a:t>Template</a:t>
            </a:r>
            <a:endParaRPr sz="1204">
              <a:solidFill>
                <a:schemeClr val="lt1"/>
              </a:solidFill>
              <a:latin typeface="Poppins Medium"/>
              <a:ea typeface="Poppins Medium"/>
              <a:cs typeface="Poppins Medium"/>
              <a:sym typeface="Poppins Medium"/>
            </a:endParaRPr>
          </a:p>
        </p:txBody>
      </p:sp>
      <p:sp>
        <p:nvSpPr>
          <p:cNvPr id="1885" name="Google Shape;1885;p334"/>
          <p:cNvSpPr/>
          <p:nvPr/>
        </p:nvSpPr>
        <p:spPr>
          <a:xfrm>
            <a:off x="4649300" y="4044132"/>
            <a:ext cx="4060800" cy="1213800"/>
          </a:xfrm>
          <a:prstGeom prst="roundRect">
            <a:avLst>
              <a:gd fmla="val 7531" name="adj"/>
            </a:avLst>
          </a:prstGeom>
          <a:solidFill>
            <a:srgbClr val="1241B0">
              <a:alpha val="50000"/>
            </a:srgbClr>
          </a:solidFill>
          <a:ln>
            <a:noFill/>
          </a:ln>
        </p:spPr>
        <p:txBody>
          <a:bodyPr anchorCtr="0" anchor="ctr" bIns="74075" lIns="74075" spcFirstLastPara="1" rIns="74075" wrap="square" tIns="74075">
            <a:noAutofit/>
          </a:bodyPr>
          <a:lstStyle/>
          <a:p>
            <a:pPr indent="0" lvl="0" marL="0" rtl="0" algn="ctr">
              <a:spcBef>
                <a:spcPts val="0"/>
              </a:spcBef>
              <a:spcAft>
                <a:spcPts val="0"/>
              </a:spcAft>
              <a:buNone/>
            </a:pPr>
            <a:r>
              <a:t/>
            </a:r>
            <a:endParaRPr sz="1134">
              <a:latin typeface="Lato"/>
              <a:ea typeface="Lato"/>
              <a:cs typeface="Lato"/>
              <a:sym typeface="Lato"/>
            </a:endParaRPr>
          </a:p>
        </p:txBody>
      </p:sp>
      <p:sp>
        <p:nvSpPr>
          <p:cNvPr id="1886" name="Google Shape;1886;p334"/>
          <p:cNvSpPr txBox="1"/>
          <p:nvPr/>
        </p:nvSpPr>
        <p:spPr>
          <a:xfrm>
            <a:off x="5849720" y="4195076"/>
            <a:ext cx="2860500" cy="12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810">
                <a:solidFill>
                  <a:schemeClr val="accent4"/>
                </a:solidFill>
                <a:latin typeface="Poppins"/>
                <a:ea typeface="Poppins"/>
                <a:cs typeface="Poppins"/>
                <a:sym typeface="Poppins"/>
              </a:rPr>
              <a:t>VIBE CODING CERTIFICATION</a:t>
            </a:r>
            <a:endParaRPr b="1" sz="810">
              <a:solidFill>
                <a:schemeClr val="accent4"/>
              </a:solidFill>
              <a:latin typeface="Poppins"/>
              <a:ea typeface="Poppins"/>
              <a:cs typeface="Poppins"/>
              <a:sym typeface="Poppins"/>
            </a:endParaRPr>
          </a:p>
        </p:txBody>
      </p:sp>
      <p:sp>
        <p:nvSpPr>
          <p:cNvPr id="1887" name="Google Shape;1887;p334"/>
          <p:cNvSpPr txBox="1"/>
          <p:nvPr/>
        </p:nvSpPr>
        <p:spPr>
          <a:xfrm>
            <a:off x="5849720" y="4957123"/>
            <a:ext cx="2860500" cy="154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3" u="sng">
                <a:solidFill>
                  <a:schemeClr val="lt1"/>
                </a:solidFill>
                <a:latin typeface="Lato"/>
                <a:ea typeface="Lato"/>
                <a:cs typeface="Lato"/>
                <a:sym typeface="Lato"/>
              </a:rPr>
              <a:t>View resource</a:t>
            </a:r>
            <a:endParaRPr sz="1003" u="sng">
              <a:solidFill>
                <a:schemeClr val="lt1"/>
              </a:solidFill>
              <a:latin typeface="Lato"/>
              <a:ea typeface="Lato"/>
              <a:cs typeface="Lato"/>
              <a:sym typeface="Lato"/>
            </a:endParaRPr>
          </a:p>
        </p:txBody>
      </p:sp>
      <p:sp>
        <p:nvSpPr>
          <p:cNvPr id="1888" name="Google Shape;1888;p334"/>
          <p:cNvSpPr txBox="1"/>
          <p:nvPr/>
        </p:nvSpPr>
        <p:spPr>
          <a:xfrm>
            <a:off x="5849715" y="4361762"/>
            <a:ext cx="2599200" cy="18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204">
                <a:solidFill>
                  <a:schemeClr val="lt1"/>
                </a:solidFill>
                <a:latin typeface="Poppins Medium"/>
                <a:ea typeface="Poppins Medium"/>
                <a:cs typeface="Poppins Medium"/>
                <a:sym typeface="Poppins Medium"/>
              </a:rPr>
              <a:t>Final Project Brief &amp; Deliverables</a:t>
            </a:r>
            <a:endParaRPr sz="1204">
              <a:solidFill>
                <a:schemeClr val="lt1"/>
              </a:solidFill>
              <a:latin typeface="Poppins Medium"/>
              <a:ea typeface="Poppins Medium"/>
              <a:cs typeface="Poppins Medium"/>
              <a:sym typeface="Poppins Medium"/>
            </a:endParaRPr>
          </a:p>
        </p:txBody>
      </p:sp>
      <p:sp>
        <p:nvSpPr>
          <p:cNvPr id="1889" name="Google Shape;1889;p334"/>
          <p:cNvSpPr/>
          <p:nvPr/>
        </p:nvSpPr>
        <p:spPr>
          <a:xfrm>
            <a:off x="408190" y="2635076"/>
            <a:ext cx="4060800" cy="1213800"/>
          </a:xfrm>
          <a:prstGeom prst="roundRect">
            <a:avLst>
              <a:gd fmla="val 7531" name="adj"/>
            </a:avLst>
          </a:prstGeom>
          <a:solidFill>
            <a:srgbClr val="1241B0">
              <a:alpha val="50000"/>
            </a:srgbClr>
          </a:solidFill>
          <a:ln>
            <a:noFill/>
          </a:ln>
        </p:spPr>
        <p:txBody>
          <a:bodyPr anchorCtr="0" anchor="ctr" bIns="74075" lIns="74075" spcFirstLastPara="1" rIns="74075" wrap="square" tIns="74075">
            <a:noAutofit/>
          </a:bodyPr>
          <a:lstStyle/>
          <a:p>
            <a:pPr indent="0" lvl="0" marL="0" rtl="0" algn="ctr">
              <a:spcBef>
                <a:spcPts val="0"/>
              </a:spcBef>
              <a:spcAft>
                <a:spcPts val="0"/>
              </a:spcAft>
              <a:buNone/>
            </a:pPr>
            <a:r>
              <a:t/>
            </a:r>
            <a:endParaRPr sz="1134">
              <a:latin typeface="Lato"/>
              <a:ea typeface="Lato"/>
              <a:cs typeface="Lato"/>
              <a:sym typeface="Lato"/>
            </a:endParaRPr>
          </a:p>
        </p:txBody>
      </p:sp>
      <p:sp>
        <p:nvSpPr>
          <p:cNvPr id="1890" name="Google Shape;1890;p334"/>
          <p:cNvSpPr txBox="1"/>
          <p:nvPr/>
        </p:nvSpPr>
        <p:spPr>
          <a:xfrm>
            <a:off x="1608609" y="2786020"/>
            <a:ext cx="2860500" cy="12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810">
                <a:solidFill>
                  <a:schemeClr val="accent4"/>
                </a:solidFill>
                <a:latin typeface="Poppins"/>
                <a:ea typeface="Poppins"/>
                <a:cs typeface="Poppins"/>
                <a:sym typeface="Poppins"/>
              </a:rPr>
              <a:t>HANDS-ON LAB WALKTHROUGH</a:t>
            </a:r>
            <a:endParaRPr b="1" sz="810">
              <a:solidFill>
                <a:schemeClr val="accent4"/>
              </a:solidFill>
              <a:latin typeface="Poppins"/>
              <a:ea typeface="Poppins"/>
              <a:cs typeface="Poppins"/>
              <a:sym typeface="Poppins"/>
            </a:endParaRPr>
          </a:p>
        </p:txBody>
      </p:sp>
      <p:sp>
        <p:nvSpPr>
          <p:cNvPr id="1891" name="Google Shape;1891;p334"/>
          <p:cNvSpPr txBox="1"/>
          <p:nvPr/>
        </p:nvSpPr>
        <p:spPr>
          <a:xfrm>
            <a:off x="1608609" y="2944913"/>
            <a:ext cx="2860500" cy="18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204">
                <a:solidFill>
                  <a:schemeClr val="lt1"/>
                </a:solidFill>
                <a:latin typeface="Poppins Medium"/>
                <a:ea typeface="Poppins Medium"/>
                <a:cs typeface="Poppins Medium"/>
                <a:sym typeface="Poppins Medium"/>
              </a:rPr>
              <a:t>Module 1 Lab Guide</a:t>
            </a:r>
            <a:endParaRPr sz="1204">
              <a:solidFill>
                <a:schemeClr val="lt1"/>
              </a:solidFill>
              <a:latin typeface="Poppins Medium"/>
              <a:ea typeface="Poppins Medium"/>
              <a:cs typeface="Poppins Medium"/>
              <a:sym typeface="Poppins Medium"/>
            </a:endParaRPr>
          </a:p>
        </p:txBody>
      </p:sp>
      <p:sp>
        <p:nvSpPr>
          <p:cNvPr id="1892" name="Google Shape;1892;p334"/>
          <p:cNvSpPr txBox="1"/>
          <p:nvPr/>
        </p:nvSpPr>
        <p:spPr>
          <a:xfrm>
            <a:off x="1608609" y="3548067"/>
            <a:ext cx="2860500" cy="154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3" u="sng">
                <a:solidFill>
                  <a:schemeClr val="lt1"/>
                </a:solidFill>
                <a:latin typeface="Lato"/>
                <a:ea typeface="Lato"/>
                <a:cs typeface="Lato"/>
                <a:sym typeface="Lato"/>
              </a:rPr>
              <a:t>View resource</a:t>
            </a:r>
            <a:endParaRPr sz="1003" u="sng">
              <a:solidFill>
                <a:schemeClr val="lt1"/>
              </a:solidFill>
              <a:latin typeface="Lato"/>
              <a:ea typeface="Lato"/>
              <a:cs typeface="Lato"/>
              <a:sym typeface="Lato"/>
            </a:endParaRPr>
          </a:p>
        </p:txBody>
      </p:sp>
      <p:sp>
        <p:nvSpPr>
          <p:cNvPr id="1893" name="Google Shape;1893;p334"/>
          <p:cNvSpPr txBox="1"/>
          <p:nvPr>
            <p:ph type="title"/>
          </p:nvPr>
        </p:nvSpPr>
        <p:spPr>
          <a:xfrm>
            <a:off x="408250" y="457194"/>
            <a:ext cx="8327400" cy="50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sz="3000"/>
              <a:t>Resources &amp; Templates</a:t>
            </a:r>
            <a:endParaRPr sz="3000"/>
          </a:p>
        </p:txBody>
      </p:sp>
      <p:pic>
        <p:nvPicPr>
          <p:cNvPr id="1894" name="Google Shape;1894;p334"/>
          <p:cNvPicPr preferRelativeResize="0"/>
          <p:nvPr/>
        </p:nvPicPr>
        <p:blipFill rotWithShape="1">
          <a:blip r:embed="rId4">
            <a:alphaModFix/>
          </a:blip>
          <a:srcRect b="0" l="0" r="0" t="0"/>
          <a:stretch/>
        </p:blipFill>
        <p:spPr>
          <a:xfrm rot="-313400">
            <a:off x="4802090" y="4287069"/>
            <a:ext cx="842647" cy="727797"/>
          </a:xfrm>
          <a:prstGeom prst="rect">
            <a:avLst/>
          </a:prstGeom>
          <a:noFill/>
          <a:ln>
            <a:noFill/>
          </a:ln>
        </p:spPr>
      </p:pic>
      <p:pic>
        <p:nvPicPr>
          <p:cNvPr id="1895" name="Google Shape;1895;p334" title="Group 35 (2).png"/>
          <p:cNvPicPr preferRelativeResize="0"/>
          <p:nvPr/>
        </p:nvPicPr>
        <p:blipFill>
          <a:blip r:embed="rId5">
            <a:alphaModFix/>
          </a:blip>
          <a:stretch>
            <a:fillRect/>
          </a:stretch>
        </p:blipFill>
        <p:spPr>
          <a:xfrm>
            <a:off x="639646" y="2811707"/>
            <a:ext cx="634275" cy="774369"/>
          </a:xfrm>
          <a:prstGeom prst="rect">
            <a:avLst/>
          </a:prstGeom>
          <a:noFill/>
          <a:ln>
            <a:noFill/>
          </a:ln>
          <a:effectLst>
            <a:outerShdw blurRad="500063" rotWithShape="0" algn="bl" dir="5400000" dist="19124">
              <a:schemeClr val="dk1">
                <a:alpha val="35000"/>
              </a:schemeClr>
            </a:outerShdw>
          </a:effectLst>
        </p:spPr>
      </p:pic>
      <p:sp>
        <p:nvSpPr>
          <p:cNvPr id="1896" name="Google Shape;1896;p334"/>
          <p:cNvSpPr/>
          <p:nvPr/>
        </p:nvSpPr>
        <p:spPr>
          <a:xfrm>
            <a:off x="714518" y="4310446"/>
            <a:ext cx="663900" cy="630900"/>
          </a:xfrm>
          <a:prstGeom prst="star5">
            <a:avLst>
              <a:gd fmla="val 19098" name="adj"/>
              <a:gd fmla="val 105146" name="hf"/>
              <a:gd fmla="val 110557" name="vf"/>
            </a:avLst>
          </a:prstGeom>
          <a:solidFill>
            <a:srgbClr val="07182C"/>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72C"/>
        </a:solidFill>
      </p:bgPr>
    </p:bg>
    <p:spTree>
      <p:nvGrpSpPr>
        <p:cNvPr id="1900" name="Shape 1900"/>
        <p:cNvGrpSpPr/>
        <p:nvPr/>
      </p:nvGrpSpPr>
      <p:grpSpPr>
        <a:xfrm>
          <a:off x="0" y="0"/>
          <a:ext cx="0" cy="0"/>
          <a:chOff x="0" y="0"/>
          <a:chExt cx="0" cy="0"/>
        </a:xfrm>
      </p:grpSpPr>
      <p:sp>
        <p:nvSpPr>
          <p:cNvPr id="1901" name="Google Shape;1901;p335"/>
          <p:cNvSpPr txBox="1"/>
          <p:nvPr>
            <p:ph type="title"/>
          </p:nvPr>
        </p:nvSpPr>
        <p:spPr>
          <a:xfrm>
            <a:off x="457200" y="3472000"/>
            <a:ext cx="5010300" cy="17349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sz="9600"/>
              <a:t>Q&amp;A</a:t>
            </a:r>
            <a:endParaRPr sz="96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5" name="Shape 1905"/>
        <p:cNvGrpSpPr/>
        <p:nvPr/>
      </p:nvGrpSpPr>
      <p:grpSpPr>
        <a:xfrm>
          <a:off x="0" y="0"/>
          <a:ext cx="0" cy="0"/>
          <a:chOff x="0" y="0"/>
          <a:chExt cx="0" cy="0"/>
        </a:xfrm>
      </p:grpSpPr>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909" name="Shape 1909"/>
        <p:cNvGrpSpPr/>
        <p:nvPr/>
      </p:nvGrpSpPr>
      <p:grpSpPr>
        <a:xfrm>
          <a:off x="0" y="0"/>
          <a:ext cx="0" cy="0"/>
          <a:chOff x="0" y="0"/>
          <a:chExt cx="0" cy="0"/>
        </a:xfrm>
      </p:grpSpPr>
      <p:sp>
        <p:nvSpPr>
          <p:cNvPr id="1910" name="Google Shape;1910;p337"/>
          <p:cNvSpPr txBox="1"/>
          <p:nvPr/>
        </p:nvSpPr>
        <p:spPr>
          <a:xfrm>
            <a:off x="448085" y="429853"/>
            <a:ext cx="8229600" cy="406500"/>
          </a:xfrm>
          <a:prstGeom prst="rect">
            <a:avLst/>
          </a:prstGeom>
          <a:noFill/>
          <a:ln>
            <a:noFill/>
          </a:ln>
        </p:spPr>
        <p:txBody>
          <a:bodyPr anchorCtr="0" anchor="ctr" bIns="0" lIns="0" spcFirstLastPara="1" rIns="0" wrap="square" tIns="0">
            <a:spAutoFit/>
          </a:bodyPr>
          <a:lstStyle/>
          <a:p>
            <a:pPr indent="0" lvl="0" marL="0" rtl="0" algn="l">
              <a:lnSpc>
                <a:spcPct val="80000"/>
              </a:lnSpc>
              <a:spcBef>
                <a:spcPts val="0"/>
              </a:spcBef>
              <a:spcAft>
                <a:spcPts val="0"/>
              </a:spcAft>
              <a:buNone/>
            </a:pPr>
            <a:r>
              <a:rPr lang="en" sz="3300">
                <a:solidFill>
                  <a:srgbClr val="07182C"/>
                </a:solidFill>
                <a:latin typeface="Poppins Medium"/>
                <a:ea typeface="Poppins Medium"/>
                <a:cs typeface="Poppins Medium"/>
                <a:sym typeface="Poppins Medium"/>
              </a:rPr>
              <a:t>Mapping Your Requirements with </a:t>
            </a:r>
            <a:r>
              <a:rPr lang="en" sz="3300">
                <a:solidFill>
                  <a:srgbClr val="07182C"/>
                </a:solidFill>
                <a:latin typeface="Poppins Medium"/>
                <a:ea typeface="Poppins Medium"/>
                <a:cs typeface="Poppins Medium"/>
                <a:sym typeface="Poppins Medium"/>
              </a:rPr>
              <a:t>FUDI</a:t>
            </a:r>
            <a:endParaRPr sz="3300">
              <a:solidFill>
                <a:srgbClr val="07182C"/>
              </a:solidFill>
              <a:latin typeface="Poppins Medium"/>
              <a:ea typeface="Poppins Medium"/>
              <a:cs typeface="Poppins Medium"/>
              <a:sym typeface="Poppins Medium"/>
            </a:endParaRPr>
          </a:p>
        </p:txBody>
      </p:sp>
      <p:graphicFrame>
        <p:nvGraphicFramePr>
          <p:cNvPr id="1911" name="Google Shape;1911;p337"/>
          <p:cNvGraphicFramePr/>
          <p:nvPr/>
        </p:nvGraphicFramePr>
        <p:xfrm>
          <a:off x="487800" y="1175400"/>
          <a:ext cx="3000000" cy="3000000"/>
        </p:xfrm>
        <a:graphic>
          <a:graphicData uri="http://schemas.openxmlformats.org/drawingml/2006/table">
            <a:tbl>
              <a:tblPr>
                <a:noFill/>
                <a:tableStyleId>{67B5A48E-1BC1-4C26-8567-2DE6F67D8DBD}</a:tableStyleId>
              </a:tblPr>
              <a:tblGrid>
                <a:gridCol w="2036600"/>
                <a:gridCol w="2008825"/>
                <a:gridCol w="4153550"/>
              </a:tblGrid>
              <a:tr h="385275">
                <a:tc>
                  <a:txBody>
                    <a:bodyPr/>
                    <a:lstStyle/>
                    <a:p>
                      <a:pPr indent="0" lvl="0" marL="0" rtl="0" algn="l">
                        <a:spcBef>
                          <a:spcPts val="0"/>
                        </a:spcBef>
                        <a:spcAft>
                          <a:spcPts val="0"/>
                        </a:spcAft>
                        <a:buNone/>
                      </a:pPr>
                      <a:r>
                        <a:rPr lang="en" sz="1000">
                          <a:solidFill>
                            <a:srgbClr val="FFFFFF"/>
                          </a:solidFill>
                          <a:latin typeface="Poppins SemiBold"/>
                          <a:ea typeface="Poppins SemiBold"/>
                          <a:cs typeface="Poppins SemiBold"/>
                          <a:sym typeface="Poppins SemiBold"/>
                        </a:rPr>
                        <a:t>PRD Building Block</a:t>
                      </a:r>
                      <a:endParaRPr sz="1000">
                        <a:solidFill>
                          <a:srgbClr val="FFFFFF"/>
                        </a:solidFill>
                        <a:latin typeface="Poppins SemiBold"/>
                        <a:ea typeface="Poppins SemiBold"/>
                        <a:cs typeface="Poppins SemiBold"/>
                        <a:sym typeface="Poppins SemiBold"/>
                      </a:endParaRPr>
                    </a:p>
                  </a:txBody>
                  <a:tcPr marT="91425" marB="91425" marR="91425" marL="91425">
                    <a:lnB cap="flat" cmpd="sng" w="9525">
                      <a:solidFill>
                        <a:srgbClr val="9E9E9E">
                          <a:alpha val="0"/>
                        </a:srgbClr>
                      </a:solidFill>
                      <a:prstDash val="solid"/>
                      <a:round/>
                      <a:headEnd len="sm" w="sm" type="none"/>
                      <a:tailEnd len="sm" w="sm" type="none"/>
                    </a:lnB>
                    <a:solidFill>
                      <a:srgbClr val="1A2B6B"/>
                    </a:solidFill>
                  </a:tcPr>
                </a:tc>
                <a:tc>
                  <a:txBody>
                    <a:bodyPr/>
                    <a:lstStyle/>
                    <a:p>
                      <a:pPr indent="0" lvl="0" marL="0" rtl="0" algn="l">
                        <a:spcBef>
                          <a:spcPts val="0"/>
                        </a:spcBef>
                        <a:spcAft>
                          <a:spcPts val="0"/>
                        </a:spcAft>
                        <a:buNone/>
                      </a:pPr>
                      <a:r>
                        <a:rPr lang="en" sz="1000">
                          <a:solidFill>
                            <a:srgbClr val="FFFFFF"/>
                          </a:solidFill>
                          <a:latin typeface="Poppins SemiBold"/>
                          <a:ea typeface="Poppins SemiBold"/>
                          <a:cs typeface="Poppins SemiBold"/>
                          <a:sym typeface="Poppins SemiBold"/>
                        </a:rPr>
                        <a:t>Primary FUDI Element</a:t>
                      </a:r>
                      <a:endParaRPr sz="1000">
                        <a:solidFill>
                          <a:srgbClr val="FFFFFF"/>
                        </a:solidFill>
                        <a:latin typeface="Poppins SemiBold"/>
                        <a:ea typeface="Poppins SemiBold"/>
                        <a:cs typeface="Poppins SemiBold"/>
                        <a:sym typeface="Poppins SemiBold"/>
                      </a:endParaRPr>
                    </a:p>
                  </a:txBody>
                  <a:tcPr marT="91425" marB="91425" marR="91425" marL="91425">
                    <a:lnB cap="flat" cmpd="sng" w="9525">
                      <a:solidFill>
                        <a:srgbClr val="9E9E9E">
                          <a:alpha val="0"/>
                        </a:srgbClr>
                      </a:solidFill>
                      <a:prstDash val="solid"/>
                      <a:round/>
                      <a:headEnd len="sm" w="sm" type="none"/>
                      <a:tailEnd len="sm" w="sm" type="none"/>
                    </a:lnB>
                    <a:solidFill>
                      <a:srgbClr val="1A2B6B"/>
                    </a:solidFill>
                  </a:tcPr>
                </a:tc>
                <a:tc>
                  <a:txBody>
                    <a:bodyPr/>
                    <a:lstStyle/>
                    <a:p>
                      <a:pPr indent="0" lvl="0" marL="0" rtl="0" algn="l">
                        <a:spcBef>
                          <a:spcPts val="0"/>
                        </a:spcBef>
                        <a:spcAft>
                          <a:spcPts val="0"/>
                        </a:spcAft>
                        <a:buNone/>
                      </a:pPr>
                      <a:r>
                        <a:rPr lang="en" sz="1000">
                          <a:solidFill>
                            <a:srgbClr val="FFFFFF"/>
                          </a:solidFill>
                          <a:latin typeface="Poppins SemiBold"/>
                          <a:ea typeface="Poppins SemiBold"/>
                          <a:cs typeface="Poppins SemiBold"/>
                          <a:sym typeface="Poppins SemiBold"/>
                        </a:rPr>
                        <a:t>What to Capture</a:t>
                      </a:r>
                      <a:endParaRPr sz="1000">
                        <a:solidFill>
                          <a:srgbClr val="FFFFFF"/>
                        </a:solidFill>
                        <a:latin typeface="Poppins SemiBold"/>
                        <a:ea typeface="Poppins SemiBold"/>
                        <a:cs typeface="Poppins SemiBold"/>
                        <a:sym typeface="Poppins SemiBold"/>
                      </a:endParaRPr>
                    </a:p>
                  </a:txBody>
                  <a:tcPr marT="91425" marB="91425" marR="91425" marL="91425">
                    <a:lnB cap="flat" cmpd="sng" w="9525">
                      <a:solidFill>
                        <a:srgbClr val="9E9E9E">
                          <a:alpha val="0"/>
                        </a:srgbClr>
                      </a:solidFill>
                      <a:prstDash val="solid"/>
                      <a:round/>
                      <a:headEnd len="sm" w="sm" type="none"/>
                      <a:tailEnd len="sm" w="sm" type="none"/>
                    </a:lnB>
                    <a:solidFill>
                      <a:srgbClr val="1A2B6B"/>
                    </a:solidFill>
                  </a:tcPr>
                </a:tc>
              </a:tr>
              <a:tr h="505225">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sz="900">
                          <a:solidFill>
                            <a:srgbClr val="3C4856"/>
                          </a:solidFill>
                          <a:latin typeface="Lato"/>
                          <a:ea typeface="Lato"/>
                          <a:cs typeface="Lato"/>
                          <a:sym typeface="Lato"/>
                        </a:rPr>
                        <a:t>The Goal &amp; The Vibe: Define the core function (F) and the target persona/style (D).</a:t>
                      </a:r>
                      <a:endParaRPr sz="900">
                        <a:solidFill>
                          <a:srgbClr val="3C4856"/>
                        </a:solidFill>
                        <a:latin typeface="Lato"/>
                        <a:ea typeface="Lato"/>
                        <a:cs typeface="Lato"/>
                        <a:sym typeface="La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FFF"/>
                    </a:solidFill>
                  </a:tcPr>
                </a:tc>
              </a:tr>
              <a:tr h="421050">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900">
                          <a:solidFill>
                            <a:srgbClr val="3C4856"/>
                          </a:solidFill>
                          <a:latin typeface="Lato"/>
                          <a:ea typeface="Lato"/>
                          <a:cs typeface="Lato"/>
                          <a:sym typeface="Lato"/>
                        </a:rPr>
                        <a:t>The Data Contract:  What data enters and what leaves.</a:t>
                      </a:r>
                      <a:endParaRPr sz="900">
                        <a:solidFill>
                          <a:srgbClr val="3C4856"/>
                        </a:solidFill>
                        <a:latin typeface="Lato"/>
                        <a:ea typeface="Lato"/>
                        <a:cs typeface="Lato"/>
                        <a:sym typeface="La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21050">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sz="900">
                          <a:solidFill>
                            <a:srgbClr val="3C4856"/>
                          </a:solidFill>
                          <a:latin typeface="Lato"/>
                          <a:ea typeface="Lato"/>
                          <a:cs typeface="Lato"/>
                          <a:sym typeface="Lato"/>
                        </a:rPr>
                        <a:t>The Happy Path: The sequential, logical steps the user takes from A to B.</a:t>
                      </a:r>
                      <a:endParaRPr sz="900">
                        <a:solidFill>
                          <a:srgbClr val="3C4856"/>
                        </a:solidFill>
                        <a:latin typeface="Lato"/>
                        <a:ea typeface="Lato"/>
                        <a:cs typeface="Lato"/>
                        <a:sym typeface="La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FFF"/>
                    </a:solidFill>
                  </a:tcPr>
                </a:tc>
              </a:tr>
              <a:tr h="505225">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900">
                          <a:solidFill>
                            <a:srgbClr val="3C4856"/>
                          </a:solidFill>
                          <a:latin typeface="Lato"/>
                          <a:ea typeface="Lato"/>
                          <a:cs typeface="Lato"/>
                          <a:sym typeface="Lato"/>
                        </a:rPr>
                        <a:t>The Tech Context: The specific frameworks (React) or APIs that enable the functionality.</a:t>
                      </a:r>
                      <a:endParaRPr sz="900">
                        <a:solidFill>
                          <a:srgbClr val="3C4856"/>
                        </a:solidFill>
                        <a:latin typeface="Lato"/>
                        <a:ea typeface="Lato"/>
                        <a:cs typeface="Lato"/>
                        <a:sym typeface="La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21050">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sz="900">
                          <a:solidFill>
                            <a:srgbClr val="3C4856"/>
                          </a:solidFill>
                          <a:latin typeface="Lato"/>
                          <a:ea typeface="Lato"/>
                          <a:cs typeface="Lato"/>
                          <a:sym typeface="Lato"/>
                        </a:rPr>
                        <a:t>The Brain: The logic (F) and how the system responds (I) to user actions.</a:t>
                      </a:r>
                      <a:endParaRPr sz="900">
                        <a:solidFill>
                          <a:srgbClr val="3C4856"/>
                        </a:solidFill>
                        <a:latin typeface="Lato"/>
                        <a:ea typeface="Lato"/>
                        <a:cs typeface="Lato"/>
                        <a:sym typeface="La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FFF"/>
                    </a:solidFill>
                  </a:tcPr>
                </a:tc>
              </a:tr>
              <a:tr h="421050">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900">
                          <a:solidFill>
                            <a:srgbClr val="3C4856"/>
                          </a:solidFill>
                          <a:latin typeface="Lato"/>
                          <a:ea typeface="Lato"/>
                          <a:cs typeface="Lato"/>
                          <a:sym typeface="Lato"/>
                        </a:rPr>
                        <a:t>The Guardrails: Technical limits (F)  and error handling for unexpected interactions (I).</a:t>
                      </a:r>
                      <a:endParaRPr sz="900">
                        <a:solidFill>
                          <a:srgbClr val="3C4856"/>
                        </a:solidFill>
                        <a:latin typeface="Lato"/>
                        <a:ea typeface="Lato"/>
                        <a:cs typeface="Lato"/>
                        <a:sym typeface="La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21050">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sz="900">
                          <a:solidFill>
                            <a:srgbClr val="3C4856"/>
                          </a:solidFill>
                          <a:latin typeface="Lato"/>
                          <a:ea typeface="Lato"/>
                          <a:cs typeface="Lato"/>
                          <a:sym typeface="Lato"/>
                        </a:rPr>
                        <a:t>The Success Metrics: Measuring if it works (F), looks right (D), and feels right (I).</a:t>
                      </a:r>
                      <a:endParaRPr sz="900">
                        <a:solidFill>
                          <a:srgbClr val="3C4856"/>
                        </a:solidFill>
                        <a:latin typeface="Lato"/>
                        <a:ea typeface="Lato"/>
                        <a:cs typeface="Lato"/>
                        <a:sym typeface="La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FFF"/>
                    </a:solidFill>
                  </a:tcPr>
                </a:tc>
              </a:tr>
            </a:tbl>
          </a:graphicData>
        </a:graphic>
      </p:graphicFrame>
      <p:sp>
        <p:nvSpPr>
          <p:cNvPr id="1912" name="Google Shape;1912;p337"/>
          <p:cNvSpPr txBox="1"/>
          <p:nvPr/>
        </p:nvSpPr>
        <p:spPr>
          <a:xfrm>
            <a:off x="531209" y="1638246"/>
            <a:ext cx="1431000" cy="2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241B0"/>
                </a:solidFill>
                <a:latin typeface="Poppins Medium"/>
                <a:ea typeface="Poppins Medium"/>
                <a:cs typeface="Poppins Medium"/>
                <a:sym typeface="Poppins Medium"/>
              </a:rPr>
              <a:t>Project Overview</a:t>
            </a:r>
            <a:endParaRPr sz="1000">
              <a:solidFill>
                <a:srgbClr val="1241B0"/>
              </a:solidFill>
              <a:latin typeface="Poppins Medium"/>
              <a:ea typeface="Poppins Medium"/>
              <a:cs typeface="Poppins Medium"/>
              <a:sym typeface="Poppins Medium"/>
            </a:endParaRPr>
          </a:p>
        </p:txBody>
      </p:sp>
      <p:sp>
        <p:nvSpPr>
          <p:cNvPr id="1913" name="Google Shape;1913;p337"/>
          <p:cNvSpPr txBox="1"/>
          <p:nvPr/>
        </p:nvSpPr>
        <p:spPr>
          <a:xfrm>
            <a:off x="531209" y="2119171"/>
            <a:ext cx="1431000" cy="2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241B0"/>
                </a:solidFill>
                <a:latin typeface="Poppins Medium"/>
                <a:ea typeface="Poppins Medium"/>
                <a:cs typeface="Poppins Medium"/>
                <a:sym typeface="Poppins Medium"/>
              </a:rPr>
              <a:t>Inputs &amp; Outputs</a:t>
            </a:r>
            <a:endParaRPr sz="1000">
              <a:solidFill>
                <a:srgbClr val="1241B0"/>
              </a:solidFill>
              <a:latin typeface="Poppins Medium"/>
              <a:ea typeface="Poppins Medium"/>
              <a:cs typeface="Poppins Medium"/>
              <a:sym typeface="Poppins Medium"/>
            </a:endParaRPr>
          </a:p>
        </p:txBody>
      </p:sp>
      <p:sp>
        <p:nvSpPr>
          <p:cNvPr id="1914" name="Google Shape;1914;p337"/>
          <p:cNvSpPr txBox="1"/>
          <p:nvPr/>
        </p:nvSpPr>
        <p:spPr>
          <a:xfrm>
            <a:off x="531209" y="2521472"/>
            <a:ext cx="1431000" cy="2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241B0"/>
                </a:solidFill>
                <a:latin typeface="Poppins Medium"/>
                <a:ea typeface="Poppins Medium"/>
                <a:cs typeface="Poppins Medium"/>
                <a:sym typeface="Poppins Medium"/>
              </a:rPr>
              <a:t>User Flow</a:t>
            </a:r>
            <a:endParaRPr sz="1000">
              <a:solidFill>
                <a:srgbClr val="1241B0"/>
              </a:solidFill>
              <a:latin typeface="Poppins Medium"/>
              <a:ea typeface="Poppins Medium"/>
              <a:cs typeface="Poppins Medium"/>
              <a:sym typeface="Poppins Medium"/>
            </a:endParaRPr>
          </a:p>
        </p:txBody>
      </p:sp>
      <p:sp>
        <p:nvSpPr>
          <p:cNvPr id="1915" name="Google Shape;1915;p337"/>
          <p:cNvSpPr txBox="1"/>
          <p:nvPr/>
        </p:nvSpPr>
        <p:spPr>
          <a:xfrm>
            <a:off x="531209" y="2977165"/>
            <a:ext cx="1431000" cy="2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241B0"/>
                </a:solidFill>
                <a:latin typeface="Poppins Medium"/>
                <a:ea typeface="Poppins Medium"/>
                <a:cs typeface="Poppins Medium"/>
                <a:sym typeface="Poppins Medium"/>
              </a:rPr>
              <a:t>Core Tools &amp; Stack</a:t>
            </a:r>
            <a:endParaRPr sz="1000">
              <a:solidFill>
                <a:srgbClr val="1241B0"/>
              </a:solidFill>
              <a:latin typeface="Poppins Medium"/>
              <a:ea typeface="Poppins Medium"/>
              <a:cs typeface="Poppins Medium"/>
              <a:sym typeface="Poppins Medium"/>
            </a:endParaRPr>
          </a:p>
        </p:txBody>
      </p:sp>
      <p:sp>
        <p:nvSpPr>
          <p:cNvPr id="1916" name="Google Shape;1916;p337"/>
          <p:cNvSpPr txBox="1"/>
          <p:nvPr/>
        </p:nvSpPr>
        <p:spPr>
          <a:xfrm>
            <a:off x="531209" y="3475401"/>
            <a:ext cx="1431000" cy="2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241B0"/>
                </a:solidFill>
                <a:latin typeface="Poppins Medium"/>
                <a:ea typeface="Poppins Medium"/>
                <a:cs typeface="Poppins Medium"/>
                <a:sym typeface="Poppins Medium"/>
              </a:rPr>
              <a:t>Smart Behaviors</a:t>
            </a:r>
            <a:endParaRPr sz="1000">
              <a:solidFill>
                <a:srgbClr val="1241B0"/>
              </a:solidFill>
              <a:latin typeface="Poppins Medium"/>
              <a:ea typeface="Poppins Medium"/>
              <a:cs typeface="Poppins Medium"/>
              <a:sym typeface="Poppins Medium"/>
            </a:endParaRPr>
          </a:p>
        </p:txBody>
      </p:sp>
      <p:sp>
        <p:nvSpPr>
          <p:cNvPr id="1917" name="Google Shape;1917;p337"/>
          <p:cNvSpPr txBox="1"/>
          <p:nvPr/>
        </p:nvSpPr>
        <p:spPr>
          <a:xfrm>
            <a:off x="531200" y="3888549"/>
            <a:ext cx="1911600" cy="2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241B0"/>
                </a:solidFill>
                <a:latin typeface="Poppins Medium"/>
                <a:ea typeface="Poppins Medium"/>
                <a:cs typeface="Poppins Medium"/>
                <a:sym typeface="Poppins Medium"/>
              </a:rPr>
              <a:t>Constraints &amp; Edge Cases</a:t>
            </a:r>
            <a:endParaRPr sz="1000">
              <a:solidFill>
                <a:srgbClr val="1241B0"/>
              </a:solidFill>
              <a:latin typeface="Poppins Medium"/>
              <a:ea typeface="Poppins Medium"/>
              <a:cs typeface="Poppins Medium"/>
              <a:sym typeface="Poppins Medium"/>
            </a:endParaRPr>
          </a:p>
        </p:txBody>
      </p:sp>
      <p:sp>
        <p:nvSpPr>
          <p:cNvPr id="1918" name="Google Shape;1918;p337"/>
          <p:cNvSpPr txBox="1"/>
          <p:nvPr/>
        </p:nvSpPr>
        <p:spPr>
          <a:xfrm>
            <a:off x="531200" y="4316105"/>
            <a:ext cx="1911600" cy="23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241B0"/>
                </a:solidFill>
                <a:latin typeface="Poppins Medium"/>
                <a:ea typeface="Poppins Medium"/>
                <a:cs typeface="Poppins Medium"/>
                <a:sym typeface="Poppins Medium"/>
              </a:rPr>
              <a:t>Light Eval</a:t>
            </a:r>
            <a:endParaRPr sz="1000">
              <a:solidFill>
                <a:srgbClr val="1241B0"/>
              </a:solidFill>
              <a:latin typeface="Poppins Medium"/>
              <a:ea typeface="Poppins Medium"/>
              <a:cs typeface="Poppins Medium"/>
              <a:sym typeface="Poppins Medium"/>
            </a:endParaRPr>
          </a:p>
        </p:txBody>
      </p:sp>
      <p:sp>
        <p:nvSpPr>
          <p:cNvPr id="1919" name="Google Shape;1919;p337"/>
          <p:cNvSpPr/>
          <p:nvPr/>
        </p:nvSpPr>
        <p:spPr>
          <a:xfrm>
            <a:off x="483075" y="4927850"/>
            <a:ext cx="300900" cy="300900"/>
          </a:xfrm>
          <a:prstGeom prst="ellipse">
            <a:avLst/>
          </a:prstGeom>
          <a:solidFill>
            <a:srgbClr val="07182C"/>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200">
              <a:solidFill>
                <a:srgbClr val="FFFFFF"/>
              </a:solidFill>
              <a:latin typeface="Poppins SemiBold"/>
              <a:ea typeface="Poppins SemiBold"/>
              <a:cs typeface="Poppins SemiBold"/>
              <a:sym typeface="Poppins SemiBold"/>
            </a:endParaRPr>
          </a:p>
        </p:txBody>
      </p:sp>
      <p:sp>
        <p:nvSpPr>
          <p:cNvPr id="1920" name="Google Shape;1920;p337"/>
          <p:cNvSpPr/>
          <p:nvPr/>
        </p:nvSpPr>
        <p:spPr>
          <a:xfrm>
            <a:off x="3041575" y="4927850"/>
            <a:ext cx="300900" cy="300900"/>
          </a:xfrm>
          <a:prstGeom prst="ellipse">
            <a:avLst/>
          </a:prstGeom>
          <a:solidFill>
            <a:srgbClr val="1241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solidFill>
                <a:srgbClr val="FFFFFF"/>
              </a:solidFill>
              <a:latin typeface="Poppins SemiBold"/>
              <a:ea typeface="Poppins SemiBold"/>
              <a:cs typeface="Poppins SemiBold"/>
              <a:sym typeface="Poppins SemiBold"/>
            </a:endParaRPr>
          </a:p>
        </p:txBody>
      </p:sp>
      <p:sp>
        <p:nvSpPr>
          <p:cNvPr id="1921" name="Google Shape;1921;p337"/>
          <p:cNvSpPr/>
          <p:nvPr/>
        </p:nvSpPr>
        <p:spPr>
          <a:xfrm>
            <a:off x="4079925" y="4927850"/>
            <a:ext cx="300900" cy="300900"/>
          </a:xfrm>
          <a:prstGeom prst="ellipse">
            <a:avLst/>
          </a:pr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solidFill>
                <a:srgbClr val="FFFFFF"/>
              </a:solidFill>
              <a:latin typeface="Poppins SemiBold"/>
              <a:ea typeface="Poppins SemiBold"/>
              <a:cs typeface="Poppins SemiBold"/>
              <a:sym typeface="Poppins SemiBold"/>
            </a:endParaRPr>
          </a:p>
        </p:txBody>
      </p:sp>
      <p:sp>
        <p:nvSpPr>
          <p:cNvPr id="1922" name="Google Shape;1922;p337"/>
          <p:cNvSpPr/>
          <p:nvPr/>
        </p:nvSpPr>
        <p:spPr>
          <a:xfrm>
            <a:off x="1850825" y="4927850"/>
            <a:ext cx="300900" cy="300900"/>
          </a:xfrm>
          <a:prstGeom prst="ellipse">
            <a:avLst/>
          </a:prstGeom>
          <a:solidFill>
            <a:srgbClr val="1A2B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solidFill>
                <a:srgbClr val="FFFFFF"/>
              </a:solidFill>
              <a:latin typeface="Poppins SemiBold"/>
              <a:ea typeface="Poppins SemiBold"/>
              <a:cs typeface="Poppins SemiBold"/>
              <a:sym typeface="Poppins SemiBold"/>
            </a:endParaRPr>
          </a:p>
        </p:txBody>
      </p:sp>
      <p:sp>
        <p:nvSpPr>
          <p:cNvPr id="1923" name="Google Shape;1923;p337"/>
          <p:cNvSpPr txBox="1"/>
          <p:nvPr/>
        </p:nvSpPr>
        <p:spPr>
          <a:xfrm>
            <a:off x="501300" y="4885050"/>
            <a:ext cx="1385400" cy="62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latin typeface="Poppins SemiBold"/>
                <a:ea typeface="Poppins SemiBold"/>
                <a:cs typeface="Poppins SemiBold"/>
                <a:sym typeface="Poppins SemiBold"/>
              </a:rPr>
              <a:t>F    </a:t>
            </a:r>
            <a:r>
              <a:rPr lang="en" sz="1200">
                <a:solidFill>
                  <a:srgbClr val="1A2B6B"/>
                </a:solidFill>
                <a:latin typeface="Lato"/>
                <a:ea typeface="Lato"/>
                <a:cs typeface="Lato"/>
                <a:sym typeface="Lato"/>
              </a:rPr>
              <a:t>Functionality</a:t>
            </a:r>
            <a:endParaRPr sz="1200">
              <a:solidFill>
                <a:srgbClr val="1A2B6B"/>
              </a:solidFill>
              <a:latin typeface="Lato"/>
              <a:ea typeface="Lato"/>
              <a:cs typeface="Lato"/>
              <a:sym typeface="Lato"/>
            </a:endParaRPr>
          </a:p>
        </p:txBody>
      </p:sp>
      <p:sp>
        <p:nvSpPr>
          <p:cNvPr id="1924" name="Google Shape;1924;p337"/>
          <p:cNvSpPr txBox="1"/>
          <p:nvPr/>
        </p:nvSpPr>
        <p:spPr>
          <a:xfrm>
            <a:off x="1847750" y="4885050"/>
            <a:ext cx="1224000" cy="49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latin typeface="Poppins SemiBold"/>
                <a:ea typeface="Poppins SemiBold"/>
                <a:cs typeface="Poppins SemiBold"/>
                <a:sym typeface="Poppins SemiBold"/>
              </a:rPr>
              <a:t>U   </a:t>
            </a:r>
            <a:r>
              <a:rPr lang="en" sz="1200">
                <a:solidFill>
                  <a:srgbClr val="FFFFFF"/>
                </a:solidFill>
                <a:latin typeface="Lato"/>
                <a:ea typeface="Lato"/>
                <a:cs typeface="Lato"/>
                <a:sym typeface="Lato"/>
              </a:rPr>
              <a:t> </a:t>
            </a:r>
            <a:r>
              <a:rPr lang="en" sz="1200">
                <a:solidFill>
                  <a:srgbClr val="1A2B6B"/>
                </a:solidFill>
                <a:latin typeface="Lato"/>
                <a:ea typeface="Lato"/>
                <a:cs typeface="Lato"/>
                <a:sym typeface="Lato"/>
              </a:rPr>
              <a:t>User Flow</a:t>
            </a:r>
            <a:endParaRPr sz="1200">
              <a:solidFill>
                <a:srgbClr val="1A2B6B"/>
              </a:solidFill>
              <a:latin typeface="Lato"/>
              <a:ea typeface="Lato"/>
              <a:cs typeface="Lato"/>
              <a:sym typeface="Lato"/>
            </a:endParaRPr>
          </a:p>
        </p:txBody>
      </p:sp>
      <p:sp>
        <p:nvSpPr>
          <p:cNvPr id="1925" name="Google Shape;1925;p337"/>
          <p:cNvSpPr txBox="1"/>
          <p:nvPr/>
        </p:nvSpPr>
        <p:spPr>
          <a:xfrm>
            <a:off x="3040025" y="4885050"/>
            <a:ext cx="1113000" cy="44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latin typeface="Poppins SemiBold"/>
                <a:ea typeface="Poppins SemiBold"/>
                <a:cs typeface="Poppins SemiBold"/>
                <a:sym typeface="Poppins SemiBold"/>
              </a:rPr>
              <a:t>D    </a:t>
            </a:r>
            <a:r>
              <a:rPr lang="en" sz="1200">
                <a:solidFill>
                  <a:srgbClr val="1A2B6B"/>
                </a:solidFill>
                <a:latin typeface="Lato"/>
                <a:ea typeface="Lato"/>
                <a:cs typeface="Lato"/>
                <a:sym typeface="Lato"/>
              </a:rPr>
              <a:t>Design</a:t>
            </a:r>
            <a:endParaRPr sz="1200">
              <a:solidFill>
                <a:srgbClr val="1A2B6B"/>
              </a:solidFill>
              <a:latin typeface="Lato"/>
              <a:ea typeface="Lato"/>
              <a:cs typeface="Lato"/>
              <a:sym typeface="Lato"/>
            </a:endParaRPr>
          </a:p>
        </p:txBody>
      </p:sp>
      <p:sp>
        <p:nvSpPr>
          <p:cNvPr id="1926" name="Google Shape;1926;p337"/>
          <p:cNvSpPr txBox="1"/>
          <p:nvPr/>
        </p:nvSpPr>
        <p:spPr>
          <a:xfrm>
            <a:off x="4109100" y="4885050"/>
            <a:ext cx="1596900" cy="34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latin typeface="Poppins SemiBold"/>
                <a:ea typeface="Poppins SemiBold"/>
                <a:cs typeface="Poppins SemiBold"/>
                <a:sym typeface="Poppins SemiBold"/>
              </a:rPr>
              <a:t>I     </a:t>
            </a:r>
            <a:r>
              <a:rPr lang="en" sz="1200">
                <a:solidFill>
                  <a:srgbClr val="1A2B6B"/>
                </a:solidFill>
                <a:latin typeface="Lato"/>
                <a:ea typeface="Lato"/>
                <a:cs typeface="Lato"/>
                <a:sym typeface="Lato"/>
              </a:rPr>
              <a:t>Interaction</a:t>
            </a:r>
            <a:endParaRPr sz="1200">
              <a:solidFill>
                <a:srgbClr val="1A2B6B"/>
              </a:solidFill>
              <a:latin typeface="Lato"/>
              <a:ea typeface="Lato"/>
              <a:cs typeface="Lato"/>
              <a:sym typeface="Lato"/>
            </a:endParaRPr>
          </a:p>
        </p:txBody>
      </p:sp>
      <p:grpSp>
        <p:nvGrpSpPr>
          <p:cNvPr id="1927" name="Google Shape;1927;p337"/>
          <p:cNvGrpSpPr/>
          <p:nvPr/>
        </p:nvGrpSpPr>
        <p:grpSpPr>
          <a:xfrm>
            <a:off x="2594430" y="1622370"/>
            <a:ext cx="319125" cy="343800"/>
            <a:chOff x="-1266975" y="3476825"/>
            <a:chExt cx="319125" cy="343800"/>
          </a:xfrm>
        </p:grpSpPr>
        <p:sp>
          <p:nvSpPr>
            <p:cNvPr id="1928" name="Google Shape;1928;p337"/>
            <p:cNvSpPr/>
            <p:nvPr/>
          </p:nvSpPr>
          <p:spPr>
            <a:xfrm>
              <a:off x="-1266975" y="3519625"/>
              <a:ext cx="300900" cy="300900"/>
            </a:xfrm>
            <a:prstGeom prst="ellipse">
              <a:avLst/>
            </a:prstGeom>
            <a:solidFill>
              <a:srgbClr val="07182C"/>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200">
                <a:solidFill>
                  <a:srgbClr val="FFFFFF"/>
                </a:solidFill>
                <a:latin typeface="Poppins SemiBold"/>
                <a:ea typeface="Poppins SemiBold"/>
                <a:cs typeface="Poppins SemiBold"/>
                <a:sym typeface="Poppins SemiBold"/>
              </a:endParaRPr>
            </a:p>
          </p:txBody>
        </p:sp>
        <p:sp>
          <p:nvSpPr>
            <p:cNvPr id="1929" name="Google Shape;1929;p337"/>
            <p:cNvSpPr txBox="1"/>
            <p:nvPr/>
          </p:nvSpPr>
          <p:spPr>
            <a:xfrm>
              <a:off x="-1248750" y="3476825"/>
              <a:ext cx="300900" cy="34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latin typeface="Poppins SemiBold"/>
                  <a:ea typeface="Poppins SemiBold"/>
                  <a:cs typeface="Poppins SemiBold"/>
                  <a:sym typeface="Poppins SemiBold"/>
                </a:rPr>
                <a:t>F    </a:t>
              </a:r>
              <a:endParaRPr sz="1200">
                <a:solidFill>
                  <a:srgbClr val="1A2B6B"/>
                </a:solidFill>
                <a:latin typeface="Lato"/>
                <a:ea typeface="Lato"/>
                <a:cs typeface="Lato"/>
                <a:sym typeface="Lato"/>
              </a:endParaRPr>
            </a:p>
          </p:txBody>
        </p:sp>
      </p:grpSp>
      <p:grpSp>
        <p:nvGrpSpPr>
          <p:cNvPr id="1930" name="Google Shape;1930;p337"/>
          <p:cNvGrpSpPr/>
          <p:nvPr/>
        </p:nvGrpSpPr>
        <p:grpSpPr>
          <a:xfrm>
            <a:off x="2594375" y="2510525"/>
            <a:ext cx="319200" cy="498600"/>
            <a:chOff x="-1266975" y="4205400"/>
            <a:chExt cx="319200" cy="498600"/>
          </a:xfrm>
        </p:grpSpPr>
        <p:sp>
          <p:nvSpPr>
            <p:cNvPr id="1931" name="Google Shape;1931;p337"/>
            <p:cNvSpPr/>
            <p:nvPr/>
          </p:nvSpPr>
          <p:spPr>
            <a:xfrm>
              <a:off x="-1263900" y="4248200"/>
              <a:ext cx="300900" cy="300900"/>
            </a:xfrm>
            <a:prstGeom prst="ellipse">
              <a:avLst/>
            </a:prstGeom>
            <a:solidFill>
              <a:srgbClr val="1A2B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solidFill>
                  <a:srgbClr val="FFFFFF"/>
                </a:solidFill>
                <a:latin typeface="Poppins SemiBold"/>
                <a:ea typeface="Poppins SemiBold"/>
                <a:cs typeface="Poppins SemiBold"/>
                <a:sym typeface="Poppins SemiBold"/>
              </a:endParaRPr>
            </a:p>
          </p:txBody>
        </p:sp>
        <p:sp>
          <p:nvSpPr>
            <p:cNvPr id="1932" name="Google Shape;1932;p337"/>
            <p:cNvSpPr txBox="1"/>
            <p:nvPr/>
          </p:nvSpPr>
          <p:spPr>
            <a:xfrm>
              <a:off x="-1266975" y="4205400"/>
              <a:ext cx="319200" cy="49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latin typeface="Poppins SemiBold"/>
                  <a:ea typeface="Poppins SemiBold"/>
                  <a:cs typeface="Poppins SemiBold"/>
                  <a:sym typeface="Poppins SemiBold"/>
                </a:rPr>
                <a:t>U  </a:t>
              </a:r>
              <a:endParaRPr sz="1200">
                <a:solidFill>
                  <a:srgbClr val="1A2B6B"/>
                </a:solidFill>
                <a:latin typeface="Lato"/>
                <a:ea typeface="Lato"/>
                <a:cs typeface="Lato"/>
                <a:sym typeface="Lato"/>
              </a:endParaRPr>
            </a:p>
          </p:txBody>
        </p:sp>
      </p:grpSp>
      <p:grpSp>
        <p:nvGrpSpPr>
          <p:cNvPr id="1933" name="Google Shape;1933;p337"/>
          <p:cNvGrpSpPr/>
          <p:nvPr/>
        </p:nvGrpSpPr>
        <p:grpSpPr>
          <a:xfrm>
            <a:off x="2974455" y="1622375"/>
            <a:ext cx="319200" cy="443400"/>
            <a:chOff x="-1499150" y="4911450"/>
            <a:chExt cx="319200" cy="443400"/>
          </a:xfrm>
        </p:grpSpPr>
        <p:sp>
          <p:nvSpPr>
            <p:cNvPr id="1934" name="Google Shape;1934;p337"/>
            <p:cNvSpPr/>
            <p:nvPr/>
          </p:nvSpPr>
          <p:spPr>
            <a:xfrm>
              <a:off x="-1497600" y="4954250"/>
              <a:ext cx="300900" cy="300900"/>
            </a:xfrm>
            <a:prstGeom prst="ellipse">
              <a:avLst/>
            </a:prstGeom>
            <a:solidFill>
              <a:srgbClr val="1241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solidFill>
                  <a:srgbClr val="FFFFFF"/>
                </a:solidFill>
                <a:latin typeface="Poppins SemiBold"/>
                <a:ea typeface="Poppins SemiBold"/>
                <a:cs typeface="Poppins SemiBold"/>
                <a:sym typeface="Poppins SemiBold"/>
              </a:endParaRPr>
            </a:p>
          </p:txBody>
        </p:sp>
        <p:sp>
          <p:nvSpPr>
            <p:cNvPr id="1935" name="Google Shape;1935;p337"/>
            <p:cNvSpPr txBox="1"/>
            <p:nvPr/>
          </p:nvSpPr>
          <p:spPr>
            <a:xfrm>
              <a:off x="-1499150" y="4911450"/>
              <a:ext cx="319200" cy="44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latin typeface="Poppins SemiBold"/>
                  <a:ea typeface="Poppins SemiBold"/>
                  <a:cs typeface="Poppins SemiBold"/>
                  <a:sym typeface="Poppins SemiBold"/>
                </a:rPr>
                <a:t>D    </a:t>
              </a:r>
              <a:endParaRPr sz="1200">
                <a:solidFill>
                  <a:srgbClr val="1A2B6B"/>
                </a:solidFill>
                <a:latin typeface="Lato"/>
                <a:ea typeface="Lato"/>
                <a:cs typeface="Lato"/>
                <a:sym typeface="Lato"/>
              </a:endParaRPr>
            </a:p>
          </p:txBody>
        </p:sp>
      </p:grpSp>
      <p:grpSp>
        <p:nvGrpSpPr>
          <p:cNvPr id="1936" name="Google Shape;1936;p337"/>
          <p:cNvGrpSpPr/>
          <p:nvPr/>
        </p:nvGrpSpPr>
        <p:grpSpPr>
          <a:xfrm>
            <a:off x="2594430" y="2065770"/>
            <a:ext cx="319125" cy="343800"/>
            <a:chOff x="-1266975" y="3476825"/>
            <a:chExt cx="319125" cy="343800"/>
          </a:xfrm>
        </p:grpSpPr>
        <p:sp>
          <p:nvSpPr>
            <p:cNvPr id="1937" name="Google Shape;1937;p337"/>
            <p:cNvSpPr/>
            <p:nvPr/>
          </p:nvSpPr>
          <p:spPr>
            <a:xfrm>
              <a:off x="-1266975" y="3519625"/>
              <a:ext cx="300900" cy="300900"/>
            </a:xfrm>
            <a:prstGeom prst="ellipse">
              <a:avLst/>
            </a:prstGeom>
            <a:solidFill>
              <a:srgbClr val="07182C"/>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200">
                <a:solidFill>
                  <a:srgbClr val="FFFFFF"/>
                </a:solidFill>
                <a:latin typeface="Poppins SemiBold"/>
                <a:ea typeface="Poppins SemiBold"/>
                <a:cs typeface="Poppins SemiBold"/>
                <a:sym typeface="Poppins SemiBold"/>
              </a:endParaRPr>
            </a:p>
          </p:txBody>
        </p:sp>
        <p:sp>
          <p:nvSpPr>
            <p:cNvPr id="1938" name="Google Shape;1938;p337"/>
            <p:cNvSpPr txBox="1"/>
            <p:nvPr/>
          </p:nvSpPr>
          <p:spPr>
            <a:xfrm>
              <a:off x="-1248750" y="3476825"/>
              <a:ext cx="300900" cy="34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latin typeface="Poppins SemiBold"/>
                  <a:ea typeface="Poppins SemiBold"/>
                  <a:cs typeface="Poppins SemiBold"/>
                  <a:sym typeface="Poppins SemiBold"/>
                </a:rPr>
                <a:t>F    </a:t>
              </a:r>
              <a:endParaRPr sz="1200">
                <a:solidFill>
                  <a:srgbClr val="1A2B6B"/>
                </a:solidFill>
                <a:latin typeface="Lato"/>
                <a:ea typeface="Lato"/>
                <a:cs typeface="Lato"/>
                <a:sym typeface="Lato"/>
              </a:endParaRPr>
            </a:p>
          </p:txBody>
        </p:sp>
      </p:grpSp>
      <p:grpSp>
        <p:nvGrpSpPr>
          <p:cNvPr id="1939" name="Google Shape;1939;p337"/>
          <p:cNvGrpSpPr/>
          <p:nvPr/>
        </p:nvGrpSpPr>
        <p:grpSpPr>
          <a:xfrm>
            <a:off x="2594430" y="2940499"/>
            <a:ext cx="319125" cy="343800"/>
            <a:chOff x="-1266975" y="3476825"/>
            <a:chExt cx="319125" cy="343800"/>
          </a:xfrm>
        </p:grpSpPr>
        <p:sp>
          <p:nvSpPr>
            <p:cNvPr id="1940" name="Google Shape;1940;p337"/>
            <p:cNvSpPr/>
            <p:nvPr/>
          </p:nvSpPr>
          <p:spPr>
            <a:xfrm>
              <a:off x="-1266975" y="3519625"/>
              <a:ext cx="300900" cy="300900"/>
            </a:xfrm>
            <a:prstGeom prst="ellipse">
              <a:avLst/>
            </a:prstGeom>
            <a:solidFill>
              <a:srgbClr val="07182C"/>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200">
                <a:solidFill>
                  <a:srgbClr val="FFFFFF"/>
                </a:solidFill>
                <a:latin typeface="Poppins SemiBold"/>
                <a:ea typeface="Poppins SemiBold"/>
                <a:cs typeface="Poppins SemiBold"/>
                <a:sym typeface="Poppins SemiBold"/>
              </a:endParaRPr>
            </a:p>
          </p:txBody>
        </p:sp>
        <p:sp>
          <p:nvSpPr>
            <p:cNvPr id="1941" name="Google Shape;1941;p337"/>
            <p:cNvSpPr txBox="1"/>
            <p:nvPr/>
          </p:nvSpPr>
          <p:spPr>
            <a:xfrm>
              <a:off x="-1248750" y="3476825"/>
              <a:ext cx="300900" cy="34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latin typeface="Poppins SemiBold"/>
                  <a:ea typeface="Poppins SemiBold"/>
                  <a:cs typeface="Poppins SemiBold"/>
                  <a:sym typeface="Poppins SemiBold"/>
                </a:rPr>
                <a:t>F    </a:t>
              </a:r>
              <a:endParaRPr sz="1200">
                <a:solidFill>
                  <a:srgbClr val="1A2B6B"/>
                </a:solidFill>
                <a:latin typeface="Lato"/>
                <a:ea typeface="Lato"/>
                <a:cs typeface="Lato"/>
                <a:sym typeface="Lato"/>
              </a:endParaRPr>
            </a:p>
          </p:txBody>
        </p:sp>
      </p:grpSp>
      <p:grpSp>
        <p:nvGrpSpPr>
          <p:cNvPr id="1942" name="Google Shape;1942;p337"/>
          <p:cNvGrpSpPr/>
          <p:nvPr/>
        </p:nvGrpSpPr>
        <p:grpSpPr>
          <a:xfrm>
            <a:off x="2579800" y="3425763"/>
            <a:ext cx="348375" cy="343800"/>
            <a:chOff x="-1270475" y="3786050"/>
            <a:chExt cx="348375" cy="343800"/>
          </a:xfrm>
        </p:grpSpPr>
        <p:sp>
          <p:nvSpPr>
            <p:cNvPr id="1943" name="Google Shape;1943;p337"/>
            <p:cNvSpPr/>
            <p:nvPr/>
          </p:nvSpPr>
          <p:spPr>
            <a:xfrm>
              <a:off x="-1270475" y="3828850"/>
              <a:ext cx="300900" cy="300900"/>
            </a:xfrm>
            <a:prstGeom prst="ellipse">
              <a:avLst/>
            </a:pr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solidFill>
                  <a:srgbClr val="FFFFFF"/>
                </a:solidFill>
                <a:latin typeface="Poppins SemiBold"/>
                <a:ea typeface="Poppins SemiBold"/>
                <a:cs typeface="Poppins SemiBold"/>
                <a:sym typeface="Poppins SemiBold"/>
              </a:endParaRPr>
            </a:p>
          </p:txBody>
        </p:sp>
        <p:sp>
          <p:nvSpPr>
            <p:cNvPr id="1944" name="Google Shape;1944;p337"/>
            <p:cNvSpPr txBox="1"/>
            <p:nvPr/>
          </p:nvSpPr>
          <p:spPr>
            <a:xfrm>
              <a:off x="-1241300" y="3786050"/>
              <a:ext cx="319200" cy="34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latin typeface="Poppins SemiBold"/>
                  <a:ea typeface="Poppins SemiBold"/>
                  <a:cs typeface="Poppins SemiBold"/>
                  <a:sym typeface="Poppins SemiBold"/>
                </a:rPr>
                <a:t>I     </a:t>
              </a:r>
              <a:endParaRPr sz="1200">
                <a:solidFill>
                  <a:srgbClr val="1A2B6B"/>
                </a:solidFill>
                <a:latin typeface="Lato"/>
                <a:ea typeface="Lato"/>
                <a:cs typeface="Lato"/>
                <a:sym typeface="Lato"/>
              </a:endParaRPr>
            </a:p>
          </p:txBody>
        </p:sp>
      </p:grpSp>
      <p:grpSp>
        <p:nvGrpSpPr>
          <p:cNvPr id="1945" name="Google Shape;1945;p337"/>
          <p:cNvGrpSpPr/>
          <p:nvPr/>
        </p:nvGrpSpPr>
        <p:grpSpPr>
          <a:xfrm>
            <a:off x="2974492" y="3429188"/>
            <a:ext cx="319125" cy="343800"/>
            <a:chOff x="-1266975" y="3476825"/>
            <a:chExt cx="319125" cy="343800"/>
          </a:xfrm>
        </p:grpSpPr>
        <p:sp>
          <p:nvSpPr>
            <p:cNvPr id="1946" name="Google Shape;1946;p337"/>
            <p:cNvSpPr/>
            <p:nvPr/>
          </p:nvSpPr>
          <p:spPr>
            <a:xfrm>
              <a:off x="-1266975" y="3519625"/>
              <a:ext cx="300900" cy="300900"/>
            </a:xfrm>
            <a:prstGeom prst="ellipse">
              <a:avLst/>
            </a:prstGeom>
            <a:solidFill>
              <a:srgbClr val="07182C"/>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200">
                <a:solidFill>
                  <a:srgbClr val="FFFFFF"/>
                </a:solidFill>
                <a:latin typeface="Poppins SemiBold"/>
                <a:ea typeface="Poppins SemiBold"/>
                <a:cs typeface="Poppins SemiBold"/>
                <a:sym typeface="Poppins SemiBold"/>
              </a:endParaRPr>
            </a:p>
          </p:txBody>
        </p:sp>
        <p:sp>
          <p:nvSpPr>
            <p:cNvPr id="1947" name="Google Shape;1947;p337"/>
            <p:cNvSpPr txBox="1"/>
            <p:nvPr/>
          </p:nvSpPr>
          <p:spPr>
            <a:xfrm>
              <a:off x="-1248750" y="3476825"/>
              <a:ext cx="300900" cy="34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latin typeface="Poppins SemiBold"/>
                  <a:ea typeface="Poppins SemiBold"/>
                  <a:cs typeface="Poppins SemiBold"/>
                  <a:sym typeface="Poppins SemiBold"/>
                </a:rPr>
                <a:t>F    </a:t>
              </a:r>
              <a:endParaRPr sz="1200">
                <a:solidFill>
                  <a:srgbClr val="1A2B6B"/>
                </a:solidFill>
                <a:latin typeface="Lato"/>
                <a:ea typeface="Lato"/>
                <a:cs typeface="Lato"/>
                <a:sym typeface="Lato"/>
              </a:endParaRPr>
            </a:p>
          </p:txBody>
        </p:sp>
      </p:grpSp>
      <p:grpSp>
        <p:nvGrpSpPr>
          <p:cNvPr id="1948" name="Google Shape;1948;p337"/>
          <p:cNvGrpSpPr/>
          <p:nvPr/>
        </p:nvGrpSpPr>
        <p:grpSpPr>
          <a:xfrm>
            <a:off x="2579800" y="3868588"/>
            <a:ext cx="348375" cy="343800"/>
            <a:chOff x="-1270475" y="3786050"/>
            <a:chExt cx="348375" cy="343800"/>
          </a:xfrm>
        </p:grpSpPr>
        <p:sp>
          <p:nvSpPr>
            <p:cNvPr id="1949" name="Google Shape;1949;p337"/>
            <p:cNvSpPr/>
            <p:nvPr/>
          </p:nvSpPr>
          <p:spPr>
            <a:xfrm>
              <a:off x="-1270475" y="3828850"/>
              <a:ext cx="300900" cy="300900"/>
            </a:xfrm>
            <a:prstGeom prst="ellipse">
              <a:avLst/>
            </a:pr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solidFill>
                  <a:srgbClr val="FFFFFF"/>
                </a:solidFill>
                <a:latin typeface="Poppins SemiBold"/>
                <a:ea typeface="Poppins SemiBold"/>
                <a:cs typeface="Poppins SemiBold"/>
                <a:sym typeface="Poppins SemiBold"/>
              </a:endParaRPr>
            </a:p>
          </p:txBody>
        </p:sp>
        <p:sp>
          <p:nvSpPr>
            <p:cNvPr id="1950" name="Google Shape;1950;p337"/>
            <p:cNvSpPr txBox="1"/>
            <p:nvPr/>
          </p:nvSpPr>
          <p:spPr>
            <a:xfrm>
              <a:off x="-1241300" y="3786050"/>
              <a:ext cx="319200" cy="34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latin typeface="Poppins SemiBold"/>
                  <a:ea typeface="Poppins SemiBold"/>
                  <a:cs typeface="Poppins SemiBold"/>
                  <a:sym typeface="Poppins SemiBold"/>
                </a:rPr>
                <a:t>I     </a:t>
              </a:r>
              <a:endParaRPr sz="1200">
                <a:solidFill>
                  <a:srgbClr val="1A2B6B"/>
                </a:solidFill>
                <a:latin typeface="Lato"/>
                <a:ea typeface="Lato"/>
                <a:cs typeface="Lato"/>
                <a:sym typeface="Lato"/>
              </a:endParaRPr>
            </a:p>
          </p:txBody>
        </p:sp>
      </p:grpSp>
      <p:grpSp>
        <p:nvGrpSpPr>
          <p:cNvPr id="1951" name="Google Shape;1951;p337"/>
          <p:cNvGrpSpPr/>
          <p:nvPr/>
        </p:nvGrpSpPr>
        <p:grpSpPr>
          <a:xfrm>
            <a:off x="2974492" y="3872013"/>
            <a:ext cx="319125" cy="343800"/>
            <a:chOff x="-1266975" y="3476825"/>
            <a:chExt cx="319125" cy="343800"/>
          </a:xfrm>
        </p:grpSpPr>
        <p:sp>
          <p:nvSpPr>
            <p:cNvPr id="1952" name="Google Shape;1952;p337"/>
            <p:cNvSpPr/>
            <p:nvPr/>
          </p:nvSpPr>
          <p:spPr>
            <a:xfrm>
              <a:off x="-1266975" y="3519625"/>
              <a:ext cx="300900" cy="300900"/>
            </a:xfrm>
            <a:prstGeom prst="ellipse">
              <a:avLst/>
            </a:prstGeom>
            <a:solidFill>
              <a:srgbClr val="07182C"/>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200">
                <a:solidFill>
                  <a:srgbClr val="FFFFFF"/>
                </a:solidFill>
                <a:latin typeface="Poppins SemiBold"/>
                <a:ea typeface="Poppins SemiBold"/>
                <a:cs typeface="Poppins SemiBold"/>
                <a:sym typeface="Poppins SemiBold"/>
              </a:endParaRPr>
            </a:p>
          </p:txBody>
        </p:sp>
        <p:sp>
          <p:nvSpPr>
            <p:cNvPr id="1953" name="Google Shape;1953;p337"/>
            <p:cNvSpPr txBox="1"/>
            <p:nvPr/>
          </p:nvSpPr>
          <p:spPr>
            <a:xfrm>
              <a:off x="-1248750" y="3476825"/>
              <a:ext cx="300900" cy="34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latin typeface="Poppins SemiBold"/>
                  <a:ea typeface="Poppins SemiBold"/>
                  <a:cs typeface="Poppins SemiBold"/>
                  <a:sym typeface="Poppins SemiBold"/>
                </a:rPr>
                <a:t>F    </a:t>
              </a:r>
              <a:endParaRPr sz="1200">
                <a:solidFill>
                  <a:srgbClr val="1A2B6B"/>
                </a:solidFill>
                <a:latin typeface="Lato"/>
                <a:ea typeface="Lato"/>
                <a:cs typeface="Lato"/>
                <a:sym typeface="Lato"/>
              </a:endParaRPr>
            </a:p>
          </p:txBody>
        </p:sp>
      </p:grpSp>
      <p:grpSp>
        <p:nvGrpSpPr>
          <p:cNvPr id="1954" name="Google Shape;1954;p337"/>
          <p:cNvGrpSpPr/>
          <p:nvPr/>
        </p:nvGrpSpPr>
        <p:grpSpPr>
          <a:xfrm>
            <a:off x="2594430" y="4275208"/>
            <a:ext cx="319125" cy="343800"/>
            <a:chOff x="-1266975" y="3476825"/>
            <a:chExt cx="319125" cy="343800"/>
          </a:xfrm>
        </p:grpSpPr>
        <p:sp>
          <p:nvSpPr>
            <p:cNvPr id="1955" name="Google Shape;1955;p337"/>
            <p:cNvSpPr/>
            <p:nvPr/>
          </p:nvSpPr>
          <p:spPr>
            <a:xfrm>
              <a:off x="-1266975" y="3519625"/>
              <a:ext cx="300900" cy="300900"/>
            </a:xfrm>
            <a:prstGeom prst="ellipse">
              <a:avLst/>
            </a:prstGeom>
            <a:solidFill>
              <a:srgbClr val="07182C"/>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200">
                <a:solidFill>
                  <a:srgbClr val="FFFFFF"/>
                </a:solidFill>
                <a:latin typeface="Poppins SemiBold"/>
                <a:ea typeface="Poppins SemiBold"/>
                <a:cs typeface="Poppins SemiBold"/>
                <a:sym typeface="Poppins SemiBold"/>
              </a:endParaRPr>
            </a:p>
          </p:txBody>
        </p:sp>
        <p:sp>
          <p:nvSpPr>
            <p:cNvPr id="1956" name="Google Shape;1956;p337"/>
            <p:cNvSpPr txBox="1"/>
            <p:nvPr/>
          </p:nvSpPr>
          <p:spPr>
            <a:xfrm>
              <a:off x="-1248750" y="3476825"/>
              <a:ext cx="300900" cy="34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latin typeface="Poppins SemiBold"/>
                  <a:ea typeface="Poppins SemiBold"/>
                  <a:cs typeface="Poppins SemiBold"/>
                  <a:sym typeface="Poppins SemiBold"/>
                </a:rPr>
                <a:t>F    </a:t>
              </a:r>
              <a:endParaRPr sz="1200">
                <a:solidFill>
                  <a:srgbClr val="1A2B6B"/>
                </a:solidFill>
                <a:latin typeface="Lato"/>
                <a:ea typeface="Lato"/>
                <a:cs typeface="Lato"/>
                <a:sym typeface="Lato"/>
              </a:endParaRPr>
            </a:p>
          </p:txBody>
        </p:sp>
      </p:grpSp>
      <p:grpSp>
        <p:nvGrpSpPr>
          <p:cNvPr id="1957" name="Google Shape;1957;p337"/>
          <p:cNvGrpSpPr/>
          <p:nvPr/>
        </p:nvGrpSpPr>
        <p:grpSpPr>
          <a:xfrm>
            <a:off x="2974455" y="4275213"/>
            <a:ext cx="319200" cy="443400"/>
            <a:chOff x="-1499150" y="4911450"/>
            <a:chExt cx="319200" cy="443400"/>
          </a:xfrm>
        </p:grpSpPr>
        <p:sp>
          <p:nvSpPr>
            <p:cNvPr id="1958" name="Google Shape;1958;p337"/>
            <p:cNvSpPr/>
            <p:nvPr/>
          </p:nvSpPr>
          <p:spPr>
            <a:xfrm>
              <a:off x="-1497600" y="4954250"/>
              <a:ext cx="300900" cy="300900"/>
            </a:xfrm>
            <a:prstGeom prst="ellipse">
              <a:avLst/>
            </a:prstGeom>
            <a:solidFill>
              <a:srgbClr val="1241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solidFill>
                  <a:srgbClr val="FFFFFF"/>
                </a:solidFill>
                <a:latin typeface="Poppins SemiBold"/>
                <a:ea typeface="Poppins SemiBold"/>
                <a:cs typeface="Poppins SemiBold"/>
                <a:sym typeface="Poppins SemiBold"/>
              </a:endParaRPr>
            </a:p>
          </p:txBody>
        </p:sp>
        <p:sp>
          <p:nvSpPr>
            <p:cNvPr id="1959" name="Google Shape;1959;p337"/>
            <p:cNvSpPr txBox="1"/>
            <p:nvPr/>
          </p:nvSpPr>
          <p:spPr>
            <a:xfrm>
              <a:off x="-1499150" y="4911450"/>
              <a:ext cx="319200" cy="44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latin typeface="Poppins SemiBold"/>
                  <a:ea typeface="Poppins SemiBold"/>
                  <a:cs typeface="Poppins SemiBold"/>
                  <a:sym typeface="Poppins SemiBold"/>
                </a:rPr>
                <a:t>D    </a:t>
              </a:r>
              <a:endParaRPr sz="1200">
                <a:solidFill>
                  <a:srgbClr val="1A2B6B"/>
                </a:solidFill>
                <a:latin typeface="Lato"/>
                <a:ea typeface="Lato"/>
                <a:cs typeface="Lato"/>
                <a:sym typeface="Lato"/>
              </a:endParaRPr>
            </a:p>
          </p:txBody>
        </p:sp>
      </p:grpSp>
      <p:grpSp>
        <p:nvGrpSpPr>
          <p:cNvPr id="1960" name="Google Shape;1960;p337"/>
          <p:cNvGrpSpPr/>
          <p:nvPr/>
        </p:nvGrpSpPr>
        <p:grpSpPr>
          <a:xfrm>
            <a:off x="3354550" y="4275200"/>
            <a:ext cx="348375" cy="343800"/>
            <a:chOff x="-1270475" y="3786050"/>
            <a:chExt cx="348375" cy="343800"/>
          </a:xfrm>
        </p:grpSpPr>
        <p:sp>
          <p:nvSpPr>
            <p:cNvPr id="1961" name="Google Shape;1961;p337"/>
            <p:cNvSpPr/>
            <p:nvPr/>
          </p:nvSpPr>
          <p:spPr>
            <a:xfrm>
              <a:off x="-1270475" y="3828850"/>
              <a:ext cx="300900" cy="300900"/>
            </a:xfrm>
            <a:prstGeom prst="ellipse">
              <a:avLst/>
            </a:pr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solidFill>
                  <a:srgbClr val="FFFFFF"/>
                </a:solidFill>
                <a:latin typeface="Poppins SemiBold"/>
                <a:ea typeface="Poppins SemiBold"/>
                <a:cs typeface="Poppins SemiBold"/>
                <a:sym typeface="Poppins SemiBold"/>
              </a:endParaRPr>
            </a:p>
          </p:txBody>
        </p:sp>
        <p:sp>
          <p:nvSpPr>
            <p:cNvPr id="1962" name="Google Shape;1962;p337"/>
            <p:cNvSpPr txBox="1"/>
            <p:nvPr/>
          </p:nvSpPr>
          <p:spPr>
            <a:xfrm>
              <a:off x="-1241300" y="3786050"/>
              <a:ext cx="319200" cy="34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latin typeface="Poppins SemiBold"/>
                  <a:ea typeface="Poppins SemiBold"/>
                  <a:cs typeface="Poppins SemiBold"/>
                  <a:sym typeface="Poppins SemiBold"/>
                </a:rPr>
                <a:t>I     </a:t>
              </a:r>
              <a:endParaRPr sz="1200">
                <a:solidFill>
                  <a:srgbClr val="1A2B6B"/>
                </a:solidFill>
                <a:latin typeface="Lato"/>
                <a:ea typeface="Lato"/>
                <a:cs typeface="Lato"/>
                <a:sym typeface="Lato"/>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7" name="Shape 1967"/>
        <p:cNvGrpSpPr/>
        <p:nvPr/>
      </p:nvGrpSpPr>
      <p:grpSpPr>
        <a:xfrm>
          <a:off x="0" y="0"/>
          <a:ext cx="0" cy="0"/>
          <a:chOff x="0" y="0"/>
          <a:chExt cx="0" cy="0"/>
        </a:xfrm>
      </p:grpSpPr>
      <p:pic>
        <p:nvPicPr>
          <p:cNvPr id="1968" name="Google Shape;1968;p338" title="Group 46.png"/>
          <p:cNvPicPr preferRelativeResize="0"/>
          <p:nvPr/>
        </p:nvPicPr>
        <p:blipFill>
          <a:blip r:embed="rId3">
            <a:alphaModFix/>
          </a:blip>
          <a:stretch>
            <a:fillRect/>
          </a:stretch>
        </p:blipFill>
        <p:spPr>
          <a:xfrm>
            <a:off x="2258325" y="2408827"/>
            <a:ext cx="4742804" cy="2267200"/>
          </a:xfrm>
          <a:prstGeom prst="rect">
            <a:avLst/>
          </a:prstGeom>
          <a:noFill/>
          <a:ln>
            <a:noFill/>
          </a:ln>
        </p:spPr>
      </p:pic>
      <p:sp>
        <p:nvSpPr>
          <p:cNvPr id="1969" name="Google Shape;1969;p338"/>
          <p:cNvSpPr/>
          <p:nvPr/>
        </p:nvSpPr>
        <p:spPr>
          <a:xfrm>
            <a:off x="0" y="5251651"/>
            <a:ext cx="9144000" cy="505800"/>
          </a:xfrm>
          <a:prstGeom prst="rect">
            <a:avLst/>
          </a:prstGeom>
          <a:solidFill>
            <a:srgbClr val="1241A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70" name="Google Shape;1970;p338"/>
          <p:cNvSpPr txBox="1"/>
          <p:nvPr/>
        </p:nvSpPr>
        <p:spPr>
          <a:xfrm>
            <a:off x="164000" y="5332097"/>
            <a:ext cx="88161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000">
                <a:solidFill>
                  <a:schemeClr val="lt1"/>
                </a:solidFill>
                <a:latin typeface="Poppins SemiBold"/>
                <a:ea typeface="Poppins SemiBold"/>
                <a:cs typeface="Poppins SemiBold"/>
                <a:sym typeface="Poppins SemiBold"/>
              </a:rPr>
              <a:t>This cycle forces the structural handshake, building isolated components into a cohesive prototype.</a:t>
            </a:r>
            <a:endParaRPr sz="1000">
              <a:solidFill>
                <a:schemeClr val="lt1"/>
              </a:solidFill>
              <a:latin typeface="Poppins SemiBold"/>
              <a:ea typeface="Poppins SemiBold"/>
              <a:cs typeface="Poppins SemiBold"/>
              <a:sym typeface="Poppins SemiBold"/>
            </a:endParaRPr>
          </a:p>
        </p:txBody>
      </p:sp>
      <p:sp>
        <p:nvSpPr>
          <p:cNvPr id="1971" name="Google Shape;1971;p338"/>
          <p:cNvSpPr txBox="1"/>
          <p:nvPr/>
        </p:nvSpPr>
        <p:spPr>
          <a:xfrm>
            <a:off x="449393" y="916369"/>
            <a:ext cx="7772400" cy="701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 sz="3200">
                <a:solidFill>
                  <a:srgbClr val="07182C"/>
                </a:solidFill>
                <a:latin typeface="Poppins Medium"/>
                <a:ea typeface="Poppins Medium"/>
                <a:cs typeface="Poppins Medium"/>
                <a:sym typeface="Poppins Medium"/>
              </a:rPr>
              <a:t>A Repeatable Cycle </a:t>
            </a:r>
            <a:br>
              <a:rPr lang="en" sz="3200">
                <a:solidFill>
                  <a:srgbClr val="07182C"/>
                </a:solidFill>
                <a:latin typeface="Poppins Medium"/>
                <a:ea typeface="Poppins Medium"/>
                <a:cs typeface="Poppins Medium"/>
                <a:sym typeface="Poppins Medium"/>
              </a:rPr>
            </a:br>
            <a:r>
              <a:rPr lang="en" sz="3200">
                <a:solidFill>
                  <a:srgbClr val="07182C"/>
                </a:solidFill>
                <a:latin typeface="Poppins Medium"/>
                <a:ea typeface="Poppins Medium"/>
                <a:cs typeface="Poppins Medium"/>
                <a:sym typeface="Poppins Medium"/>
              </a:rPr>
              <a:t>for Prototyping Execution</a:t>
            </a:r>
            <a:endParaRPr sz="3200">
              <a:solidFill>
                <a:srgbClr val="07182C"/>
              </a:solidFill>
              <a:latin typeface="Poppins Medium"/>
              <a:ea typeface="Poppins Medium"/>
              <a:cs typeface="Poppins Medium"/>
              <a:sym typeface="Poppins Medium"/>
            </a:endParaRPr>
          </a:p>
        </p:txBody>
      </p:sp>
      <p:sp>
        <p:nvSpPr>
          <p:cNvPr id="1972" name="Google Shape;1972;p338"/>
          <p:cNvSpPr txBox="1"/>
          <p:nvPr/>
        </p:nvSpPr>
        <p:spPr>
          <a:xfrm>
            <a:off x="457200" y="508000"/>
            <a:ext cx="5137800" cy="2463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 sz="1600">
                <a:solidFill>
                  <a:srgbClr val="60A5FA"/>
                </a:solidFill>
                <a:latin typeface="Poppins SemiBold"/>
                <a:ea typeface="Poppins SemiBold"/>
                <a:cs typeface="Poppins SemiBold"/>
                <a:sym typeface="Poppins SemiBold"/>
              </a:rPr>
              <a:t>The BUILD Framework</a:t>
            </a:r>
            <a:endParaRPr sz="1600">
              <a:solidFill>
                <a:srgbClr val="60A5FA"/>
              </a:solidFill>
              <a:latin typeface="Poppins SemiBold"/>
              <a:ea typeface="Poppins SemiBold"/>
              <a:cs typeface="Poppins SemiBold"/>
              <a:sym typeface="Poppins SemiBold"/>
            </a:endParaRPr>
          </a:p>
        </p:txBody>
      </p:sp>
      <p:sp>
        <p:nvSpPr>
          <p:cNvPr id="1973" name="Google Shape;1973;p338"/>
          <p:cNvSpPr txBox="1"/>
          <p:nvPr/>
        </p:nvSpPr>
        <p:spPr>
          <a:xfrm>
            <a:off x="2692925" y="4842300"/>
            <a:ext cx="3873600" cy="50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accent1"/>
                </a:solidFill>
                <a:latin typeface="Lato"/>
                <a:ea typeface="Lato"/>
                <a:cs typeface="Lato"/>
                <a:sym typeface="Lato"/>
              </a:rPr>
              <a:t>The BUILD framework: a continuous cycle</a:t>
            </a:r>
            <a:endParaRPr sz="1200">
              <a:solidFill>
                <a:schemeClr val="accent1"/>
              </a:solidFill>
              <a:latin typeface="Lato"/>
              <a:ea typeface="Lato"/>
              <a:cs typeface="Lato"/>
              <a:sym typeface="Lato"/>
            </a:endParaRPr>
          </a:p>
        </p:txBody>
      </p:sp>
      <p:sp>
        <p:nvSpPr>
          <p:cNvPr id="1974" name="Google Shape;1974;p338"/>
          <p:cNvSpPr txBox="1"/>
          <p:nvPr/>
        </p:nvSpPr>
        <p:spPr>
          <a:xfrm>
            <a:off x="1918675" y="1934025"/>
            <a:ext cx="2092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accent1"/>
                </a:solidFill>
                <a:latin typeface="Poppins SemiBold"/>
                <a:ea typeface="Poppins SemiBold"/>
                <a:cs typeface="Poppins SemiBold"/>
                <a:sym typeface="Poppins SemiBold"/>
              </a:rPr>
              <a:t>Input:</a:t>
            </a:r>
            <a:r>
              <a:rPr lang="en" sz="1200">
                <a:solidFill>
                  <a:schemeClr val="accent1"/>
                </a:solidFill>
                <a:latin typeface="Poppins Medium"/>
                <a:ea typeface="Poppins Medium"/>
                <a:cs typeface="Poppins Medium"/>
                <a:sym typeface="Poppins Medium"/>
              </a:rPr>
              <a:t> Component Cycle</a:t>
            </a:r>
            <a:endParaRPr sz="1200">
              <a:solidFill>
                <a:schemeClr val="accent1"/>
              </a:solidFill>
              <a:latin typeface="Poppins Medium"/>
              <a:ea typeface="Poppins Medium"/>
              <a:cs typeface="Poppins Medium"/>
              <a:sym typeface="Poppins Medium"/>
            </a:endParaRPr>
          </a:p>
        </p:txBody>
      </p:sp>
      <p:sp>
        <p:nvSpPr>
          <p:cNvPr id="1975" name="Google Shape;1975;p338"/>
          <p:cNvSpPr txBox="1"/>
          <p:nvPr/>
        </p:nvSpPr>
        <p:spPr>
          <a:xfrm>
            <a:off x="5222875" y="1934025"/>
            <a:ext cx="2092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accent1"/>
                </a:solidFill>
                <a:latin typeface="Poppins SemiBold"/>
                <a:ea typeface="Poppins SemiBold"/>
                <a:cs typeface="Poppins SemiBold"/>
                <a:sym typeface="Poppins SemiBold"/>
              </a:rPr>
              <a:t>Output: </a:t>
            </a:r>
            <a:r>
              <a:rPr lang="en" sz="1200">
                <a:solidFill>
                  <a:schemeClr val="accent1"/>
                </a:solidFill>
                <a:latin typeface="Poppins Medium"/>
                <a:ea typeface="Poppins Medium"/>
                <a:cs typeface="Poppins Medium"/>
                <a:sym typeface="Poppins Medium"/>
              </a:rPr>
              <a:t>System Cycle</a:t>
            </a:r>
            <a:endParaRPr sz="1200">
              <a:solidFill>
                <a:schemeClr val="accent1"/>
              </a:solidFill>
              <a:latin typeface="Poppins Medium"/>
              <a:ea typeface="Poppins Medium"/>
              <a:cs typeface="Poppins Medium"/>
              <a:sym typeface="Poppins Medium"/>
            </a:endParaRPr>
          </a:p>
        </p:txBody>
      </p:sp>
      <p:pic>
        <p:nvPicPr>
          <p:cNvPr id="1976" name="Google Shape;1976;p338" title="damage.png"/>
          <p:cNvPicPr preferRelativeResize="0"/>
          <p:nvPr/>
        </p:nvPicPr>
        <p:blipFill>
          <a:blip r:embed="rId4">
            <a:alphaModFix/>
          </a:blip>
          <a:stretch>
            <a:fillRect/>
          </a:stretch>
        </p:blipFill>
        <p:spPr>
          <a:xfrm>
            <a:off x="4080300" y="2303320"/>
            <a:ext cx="338700" cy="338700"/>
          </a:xfrm>
          <a:prstGeom prst="rect">
            <a:avLst/>
          </a:prstGeom>
          <a:noFill/>
          <a:ln>
            <a:noFill/>
          </a:ln>
        </p:spPr>
      </p:pic>
      <p:pic>
        <p:nvPicPr>
          <p:cNvPr id="1977" name="Google Shape;1977;p338" title="unpacking.png"/>
          <p:cNvPicPr preferRelativeResize="0"/>
          <p:nvPr/>
        </p:nvPicPr>
        <p:blipFill rotWithShape="1">
          <a:blip r:embed="rId5">
            <a:alphaModFix/>
          </a:blip>
          <a:srcRect b="0" l="0" r="0" t="0"/>
          <a:stretch/>
        </p:blipFill>
        <p:spPr>
          <a:xfrm>
            <a:off x="1801100" y="3051720"/>
            <a:ext cx="338700" cy="338700"/>
          </a:xfrm>
          <a:prstGeom prst="rect">
            <a:avLst/>
          </a:prstGeom>
          <a:noFill/>
          <a:ln>
            <a:noFill/>
          </a:ln>
        </p:spPr>
      </p:pic>
      <p:pic>
        <p:nvPicPr>
          <p:cNvPr id="1978" name="Google Shape;1978;p338" title="agile.png"/>
          <p:cNvPicPr preferRelativeResize="0"/>
          <p:nvPr/>
        </p:nvPicPr>
        <p:blipFill rotWithShape="1">
          <a:blip r:embed="rId6">
            <a:alphaModFix/>
          </a:blip>
          <a:srcRect b="0" l="0" r="0" t="0"/>
          <a:stretch/>
        </p:blipFill>
        <p:spPr>
          <a:xfrm>
            <a:off x="2258325" y="4457795"/>
            <a:ext cx="338700" cy="338700"/>
          </a:xfrm>
          <a:prstGeom prst="rect">
            <a:avLst/>
          </a:prstGeom>
          <a:noFill/>
          <a:ln>
            <a:noFill/>
          </a:ln>
        </p:spPr>
      </p:pic>
      <p:pic>
        <p:nvPicPr>
          <p:cNvPr id="1979" name="Google Shape;1979;p338" title="error-correction.png"/>
          <p:cNvPicPr preferRelativeResize="0"/>
          <p:nvPr/>
        </p:nvPicPr>
        <p:blipFill rotWithShape="1">
          <a:blip r:embed="rId7">
            <a:alphaModFix/>
          </a:blip>
          <a:srcRect b="0" l="0" r="0" t="0"/>
          <a:stretch/>
        </p:blipFill>
        <p:spPr>
          <a:xfrm>
            <a:off x="5694125" y="3788770"/>
            <a:ext cx="338700" cy="338700"/>
          </a:xfrm>
          <a:prstGeom prst="rect">
            <a:avLst/>
          </a:prstGeom>
          <a:noFill/>
          <a:ln>
            <a:noFill/>
          </a:ln>
        </p:spPr>
      </p:pic>
      <p:pic>
        <p:nvPicPr>
          <p:cNvPr id="1980" name="Google Shape;1980;p338" title="link.png"/>
          <p:cNvPicPr preferRelativeResize="0"/>
          <p:nvPr/>
        </p:nvPicPr>
        <p:blipFill rotWithShape="1">
          <a:blip r:embed="rId8">
            <a:alphaModFix/>
          </a:blip>
          <a:srcRect b="0" l="0" r="0" t="0"/>
          <a:stretch/>
        </p:blipFill>
        <p:spPr>
          <a:xfrm>
            <a:off x="6566525" y="2395724"/>
            <a:ext cx="246300" cy="246300"/>
          </a:xfrm>
          <a:prstGeom prst="rect">
            <a:avLst/>
          </a:prstGeom>
          <a:noFill/>
          <a:ln>
            <a:noFill/>
          </a:ln>
        </p:spPr>
      </p:pic>
      <p:sp>
        <p:nvSpPr>
          <p:cNvPr id="1981" name="Google Shape;1981;p338"/>
          <p:cNvSpPr txBox="1"/>
          <p:nvPr/>
        </p:nvSpPr>
        <p:spPr>
          <a:xfrm>
            <a:off x="3865350" y="2272293"/>
            <a:ext cx="15648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800">
                <a:solidFill>
                  <a:schemeClr val="accent1"/>
                </a:solidFill>
                <a:latin typeface="Lato"/>
                <a:ea typeface="Lato"/>
                <a:cs typeface="Lato"/>
                <a:sym typeface="Lato"/>
              </a:rPr>
              <a:t> 1. Break</a:t>
            </a:r>
            <a:br>
              <a:rPr b="1" i="1" lang="en" sz="800">
                <a:solidFill>
                  <a:schemeClr val="accent1"/>
                </a:solidFill>
                <a:latin typeface="Lato"/>
                <a:ea typeface="Lato"/>
                <a:cs typeface="Lato"/>
                <a:sym typeface="Lato"/>
              </a:rPr>
            </a:br>
            <a:r>
              <a:rPr b="1" i="1" lang="en" sz="800">
                <a:solidFill>
                  <a:schemeClr val="accent1"/>
                </a:solidFill>
                <a:latin typeface="Lato"/>
                <a:ea typeface="Lato"/>
                <a:cs typeface="Lato"/>
                <a:sym typeface="Lato"/>
              </a:rPr>
              <a:t>Down</a:t>
            </a:r>
            <a:endParaRPr b="1" i="1" sz="800">
              <a:solidFill>
                <a:schemeClr val="accent1"/>
              </a:solidFill>
              <a:latin typeface="Lato"/>
              <a:ea typeface="Lato"/>
              <a:cs typeface="Lato"/>
              <a:sym typeface="Lato"/>
            </a:endParaRPr>
          </a:p>
        </p:txBody>
      </p:sp>
      <p:sp>
        <p:nvSpPr>
          <p:cNvPr id="1982" name="Google Shape;1982;p338"/>
          <p:cNvSpPr txBox="1"/>
          <p:nvPr/>
        </p:nvSpPr>
        <p:spPr>
          <a:xfrm>
            <a:off x="769725" y="3093900"/>
            <a:ext cx="15648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800">
                <a:solidFill>
                  <a:schemeClr val="accent1"/>
                </a:solidFill>
                <a:latin typeface="Lato"/>
                <a:ea typeface="Lato"/>
                <a:cs typeface="Lato"/>
                <a:sym typeface="Lato"/>
              </a:rPr>
              <a:t> 2. Unpack</a:t>
            </a:r>
            <a:endParaRPr b="1" i="1" sz="800">
              <a:solidFill>
                <a:schemeClr val="accent1"/>
              </a:solidFill>
              <a:latin typeface="Lato"/>
              <a:ea typeface="Lato"/>
              <a:cs typeface="Lato"/>
              <a:sym typeface="Lato"/>
            </a:endParaRPr>
          </a:p>
        </p:txBody>
      </p:sp>
      <p:sp>
        <p:nvSpPr>
          <p:cNvPr id="1983" name="Google Shape;1983;p338"/>
          <p:cNvSpPr txBox="1"/>
          <p:nvPr/>
        </p:nvSpPr>
        <p:spPr>
          <a:xfrm>
            <a:off x="1203800" y="4473250"/>
            <a:ext cx="15648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800">
                <a:solidFill>
                  <a:schemeClr val="accent1"/>
                </a:solidFill>
                <a:latin typeface="Lato"/>
                <a:ea typeface="Lato"/>
                <a:cs typeface="Lato"/>
                <a:sym typeface="Lato"/>
              </a:rPr>
              <a:t>3. Iterate</a:t>
            </a:r>
            <a:endParaRPr b="1" i="1" sz="800">
              <a:solidFill>
                <a:schemeClr val="accent1"/>
              </a:solidFill>
              <a:latin typeface="Lato"/>
              <a:ea typeface="Lato"/>
              <a:cs typeface="Lato"/>
              <a:sym typeface="Lato"/>
            </a:endParaRPr>
          </a:p>
        </p:txBody>
      </p:sp>
      <p:sp>
        <p:nvSpPr>
          <p:cNvPr id="1984" name="Google Shape;1984;p338"/>
          <p:cNvSpPr txBox="1"/>
          <p:nvPr/>
        </p:nvSpPr>
        <p:spPr>
          <a:xfrm>
            <a:off x="5064150" y="3471463"/>
            <a:ext cx="15648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800">
                <a:solidFill>
                  <a:schemeClr val="accent1"/>
                </a:solidFill>
                <a:latin typeface="Lato"/>
                <a:ea typeface="Lato"/>
                <a:cs typeface="Lato"/>
                <a:sym typeface="Lato"/>
              </a:rPr>
              <a:t>5. Debug</a:t>
            </a:r>
            <a:endParaRPr b="1" i="1" sz="800">
              <a:solidFill>
                <a:schemeClr val="accent1"/>
              </a:solidFill>
              <a:latin typeface="Lato"/>
              <a:ea typeface="Lato"/>
              <a:cs typeface="Lato"/>
              <a:sym typeface="Lato"/>
            </a:endParaRPr>
          </a:p>
        </p:txBody>
      </p:sp>
      <p:sp>
        <p:nvSpPr>
          <p:cNvPr id="1985" name="Google Shape;1985;p338"/>
          <p:cNvSpPr txBox="1"/>
          <p:nvPr/>
        </p:nvSpPr>
        <p:spPr>
          <a:xfrm>
            <a:off x="6246600" y="2390863"/>
            <a:ext cx="15648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800">
                <a:solidFill>
                  <a:schemeClr val="accent1"/>
                </a:solidFill>
                <a:latin typeface="Lato"/>
                <a:ea typeface="Lato"/>
                <a:cs typeface="Lato"/>
                <a:sym typeface="Lato"/>
              </a:rPr>
              <a:t>4. Link</a:t>
            </a:r>
            <a:endParaRPr b="1" i="1" sz="800">
              <a:solidFill>
                <a:schemeClr val="accent1"/>
              </a:solidFill>
              <a:latin typeface="Lato"/>
              <a:ea typeface="Lato"/>
              <a:cs typeface="Lato"/>
              <a:sym typeface="Lato"/>
            </a:endParaRPr>
          </a:p>
        </p:txBody>
      </p:sp>
      <p:sp>
        <p:nvSpPr>
          <p:cNvPr id="1986" name="Google Shape;1986;p338"/>
          <p:cNvSpPr/>
          <p:nvPr/>
        </p:nvSpPr>
        <p:spPr>
          <a:xfrm>
            <a:off x="2522350" y="3612800"/>
            <a:ext cx="202850" cy="485075"/>
          </a:xfrm>
          <a:custGeom>
            <a:rect b="b" l="l" r="r" t="t"/>
            <a:pathLst>
              <a:path extrusionOk="0" h="19403" w="8114">
                <a:moveTo>
                  <a:pt x="0" y="0"/>
                </a:moveTo>
                <a:cubicBezTo>
                  <a:pt x="0" y="7010"/>
                  <a:pt x="4986" y="13129"/>
                  <a:pt x="8114" y="19403"/>
                </a:cubicBezTo>
              </a:path>
            </a:pathLst>
          </a:custGeom>
          <a:noFill/>
          <a:ln cap="flat" cmpd="sng" w="9525">
            <a:solidFill>
              <a:srgbClr val="FFFFFF"/>
            </a:solidFill>
            <a:prstDash val="solid"/>
            <a:round/>
            <a:headEnd len="med" w="med" type="none"/>
            <a:tailEnd len="med" w="med" type="stealth"/>
          </a:ln>
        </p:spPr>
      </p:sp>
      <p:sp>
        <p:nvSpPr>
          <p:cNvPr id="1987" name="Google Shape;1987;p338"/>
          <p:cNvSpPr/>
          <p:nvPr/>
        </p:nvSpPr>
        <p:spPr>
          <a:xfrm>
            <a:off x="2769300" y="2669125"/>
            <a:ext cx="599725" cy="317500"/>
          </a:xfrm>
          <a:custGeom>
            <a:rect b="b" l="l" r="r" t="t"/>
            <a:pathLst>
              <a:path extrusionOk="0" h="12700" w="23989">
                <a:moveTo>
                  <a:pt x="23989" y="0"/>
                </a:moveTo>
                <a:cubicBezTo>
                  <a:pt x="14941" y="0"/>
                  <a:pt x="6398" y="6302"/>
                  <a:pt x="0" y="12700"/>
                </a:cubicBezTo>
              </a:path>
            </a:pathLst>
          </a:custGeom>
          <a:noFill/>
          <a:ln cap="flat" cmpd="sng" w="9525">
            <a:solidFill>
              <a:srgbClr val="FFFFFF"/>
            </a:solidFill>
            <a:prstDash val="solid"/>
            <a:round/>
            <a:headEnd len="med" w="med" type="none"/>
            <a:tailEnd len="med" w="med" type="stealth"/>
          </a:ln>
        </p:spPr>
      </p:sp>
      <p:sp>
        <p:nvSpPr>
          <p:cNvPr id="1988" name="Google Shape;1988;p338"/>
          <p:cNvSpPr/>
          <p:nvPr/>
        </p:nvSpPr>
        <p:spPr>
          <a:xfrm>
            <a:off x="4912425" y="3833275"/>
            <a:ext cx="599725" cy="502725"/>
          </a:xfrm>
          <a:custGeom>
            <a:rect b="b" l="l" r="r" t="t"/>
            <a:pathLst>
              <a:path extrusionOk="0" h="20109" w="23989">
                <a:moveTo>
                  <a:pt x="0" y="0"/>
                </a:moveTo>
                <a:cubicBezTo>
                  <a:pt x="4669" y="9331"/>
                  <a:pt x="14659" y="15437"/>
                  <a:pt x="23989" y="20109"/>
                </a:cubicBezTo>
              </a:path>
            </a:pathLst>
          </a:custGeom>
          <a:noFill/>
          <a:ln cap="flat" cmpd="sng" w="9525">
            <a:solidFill>
              <a:srgbClr val="FFFFFF"/>
            </a:solidFill>
            <a:prstDash val="solid"/>
            <a:round/>
            <a:headEnd len="med" w="med" type="stealth"/>
            <a:tailEnd len="med" w="med" type="none"/>
          </a:ln>
        </p:spPr>
      </p:sp>
      <p:sp>
        <p:nvSpPr>
          <p:cNvPr id="1989" name="Google Shape;1989;p338"/>
          <p:cNvSpPr/>
          <p:nvPr/>
        </p:nvSpPr>
        <p:spPr>
          <a:xfrm>
            <a:off x="6069125" y="3373325"/>
            <a:ext cx="668250" cy="983025"/>
          </a:xfrm>
          <a:custGeom>
            <a:rect b="b" l="l" r="r" t="t"/>
            <a:pathLst>
              <a:path extrusionOk="0" h="39321" w="26730">
                <a:moveTo>
                  <a:pt x="0" y="39321"/>
                </a:moveTo>
                <a:cubicBezTo>
                  <a:pt x="10193" y="39321"/>
                  <a:pt x="21088" y="30792"/>
                  <a:pt x="24668" y="21248"/>
                </a:cubicBezTo>
                <a:cubicBezTo>
                  <a:pt x="27156" y="14615"/>
                  <a:pt x="27396" y="6721"/>
                  <a:pt x="25156" y="0"/>
                </a:cubicBezTo>
              </a:path>
            </a:pathLst>
          </a:custGeom>
          <a:noFill/>
          <a:ln cap="flat" cmpd="sng" w="9525">
            <a:solidFill>
              <a:srgbClr val="FFFFFF"/>
            </a:solidFill>
            <a:prstDash val="solid"/>
            <a:round/>
            <a:headEnd len="med" w="med" type="stealth"/>
            <a:tailEnd len="med" w="med" type="none"/>
          </a:ln>
        </p:spPr>
      </p:sp>
      <p:sp>
        <p:nvSpPr>
          <p:cNvPr id="1990" name="Google Shape;1990;p338"/>
          <p:cNvSpPr/>
          <p:nvPr/>
        </p:nvSpPr>
        <p:spPr>
          <a:xfrm>
            <a:off x="3877175" y="2836000"/>
            <a:ext cx="390750" cy="421300"/>
          </a:xfrm>
          <a:custGeom>
            <a:rect b="b" l="l" r="r" t="t"/>
            <a:pathLst>
              <a:path extrusionOk="0" h="16852" w="15630">
                <a:moveTo>
                  <a:pt x="0" y="0"/>
                </a:moveTo>
                <a:cubicBezTo>
                  <a:pt x="6852" y="3428"/>
                  <a:pt x="11380" y="10477"/>
                  <a:pt x="15630" y="16852"/>
                </a:cubicBezTo>
              </a:path>
            </a:pathLst>
          </a:custGeom>
          <a:noFill/>
          <a:ln cap="flat" cmpd="sng" w="9525">
            <a:solidFill>
              <a:srgbClr val="FFFFFF"/>
            </a:solidFill>
            <a:prstDash val="solid"/>
            <a:round/>
            <a:headEnd len="med" w="med" type="stealth"/>
            <a:tailEnd len="med" w="med" type="none"/>
          </a:ln>
        </p:spPr>
      </p:sp>
      <p:sp>
        <p:nvSpPr>
          <p:cNvPr id="1991" name="Google Shape;1991;p338"/>
          <p:cNvSpPr/>
          <p:nvPr/>
        </p:nvSpPr>
        <p:spPr>
          <a:xfrm>
            <a:off x="3532075" y="2753700"/>
            <a:ext cx="2008800" cy="1611925"/>
          </a:xfrm>
          <a:custGeom>
            <a:rect b="b" l="l" r="r" t="t"/>
            <a:pathLst>
              <a:path extrusionOk="0" h="64477" w="80352">
                <a:moveTo>
                  <a:pt x="0" y="64477"/>
                </a:moveTo>
                <a:cubicBezTo>
                  <a:pt x="10643" y="64477"/>
                  <a:pt x="19716" y="55720"/>
                  <a:pt x="27842" y="48846"/>
                </a:cubicBezTo>
                <a:cubicBezTo>
                  <a:pt x="46093" y="33406"/>
                  <a:pt x="59852" y="12297"/>
                  <a:pt x="80352" y="0"/>
                </a:cubicBezTo>
              </a:path>
            </a:pathLst>
          </a:custGeom>
          <a:noFill/>
          <a:ln cap="flat" cmpd="sng" w="9525">
            <a:solidFill>
              <a:schemeClr val="accent2"/>
            </a:solidFill>
            <a:prstDash val="solid"/>
            <a:round/>
            <a:headEnd len="med" w="med" type="none"/>
            <a:tailEnd len="med" w="med" type="stealth"/>
          </a:ln>
        </p:spPr>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5" name="Shape 1995"/>
        <p:cNvGrpSpPr/>
        <p:nvPr/>
      </p:nvGrpSpPr>
      <p:grpSpPr>
        <a:xfrm>
          <a:off x="0" y="0"/>
          <a:ext cx="0" cy="0"/>
          <a:chOff x="0" y="0"/>
          <a:chExt cx="0" cy="0"/>
        </a:xfrm>
      </p:grpSpPr>
      <p:sp>
        <p:nvSpPr>
          <p:cNvPr id="1996" name="Google Shape;1996;p339"/>
          <p:cNvSpPr/>
          <p:nvPr/>
        </p:nvSpPr>
        <p:spPr>
          <a:xfrm>
            <a:off x="4561050" y="0"/>
            <a:ext cx="4582800" cy="5715000"/>
          </a:xfrm>
          <a:prstGeom prst="rect">
            <a:avLst/>
          </a:prstGeom>
          <a:gradFill>
            <a:gsLst>
              <a:gs pos="0">
                <a:srgbClr val="2740A0"/>
              </a:gs>
              <a:gs pos="100000">
                <a:srgbClr val="101834"/>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339"/>
          <p:cNvSpPr/>
          <p:nvPr/>
        </p:nvSpPr>
        <p:spPr>
          <a:xfrm>
            <a:off x="5248349" y="1053548"/>
            <a:ext cx="3332100" cy="3332100"/>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98" name="Google Shape;1998;p339"/>
          <p:cNvSpPr txBox="1"/>
          <p:nvPr>
            <p:ph idx="1" type="body"/>
          </p:nvPr>
        </p:nvSpPr>
        <p:spPr>
          <a:xfrm>
            <a:off x="469396" y="2716897"/>
            <a:ext cx="3089700" cy="3174900"/>
          </a:xfrm>
          <a:prstGeom prst="rect">
            <a:avLst/>
          </a:prstGeom>
        </p:spPr>
        <p:txBody>
          <a:bodyPr anchorCtr="0" anchor="t" bIns="0" lIns="0" spcFirstLastPara="1" rIns="0" wrap="square" tIns="0">
            <a:noAutofit/>
          </a:bodyPr>
          <a:lstStyle/>
          <a:p>
            <a:pPr indent="0" lvl="0" marL="0" rtl="0" algn="l">
              <a:spcBef>
                <a:spcPts val="1000"/>
              </a:spcBef>
              <a:spcAft>
                <a:spcPts val="0"/>
              </a:spcAft>
              <a:buNone/>
            </a:pPr>
            <a:r>
              <a:rPr lang="en">
                <a:solidFill>
                  <a:srgbClr val="7F7F7F"/>
                </a:solidFill>
                <a:latin typeface="Poppins SemiBold"/>
                <a:ea typeface="Poppins SemiBold"/>
                <a:cs typeface="Poppins SemiBold"/>
                <a:sym typeface="Poppins SemiBold"/>
              </a:rPr>
              <a:t>Prompt engineering is no longer just about "talking to a chatbot." For a PM, it is the highest-leverage skill to accelerate validation and refine fidelity without writing code.</a:t>
            </a:r>
            <a:endParaRPr>
              <a:solidFill>
                <a:srgbClr val="7F7F7F"/>
              </a:solidFill>
              <a:latin typeface="Poppins SemiBold"/>
              <a:ea typeface="Poppins SemiBold"/>
              <a:cs typeface="Poppins SemiBold"/>
              <a:sym typeface="Poppins SemiBold"/>
            </a:endParaRPr>
          </a:p>
          <a:p>
            <a:pPr indent="-304800" lvl="0" marL="457200" rtl="0" algn="l">
              <a:spcBef>
                <a:spcPts val="1000"/>
              </a:spcBef>
              <a:spcAft>
                <a:spcPts val="1000"/>
              </a:spcAft>
              <a:buClr>
                <a:schemeClr val="accent1"/>
              </a:buClr>
              <a:buSzPts val="1200"/>
              <a:buChar char="●"/>
            </a:pPr>
            <a:r>
              <a:rPr lang="en">
                <a:solidFill>
                  <a:srgbClr val="7F7F7F"/>
                </a:solidFill>
              </a:rPr>
              <a:t>You are moving from requesting an outcome to architecting it using natural language to define the constraints, logic, and flow that drive a high-fidelity build.</a:t>
            </a:r>
            <a:endParaRPr sz="1300">
              <a:solidFill>
                <a:srgbClr val="7F7F7F"/>
              </a:solidFill>
            </a:endParaRPr>
          </a:p>
        </p:txBody>
      </p:sp>
      <p:sp>
        <p:nvSpPr>
          <p:cNvPr id="1999" name="Google Shape;1999;p339"/>
          <p:cNvSpPr txBox="1"/>
          <p:nvPr/>
        </p:nvSpPr>
        <p:spPr>
          <a:xfrm>
            <a:off x="457200" y="518667"/>
            <a:ext cx="3332100" cy="19701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 sz="3200">
                <a:solidFill>
                  <a:srgbClr val="07182C"/>
                </a:solidFill>
                <a:latin typeface="Poppins Medium"/>
                <a:ea typeface="Poppins Medium"/>
                <a:cs typeface="Poppins Medium"/>
                <a:sym typeface="Poppins Medium"/>
              </a:rPr>
              <a:t>Prompt Engineering to Accelerate Prototyping</a:t>
            </a:r>
            <a:endParaRPr sz="3200">
              <a:solidFill>
                <a:srgbClr val="07182C"/>
              </a:solidFill>
              <a:latin typeface="Poppins Medium"/>
              <a:ea typeface="Poppins Medium"/>
              <a:cs typeface="Poppins Medium"/>
              <a:sym typeface="Poppins Medium"/>
            </a:endParaRPr>
          </a:p>
        </p:txBody>
      </p:sp>
      <p:sp>
        <p:nvSpPr>
          <p:cNvPr id="2000" name="Google Shape;2000;p339"/>
          <p:cNvSpPr/>
          <p:nvPr/>
        </p:nvSpPr>
        <p:spPr>
          <a:xfrm>
            <a:off x="4561050" y="5065500"/>
            <a:ext cx="4582800" cy="649500"/>
          </a:xfrm>
          <a:prstGeom prst="roundRect">
            <a:avLst>
              <a:gd fmla="val 0" name="adj"/>
            </a:avLst>
          </a:prstGeom>
          <a:solidFill>
            <a:srgbClr val="1241B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rPr b="1" lang="en" sz="1000">
                <a:solidFill>
                  <a:srgbClr val="FFFFFF"/>
                </a:solidFill>
                <a:latin typeface="Poppins"/>
                <a:ea typeface="Poppins"/>
                <a:cs typeface="Poppins"/>
                <a:sym typeface="Poppins"/>
              </a:rPr>
              <a:t>The Pro Mindset: </a:t>
            </a:r>
            <a:br>
              <a:rPr lang="en" sz="1200">
                <a:solidFill>
                  <a:srgbClr val="FFFFFF"/>
                </a:solidFill>
                <a:latin typeface="Poppins Medium"/>
                <a:ea typeface="Poppins Medium"/>
                <a:cs typeface="Poppins Medium"/>
                <a:sym typeface="Poppins Medium"/>
              </a:rPr>
            </a:br>
            <a:r>
              <a:rPr lang="en" sz="1000">
                <a:solidFill>
                  <a:srgbClr val="FFFFFF"/>
                </a:solidFill>
                <a:latin typeface="Poppins Medium"/>
                <a:ea typeface="Poppins Medium"/>
                <a:cs typeface="Poppins Medium"/>
                <a:sym typeface="Poppins Medium"/>
              </a:rPr>
              <a:t>Prompt Engineering is just Product Strategy in disguise. </a:t>
            </a:r>
            <a:endParaRPr sz="1000">
              <a:solidFill>
                <a:srgbClr val="FFFFFF"/>
              </a:solidFill>
              <a:latin typeface="Poppins Medium"/>
              <a:ea typeface="Poppins Medium"/>
              <a:cs typeface="Poppins Medium"/>
              <a:sym typeface="Poppins Medium"/>
            </a:endParaRPr>
          </a:p>
          <a:p>
            <a:pPr indent="0" lvl="0" marL="0" marR="0" rtl="0" algn="ctr">
              <a:lnSpc>
                <a:spcPct val="100000"/>
              </a:lnSpc>
              <a:spcBef>
                <a:spcPts val="0"/>
              </a:spcBef>
              <a:spcAft>
                <a:spcPts val="0"/>
              </a:spcAft>
              <a:buNone/>
            </a:pPr>
            <a:r>
              <a:rPr lang="en" sz="1000">
                <a:solidFill>
                  <a:srgbClr val="FFFFFF"/>
                </a:solidFill>
                <a:latin typeface="Poppins Medium"/>
                <a:ea typeface="Poppins Medium"/>
                <a:cs typeface="Poppins Medium"/>
                <a:sym typeface="Poppins Medium"/>
              </a:rPr>
              <a:t>You use it to spot opportunities others miss.</a:t>
            </a:r>
            <a:endParaRPr sz="1000">
              <a:solidFill>
                <a:srgbClr val="FFFFFF"/>
              </a:solidFill>
              <a:latin typeface="Poppins Medium"/>
              <a:ea typeface="Poppins Medium"/>
              <a:cs typeface="Poppins Medium"/>
              <a:sym typeface="Poppins Medium"/>
            </a:endParaRPr>
          </a:p>
        </p:txBody>
      </p:sp>
      <p:sp>
        <p:nvSpPr>
          <p:cNvPr id="2001" name="Google Shape;2001;p339"/>
          <p:cNvSpPr/>
          <p:nvPr/>
        </p:nvSpPr>
        <p:spPr>
          <a:xfrm>
            <a:off x="5769440" y="1069230"/>
            <a:ext cx="1923000" cy="2019900"/>
          </a:xfrm>
          <a:prstGeom prst="donut">
            <a:avLst>
              <a:gd fmla="val 15082"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02" name="Google Shape;2002;p339"/>
          <p:cNvSpPr/>
          <p:nvPr/>
        </p:nvSpPr>
        <p:spPr>
          <a:xfrm>
            <a:off x="5503340" y="2324280"/>
            <a:ext cx="1850700" cy="1914000"/>
          </a:xfrm>
          <a:prstGeom prst="donut">
            <a:avLst>
              <a:gd fmla="val 15082"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03" name="Google Shape;2003;p339"/>
          <p:cNvSpPr/>
          <p:nvPr/>
        </p:nvSpPr>
        <p:spPr>
          <a:xfrm>
            <a:off x="6761240" y="1736005"/>
            <a:ext cx="1850700" cy="1914000"/>
          </a:xfrm>
          <a:prstGeom prst="donut">
            <a:avLst>
              <a:gd fmla="val 15082"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04" name="Google Shape;2004;p339"/>
          <p:cNvSpPr/>
          <p:nvPr/>
        </p:nvSpPr>
        <p:spPr>
          <a:xfrm>
            <a:off x="6501490" y="2324280"/>
            <a:ext cx="1091400" cy="1091400"/>
          </a:xfrm>
          <a:prstGeom prst="ellipse">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05" name="Google Shape;2005;p339"/>
          <p:cNvSpPr txBox="1"/>
          <p:nvPr/>
        </p:nvSpPr>
        <p:spPr>
          <a:xfrm>
            <a:off x="5943600" y="1561485"/>
            <a:ext cx="1028100" cy="3387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en" sz="1000">
                <a:solidFill>
                  <a:srgbClr val="FFFFFF"/>
                </a:solidFill>
                <a:latin typeface="Poppins SemiBold"/>
                <a:ea typeface="Poppins SemiBold"/>
                <a:cs typeface="Poppins SemiBold"/>
                <a:sym typeface="Poppins SemiBold"/>
              </a:rPr>
              <a:t>1. SET</a:t>
            </a:r>
            <a:endParaRPr sz="1000">
              <a:solidFill>
                <a:srgbClr val="FFFFFF"/>
              </a:solidFill>
              <a:latin typeface="Poppins SemiBold"/>
              <a:ea typeface="Poppins SemiBold"/>
              <a:cs typeface="Poppins SemiBold"/>
              <a:sym typeface="Poppins SemiBold"/>
            </a:endParaRPr>
          </a:p>
        </p:txBody>
      </p:sp>
      <p:sp>
        <p:nvSpPr>
          <p:cNvPr id="2006" name="Google Shape;2006;p339"/>
          <p:cNvSpPr txBox="1"/>
          <p:nvPr/>
        </p:nvSpPr>
        <p:spPr>
          <a:xfrm>
            <a:off x="7551046" y="2422607"/>
            <a:ext cx="1091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FFFFFF"/>
                </a:solidFill>
                <a:latin typeface="Poppins SemiBold"/>
                <a:ea typeface="Poppins SemiBold"/>
                <a:cs typeface="Poppins SemiBold"/>
                <a:sym typeface="Poppins SemiBold"/>
              </a:rPr>
              <a:t>2. SHAPE</a:t>
            </a:r>
            <a:br>
              <a:rPr lang="en" sz="1000">
                <a:solidFill>
                  <a:srgbClr val="FFFFFF"/>
                </a:solidFill>
                <a:latin typeface="Poppins SemiBold"/>
                <a:ea typeface="Poppins SemiBold"/>
                <a:cs typeface="Poppins SemiBold"/>
                <a:sym typeface="Poppins SemiBold"/>
              </a:rPr>
            </a:br>
            <a:r>
              <a:rPr lang="en" sz="1000">
                <a:solidFill>
                  <a:srgbClr val="FFFFFF"/>
                </a:solidFill>
                <a:latin typeface="Poppins SemiBold"/>
                <a:ea typeface="Poppins SemiBold"/>
                <a:cs typeface="Poppins SemiBold"/>
                <a:sym typeface="Poppins SemiBold"/>
              </a:rPr>
              <a:t>BEHAVIOR</a:t>
            </a:r>
            <a:endParaRPr sz="1000">
              <a:solidFill>
                <a:srgbClr val="FFFFFF"/>
              </a:solidFill>
              <a:latin typeface="Poppins SemiBold"/>
              <a:ea typeface="Poppins SemiBold"/>
              <a:cs typeface="Poppins SemiBold"/>
              <a:sym typeface="Poppins SemiBold"/>
            </a:endParaRPr>
          </a:p>
        </p:txBody>
      </p:sp>
      <p:sp>
        <p:nvSpPr>
          <p:cNvPr id="2007" name="Google Shape;2007;p339"/>
          <p:cNvSpPr txBox="1"/>
          <p:nvPr/>
        </p:nvSpPr>
        <p:spPr>
          <a:xfrm>
            <a:off x="6079810" y="3449171"/>
            <a:ext cx="1091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FFFFFF"/>
                </a:solidFill>
                <a:latin typeface="Poppins SemiBold"/>
                <a:ea typeface="Poppins SemiBold"/>
                <a:cs typeface="Poppins SemiBold"/>
                <a:sym typeface="Poppins SemiBold"/>
              </a:rPr>
              <a:t>3. DRIVE </a:t>
            </a:r>
            <a:br>
              <a:rPr lang="en" sz="1000">
                <a:solidFill>
                  <a:srgbClr val="FFFFFF"/>
                </a:solidFill>
                <a:latin typeface="Poppins SemiBold"/>
                <a:ea typeface="Poppins SemiBold"/>
                <a:cs typeface="Poppins SemiBold"/>
                <a:sym typeface="Poppins SemiBold"/>
              </a:rPr>
            </a:br>
            <a:r>
              <a:rPr lang="en" sz="1000">
                <a:solidFill>
                  <a:srgbClr val="FFFFFF"/>
                </a:solidFill>
                <a:latin typeface="Poppins SemiBold"/>
                <a:ea typeface="Poppins SemiBold"/>
                <a:cs typeface="Poppins SemiBold"/>
                <a:sym typeface="Poppins SemiBold"/>
              </a:rPr>
              <a:t>FIDELITY</a:t>
            </a:r>
            <a:endParaRPr sz="1000">
              <a:solidFill>
                <a:srgbClr val="FFFFFF"/>
              </a:solidFill>
              <a:latin typeface="Poppins SemiBold"/>
              <a:ea typeface="Poppins SemiBold"/>
              <a:cs typeface="Poppins SemiBold"/>
              <a:sym typeface="Poppins SemiBold"/>
            </a:endParaRPr>
          </a:p>
        </p:txBody>
      </p:sp>
      <p:sp>
        <p:nvSpPr>
          <p:cNvPr id="2008" name="Google Shape;2008;p339"/>
          <p:cNvSpPr/>
          <p:nvPr/>
        </p:nvSpPr>
        <p:spPr>
          <a:xfrm rot="-899826">
            <a:off x="6398436" y="1265507"/>
            <a:ext cx="1028326" cy="1028326"/>
          </a:xfrm>
          <a:prstGeom prst="arc">
            <a:avLst>
              <a:gd fmla="val 17886338" name="adj1"/>
              <a:gd fmla="val 0" name="adj2"/>
            </a:avLst>
          </a:prstGeom>
          <a:noFill/>
          <a:ln cap="flat" cmpd="sng" w="19050">
            <a:solidFill>
              <a:schemeClr val="accent1"/>
            </a:solidFill>
            <a:prstDash val="solid"/>
            <a:round/>
            <a:headEnd len="sm" w="sm" type="none"/>
            <a:tailEnd len="sm" w="sm" type="stealth"/>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09" name="Google Shape;2009;p339"/>
          <p:cNvSpPr/>
          <p:nvPr/>
        </p:nvSpPr>
        <p:spPr>
          <a:xfrm rot="7704867">
            <a:off x="7198992" y="2487633"/>
            <a:ext cx="1028414" cy="1028414"/>
          </a:xfrm>
          <a:prstGeom prst="arc">
            <a:avLst>
              <a:gd fmla="val 17886338" name="adj1"/>
              <a:gd fmla="val 0" name="adj2"/>
            </a:avLst>
          </a:prstGeom>
          <a:noFill/>
          <a:ln cap="flat" cmpd="sng" w="19050">
            <a:solidFill>
              <a:schemeClr val="accent1"/>
            </a:solidFill>
            <a:prstDash val="solid"/>
            <a:round/>
            <a:headEnd len="sm" w="sm" type="none"/>
            <a:tailEnd len="sm" w="sm" type="stealth"/>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10" name="Google Shape;2010;p339"/>
          <p:cNvSpPr/>
          <p:nvPr/>
        </p:nvSpPr>
        <p:spPr>
          <a:xfrm rot="-9124912">
            <a:off x="5641111" y="2822033"/>
            <a:ext cx="1028386" cy="1028386"/>
          </a:xfrm>
          <a:prstGeom prst="arc">
            <a:avLst>
              <a:gd fmla="val 17886338" name="adj1"/>
              <a:gd fmla="val 0" name="adj2"/>
            </a:avLst>
          </a:prstGeom>
          <a:noFill/>
          <a:ln cap="flat" cmpd="sng" w="19050">
            <a:solidFill>
              <a:schemeClr val="accent1"/>
            </a:solidFill>
            <a:prstDash val="solid"/>
            <a:round/>
            <a:headEnd len="sm" w="sm" type="none"/>
            <a:tailEnd len="sm" w="sm" type="stealth"/>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11" name="Google Shape;2011;p339"/>
          <p:cNvSpPr/>
          <p:nvPr/>
        </p:nvSpPr>
        <p:spPr>
          <a:xfrm rot="-8510172">
            <a:off x="5608286" y="1999053"/>
            <a:ext cx="1028302" cy="1028302"/>
          </a:xfrm>
          <a:prstGeom prst="arc">
            <a:avLst>
              <a:gd fmla="val 17886338" name="adj1"/>
              <a:gd fmla="val 0" name="adj2"/>
            </a:avLst>
          </a:prstGeom>
          <a:noFill/>
          <a:ln cap="flat" cmpd="sng" w="19050">
            <a:solidFill>
              <a:srgbClr val="FFFFFF"/>
            </a:solidFill>
            <a:prstDash val="solid"/>
            <a:round/>
            <a:headEnd len="sm" w="sm" type="none"/>
            <a:tailEnd len="sm" w="sm" type="stealth"/>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12" name="Google Shape;2012;p339"/>
          <p:cNvSpPr/>
          <p:nvPr/>
        </p:nvSpPr>
        <p:spPr>
          <a:xfrm rot="-926830">
            <a:off x="6844672" y="1357216"/>
            <a:ext cx="1028348" cy="1028348"/>
          </a:xfrm>
          <a:prstGeom prst="arc">
            <a:avLst>
              <a:gd fmla="val 17886338" name="adj1"/>
              <a:gd fmla="val 0" name="adj2"/>
            </a:avLst>
          </a:prstGeom>
          <a:noFill/>
          <a:ln cap="flat" cmpd="sng" w="19050">
            <a:solidFill>
              <a:srgbClr val="FFFFFF"/>
            </a:solidFill>
            <a:prstDash val="solid"/>
            <a:round/>
            <a:headEnd len="sm" w="sm" type="none"/>
            <a:tailEnd len="sm" w="sm" type="stealth"/>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13" name="Google Shape;2013;p339"/>
          <p:cNvSpPr/>
          <p:nvPr/>
        </p:nvSpPr>
        <p:spPr>
          <a:xfrm rot="5822276">
            <a:off x="6740938" y="2859970"/>
            <a:ext cx="1028348" cy="1028348"/>
          </a:xfrm>
          <a:prstGeom prst="arc">
            <a:avLst>
              <a:gd fmla="val 17886338" name="adj1"/>
              <a:gd fmla="val 0" name="adj2"/>
            </a:avLst>
          </a:prstGeom>
          <a:noFill/>
          <a:ln cap="flat" cmpd="sng" w="19050">
            <a:solidFill>
              <a:srgbClr val="FFFFFF"/>
            </a:solidFill>
            <a:prstDash val="solid"/>
            <a:round/>
            <a:headEnd len="sm" w="sm" type="none"/>
            <a:tailEnd len="sm" w="sm" type="stealth"/>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14" name="Google Shape;2014;p339"/>
          <p:cNvSpPr txBox="1"/>
          <p:nvPr/>
        </p:nvSpPr>
        <p:spPr>
          <a:xfrm>
            <a:off x="6501496" y="2819389"/>
            <a:ext cx="1091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solidFill>
                  <a:schemeClr val="accent1"/>
                </a:solidFill>
                <a:latin typeface="Poppins"/>
                <a:ea typeface="Poppins"/>
                <a:cs typeface="Poppins"/>
                <a:sym typeface="Poppins"/>
              </a:rPr>
              <a:t>PROMPTING</a:t>
            </a:r>
            <a:br>
              <a:rPr b="1" lang="en" sz="1000">
                <a:solidFill>
                  <a:schemeClr val="accent1"/>
                </a:solidFill>
                <a:latin typeface="Poppins"/>
                <a:ea typeface="Poppins"/>
                <a:cs typeface="Poppins"/>
                <a:sym typeface="Poppins"/>
              </a:rPr>
            </a:br>
            <a:r>
              <a:rPr b="1" lang="en" sz="1000">
                <a:solidFill>
                  <a:schemeClr val="accent1"/>
                </a:solidFill>
                <a:latin typeface="Poppins"/>
                <a:ea typeface="Poppins"/>
                <a:cs typeface="Poppins"/>
                <a:sym typeface="Poppins"/>
              </a:rPr>
              <a:t>CYCLE</a:t>
            </a:r>
            <a:endParaRPr b="1" sz="1000">
              <a:solidFill>
                <a:schemeClr val="accent1"/>
              </a:solidFill>
              <a:latin typeface="Poppins"/>
              <a:ea typeface="Poppins"/>
              <a:cs typeface="Poppins"/>
              <a:sym typeface="Poppins"/>
            </a:endParaRPr>
          </a:p>
        </p:txBody>
      </p:sp>
      <p:pic>
        <p:nvPicPr>
          <p:cNvPr id="2015" name="Google Shape;2015;p339" title="window.png"/>
          <p:cNvPicPr preferRelativeResize="0"/>
          <p:nvPr/>
        </p:nvPicPr>
        <p:blipFill>
          <a:blip r:embed="rId3">
            <a:alphaModFix/>
          </a:blip>
          <a:stretch>
            <a:fillRect/>
          </a:stretch>
        </p:blipFill>
        <p:spPr>
          <a:xfrm>
            <a:off x="6846760" y="2503916"/>
            <a:ext cx="390400" cy="390400"/>
          </a:xfrm>
          <a:prstGeom prst="rect">
            <a:avLst/>
          </a:prstGeom>
          <a:noFill/>
          <a:ln>
            <a:noFill/>
          </a:ln>
        </p:spPr>
      </p:pic>
      <p:pic>
        <p:nvPicPr>
          <p:cNvPr id="2016" name="Google Shape;2016;p339" title="set-up.png"/>
          <p:cNvPicPr preferRelativeResize="0"/>
          <p:nvPr/>
        </p:nvPicPr>
        <p:blipFill rotWithShape="1">
          <a:blip r:embed="rId4">
            <a:alphaModFix/>
          </a:blip>
          <a:srcRect b="0" l="0" r="0" t="0"/>
          <a:stretch/>
        </p:blipFill>
        <p:spPr>
          <a:xfrm>
            <a:off x="6501501" y="1836475"/>
            <a:ext cx="338700" cy="338700"/>
          </a:xfrm>
          <a:prstGeom prst="rect">
            <a:avLst/>
          </a:prstGeom>
          <a:noFill/>
          <a:ln>
            <a:noFill/>
          </a:ln>
        </p:spPr>
      </p:pic>
      <p:pic>
        <p:nvPicPr>
          <p:cNvPr id="2017" name="Google Shape;2017;p339" title="partnership-handshake.png"/>
          <p:cNvPicPr preferRelativeResize="0"/>
          <p:nvPr/>
        </p:nvPicPr>
        <p:blipFill rotWithShape="1">
          <a:blip r:embed="rId5">
            <a:alphaModFix/>
          </a:blip>
          <a:srcRect b="0" l="0" r="0" t="0"/>
          <a:stretch/>
        </p:blipFill>
        <p:spPr>
          <a:xfrm>
            <a:off x="6126925" y="3129275"/>
            <a:ext cx="338700" cy="338700"/>
          </a:xfrm>
          <a:prstGeom prst="rect">
            <a:avLst/>
          </a:prstGeom>
          <a:noFill/>
          <a:ln>
            <a:noFill/>
          </a:ln>
        </p:spPr>
      </p:pic>
      <p:pic>
        <p:nvPicPr>
          <p:cNvPr id="2018" name="Google Shape;2018;p339" title="behavior.png"/>
          <p:cNvPicPr preferRelativeResize="0"/>
          <p:nvPr/>
        </p:nvPicPr>
        <p:blipFill rotWithShape="1">
          <a:blip r:embed="rId6">
            <a:alphaModFix/>
          </a:blip>
          <a:srcRect b="0" l="0" r="0" t="0"/>
          <a:stretch/>
        </p:blipFill>
        <p:spPr>
          <a:xfrm>
            <a:off x="7721531" y="2821222"/>
            <a:ext cx="390400" cy="3904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2" name="Shape 2022"/>
        <p:cNvGrpSpPr/>
        <p:nvPr/>
      </p:nvGrpSpPr>
      <p:grpSpPr>
        <a:xfrm>
          <a:off x="0" y="0"/>
          <a:ext cx="0" cy="0"/>
          <a:chOff x="0" y="0"/>
          <a:chExt cx="0" cy="0"/>
        </a:xfrm>
      </p:grpSpPr>
      <p:pic>
        <p:nvPicPr>
          <p:cNvPr descr="Imagen del Story Pin" id="2023" name="Google Shape;2023;p340"/>
          <p:cNvPicPr preferRelativeResize="0"/>
          <p:nvPr/>
        </p:nvPicPr>
        <p:blipFill>
          <a:blip r:embed="rId3">
            <a:alphaModFix amt="33000"/>
          </a:blip>
          <a:stretch>
            <a:fillRect/>
          </a:stretch>
        </p:blipFill>
        <p:spPr>
          <a:xfrm flipH="1">
            <a:off x="0" y="0"/>
            <a:ext cx="9144000" cy="5715000"/>
          </a:xfrm>
          <a:prstGeom prst="rect">
            <a:avLst/>
          </a:prstGeom>
          <a:noFill/>
          <a:ln>
            <a:noFill/>
          </a:ln>
        </p:spPr>
      </p:pic>
      <p:sp>
        <p:nvSpPr>
          <p:cNvPr id="2024" name="Google Shape;2024;p340"/>
          <p:cNvSpPr/>
          <p:nvPr/>
        </p:nvSpPr>
        <p:spPr>
          <a:xfrm>
            <a:off x="137600" y="91675"/>
            <a:ext cx="8875200" cy="2739300"/>
          </a:xfrm>
          <a:prstGeom prst="roundRect">
            <a:avLst>
              <a:gd fmla="val 6477" name="adj"/>
            </a:avLst>
          </a:prstGeom>
          <a:gradFill>
            <a:gsLst>
              <a:gs pos="0">
                <a:srgbClr val="7AAAF9"/>
              </a:gs>
              <a:gs pos="40000">
                <a:srgbClr val="4785EB"/>
              </a:gs>
              <a:gs pos="70000">
                <a:srgbClr val="2D63CE"/>
              </a:gs>
              <a:gs pos="100000">
                <a:schemeClr val="dk1"/>
              </a:gs>
            </a:gsLst>
            <a:lin ang="0" scaled="0"/>
          </a:gradFill>
          <a:ln>
            <a:noFill/>
          </a:ln>
          <a:effectLst>
            <a:outerShdw blurRad="57150" rotWithShape="0" algn="bl" dir="5400000" dist="19050">
              <a:srgbClr val="000000">
                <a:alpha val="28000"/>
              </a:srgbClr>
            </a:outerShdw>
          </a:effectLst>
        </p:spPr>
        <p:txBody>
          <a:bodyPr anchorCtr="0" anchor="ctr" bIns="34275" lIns="68575" spcFirstLastPara="1" rIns="68575" wrap="square" tIns="34275">
            <a:noAutofit/>
          </a:bodyPr>
          <a:lstStyle/>
          <a:p>
            <a:pPr indent="0" lvl="0" marL="0" rtl="0" algn="ctr">
              <a:spcBef>
                <a:spcPts val="0"/>
              </a:spcBef>
              <a:spcAft>
                <a:spcPts val="0"/>
              </a:spcAft>
              <a:buNone/>
            </a:pPr>
            <a:r>
              <a:t/>
            </a:r>
            <a:endParaRPr sz="1600">
              <a:solidFill>
                <a:srgbClr val="1241B0"/>
              </a:solidFill>
              <a:latin typeface="Poppins SemiBold"/>
              <a:ea typeface="Poppins SemiBold"/>
              <a:cs typeface="Poppins SemiBold"/>
              <a:sym typeface="Poppins SemiBold"/>
            </a:endParaRPr>
          </a:p>
        </p:txBody>
      </p:sp>
      <p:sp>
        <p:nvSpPr>
          <p:cNvPr id="2025" name="Google Shape;2025;p340"/>
          <p:cNvSpPr txBox="1"/>
          <p:nvPr>
            <p:ph type="title"/>
          </p:nvPr>
        </p:nvSpPr>
        <p:spPr>
          <a:xfrm>
            <a:off x="475050" y="3753514"/>
            <a:ext cx="3301800" cy="634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b="0" lang="en" sz="1400">
                <a:solidFill>
                  <a:schemeClr val="accent1"/>
                </a:solidFill>
                <a:latin typeface="Poppins Medium"/>
                <a:ea typeface="Poppins Medium"/>
                <a:cs typeface="Poppins Medium"/>
                <a:sym typeface="Poppins Medium"/>
              </a:rPr>
              <a:t>Truly effective AI prototyping requires more than just technique</a:t>
            </a:r>
            <a:br>
              <a:rPr b="0" lang="en" sz="1400">
                <a:solidFill>
                  <a:schemeClr val="accent1"/>
                </a:solidFill>
                <a:latin typeface="Poppins Medium"/>
                <a:ea typeface="Poppins Medium"/>
                <a:cs typeface="Poppins Medium"/>
                <a:sym typeface="Poppins Medium"/>
              </a:rPr>
            </a:br>
            <a:r>
              <a:rPr b="0" lang="en" sz="1400">
                <a:solidFill>
                  <a:schemeClr val="accent1"/>
                </a:solidFill>
                <a:latin typeface="Poppins Medium"/>
                <a:ea typeface="Poppins Medium"/>
                <a:cs typeface="Poppins Medium"/>
                <a:sym typeface="Poppins Medium"/>
              </a:rPr>
              <a:t>– it demands clear product intent.</a:t>
            </a:r>
            <a:endParaRPr b="0" sz="1400">
              <a:solidFill>
                <a:schemeClr val="accent1"/>
              </a:solidFill>
              <a:latin typeface="Poppins Medium"/>
              <a:ea typeface="Poppins Medium"/>
              <a:cs typeface="Poppins Medium"/>
              <a:sym typeface="Poppins Medium"/>
            </a:endParaRPr>
          </a:p>
        </p:txBody>
      </p:sp>
      <p:sp>
        <p:nvSpPr>
          <p:cNvPr id="2026" name="Google Shape;2026;p340"/>
          <p:cNvSpPr txBox="1"/>
          <p:nvPr>
            <p:ph idx="1" type="subTitle"/>
          </p:nvPr>
        </p:nvSpPr>
        <p:spPr>
          <a:xfrm>
            <a:off x="468947" y="1290717"/>
            <a:ext cx="8229600" cy="2463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
                <a:solidFill>
                  <a:schemeClr val="accent2"/>
                </a:solidFill>
              </a:rPr>
              <a:t>Beyond Technique</a:t>
            </a:r>
            <a:endParaRPr>
              <a:solidFill>
                <a:schemeClr val="accent2"/>
              </a:solidFill>
            </a:endParaRPr>
          </a:p>
        </p:txBody>
      </p:sp>
      <p:sp>
        <p:nvSpPr>
          <p:cNvPr id="2027" name="Google Shape;2027;p340"/>
          <p:cNvSpPr txBox="1"/>
          <p:nvPr>
            <p:ph idx="4294967295" type="title"/>
          </p:nvPr>
        </p:nvSpPr>
        <p:spPr>
          <a:xfrm>
            <a:off x="457200" y="1577075"/>
            <a:ext cx="3388500" cy="985200"/>
          </a:xfrm>
          <a:prstGeom prst="rect">
            <a:avLst/>
          </a:prstGeom>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 sz="3200">
                <a:solidFill>
                  <a:srgbClr val="FFFFFF"/>
                </a:solidFill>
              </a:rPr>
              <a:t>Prompting With Product Intent</a:t>
            </a:r>
            <a:endParaRPr sz="3200">
              <a:solidFill>
                <a:srgbClr val="FFFFFF"/>
              </a:solidFill>
            </a:endParaRPr>
          </a:p>
        </p:txBody>
      </p:sp>
      <p:sp>
        <p:nvSpPr>
          <p:cNvPr id="2028" name="Google Shape;2028;p340"/>
          <p:cNvSpPr txBox="1"/>
          <p:nvPr>
            <p:ph idx="2" type="body"/>
          </p:nvPr>
        </p:nvSpPr>
        <p:spPr>
          <a:xfrm>
            <a:off x="475056" y="4682914"/>
            <a:ext cx="3301800" cy="822000"/>
          </a:xfrm>
          <a:prstGeom prst="rect">
            <a:avLst/>
          </a:prstGeom>
        </p:spPr>
        <p:txBody>
          <a:bodyPr anchorCtr="0" anchor="t" bIns="0" lIns="0" spcFirstLastPara="1" rIns="0" wrap="square" tIns="0">
            <a:spAutoFit/>
          </a:bodyPr>
          <a:lstStyle/>
          <a:p>
            <a:pPr indent="0" lvl="0" marL="0" rtl="0" algn="l">
              <a:spcBef>
                <a:spcPts val="0"/>
              </a:spcBef>
              <a:spcAft>
                <a:spcPts val="1200"/>
              </a:spcAft>
              <a:buNone/>
            </a:pPr>
            <a:r>
              <a:rPr lang="en" sz="1200"/>
              <a:t>Applying advanced techniques to vague requests yields high-fidelity noise. You build the wrong thing perfectly. </a:t>
            </a:r>
            <a:r>
              <a:rPr b="1" lang="en" sz="1200"/>
              <a:t>Remember this framing: AI provides the syntax; you provide the strategy.</a:t>
            </a:r>
            <a:endParaRPr b="1" sz="1200"/>
          </a:p>
        </p:txBody>
      </p:sp>
      <p:sp>
        <p:nvSpPr>
          <p:cNvPr id="2029" name="Google Shape;2029;p340"/>
          <p:cNvSpPr/>
          <p:nvPr/>
        </p:nvSpPr>
        <p:spPr>
          <a:xfrm>
            <a:off x="4572000" y="2976575"/>
            <a:ext cx="4440900" cy="2586900"/>
          </a:xfrm>
          <a:prstGeom prst="roundRect">
            <a:avLst>
              <a:gd fmla="val 11782" name="adj"/>
            </a:avLst>
          </a:prstGeom>
          <a:solidFill>
            <a:srgbClr val="DBEAFE"/>
          </a:solidFill>
          <a:ln cap="flat" cmpd="sng" w="19050">
            <a:solidFill>
              <a:schemeClr val="accent1"/>
            </a:solidFill>
            <a:prstDash val="dash"/>
            <a:round/>
            <a:headEnd len="sm" w="sm" type="none"/>
            <a:tailEnd len="sm" w="sm" type="none"/>
          </a:ln>
        </p:spPr>
        <p:txBody>
          <a:bodyPr anchorCtr="0" anchor="ctr" bIns="34275" lIns="68575" spcFirstLastPara="1" rIns="68575" wrap="square" tIns="34275">
            <a:noAutofit/>
          </a:bodyPr>
          <a:lstStyle/>
          <a:p>
            <a:pPr indent="0" lvl="0" marL="0" rtl="0" algn="ctr">
              <a:spcBef>
                <a:spcPts val="0"/>
              </a:spcBef>
              <a:spcAft>
                <a:spcPts val="0"/>
              </a:spcAft>
              <a:buNone/>
            </a:pPr>
            <a:br>
              <a:rPr lang="en" sz="1800">
                <a:solidFill>
                  <a:schemeClr val="accent1"/>
                </a:solidFill>
                <a:latin typeface="Poppins Medium"/>
                <a:ea typeface="Poppins Medium"/>
                <a:cs typeface="Poppins Medium"/>
                <a:sym typeface="Poppins Medium"/>
              </a:rPr>
            </a:br>
            <a:r>
              <a:rPr lang="en" sz="1800">
                <a:solidFill>
                  <a:schemeClr val="accent1"/>
                </a:solidFill>
                <a:latin typeface="Poppins Medium"/>
                <a:ea typeface="Poppins Medium"/>
                <a:cs typeface="Poppins Medium"/>
                <a:sym typeface="Poppins Medium"/>
              </a:rPr>
              <a:t>Before choosing how to prompt, you must define what needs to be built. You anchor the AI in the user problem, not just the solution.</a:t>
            </a:r>
            <a:endParaRPr sz="1800">
              <a:solidFill>
                <a:schemeClr val="accent1"/>
              </a:solidFill>
              <a:latin typeface="Poppins Medium"/>
              <a:ea typeface="Poppins Medium"/>
              <a:cs typeface="Poppins Medium"/>
              <a:sym typeface="Poppins Medium"/>
            </a:endParaRPr>
          </a:p>
        </p:txBody>
      </p:sp>
      <p:grpSp>
        <p:nvGrpSpPr>
          <p:cNvPr id="2030" name="Google Shape;2030;p340"/>
          <p:cNvGrpSpPr/>
          <p:nvPr/>
        </p:nvGrpSpPr>
        <p:grpSpPr>
          <a:xfrm>
            <a:off x="6535408" y="3209700"/>
            <a:ext cx="514072" cy="514072"/>
            <a:chOff x="10333548" y="3120865"/>
            <a:chExt cx="634500" cy="634500"/>
          </a:xfrm>
        </p:grpSpPr>
        <p:sp>
          <p:nvSpPr>
            <p:cNvPr id="2031" name="Google Shape;2031;p340"/>
            <p:cNvSpPr/>
            <p:nvPr/>
          </p:nvSpPr>
          <p:spPr>
            <a:xfrm>
              <a:off x="10333548" y="3120865"/>
              <a:ext cx="634500" cy="634500"/>
            </a:xfrm>
            <a:prstGeom prst="ellipse">
              <a:avLst/>
            </a:prstGeom>
            <a:solidFill>
              <a:srgbClr val="FFFFFF"/>
            </a:solidFill>
            <a:ln cap="flat" cmpd="sng" w="7725">
              <a:solidFill>
                <a:schemeClr val="accent1"/>
              </a:solidFill>
              <a:prstDash val="solid"/>
              <a:round/>
              <a:headEnd len="sm" w="sm" type="none"/>
              <a:tailEnd len="sm" w="sm" type="none"/>
            </a:ln>
          </p:spPr>
          <p:txBody>
            <a:bodyPr anchorCtr="0" anchor="ctr" bIns="74075" lIns="74075" spcFirstLastPara="1" rIns="74075" wrap="square" tIns="74075">
              <a:noAutofit/>
            </a:bodyPr>
            <a:lstStyle/>
            <a:p>
              <a:pPr indent="0" lvl="0" marL="0" rtl="0" algn="ctr">
                <a:spcBef>
                  <a:spcPts val="0"/>
                </a:spcBef>
                <a:spcAft>
                  <a:spcPts val="0"/>
                </a:spcAft>
                <a:buNone/>
              </a:pPr>
              <a:r>
                <a:t/>
              </a:r>
              <a:endParaRPr sz="1134">
                <a:latin typeface="Lato"/>
                <a:ea typeface="Lato"/>
                <a:cs typeface="Lato"/>
                <a:sym typeface="Lato"/>
              </a:endParaRPr>
            </a:p>
          </p:txBody>
        </p:sp>
        <p:sp>
          <p:nvSpPr>
            <p:cNvPr id="2032" name="Google Shape;2032;p340"/>
            <p:cNvSpPr/>
            <p:nvPr/>
          </p:nvSpPr>
          <p:spPr>
            <a:xfrm>
              <a:off x="10560648" y="3257965"/>
              <a:ext cx="180300" cy="360300"/>
            </a:xfrm>
            <a:prstGeom prst="downArrow">
              <a:avLst>
                <a:gd fmla="val 50000" name="adj1"/>
                <a:gd fmla="val 50000" name="adj2"/>
              </a:avLst>
            </a:prstGeom>
            <a:solidFill>
              <a:schemeClr val="accent1"/>
            </a:solidFill>
            <a:ln>
              <a:noFill/>
            </a:ln>
          </p:spPr>
          <p:txBody>
            <a:bodyPr anchorCtr="0" anchor="ctr" bIns="74075" lIns="74075" spcFirstLastPara="1" rIns="74075" wrap="square" tIns="74075">
              <a:noAutofit/>
            </a:bodyPr>
            <a:lstStyle/>
            <a:p>
              <a:pPr indent="0" lvl="0" marL="0" rtl="0" algn="ctr">
                <a:spcBef>
                  <a:spcPts val="0"/>
                </a:spcBef>
                <a:spcAft>
                  <a:spcPts val="0"/>
                </a:spcAft>
                <a:buNone/>
              </a:pPr>
              <a:r>
                <a:t/>
              </a:r>
              <a:endParaRPr sz="1134">
                <a:latin typeface="Lato"/>
                <a:ea typeface="Lato"/>
                <a:cs typeface="Lato"/>
                <a:sym typeface="Lato"/>
              </a:endParaRPr>
            </a:p>
          </p:txBody>
        </p:sp>
      </p:gr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36" name="Shape 2036"/>
        <p:cNvGrpSpPr/>
        <p:nvPr/>
      </p:nvGrpSpPr>
      <p:grpSpPr>
        <a:xfrm>
          <a:off x="0" y="0"/>
          <a:ext cx="0" cy="0"/>
          <a:chOff x="0" y="0"/>
          <a:chExt cx="0" cy="0"/>
        </a:xfrm>
      </p:grpSpPr>
      <p:pic>
        <p:nvPicPr>
          <p:cNvPr id="2037" name="Google Shape;2037;p341" title="BG Light Blue.png"/>
          <p:cNvPicPr preferRelativeResize="0"/>
          <p:nvPr/>
        </p:nvPicPr>
        <p:blipFill>
          <a:blip r:embed="rId3">
            <a:alphaModFix/>
          </a:blip>
          <a:stretch>
            <a:fillRect/>
          </a:stretch>
        </p:blipFill>
        <p:spPr>
          <a:xfrm>
            <a:off x="-1050" y="0"/>
            <a:ext cx="9144000" cy="5715001"/>
          </a:xfrm>
          <a:prstGeom prst="rect">
            <a:avLst/>
          </a:prstGeom>
          <a:noFill/>
          <a:ln>
            <a:noFill/>
          </a:ln>
        </p:spPr>
      </p:pic>
      <p:sp>
        <p:nvSpPr>
          <p:cNvPr id="2038" name="Google Shape;2038;p341"/>
          <p:cNvSpPr/>
          <p:nvPr/>
        </p:nvSpPr>
        <p:spPr>
          <a:xfrm>
            <a:off x="459300" y="4535150"/>
            <a:ext cx="8227500" cy="677700"/>
          </a:xfrm>
          <a:prstGeom prst="roundRect">
            <a:avLst>
              <a:gd fmla="val 5390"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Lato"/>
              <a:ea typeface="Lato"/>
              <a:cs typeface="Lato"/>
              <a:sym typeface="Lato"/>
            </a:endParaRPr>
          </a:p>
        </p:txBody>
      </p:sp>
      <p:sp>
        <p:nvSpPr>
          <p:cNvPr id="2039" name="Google Shape;2039;p341"/>
          <p:cNvSpPr txBox="1"/>
          <p:nvPr/>
        </p:nvSpPr>
        <p:spPr>
          <a:xfrm>
            <a:off x="580800" y="4580797"/>
            <a:ext cx="79917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sz="1200">
                <a:solidFill>
                  <a:schemeClr val="accent1"/>
                </a:solidFill>
                <a:latin typeface="Lato"/>
                <a:ea typeface="Lato"/>
                <a:cs typeface="Lato"/>
                <a:sym typeface="Lato"/>
              </a:rPr>
              <a:t>Don't just write a sentence; architect a prompt. Use the FUDI Framework to ensure your AI builder has every constraint it needs to generate a functional product, not just a generic UI.</a:t>
            </a:r>
            <a:endParaRPr b="1" sz="1200">
              <a:solidFill>
                <a:schemeClr val="accent1"/>
              </a:solidFill>
              <a:latin typeface="Lato"/>
              <a:ea typeface="Lato"/>
              <a:cs typeface="Lato"/>
              <a:sym typeface="Lato"/>
            </a:endParaRPr>
          </a:p>
        </p:txBody>
      </p:sp>
      <p:grpSp>
        <p:nvGrpSpPr>
          <p:cNvPr id="2040" name="Google Shape;2040;p341"/>
          <p:cNvGrpSpPr/>
          <p:nvPr/>
        </p:nvGrpSpPr>
        <p:grpSpPr>
          <a:xfrm>
            <a:off x="-7728520" y="2046088"/>
            <a:ext cx="215878" cy="323170"/>
            <a:chOff x="5603850" y="3350597"/>
            <a:chExt cx="267606" cy="360520"/>
          </a:xfrm>
        </p:grpSpPr>
        <p:sp>
          <p:nvSpPr>
            <p:cNvPr id="2041" name="Google Shape;2041;p341"/>
            <p:cNvSpPr/>
            <p:nvPr/>
          </p:nvSpPr>
          <p:spPr>
            <a:xfrm>
              <a:off x="5603850" y="3350597"/>
              <a:ext cx="267606" cy="360520"/>
            </a:xfrm>
            <a:custGeom>
              <a:rect b="b" l="l" r="r" t="t"/>
              <a:pathLst>
                <a:path extrusionOk="0" h="10717" w="7955">
                  <a:moveTo>
                    <a:pt x="1382" y="596"/>
                  </a:moveTo>
                  <a:lnTo>
                    <a:pt x="1382" y="1406"/>
                  </a:lnTo>
                  <a:lnTo>
                    <a:pt x="572" y="1406"/>
                  </a:lnTo>
                  <a:lnTo>
                    <a:pt x="1382" y="596"/>
                  </a:lnTo>
                  <a:close/>
                  <a:moveTo>
                    <a:pt x="6930" y="334"/>
                  </a:moveTo>
                  <a:lnTo>
                    <a:pt x="6930" y="9669"/>
                  </a:lnTo>
                  <a:lnTo>
                    <a:pt x="358" y="9669"/>
                  </a:lnTo>
                  <a:lnTo>
                    <a:pt x="358" y="1739"/>
                  </a:lnTo>
                  <a:lnTo>
                    <a:pt x="1572" y="1739"/>
                  </a:lnTo>
                  <a:cubicBezTo>
                    <a:pt x="1667" y="1739"/>
                    <a:pt x="1763" y="1644"/>
                    <a:pt x="1763" y="1548"/>
                  </a:cubicBezTo>
                  <a:lnTo>
                    <a:pt x="1763" y="334"/>
                  </a:lnTo>
                  <a:close/>
                  <a:moveTo>
                    <a:pt x="7621" y="1025"/>
                  </a:moveTo>
                  <a:lnTo>
                    <a:pt x="7621" y="10360"/>
                  </a:lnTo>
                  <a:lnTo>
                    <a:pt x="1048" y="10360"/>
                  </a:lnTo>
                  <a:lnTo>
                    <a:pt x="1048" y="10003"/>
                  </a:lnTo>
                  <a:lnTo>
                    <a:pt x="7097" y="10003"/>
                  </a:lnTo>
                  <a:cubicBezTo>
                    <a:pt x="7168" y="10003"/>
                    <a:pt x="7264" y="9907"/>
                    <a:pt x="7264" y="9836"/>
                  </a:cubicBezTo>
                  <a:lnTo>
                    <a:pt x="7264" y="1025"/>
                  </a:lnTo>
                  <a:close/>
                  <a:moveTo>
                    <a:pt x="1548" y="0"/>
                  </a:moveTo>
                  <a:cubicBezTo>
                    <a:pt x="1477" y="0"/>
                    <a:pt x="1453" y="24"/>
                    <a:pt x="1429" y="72"/>
                  </a:cubicBezTo>
                  <a:lnTo>
                    <a:pt x="48" y="1429"/>
                  </a:lnTo>
                  <a:cubicBezTo>
                    <a:pt x="24" y="1453"/>
                    <a:pt x="0" y="1525"/>
                    <a:pt x="0" y="1548"/>
                  </a:cubicBezTo>
                  <a:lnTo>
                    <a:pt x="0" y="9860"/>
                  </a:lnTo>
                  <a:cubicBezTo>
                    <a:pt x="0" y="9955"/>
                    <a:pt x="96" y="10026"/>
                    <a:pt x="167" y="10026"/>
                  </a:cubicBezTo>
                  <a:lnTo>
                    <a:pt x="691" y="10026"/>
                  </a:lnTo>
                  <a:lnTo>
                    <a:pt x="691" y="10550"/>
                  </a:lnTo>
                  <a:cubicBezTo>
                    <a:pt x="691" y="10622"/>
                    <a:pt x="762" y="10717"/>
                    <a:pt x="858" y="10717"/>
                  </a:cubicBezTo>
                  <a:lnTo>
                    <a:pt x="7764" y="10717"/>
                  </a:lnTo>
                  <a:cubicBezTo>
                    <a:pt x="7859" y="10717"/>
                    <a:pt x="7954" y="10622"/>
                    <a:pt x="7954" y="10550"/>
                  </a:cubicBezTo>
                  <a:lnTo>
                    <a:pt x="7954" y="858"/>
                  </a:lnTo>
                  <a:cubicBezTo>
                    <a:pt x="7954" y="786"/>
                    <a:pt x="7883" y="691"/>
                    <a:pt x="7764" y="691"/>
                  </a:cubicBezTo>
                  <a:lnTo>
                    <a:pt x="7264" y="691"/>
                  </a:lnTo>
                  <a:lnTo>
                    <a:pt x="7264" y="191"/>
                  </a:lnTo>
                  <a:cubicBezTo>
                    <a:pt x="7264" y="96"/>
                    <a:pt x="7168" y="0"/>
                    <a:pt x="7097" y="0"/>
                  </a:cubicBezTo>
                  <a:close/>
                </a:path>
              </a:pathLst>
            </a:custGeom>
            <a:solidFill>
              <a:schemeClr val="lt1"/>
            </a:solidFill>
            <a:ln>
              <a:noFill/>
            </a:ln>
          </p:spPr>
          <p:txBody>
            <a:bodyPr anchorCtr="0" anchor="ctr" bIns="73750" lIns="73750" spcFirstLastPara="1" rIns="73750" wrap="square" tIns="73750">
              <a:noAutofit/>
            </a:bodyPr>
            <a:lstStyle/>
            <a:p>
              <a:pPr indent="0" lvl="0" marL="0" rtl="0" algn="l">
                <a:spcBef>
                  <a:spcPts val="0"/>
                </a:spcBef>
                <a:spcAft>
                  <a:spcPts val="0"/>
                </a:spcAft>
                <a:buNone/>
              </a:pPr>
              <a:r>
                <a:t/>
              </a:r>
              <a:endParaRPr/>
            </a:p>
          </p:txBody>
        </p:sp>
        <p:sp>
          <p:nvSpPr>
            <p:cNvPr id="2042" name="Google Shape;2042;p341"/>
            <p:cNvSpPr/>
            <p:nvPr/>
          </p:nvSpPr>
          <p:spPr>
            <a:xfrm>
              <a:off x="5772083" y="3373843"/>
              <a:ext cx="52916" cy="12043"/>
            </a:xfrm>
            <a:custGeom>
              <a:rect b="b" l="l" r="r" t="t"/>
              <a:pathLst>
                <a:path extrusionOk="0" h="358" w="1573">
                  <a:moveTo>
                    <a:pt x="191" y="0"/>
                  </a:moveTo>
                  <a:cubicBezTo>
                    <a:pt x="96" y="0"/>
                    <a:pt x="0" y="48"/>
                    <a:pt x="0" y="143"/>
                  </a:cubicBezTo>
                  <a:cubicBezTo>
                    <a:pt x="0" y="262"/>
                    <a:pt x="96" y="357"/>
                    <a:pt x="191" y="357"/>
                  </a:cubicBezTo>
                  <a:lnTo>
                    <a:pt x="1382" y="357"/>
                  </a:lnTo>
                  <a:cubicBezTo>
                    <a:pt x="1453" y="357"/>
                    <a:pt x="1548" y="286"/>
                    <a:pt x="1548" y="214"/>
                  </a:cubicBezTo>
                  <a:cubicBezTo>
                    <a:pt x="1572" y="95"/>
                    <a:pt x="1501" y="0"/>
                    <a:pt x="1382" y="0"/>
                  </a:cubicBezTo>
                  <a:close/>
                </a:path>
              </a:pathLst>
            </a:custGeom>
            <a:solidFill>
              <a:schemeClr val="lt1"/>
            </a:solidFill>
            <a:ln>
              <a:noFill/>
            </a:ln>
          </p:spPr>
          <p:txBody>
            <a:bodyPr anchorCtr="0" anchor="ctr" bIns="73750" lIns="73750" spcFirstLastPara="1" rIns="73750" wrap="square" tIns="73750">
              <a:noAutofit/>
            </a:bodyPr>
            <a:lstStyle/>
            <a:p>
              <a:pPr indent="0" lvl="0" marL="0" rtl="0" algn="l">
                <a:spcBef>
                  <a:spcPts val="0"/>
                </a:spcBef>
                <a:spcAft>
                  <a:spcPts val="0"/>
                </a:spcAft>
                <a:buNone/>
              </a:pPr>
              <a:r>
                <a:t/>
              </a:r>
              <a:endParaRPr/>
            </a:p>
          </p:txBody>
        </p:sp>
        <p:sp>
          <p:nvSpPr>
            <p:cNvPr id="2043" name="Google Shape;2043;p341"/>
            <p:cNvSpPr/>
            <p:nvPr/>
          </p:nvSpPr>
          <p:spPr>
            <a:xfrm>
              <a:off x="5800913" y="3390663"/>
              <a:ext cx="24086" cy="12043"/>
            </a:xfrm>
            <a:custGeom>
              <a:rect b="b" l="l" r="r" t="t"/>
              <a:pathLst>
                <a:path extrusionOk="0" h="358" w="716">
                  <a:moveTo>
                    <a:pt x="215" y="0"/>
                  </a:moveTo>
                  <a:cubicBezTo>
                    <a:pt x="120" y="0"/>
                    <a:pt x="48" y="72"/>
                    <a:pt x="48" y="143"/>
                  </a:cubicBezTo>
                  <a:cubicBezTo>
                    <a:pt x="1" y="262"/>
                    <a:pt x="96" y="357"/>
                    <a:pt x="215" y="357"/>
                  </a:cubicBezTo>
                  <a:lnTo>
                    <a:pt x="548" y="357"/>
                  </a:lnTo>
                  <a:cubicBezTo>
                    <a:pt x="644" y="357"/>
                    <a:pt x="715" y="310"/>
                    <a:pt x="715" y="215"/>
                  </a:cubicBezTo>
                  <a:cubicBezTo>
                    <a:pt x="715" y="95"/>
                    <a:pt x="644" y="0"/>
                    <a:pt x="548" y="0"/>
                  </a:cubicBezTo>
                  <a:close/>
                </a:path>
              </a:pathLst>
            </a:custGeom>
            <a:solidFill>
              <a:schemeClr val="lt1"/>
            </a:solidFill>
            <a:ln>
              <a:noFill/>
            </a:ln>
          </p:spPr>
          <p:txBody>
            <a:bodyPr anchorCtr="0" anchor="ctr" bIns="73750" lIns="73750" spcFirstLastPara="1" rIns="73750" wrap="square" tIns="73750">
              <a:noAutofit/>
            </a:bodyPr>
            <a:lstStyle/>
            <a:p>
              <a:pPr indent="0" lvl="0" marL="0" rtl="0" algn="l">
                <a:spcBef>
                  <a:spcPts val="0"/>
                </a:spcBef>
                <a:spcAft>
                  <a:spcPts val="0"/>
                </a:spcAft>
                <a:buNone/>
              </a:pPr>
              <a:r>
                <a:t/>
              </a:r>
              <a:endParaRPr/>
            </a:p>
          </p:txBody>
        </p:sp>
        <p:sp>
          <p:nvSpPr>
            <p:cNvPr id="2044" name="Google Shape;2044;p341"/>
            <p:cNvSpPr/>
            <p:nvPr/>
          </p:nvSpPr>
          <p:spPr>
            <a:xfrm>
              <a:off x="5632679" y="3577297"/>
              <a:ext cx="186702" cy="34481"/>
            </a:xfrm>
            <a:custGeom>
              <a:rect b="b" l="l" r="r" t="t"/>
              <a:pathLst>
                <a:path extrusionOk="0" h="1025" w="5550">
                  <a:moveTo>
                    <a:pt x="5216" y="358"/>
                  </a:moveTo>
                  <a:lnTo>
                    <a:pt x="5216" y="715"/>
                  </a:lnTo>
                  <a:lnTo>
                    <a:pt x="358" y="715"/>
                  </a:lnTo>
                  <a:lnTo>
                    <a:pt x="358" y="358"/>
                  </a:lnTo>
                  <a:close/>
                  <a:moveTo>
                    <a:pt x="191" y="1"/>
                  </a:moveTo>
                  <a:cubicBezTo>
                    <a:pt x="96" y="1"/>
                    <a:pt x="1" y="72"/>
                    <a:pt x="1" y="168"/>
                  </a:cubicBezTo>
                  <a:lnTo>
                    <a:pt x="1" y="858"/>
                  </a:lnTo>
                  <a:cubicBezTo>
                    <a:pt x="1" y="977"/>
                    <a:pt x="96" y="1025"/>
                    <a:pt x="191" y="1025"/>
                  </a:cubicBezTo>
                  <a:lnTo>
                    <a:pt x="5359" y="1025"/>
                  </a:lnTo>
                  <a:cubicBezTo>
                    <a:pt x="5454" y="1025"/>
                    <a:pt x="5549" y="954"/>
                    <a:pt x="5549" y="858"/>
                  </a:cubicBezTo>
                  <a:lnTo>
                    <a:pt x="5549" y="168"/>
                  </a:lnTo>
                  <a:cubicBezTo>
                    <a:pt x="5549" y="72"/>
                    <a:pt x="5454" y="1"/>
                    <a:pt x="5359" y="1"/>
                  </a:cubicBezTo>
                  <a:close/>
                </a:path>
              </a:pathLst>
            </a:custGeom>
            <a:solidFill>
              <a:schemeClr val="lt1"/>
            </a:solidFill>
            <a:ln>
              <a:noFill/>
            </a:ln>
          </p:spPr>
          <p:txBody>
            <a:bodyPr anchorCtr="0" anchor="ctr" bIns="73750" lIns="73750" spcFirstLastPara="1" rIns="73750" wrap="square" tIns="73750">
              <a:noAutofit/>
            </a:bodyPr>
            <a:lstStyle/>
            <a:p>
              <a:pPr indent="0" lvl="0" marL="0" rtl="0" algn="l">
                <a:spcBef>
                  <a:spcPts val="0"/>
                </a:spcBef>
                <a:spcAft>
                  <a:spcPts val="0"/>
                </a:spcAft>
                <a:buNone/>
              </a:pPr>
              <a:r>
                <a:t/>
              </a:r>
              <a:endParaRPr/>
            </a:p>
          </p:txBody>
        </p:sp>
        <p:sp>
          <p:nvSpPr>
            <p:cNvPr id="2045" name="Google Shape;2045;p341"/>
            <p:cNvSpPr/>
            <p:nvPr/>
          </p:nvSpPr>
          <p:spPr>
            <a:xfrm>
              <a:off x="5655117" y="3623788"/>
              <a:ext cx="141019" cy="12043"/>
            </a:xfrm>
            <a:custGeom>
              <a:rect b="b" l="l" r="r" t="t"/>
              <a:pathLst>
                <a:path extrusionOk="0" h="358" w="4192">
                  <a:moveTo>
                    <a:pt x="215" y="0"/>
                  </a:moveTo>
                  <a:cubicBezTo>
                    <a:pt x="120" y="0"/>
                    <a:pt x="24" y="72"/>
                    <a:pt x="24" y="167"/>
                  </a:cubicBezTo>
                  <a:cubicBezTo>
                    <a:pt x="0" y="286"/>
                    <a:pt x="96" y="357"/>
                    <a:pt x="215" y="357"/>
                  </a:cubicBezTo>
                  <a:lnTo>
                    <a:pt x="4025" y="357"/>
                  </a:lnTo>
                  <a:cubicBezTo>
                    <a:pt x="4097" y="357"/>
                    <a:pt x="4192" y="310"/>
                    <a:pt x="4192" y="215"/>
                  </a:cubicBezTo>
                  <a:cubicBezTo>
                    <a:pt x="4192" y="95"/>
                    <a:pt x="4097" y="0"/>
                    <a:pt x="4025" y="0"/>
                  </a:cubicBezTo>
                  <a:close/>
                </a:path>
              </a:pathLst>
            </a:custGeom>
            <a:solidFill>
              <a:schemeClr val="lt1"/>
            </a:solidFill>
            <a:ln>
              <a:noFill/>
            </a:ln>
          </p:spPr>
          <p:txBody>
            <a:bodyPr anchorCtr="0" anchor="ctr" bIns="73750" lIns="73750" spcFirstLastPara="1" rIns="73750" wrap="square" tIns="73750">
              <a:noAutofit/>
            </a:bodyPr>
            <a:lstStyle/>
            <a:p>
              <a:pPr indent="0" lvl="0" marL="0" rtl="0" algn="l">
                <a:spcBef>
                  <a:spcPts val="0"/>
                </a:spcBef>
                <a:spcAft>
                  <a:spcPts val="0"/>
                </a:spcAft>
                <a:buNone/>
              </a:pPr>
              <a:r>
                <a:t/>
              </a:r>
              <a:endParaRPr/>
            </a:p>
          </p:txBody>
        </p:sp>
        <p:sp>
          <p:nvSpPr>
            <p:cNvPr id="2046" name="Google Shape;2046;p341"/>
            <p:cNvSpPr/>
            <p:nvPr/>
          </p:nvSpPr>
          <p:spPr>
            <a:xfrm>
              <a:off x="5683946" y="3646999"/>
              <a:ext cx="83360" cy="12077"/>
            </a:xfrm>
            <a:custGeom>
              <a:rect b="b" l="l" r="r" t="t"/>
              <a:pathLst>
                <a:path extrusionOk="0" h="359" w="2478">
                  <a:moveTo>
                    <a:pt x="215" y="1"/>
                  </a:moveTo>
                  <a:cubicBezTo>
                    <a:pt x="120" y="1"/>
                    <a:pt x="25" y="72"/>
                    <a:pt x="25" y="144"/>
                  </a:cubicBezTo>
                  <a:cubicBezTo>
                    <a:pt x="1" y="263"/>
                    <a:pt x="96" y="358"/>
                    <a:pt x="215" y="358"/>
                  </a:cubicBezTo>
                  <a:lnTo>
                    <a:pt x="2287" y="358"/>
                  </a:lnTo>
                  <a:cubicBezTo>
                    <a:pt x="2382" y="358"/>
                    <a:pt x="2477" y="310"/>
                    <a:pt x="2477" y="215"/>
                  </a:cubicBezTo>
                  <a:cubicBezTo>
                    <a:pt x="2477" y="96"/>
                    <a:pt x="2382" y="1"/>
                    <a:pt x="2287" y="1"/>
                  </a:cubicBezTo>
                  <a:close/>
                </a:path>
              </a:pathLst>
            </a:custGeom>
            <a:solidFill>
              <a:schemeClr val="lt1"/>
            </a:solidFill>
            <a:ln>
              <a:noFill/>
            </a:ln>
          </p:spPr>
          <p:txBody>
            <a:bodyPr anchorCtr="0" anchor="ctr" bIns="73750" lIns="73750" spcFirstLastPara="1" rIns="73750" wrap="square" tIns="73750">
              <a:noAutofit/>
            </a:bodyPr>
            <a:lstStyle/>
            <a:p>
              <a:pPr indent="0" lvl="0" marL="0" rtl="0" algn="l">
                <a:spcBef>
                  <a:spcPts val="0"/>
                </a:spcBef>
                <a:spcAft>
                  <a:spcPts val="0"/>
                </a:spcAft>
                <a:buNone/>
              </a:pPr>
              <a:r>
                <a:t/>
              </a:r>
              <a:endParaRPr/>
            </a:p>
          </p:txBody>
        </p:sp>
        <p:sp>
          <p:nvSpPr>
            <p:cNvPr id="2047" name="Google Shape;2047;p341"/>
            <p:cNvSpPr/>
            <p:nvPr/>
          </p:nvSpPr>
          <p:spPr>
            <a:xfrm>
              <a:off x="5690372" y="3391167"/>
              <a:ext cx="70509" cy="175769"/>
            </a:xfrm>
            <a:custGeom>
              <a:rect b="b" l="l" r="r" t="t"/>
              <a:pathLst>
                <a:path extrusionOk="0" h="5225" w="2096">
                  <a:moveTo>
                    <a:pt x="1048" y="557"/>
                  </a:moveTo>
                  <a:lnTo>
                    <a:pt x="1286" y="1033"/>
                  </a:lnTo>
                  <a:lnTo>
                    <a:pt x="834" y="1033"/>
                  </a:lnTo>
                  <a:lnTo>
                    <a:pt x="1048" y="557"/>
                  </a:lnTo>
                  <a:close/>
                  <a:moveTo>
                    <a:pt x="1477" y="1390"/>
                  </a:moveTo>
                  <a:lnTo>
                    <a:pt x="1739" y="1890"/>
                  </a:lnTo>
                  <a:lnTo>
                    <a:pt x="405" y="1890"/>
                  </a:lnTo>
                  <a:lnTo>
                    <a:pt x="643" y="1390"/>
                  </a:lnTo>
                  <a:close/>
                  <a:moveTo>
                    <a:pt x="381" y="2248"/>
                  </a:moveTo>
                  <a:lnTo>
                    <a:pt x="548" y="2271"/>
                  </a:lnTo>
                  <a:lnTo>
                    <a:pt x="548" y="4843"/>
                  </a:lnTo>
                  <a:lnTo>
                    <a:pt x="381" y="4843"/>
                  </a:lnTo>
                  <a:lnTo>
                    <a:pt x="381" y="2248"/>
                  </a:lnTo>
                  <a:close/>
                  <a:moveTo>
                    <a:pt x="1239" y="2248"/>
                  </a:moveTo>
                  <a:lnTo>
                    <a:pt x="1239" y="4843"/>
                  </a:lnTo>
                  <a:lnTo>
                    <a:pt x="881" y="4843"/>
                  </a:lnTo>
                  <a:lnTo>
                    <a:pt x="881" y="2271"/>
                  </a:lnTo>
                  <a:lnTo>
                    <a:pt x="881" y="2248"/>
                  </a:lnTo>
                  <a:close/>
                  <a:moveTo>
                    <a:pt x="1739" y="2248"/>
                  </a:moveTo>
                  <a:lnTo>
                    <a:pt x="1739" y="4843"/>
                  </a:lnTo>
                  <a:lnTo>
                    <a:pt x="1572" y="4843"/>
                  </a:lnTo>
                  <a:lnTo>
                    <a:pt x="1572" y="2248"/>
                  </a:lnTo>
                  <a:close/>
                  <a:moveTo>
                    <a:pt x="1047" y="0"/>
                  </a:moveTo>
                  <a:cubicBezTo>
                    <a:pt x="1023" y="0"/>
                    <a:pt x="999" y="3"/>
                    <a:pt x="977" y="9"/>
                  </a:cubicBezTo>
                  <a:cubicBezTo>
                    <a:pt x="953" y="57"/>
                    <a:pt x="905" y="57"/>
                    <a:pt x="881" y="104"/>
                  </a:cubicBezTo>
                  <a:lnTo>
                    <a:pt x="24" y="1843"/>
                  </a:lnTo>
                  <a:cubicBezTo>
                    <a:pt x="24" y="1867"/>
                    <a:pt x="0" y="1890"/>
                    <a:pt x="0" y="1914"/>
                  </a:cubicBezTo>
                  <a:lnTo>
                    <a:pt x="0" y="5058"/>
                  </a:lnTo>
                  <a:cubicBezTo>
                    <a:pt x="0" y="5129"/>
                    <a:pt x="72" y="5224"/>
                    <a:pt x="167" y="5224"/>
                  </a:cubicBezTo>
                  <a:lnTo>
                    <a:pt x="1905" y="5224"/>
                  </a:lnTo>
                  <a:cubicBezTo>
                    <a:pt x="1977" y="5224"/>
                    <a:pt x="2072" y="5129"/>
                    <a:pt x="2072" y="5058"/>
                  </a:cubicBezTo>
                  <a:lnTo>
                    <a:pt x="2072" y="1914"/>
                  </a:lnTo>
                  <a:cubicBezTo>
                    <a:pt x="2096" y="1867"/>
                    <a:pt x="2096" y="1867"/>
                    <a:pt x="2072" y="1843"/>
                  </a:cubicBezTo>
                  <a:lnTo>
                    <a:pt x="1215" y="104"/>
                  </a:lnTo>
                  <a:cubicBezTo>
                    <a:pt x="1197" y="32"/>
                    <a:pt x="1123" y="0"/>
                    <a:pt x="1047" y="0"/>
                  </a:cubicBezTo>
                  <a:close/>
                </a:path>
              </a:pathLst>
            </a:custGeom>
            <a:solidFill>
              <a:schemeClr val="lt1"/>
            </a:solidFill>
            <a:ln>
              <a:noFill/>
            </a:ln>
          </p:spPr>
          <p:txBody>
            <a:bodyPr anchorCtr="0" anchor="ctr" bIns="73750" lIns="73750" spcFirstLastPara="1" rIns="73750" wrap="square" tIns="73750">
              <a:noAutofit/>
            </a:bodyPr>
            <a:lstStyle/>
            <a:p>
              <a:pPr indent="0" lvl="0" marL="0" rtl="0" algn="l">
                <a:spcBef>
                  <a:spcPts val="0"/>
                </a:spcBef>
                <a:spcAft>
                  <a:spcPts val="0"/>
                </a:spcAft>
                <a:buNone/>
              </a:pPr>
              <a:r>
                <a:t/>
              </a:r>
              <a:endParaRPr/>
            </a:p>
          </p:txBody>
        </p:sp>
      </p:grpSp>
      <p:sp>
        <p:nvSpPr>
          <p:cNvPr id="2048" name="Google Shape;2048;p341"/>
          <p:cNvSpPr txBox="1"/>
          <p:nvPr/>
        </p:nvSpPr>
        <p:spPr>
          <a:xfrm>
            <a:off x="457200" y="406057"/>
            <a:ext cx="3661500" cy="2463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 sz="1600">
                <a:solidFill>
                  <a:srgbClr val="60A5FA"/>
                </a:solidFill>
                <a:latin typeface="Poppins SemiBold"/>
                <a:ea typeface="Poppins SemiBold"/>
                <a:cs typeface="Poppins SemiBold"/>
                <a:sym typeface="Poppins SemiBold"/>
              </a:rPr>
              <a:t>Prototyping Prompting Lens</a:t>
            </a:r>
            <a:endParaRPr sz="1600">
              <a:solidFill>
                <a:srgbClr val="60A5FA"/>
              </a:solidFill>
              <a:latin typeface="Poppins SemiBold"/>
              <a:ea typeface="Poppins SemiBold"/>
              <a:cs typeface="Poppins SemiBold"/>
              <a:sym typeface="Poppins SemiBold"/>
            </a:endParaRPr>
          </a:p>
        </p:txBody>
      </p:sp>
      <p:sp>
        <p:nvSpPr>
          <p:cNvPr id="2049" name="Google Shape;2049;p341"/>
          <p:cNvSpPr txBox="1"/>
          <p:nvPr/>
        </p:nvSpPr>
        <p:spPr>
          <a:xfrm>
            <a:off x="457200" y="710182"/>
            <a:ext cx="8227500" cy="393900"/>
          </a:xfrm>
          <a:prstGeom prst="rect">
            <a:avLst/>
          </a:prstGeom>
          <a:noFill/>
          <a:ln>
            <a:noFill/>
          </a:ln>
        </p:spPr>
        <p:txBody>
          <a:bodyPr anchorCtr="0" anchor="ctr" bIns="0" lIns="0" spcFirstLastPara="1" rIns="0" wrap="square" tIns="0">
            <a:spAutoFit/>
          </a:bodyPr>
          <a:lstStyle/>
          <a:p>
            <a:pPr indent="0" lvl="0" marL="0" rtl="0" algn="l">
              <a:lnSpc>
                <a:spcPct val="80000"/>
              </a:lnSpc>
              <a:spcBef>
                <a:spcPts val="0"/>
              </a:spcBef>
              <a:spcAft>
                <a:spcPts val="0"/>
              </a:spcAft>
              <a:buNone/>
            </a:pPr>
            <a:r>
              <a:rPr lang="en" sz="3200">
                <a:solidFill>
                  <a:schemeClr val="dk1"/>
                </a:solidFill>
                <a:latin typeface="Poppins Medium"/>
                <a:ea typeface="Poppins Medium"/>
                <a:cs typeface="Poppins Medium"/>
                <a:sym typeface="Poppins Medium"/>
              </a:rPr>
              <a:t>Turn Prompts into Functional Prototypes</a:t>
            </a:r>
            <a:endParaRPr sz="3200">
              <a:solidFill>
                <a:schemeClr val="dk1"/>
              </a:solidFill>
              <a:latin typeface="Poppins Medium"/>
              <a:ea typeface="Poppins Medium"/>
              <a:cs typeface="Poppins Medium"/>
              <a:sym typeface="Poppins Medium"/>
            </a:endParaRPr>
          </a:p>
        </p:txBody>
      </p:sp>
      <p:sp>
        <p:nvSpPr>
          <p:cNvPr id="2050" name="Google Shape;2050;p341"/>
          <p:cNvSpPr/>
          <p:nvPr/>
        </p:nvSpPr>
        <p:spPr>
          <a:xfrm>
            <a:off x="459300" y="1992237"/>
            <a:ext cx="428100" cy="441000"/>
          </a:xfrm>
          <a:prstGeom prst="ellipse">
            <a:avLst/>
          </a:prstGeom>
          <a:solidFill>
            <a:schemeClr val="accent1"/>
          </a:solidFill>
          <a:ln>
            <a:noFill/>
          </a:ln>
        </p:spPr>
        <p:txBody>
          <a:bodyPr anchorCtr="0" anchor="ctr" bIns="102475" lIns="102475" spcFirstLastPara="1" rIns="102475" wrap="square" tIns="102475">
            <a:noAutofit/>
          </a:bodyPr>
          <a:lstStyle/>
          <a:p>
            <a:pPr indent="0" lvl="0" marL="0" rtl="0" algn="ctr">
              <a:spcBef>
                <a:spcPts val="0"/>
              </a:spcBef>
              <a:spcAft>
                <a:spcPts val="0"/>
              </a:spcAft>
              <a:buNone/>
            </a:pPr>
            <a:r>
              <a:t/>
            </a:r>
            <a:endParaRPr sz="1569">
              <a:solidFill>
                <a:srgbClr val="FFFFFF"/>
              </a:solidFill>
              <a:latin typeface="Lato"/>
              <a:ea typeface="Lato"/>
              <a:cs typeface="Lato"/>
              <a:sym typeface="Lato"/>
            </a:endParaRPr>
          </a:p>
        </p:txBody>
      </p:sp>
      <p:sp>
        <p:nvSpPr>
          <p:cNvPr id="2051" name="Google Shape;2051;p341"/>
          <p:cNvSpPr/>
          <p:nvPr/>
        </p:nvSpPr>
        <p:spPr>
          <a:xfrm>
            <a:off x="459300" y="1400575"/>
            <a:ext cx="428100" cy="441000"/>
          </a:xfrm>
          <a:prstGeom prst="ellipse">
            <a:avLst/>
          </a:prstGeom>
          <a:solidFill>
            <a:schemeClr val="accent2"/>
          </a:solidFill>
          <a:ln>
            <a:noFill/>
          </a:ln>
        </p:spPr>
        <p:txBody>
          <a:bodyPr anchorCtr="0" anchor="ctr" bIns="102475" lIns="102475" spcFirstLastPara="1" rIns="102475" wrap="square" tIns="102475">
            <a:noAutofit/>
          </a:bodyPr>
          <a:lstStyle/>
          <a:p>
            <a:pPr indent="0" lvl="0" marL="0" rtl="0" algn="ctr">
              <a:spcBef>
                <a:spcPts val="0"/>
              </a:spcBef>
              <a:spcAft>
                <a:spcPts val="0"/>
              </a:spcAft>
              <a:buNone/>
            </a:pPr>
            <a:r>
              <a:t/>
            </a:r>
            <a:endParaRPr sz="1569">
              <a:solidFill>
                <a:srgbClr val="FFFFFF"/>
              </a:solidFill>
              <a:latin typeface="Lato"/>
              <a:ea typeface="Lato"/>
              <a:cs typeface="Lato"/>
              <a:sym typeface="Lato"/>
            </a:endParaRPr>
          </a:p>
        </p:txBody>
      </p:sp>
      <p:sp>
        <p:nvSpPr>
          <p:cNvPr id="2052" name="Google Shape;2052;p341"/>
          <p:cNvSpPr/>
          <p:nvPr/>
        </p:nvSpPr>
        <p:spPr>
          <a:xfrm>
            <a:off x="459300" y="2641626"/>
            <a:ext cx="428100" cy="441000"/>
          </a:xfrm>
          <a:prstGeom prst="ellipse">
            <a:avLst/>
          </a:prstGeom>
          <a:solidFill>
            <a:srgbClr val="60A5FA"/>
          </a:solidFill>
          <a:ln>
            <a:noFill/>
          </a:ln>
        </p:spPr>
        <p:txBody>
          <a:bodyPr anchorCtr="0" anchor="ctr" bIns="102475" lIns="102475" spcFirstLastPara="1" rIns="102475" wrap="square" tIns="102475">
            <a:noAutofit/>
          </a:bodyPr>
          <a:lstStyle/>
          <a:p>
            <a:pPr indent="0" lvl="0" marL="0" rtl="0" algn="ctr">
              <a:spcBef>
                <a:spcPts val="0"/>
              </a:spcBef>
              <a:spcAft>
                <a:spcPts val="0"/>
              </a:spcAft>
              <a:buNone/>
            </a:pPr>
            <a:r>
              <a:t/>
            </a:r>
            <a:endParaRPr sz="1569">
              <a:solidFill>
                <a:schemeClr val="accent1"/>
              </a:solidFill>
              <a:latin typeface="Lato"/>
              <a:ea typeface="Lato"/>
              <a:cs typeface="Lato"/>
              <a:sym typeface="Lato"/>
            </a:endParaRPr>
          </a:p>
        </p:txBody>
      </p:sp>
      <p:sp>
        <p:nvSpPr>
          <p:cNvPr id="2053" name="Google Shape;2053;p341"/>
          <p:cNvSpPr/>
          <p:nvPr/>
        </p:nvSpPr>
        <p:spPr>
          <a:xfrm>
            <a:off x="459300" y="3277149"/>
            <a:ext cx="428100" cy="441000"/>
          </a:xfrm>
          <a:prstGeom prst="ellipse">
            <a:avLst/>
          </a:prstGeom>
          <a:solidFill>
            <a:srgbClr val="FFFFFF"/>
          </a:solidFill>
          <a:ln cap="flat" cmpd="sng" w="19050">
            <a:solidFill>
              <a:schemeClr val="accent1"/>
            </a:solidFill>
            <a:prstDash val="solid"/>
            <a:round/>
            <a:headEnd len="sm" w="sm" type="none"/>
            <a:tailEnd len="sm" w="sm" type="none"/>
          </a:ln>
        </p:spPr>
        <p:txBody>
          <a:bodyPr anchorCtr="0" anchor="ctr" bIns="102475" lIns="102475" spcFirstLastPara="1" rIns="102475" wrap="square" tIns="102475">
            <a:noAutofit/>
          </a:bodyPr>
          <a:lstStyle/>
          <a:p>
            <a:pPr indent="0" lvl="0" marL="0" rtl="0" algn="ctr">
              <a:spcBef>
                <a:spcPts val="0"/>
              </a:spcBef>
              <a:spcAft>
                <a:spcPts val="0"/>
              </a:spcAft>
              <a:buNone/>
            </a:pPr>
            <a:r>
              <a:t/>
            </a:r>
            <a:endParaRPr sz="1569">
              <a:solidFill>
                <a:schemeClr val="accent1"/>
              </a:solidFill>
              <a:latin typeface="Lato"/>
              <a:ea typeface="Lato"/>
              <a:cs typeface="Lato"/>
              <a:sym typeface="Lato"/>
            </a:endParaRPr>
          </a:p>
        </p:txBody>
      </p:sp>
      <p:sp>
        <p:nvSpPr>
          <p:cNvPr id="2054" name="Google Shape;2054;p341"/>
          <p:cNvSpPr txBox="1"/>
          <p:nvPr/>
        </p:nvSpPr>
        <p:spPr>
          <a:xfrm>
            <a:off x="520871" y="1447319"/>
            <a:ext cx="317100" cy="350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rgbClr val="FFFFFF"/>
                </a:solidFill>
                <a:latin typeface="Poppins SemiBold"/>
                <a:ea typeface="Poppins SemiBold"/>
                <a:cs typeface="Poppins SemiBold"/>
                <a:sym typeface="Poppins SemiBold"/>
              </a:rPr>
              <a:t>F</a:t>
            </a:r>
            <a:endParaRPr sz="1300">
              <a:solidFill>
                <a:srgbClr val="FFFFFF"/>
              </a:solidFill>
              <a:latin typeface="Poppins SemiBold"/>
              <a:ea typeface="Poppins SemiBold"/>
              <a:cs typeface="Poppins SemiBold"/>
              <a:sym typeface="Poppins SemiBold"/>
            </a:endParaRPr>
          </a:p>
        </p:txBody>
      </p:sp>
      <p:sp>
        <p:nvSpPr>
          <p:cNvPr id="2055" name="Google Shape;2055;p341"/>
          <p:cNvSpPr txBox="1"/>
          <p:nvPr/>
        </p:nvSpPr>
        <p:spPr>
          <a:xfrm>
            <a:off x="502248" y="2039588"/>
            <a:ext cx="353700" cy="350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rgbClr val="FFFFFF"/>
                </a:solidFill>
                <a:latin typeface="Poppins SemiBold"/>
                <a:ea typeface="Poppins SemiBold"/>
                <a:cs typeface="Poppins SemiBold"/>
                <a:sym typeface="Poppins SemiBold"/>
              </a:rPr>
              <a:t>U</a:t>
            </a:r>
            <a:endParaRPr sz="1300">
              <a:solidFill>
                <a:srgbClr val="FFFFFF"/>
              </a:solidFill>
              <a:latin typeface="Poppins SemiBold"/>
              <a:ea typeface="Poppins SemiBold"/>
              <a:cs typeface="Poppins SemiBold"/>
              <a:sym typeface="Poppins SemiBold"/>
            </a:endParaRPr>
          </a:p>
        </p:txBody>
      </p:sp>
      <p:sp>
        <p:nvSpPr>
          <p:cNvPr id="2056" name="Google Shape;2056;p341"/>
          <p:cNvSpPr txBox="1"/>
          <p:nvPr/>
        </p:nvSpPr>
        <p:spPr>
          <a:xfrm>
            <a:off x="502248" y="2683797"/>
            <a:ext cx="353700" cy="350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chemeClr val="accent1"/>
                </a:solidFill>
                <a:latin typeface="Poppins SemiBold"/>
                <a:ea typeface="Poppins SemiBold"/>
                <a:cs typeface="Poppins SemiBold"/>
                <a:sym typeface="Poppins SemiBold"/>
              </a:rPr>
              <a:t>D</a:t>
            </a:r>
            <a:endParaRPr sz="1300">
              <a:solidFill>
                <a:schemeClr val="accent1"/>
              </a:solidFill>
              <a:latin typeface="Poppins SemiBold"/>
              <a:ea typeface="Poppins SemiBold"/>
              <a:cs typeface="Poppins SemiBold"/>
              <a:sym typeface="Poppins SemiBold"/>
            </a:endParaRPr>
          </a:p>
        </p:txBody>
      </p:sp>
      <p:sp>
        <p:nvSpPr>
          <p:cNvPr id="2057" name="Google Shape;2057;p341"/>
          <p:cNvSpPr txBox="1"/>
          <p:nvPr/>
        </p:nvSpPr>
        <p:spPr>
          <a:xfrm>
            <a:off x="502248" y="3329686"/>
            <a:ext cx="353700" cy="350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chemeClr val="accent1"/>
                </a:solidFill>
                <a:latin typeface="Poppins SemiBold"/>
                <a:ea typeface="Poppins SemiBold"/>
                <a:cs typeface="Poppins SemiBold"/>
                <a:sym typeface="Poppins SemiBold"/>
              </a:rPr>
              <a:t>I</a:t>
            </a:r>
            <a:endParaRPr sz="1300">
              <a:solidFill>
                <a:schemeClr val="accent1"/>
              </a:solidFill>
              <a:latin typeface="Poppins SemiBold"/>
              <a:ea typeface="Poppins SemiBold"/>
              <a:cs typeface="Poppins SemiBold"/>
              <a:sym typeface="Poppins SemiBold"/>
            </a:endParaRPr>
          </a:p>
        </p:txBody>
      </p:sp>
      <p:grpSp>
        <p:nvGrpSpPr>
          <p:cNvPr id="2058" name="Google Shape;2058;p341"/>
          <p:cNvGrpSpPr/>
          <p:nvPr/>
        </p:nvGrpSpPr>
        <p:grpSpPr>
          <a:xfrm>
            <a:off x="1139552" y="1443916"/>
            <a:ext cx="1248354" cy="353316"/>
            <a:chOff x="1112125" y="2537113"/>
            <a:chExt cx="2374200" cy="317988"/>
          </a:xfrm>
        </p:grpSpPr>
        <p:sp>
          <p:nvSpPr>
            <p:cNvPr id="2059" name="Google Shape;2059;p341"/>
            <p:cNvSpPr/>
            <p:nvPr/>
          </p:nvSpPr>
          <p:spPr>
            <a:xfrm>
              <a:off x="1112125" y="2547300"/>
              <a:ext cx="2374200" cy="307800"/>
            </a:xfrm>
            <a:prstGeom prst="roundRect">
              <a:avLst>
                <a:gd fmla="val 50000" name="adj"/>
              </a:avLst>
            </a:prstGeom>
            <a:solidFill>
              <a:srgbClr val="DBEA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A2B6B"/>
                </a:solidFill>
                <a:latin typeface="Lato"/>
                <a:ea typeface="Lato"/>
                <a:cs typeface="Lato"/>
                <a:sym typeface="Lato"/>
              </a:endParaRPr>
            </a:p>
          </p:txBody>
        </p:sp>
        <p:sp>
          <p:nvSpPr>
            <p:cNvPr id="2060" name="Google Shape;2060;p341"/>
            <p:cNvSpPr txBox="1"/>
            <p:nvPr/>
          </p:nvSpPr>
          <p:spPr>
            <a:xfrm>
              <a:off x="1321575" y="2537113"/>
              <a:ext cx="2091000" cy="311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000"/>
                </a:spcAft>
                <a:buNone/>
              </a:pPr>
              <a:r>
                <a:rPr lang="en" sz="1050">
                  <a:solidFill>
                    <a:srgbClr val="1A2B6B"/>
                  </a:solidFill>
                  <a:latin typeface="Poppins SemiBold"/>
                  <a:ea typeface="Poppins SemiBold"/>
                  <a:cs typeface="Poppins SemiBold"/>
                  <a:sym typeface="Poppins SemiBold"/>
                </a:rPr>
                <a:t>Functionality</a:t>
              </a:r>
              <a:endParaRPr sz="900">
                <a:solidFill>
                  <a:srgbClr val="1A2B6B"/>
                </a:solidFill>
                <a:latin typeface="Lato"/>
                <a:ea typeface="Lato"/>
                <a:cs typeface="Lato"/>
                <a:sym typeface="Lato"/>
              </a:endParaRPr>
            </a:p>
          </p:txBody>
        </p:sp>
      </p:grpSp>
      <p:sp>
        <p:nvSpPr>
          <p:cNvPr id="2061" name="Google Shape;2061;p341"/>
          <p:cNvSpPr txBox="1"/>
          <p:nvPr/>
        </p:nvSpPr>
        <p:spPr>
          <a:xfrm>
            <a:off x="2979600" y="1461017"/>
            <a:ext cx="30111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 sz="1000">
                <a:solidFill>
                  <a:schemeClr val="accent2"/>
                </a:solidFill>
                <a:latin typeface="Lato"/>
                <a:ea typeface="Lato"/>
                <a:cs typeface="Lato"/>
                <a:sym typeface="Lato"/>
              </a:rPr>
              <a:t>What should the product do?</a:t>
            </a:r>
            <a:endParaRPr sz="1000">
              <a:solidFill>
                <a:schemeClr val="accent2"/>
              </a:solidFill>
              <a:latin typeface="Lato"/>
              <a:ea typeface="Lato"/>
              <a:cs typeface="Lato"/>
              <a:sym typeface="Lato"/>
            </a:endParaRPr>
          </a:p>
        </p:txBody>
      </p:sp>
      <p:grpSp>
        <p:nvGrpSpPr>
          <p:cNvPr id="2062" name="Google Shape;2062;p341"/>
          <p:cNvGrpSpPr/>
          <p:nvPr/>
        </p:nvGrpSpPr>
        <p:grpSpPr>
          <a:xfrm>
            <a:off x="1165040" y="2038175"/>
            <a:ext cx="1248354" cy="353316"/>
            <a:chOff x="1160600" y="3004038"/>
            <a:chExt cx="2374200" cy="317988"/>
          </a:xfrm>
        </p:grpSpPr>
        <p:sp>
          <p:nvSpPr>
            <p:cNvPr id="2063" name="Google Shape;2063;p341"/>
            <p:cNvSpPr/>
            <p:nvPr/>
          </p:nvSpPr>
          <p:spPr>
            <a:xfrm>
              <a:off x="1160600" y="3014225"/>
              <a:ext cx="2374200" cy="307800"/>
            </a:xfrm>
            <a:prstGeom prst="roundRect">
              <a:avLst>
                <a:gd fmla="val 50000" name="adj"/>
              </a:avLst>
            </a:prstGeom>
            <a:solidFill>
              <a:srgbClr val="DBEA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A2B6B"/>
                </a:solidFill>
                <a:latin typeface="Lato"/>
                <a:ea typeface="Lato"/>
                <a:cs typeface="Lato"/>
                <a:sym typeface="Lato"/>
              </a:endParaRPr>
            </a:p>
          </p:txBody>
        </p:sp>
        <p:sp>
          <p:nvSpPr>
            <p:cNvPr id="2064" name="Google Shape;2064;p341"/>
            <p:cNvSpPr txBox="1"/>
            <p:nvPr/>
          </p:nvSpPr>
          <p:spPr>
            <a:xfrm>
              <a:off x="1321575" y="3004038"/>
              <a:ext cx="2091000" cy="311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000"/>
                </a:spcAft>
                <a:buNone/>
              </a:pPr>
              <a:r>
                <a:rPr lang="en" sz="1050">
                  <a:solidFill>
                    <a:srgbClr val="1A2B6B"/>
                  </a:solidFill>
                  <a:latin typeface="Poppins SemiBold"/>
                  <a:ea typeface="Poppins SemiBold"/>
                  <a:cs typeface="Poppins SemiBold"/>
                  <a:sym typeface="Poppins SemiBold"/>
                </a:rPr>
                <a:t>User Flow</a:t>
              </a:r>
              <a:endParaRPr sz="900">
                <a:solidFill>
                  <a:srgbClr val="1A2B6B"/>
                </a:solidFill>
                <a:latin typeface="Lato"/>
                <a:ea typeface="Lato"/>
                <a:cs typeface="Lato"/>
                <a:sym typeface="Lato"/>
              </a:endParaRPr>
            </a:p>
          </p:txBody>
        </p:sp>
      </p:grpSp>
      <p:sp>
        <p:nvSpPr>
          <p:cNvPr id="2065" name="Google Shape;2065;p341"/>
          <p:cNvSpPr txBox="1"/>
          <p:nvPr/>
        </p:nvSpPr>
        <p:spPr>
          <a:xfrm>
            <a:off x="2979600" y="2089359"/>
            <a:ext cx="36294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 sz="1000">
                <a:solidFill>
                  <a:schemeClr val="accent2"/>
                </a:solidFill>
                <a:latin typeface="Lato"/>
                <a:ea typeface="Lato"/>
                <a:cs typeface="Lato"/>
                <a:sym typeface="Lato"/>
              </a:rPr>
              <a:t>What is the happy path?</a:t>
            </a:r>
            <a:endParaRPr sz="1000">
              <a:solidFill>
                <a:schemeClr val="accent2"/>
              </a:solidFill>
              <a:latin typeface="Lato"/>
              <a:ea typeface="Lato"/>
              <a:cs typeface="Lato"/>
              <a:sym typeface="Lato"/>
            </a:endParaRPr>
          </a:p>
        </p:txBody>
      </p:sp>
      <p:grpSp>
        <p:nvGrpSpPr>
          <p:cNvPr id="2066" name="Google Shape;2066;p341"/>
          <p:cNvGrpSpPr/>
          <p:nvPr/>
        </p:nvGrpSpPr>
        <p:grpSpPr>
          <a:xfrm>
            <a:off x="1165040" y="2686031"/>
            <a:ext cx="1248354" cy="353316"/>
            <a:chOff x="1160600" y="3484713"/>
            <a:chExt cx="2374200" cy="317988"/>
          </a:xfrm>
        </p:grpSpPr>
        <p:sp>
          <p:nvSpPr>
            <p:cNvPr id="2067" name="Google Shape;2067;p341"/>
            <p:cNvSpPr/>
            <p:nvPr/>
          </p:nvSpPr>
          <p:spPr>
            <a:xfrm>
              <a:off x="1160600" y="3494900"/>
              <a:ext cx="2374200" cy="307800"/>
            </a:xfrm>
            <a:prstGeom prst="roundRect">
              <a:avLst>
                <a:gd fmla="val 50000" name="adj"/>
              </a:avLst>
            </a:prstGeom>
            <a:solidFill>
              <a:srgbClr val="DBEA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A2B6B"/>
                </a:solidFill>
                <a:latin typeface="Lato"/>
                <a:ea typeface="Lato"/>
                <a:cs typeface="Lato"/>
                <a:sym typeface="Lato"/>
              </a:endParaRPr>
            </a:p>
          </p:txBody>
        </p:sp>
        <p:sp>
          <p:nvSpPr>
            <p:cNvPr id="2068" name="Google Shape;2068;p341"/>
            <p:cNvSpPr txBox="1"/>
            <p:nvPr/>
          </p:nvSpPr>
          <p:spPr>
            <a:xfrm>
              <a:off x="1321575" y="3484713"/>
              <a:ext cx="2091000" cy="311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000"/>
                </a:spcAft>
                <a:buNone/>
              </a:pPr>
              <a:r>
                <a:rPr lang="en" sz="1050">
                  <a:solidFill>
                    <a:srgbClr val="1A2B6B"/>
                  </a:solidFill>
                  <a:latin typeface="Poppins SemiBold"/>
                  <a:ea typeface="Poppins SemiBold"/>
                  <a:cs typeface="Poppins SemiBold"/>
                  <a:sym typeface="Poppins SemiBold"/>
                </a:rPr>
                <a:t>Design</a:t>
              </a:r>
              <a:endParaRPr sz="900">
                <a:solidFill>
                  <a:srgbClr val="1A2B6B"/>
                </a:solidFill>
                <a:latin typeface="Lato"/>
                <a:ea typeface="Lato"/>
                <a:cs typeface="Lato"/>
                <a:sym typeface="Lato"/>
              </a:endParaRPr>
            </a:p>
          </p:txBody>
        </p:sp>
      </p:grpSp>
      <p:sp>
        <p:nvSpPr>
          <p:cNvPr id="2069" name="Google Shape;2069;p341"/>
          <p:cNvSpPr txBox="1"/>
          <p:nvPr/>
        </p:nvSpPr>
        <p:spPr>
          <a:xfrm>
            <a:off x="2979600" y="2717702"/>
            <a:ext cx="29538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 sz="1000">
                <a:solidFill>
                  <a:schemeClr val="accent2"/>
                </a:solidFill>
                <a:latin typeface="Lato"/>
                <a:ea typeface="Lato"/>
                <a:cs typeface="Lato"/>
                <a:sym typeface="Lato"/>
              </a:rPr>
              <a:t>What are the visual constraints?</a:t>
            </a:r>
            <a:endParaRPr sz="1000">
              <a:solidFill>
                <a:schemeClr val="accent2"/>
              </a:solidFill>
              <a:latin typeface="Lato"/>
              <a:ea typeface="Lato"/>
              <a:cs typeface="Lato"/>
              <a:sym typeface="Lato"/>
            </a:endParaRPr>
          </a:p>
        </p:txBody>
      </p:sp>
      <p:grpSp>
        <p:nvGrpSpPr>
          <p:cNvPr id="2070" name="Google Shape;2070;p341"/>
          <p:cNvGrpSpPr/>
          <p:nvPr/>
        </p:nvGrpSpPr>
        <p:grpSpPr>
          <a:xfrm>
            <a:off x="1165040" y="3328944"/>
            <a:ext cx="1248354" cy="353316"/>
            <a:chOff x="1160600" y="3944125"/>
            <a:chExt cx="2374200" cy="317988"/>
          </a:xfrm>
        </p:grpSpPr>
        <p:sp>
          <p:nvSpPr>
            <p:cNvPr id="2071" name="Google Shape;2071;p341"/>
            <p:cNvSpPr/>
            <p:nvPr/>
          </p:nvSpPr>
          <p:spPr>
            <a:xfrm>
              <a:off x="1160600" y="3954313"/>
              <a:ext cx="2374200" cy="307800"/>
            </a:xfrm>
            <a:prstGeom prst="roundRect">
              <a:avLst>
                <a:gd fmla="val 50000" name="adj"/>
              </a:avLst>
            </a:prstGeom>
            <a:solidFill>
              <a:srgbClr val="DBEA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1A2B6B"/>
                </a:solidFill>
                <a:latin typeface="Lato"/>
                <a:ea typeface="Lato"/>
                <a:cs typeface="Lato"/>
                <a:sym typeface="Lato"/>
              </a:endParaRPr>
            </a:p>
          </p:txBody>
        </p:sp>
        <p:sp>
          <p:nvSpPr>
            <p:cNvPr id="2072" name="Google Shape;2072;p341"/>
            <p:cNvSpPr txBox="1"/>
            <p:nvPr/>
          </p:nvSpPr>
          <p:spPr>
            <a:xfrm>
              <a:off x="1321575" y="3944125"/>
              <a:ext cx="2091000" cy="311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000"/>
                </a:spcAft>
                <a:buNone/>
              </a:pPr>
              <a:r>
                <a:rPr lang="en" sz="1050">
                  <a:solidFill>
                    <a:srgbClr val="1A2B6B"/>
                  </a:solidFill>
                  <a:latin typeface="Poppins SemiBold"/>
                  <a:ea typeface="Poppins SemiBold"/>
                  <a:cs typeface="Poppins SemiBold"/>
                  <a:sym typeface="Poppins SemiBold"/>
                </a:rPr>
                <a:t>Interaction</a:t>
              </a:r>
              <a:endParaRPr sz="900">
                <a:solidFill>
                  <a:srgbClr val="1A2B6B"/>
                </a:solidFill>
                <a:latin typeface="Lato"/>
                <a:ea typeface="Lato"/>
                <a:cs typeface="Lato"/>
                <a:sym typeface="Lato"/>
              </a:endParaRPr>
            </a:p>
          </p:txBody>
        </p:sp>
      </p:grpSp>
      <p:sp>
        <p:nvSpPr>
          <p:cNvPr id="2073" name="Google Shape;2073;p341"/>
          <p:cNvSpPr txBox="1"/>
          <p:nvPr/>
        </p:nvSpPr>
        <p:spPr>
          <a:xfrm>
            <a:off x="2979600" y="3346044"/>
            <a:ext cx="28755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 sz="1000">
                <a:solidFill>
                  <a:schemeClr val="accent2"/>
                </a:solidFill>
                <a:latin typeface="Lato"/>
                <a:ea typeface="Lato"/>
                <a:cs typeface="Lato"/>
                <a:sym typeface="Lato"/>
              </a:rPr>
              <a:t>Which features should be interactive?</a:t>
            </a:r>
            <a:endParaRPr sz="1000">
              <a:solidFill>
                <a:schemeClr val="accent2"/>
              </a:solidFill>
              <a:latin typeface="Lato"/>
              <a:ea typeface="Lato"/>
              <a:cs typeface="Lato"/>
              <a:sym typeface="Lato"/>
            </a:endParaRPr>
          </a:p>
        </p:txBody>
      </p:sp>
      <p:sp>
        <p:nvSpPr>
          <p:cNvPr id="2074" name="Google Shape;2074;p341"/>
          <p:cNvSpPr txBox="1"/>
          <p:nvPr/>
        </p:nvSpPr>
        <p:spPr>
          <a:xfrm>
            <a:off x="338447" y="4135472"/>
            <a:ext cx="10899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accent1"/>
                </a:solidFill>
                <a:latin typeface="Poppins SemiBold"/>
                <a:ea typeface="Poppins SemiBold"/>
                <a:cs typeface="Poppins SemiBold"/>
                <a:sym typeface="Poppins SemiBold"/>
              </a:rPr>
              <a:t>TAKEAWAY</a:t>
            </a:r>
            <a:endParaRPr sz="1200">
              <a:solidFill>
                <a:schemeClr val="accent1"/>
              </a:solidFill>
              <a:latin typeface="Poppins SemiBold"/>
              <a:ea typeface="Poppins SemiBold"/>
              <a:cs typeface="Poppins SemiBold"/>
              <a:sym typeface="Poppins SemiBold"/>
            </a:endParaRPr>
          </a:p>
        </p:txBody>
      </p:sp>
      <p:cxnSp>
        <p:nvCxnSpPr>
          <p:cNvPr id="2075" name="Google Shape;2075;p341"/>
          <p:cNvCxnSpPr/>
          <p:nvPr/>
        </p:nvCxnSpPr>
        <p:spPr>
          <a:xfrm>
            <a:off x="2592808" y="1626103"/>
            <a:ext cx="353700" cy="0"/>
          </a:xfrm>
          <a:prstGeom prst="straightConnector1">
            <a:avLst/>
          </a:prstGeom>
          <a:noFill/>
          <a:ln cap="flat" cmpd="sng" w="9525">
            <a:solidFill>
              <a:schemeClr val="accent2"/>
            </a:solidFill>
            <a:prstDash val="solid"/>
            <a:round/>
            <a:headEnd len="med" w="med" type="none"/>
            <a:tailEnd len="med" w="med" type="stealth"/>
          </a:ln>
        </p:spPr>
      </p:cxnSp>
      <p:cxnSp>
        <p:nvCxnSpPr>
          <p:cNvPr id="2076" name="Google Shape;2076;p341"/>
          <p:cNvCxnSpPr/>
          <p:nvPr/>
        </p:nvCxnSpPr>
        <p:spPr>
          <a:xfrm>
            <a:off x="2592808" y="2257870"/>
            <a:ext cx="353700" cy="0"/>
          </a:xfrm>
          <a:prstGeom prst="straightConnector1">
            <a:avLst/>
          </a:prstGeom>
          <a:noFill/>
          <a:ln cap="flat" cmpd="sng" w="9525">
            <a:solidFill>
              <a:schemeClr val="accent2"/>
            </a:solidFill>
            <a:prstDash val="solid"/>
            <a:round/>
            <a:headEnd len="med" w="med" type="none"/>
            <a:tailEnd len="med" w="med" type="stealth"/>
          </a:ln>
        </p:spPr>
      </p:cxnSp>
      <p:cxnSp>
        <p:nvCxnSpPr>
          <p:cNvPr id="2077" name="Google Shape;2077;p341"/>
          <p:cNvCxnSpPr/>
          <p:nvPr/>
        </p:nvCxnSpPr>
        <p:spPr>
          <a:xfrm>
            <a:off x="2592808" y="2889638"/>
            <a:ext cx="353700" cy="0"/>
          </a:xfrm>
          <a:prstGeom prst="straightConnector1">
            <a:avLst/>
          </a:prstGeom>
          <a:noFill/>
          <a:ln cap="flat" cmpd="sng" w="9525">
            <a:solidFill>
              <a:schemeClr val="accent2"/>
            </a:solidFill>
            <a:prstDash val="solid"/>
            <a:round/>
            <a:headEnd len="med" w="med" type="none"/>
            <a:tailEnd len="med" w="med" type="stealth"/>
          </a:ln>
        </p:spPr>
      </p:cxnSp>
      <p:cxnSp>
        <p:nvCxnSpPr>
          <p:cNvPr id="2078" name="Google Shape;2078;p341"/>
          <p:cNvCxnSpPr/>
          <p:nvPr/>
        </p:nvCxnSpPr>
        <p:spPr>
          <a:xfrm>
            <a:off x="2592808" y="3521406"/>
            <a:ext cx="353700" cy="0"/>
          </a:xfrm>
          <a:prstGeom prst="straightConnector1">
            <a:avLst/>
          </a:prstGeom>
          <a:noFill/>
          <a:ln cap="flat" cmpd="sng" w="9525">
            <a:solidFill>
              <a:schemeClr val="accent2"/>
            </a:solidFill>
            <a:prstDash val="solid"/>
            <a:round/>
            <a:headEnd len="med" w="med" type="none"/>
            <a:tailEnd len="med" w="med" type="stealth"/>
          </a:ln>
        </p:spPr>
      </p:cxnSp>
      <p:sp>
        <p:nvSpPr>
          <p:cNvPr id="2079" name="Google Shape;2079;p341"/>
          <p:cNvSpPr txBox="1"/>
          <p:nvPr/>
        </p:nvSpPr>
        <p:spPr>
          <a:xfrm>
            <a:off x="5372100" y="1501350"/>
            <a:ext cx="35670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chemeClr val="accent2"/>
                </a:solidFill>
                <a:latin typeface="Poppins SemiBold"/>
                <a:ea typeface="Poppins SemiBold"/>
                <a:cs typeface="Poppins SemiBold"/>
                <a:sym typeface="Poppins SemiBold"/>
              </a:rPr>
              <a:t>✍️ Define inputs, outputs and constraints.</a:t>
            </a:r>
            <a:endParaRPr sz="1100">
              <a:solidFill>
                <a:schemeClr val="accent2"/>
              </a:solidFill>
              <a:latin typeface="Poppins SemiBold"/>
              <a:ea typeface="Poppins SemiBold"/>
              <a:cs typeface="Poppins SemiBold"/>
              <a:sym typeface="Poppins SemiBold"/>
            </a:endParaRPr>
          </a:p>
        </p:txBody>
      </p:sp>
      <p:sp>
        <p:nvSpPr>
          <p:cNvPr id="2080" name="Google Shape;2080;p341"/>
          <p:cNvSpPr txBox="1"/>
          <p:nvPr/>
        </p:nvSpPr>
        <p:spPr>
          <a:xfrm>
            <a:off x="5372100" y="2133650"/>
            <a:ext cx="35670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chemeClr val="accent2"/>
                </a:solidFill>
                <a:latin typeface="Poppins SemiBold"/>
                <a:ea typeface="Poppins SemiBold"/>
                <a:cs typeface="Poppins SemiBold"/>
                <a:sym typeface="Poppins SemiBold"/>
              </a:rPr>
              <a:t>✍️ Define the user flow, step-by-step.</a:t>
            </a:r>
            <a:endParaRPr sz="1100">
              <a:solidFill>
                <a:schemeClr val="accent2"/>
              </a:solidFill>
              <a:latin typeface="Poppins SemiBold"/>
              <a:ea typeface="Poppins SemiBold"/>
              <a:cs typeface="Poppins SemiBold"/>
              <a:sym typeface="Poppins SemiBold"/>
            </a:endParaRPr>
          </a:p>
        </p:txBody>
      </p:sp>
      <p:sp>
        <p:nvSpPr>
          <p:cNvPr id="2081" name="Google Shape;2081;p341"/>
          <p:cNvSpPr txBox="1"/>
          <p:nvPr/>
        </p:nvSpPr>
        <p:spPr>
          <a:xfrm>
            <a:off x="5372100" y="2765950"/>
            <a:ext cx="35670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chemeClr val="accent2"/>
                </a:solidFill>
                <a:latin typeface="Poppins SemiBold"/>
                <a:ea typeface="Poppins SemiBold"/>
                <a:cs typeface="Poppins SemiBold"/>
                <a:sym typeface="Poppins SemiBold"/>
              </a:rPr>
              <a:t>✍️ Define the aesthetic or system.</a:t>
            </a:r>
            <a:endParaRPr sz="1100">
              <a:solidFill>
                <a:schemeClr val="accent2"/>
              </a:solidFill>
              <a:latin typeface="Poppins SemiBold"/>
              <a:ea typeface="Poppins SemiBold"/>
              <a:cs typeface="Poppins SemiBold"/>
              <a:sym typeface="Poppins SemiBold"/>
            </a:endParaRPr>
          </a:p>
        </p:txBody>
      </p:sp>
      <p:sp>
        <p:nvSpPr>
          <p:cNvPr id="2082" name="Google Shape;2082;p341"/>
          <p:cNvSpPr txBox="1"/>
          <p:nvPr/>
        </p:nvSpPr>
        <p:spPr>
          <a:xfrm>
            <a:off x="5372100" y="3398250"/>
            <a:ext cx="35670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100">
                <a:solidFill>
                  <a:schemeClr val="accent2"/>
                </a:solidFill>
                <a:latin typeface="Poppins SemiBold"/>
                <a:ea typeface="Poppins SemiBold"/>
                <a:cs typeface="Poppins SemiBold"/>
                <a:sym typeface="Poppins SemiBold"/>
              </a:rPr>
              <a:t>✍️ Define the smart behaviors.</a:t>
            </a:r>
            <a:endParaRPr sz="1100">
              <a:solidFill>
                <a:schemeClr val="accent2"/>
              </a:solidFill>
              <a:latin typeface="Poppins SemiBold"/>
              <a:ea typeface="Poppins SemiBold"/>
              <a:cs typeface="Poppins SemiBold"/>
              <a:sym typeface="Poppins SemiBold"/>
            </a:endParaRPr>
          </a:p>
        </p:txBody>
      </p:sp>
      <p:cxnSp>
        <p:nvCxnSpPr>
          <p:cNvPr id="2083" name="Google Shape;2083;p341"/>
          <p:cNvCxnSpPr/>
          <p:nvPr/>
        </p:nvCxnSpPr>
        <p:spPr>
          <a:xfrm>
            <a:off x="450500" y="4003075"/>
            <a:ext cx="8225100" cy="0"/>
          </a:xfrm>
          <a:prstGeom prst="straightConnector1">
            <a:avLst/>
          </a:prstGeom>
          <a:noFill/>
          <a:ln cap="flat" cmpd="sng" w="19050">
            <a:solidFill>
              <a:schemeClr val="accent1"/>
            </a:solidFill>
            <a:prstDash val="dot"/>
            <a:round/>
            <a:headEnd len="med" w="med" type="none"/>
            <a:tailEnd len="med" w="med" type="none"/>
          </a:ln>
        </p:spPr>
      </p:cxn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71717"/>
        </a:solidFill>
      </p:bgPr>
    </p:bg>
    <p:spTree>
      <p:nvGrpSpPr>
        <p:cNvPr id="2088" name="Shape 2088"/>
        <p:cNvGrpSpPr/>
        <p:nvPr/>
      </p:nvGrpSpPr>
      <p:grpSpPr>
        <a:xfrm>
          <a:off x="0" y="0"/>
          <a:ext cx="0" cy="0"/>
          <a:chOff x="0" y="0"/>
          <a:chExt cx="0" cy="0"/>
        </a:xfrm>
      </p:grpSpPr>
      <p:sp>
        <p:nvSpPr>
          <p:cNvPr id="2089" name="Google Shape;2089;p342"/>
          <p:cNvSpPr txBox="1"/>
          <p:nvPr>
            <p:ph type="title"/>
          </p:nvPr>
        </p:nvSpPr>
        <p:spPr>
          <a:xfrm>
            <a:off x="457200" y="679640"/>
            <a:ext cx="4845900" cy="954300"/>
          </a:xfrm>
          <a:prstGeom prst="rect">
            <a:avLst/>
          </a:prstGeom>
        </p:spPr>
        <p:txBody>
          <a:bodyPr anchorCtr="0" anchor="ctr" bIns="0" lIns="0" spcFirstLastPara="1" rIns="0" wrap="square" tIns="0">
            <a:spAutoFit/>
          </a:bodyPr>
          <a:lstStyle/>
          <a:p>
            <a:pPr indent="0" lvl="0" marL="0" rtl="0" algn="l">
              <a:lnSpc>
                <a:spcPct val="100000"/>
              </a:lnSpc>
              <a:spcBef>
                <a:spcPts val="0"/>
              </a:spcBef>
              <a:spcAft>
                <a:spcPts val="0"/>
              </a:spcAft>
              <a:buNone/>
            </a:pPr>
            <a:r>
              <a:rPr lang="en" sz="3100">
                <a:solidFill>
                  <a:schemeClr val="lt1"/>
                </a:solidFill>
              </a:rPr>
              <a:t>Deconstructing Your Prompt</a:t>
            </a:r>
            <a:endParaRPr sz="3100">
              <a:solidFill>
                <a:schemeClr val="lt1"/>
              </a:solidFill>
            </a:endParaRPr>
          </a:p>
        </p:txBody>
      </p:sp>
      <p:sp>
        <p:nvSpPr>
          <p:cNvPr id="2090" name="Google Shape;2090;p342"/>
          <p:cNvSpPr txBox="1"/>
          <p:nvPr/>
        </p:nvSpPr>
        <p:spPr>
          <a:xfrm>
            <a:off x="457200" y="423079"/>
            <a:ext cx="3661500" cy="2463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lang="en" sz="1600">
                <a:solidFill>
                  <a:srgbClr val="60A5FA"/>
                </a:solidFill>
                <a:latin typeface="Poppins SemiBold"/>
                <a:ea typeface="Poppins SemiBold"/>
                <a:cs typeface="Poppins SemiBold"/>
                <a:sym typeface="Poppins SemiBold"/>
              </a:rPr>
              <a:t>FUDI In Action</a:t>
            </a:r>
            <a:endParaRPr sz="1600">
              <a:solidFill>
                <a:srgbClr val="60A5FA"/>
              </a:solidFill>
              <a:latin typeface="Poppins SemiBold"/>
              <a:ea typeface="Poppins SemiBold"/>
              <a:cs typeface="Poppins SemiBold"/>
              <a:sym typeface="Poppins SemiBold"/>
            </a:endParaRPr>
          </a:p>
        </p:txBody>
      </p:sp>
      <p:sp>
        <p:nvSpPr>
          <p:cNvPr id="2091" name="Google Shape;2091;p342"/>
          <p:cNvSpPr/>
          <p:nvPr/>
        </p:nvSpPr>
        <p:spPr>
          <a:xfrm>
            <a:off x="459300" y="1814375"/>
            <a:ext cx="8513700" cy="3592800"/>
          </a:xfrm>
          <a:prstGeom prst="roundRect">
            <a:avLst>
              <a:gd fmla="val 5783" name="adj"/>
            </a:avLst>
          </a:prstGeom>
          <a:solidFill>
            <a:srgbClr val="FFFFFF"/>
          </a:solidFill>
          <a:ln>
            <a:noFill/>
          </a:ln>
        </p:spPr>
        <p:txBody>
          <a:bodyPr anchorCtr="0" anchor="ctr" bIns="137150" lIns="137150" spcFirstLastPara="1" rIns="137150" wrap="square" tIns="137150">
            <a:noAutofit/>
          </a:bodyPr>
          <a:lstStyle/>
          <a:p>
            <a:pPr indent="0" lvl="0" marL="1714500" marR="0" rtl="0" algn="l">
              <a:lnSpc>
                <a:spcPct val="115000"/>
              </a:lnSpc>
              <a:spcBef>
                <a:spcPts val="0"/>
              </a:spcBef>
              <a:spcAft>
                <a:spcPts val="0"/>
              </a:spcAft>
              <a:buNone/>
            </a:pPr>
            <a:r>
              <a:t/>
            </a:r>
            <a:endParaRPr sz="1100">
              <a:solidFill>
                <a:schemeClr val="lt1"/>
              </a:solidFill>
              <a:latin typeface="IBM Plex Mono"/>
              <a:ea typeface="IBM Plex Mono"/>
              <a:cs typeface="IBM Plex Mono"/>
              <a:sym typeface="IBM Plex Mono"/>
            </a:endParaRPr>
          </a:p>
          <a:p>
            <a:pPr indent="0" lvl="0" marL="0" marR="0" rtl="0" algn="l">
              <a:lnSpc>
                <a:spcPct val="115000"/>
              </a:lnSpc>
              <a:spcBef>
                <a:spcPts val="800"/>
              </a:spcBef>
              <a:spcAft>
                <a:spcPts val="0"/>
              </a:spcAft>
              <a:buNone/>
            </a:pPr>
            <a:r>
              <a:t/>
            </a:r>
            <a:endParaRPr sz="1100">
              <a:solidFill>
                <a:schemeClr val="lt1"/>
              </a:solidFill>
              <a:highlight>
                <a:schemeClr val="accent4"/>
              </a:highlight>
              <a:latin typeface="IBM Plex Mono"/>
              <a:ea typeface="IBM Plex Mono"/>
              <a:cs typeface="IBM Plex Mono"/>
              <a:sym typeface="IBM Plex Mono"/>
            </a:endParaRPr>
          </a:p>
          <a:p>
            <a:pPr indent="0" lvl="0" marL="0" marR="0" rtl="0" algn="l">
              <a:lnSpc>
                <a:spcPct val="115000"/>
              </a:lnSpc>
              <a:spcBef>
                <a:spcPts val="800"/>
              </a:spcBef>
              <a:spcAft>
                <a:spcPts val="800"/>
              </a:spcAft>
              <a:buNone/>
            </a:pPr>
            <a:r>
              <a:t/>
            </a:r>
            <a:endParaRPr sz="1100">
              <a:solidFill>
                <a:schemeClr val="accent2"/>
              </a:solidFill>
              <a:highlight>
                <a:schemeClr val="lt2"/>
              </a:highlight>
              <a:latin typeface="IBM Plex Mono"/>
              <a:ea typeface="IBM Plex Mono"/>
              <a:cs typeface="IBM Plex Mono"/>
              <a:sym typeface="IBM Plex Mono"/>
            </a:endParaRPr>
          </a:p>
        </p:txBody>
      </p:sp>
      <p:sp>
        <p:nvSpPr>
          <p:cNvPr id="2092" name="Google Shape;2092;p342"/>
          <p:cNvSpPr/>
          <p:nvPr/>
        </p:nvSpPr>
        <p:spPr>
          <a:xfrm>
            <a:off x="6169500" y="265375"/>
            <a:ext cx="2803500" cy="641700"/>
          </a:xfrm>
          <a:prstGeom prst="roundRect">
            <a:avLst>
              <a:gd fmla="val 9728" name="adj"/>
            </a:avLst>
          </a:prstGeom>
          <a:solidFill>
            <a:srgbClr val="1241AF"/>
          </a:solidFill>
          <a:ln>
            <a:noFill/>
          </a:ln>
        </p:spPr>
        <p:txBody>
          <a:bodyPr anchorCtr="0" anchor="ctr" bIns="68575" lIns="514350" spcFirstLastPara="1" rIns="68575" wrap="square" tIns="68575">
            <a:noAutofit/>
          </a:bodyPr>
          <a:lstStyle/>
          <a:p>
            <a:pPr indent="0" lvl="0" marL="0" rtl="0" algn="l">
              <a:lnSpc>
                <a:spcPct val="115000"/>
              </a:lnSpc>
              <a:spcBef>
                <a:spcPts val="0"/>
              </a:spcBef>
              <a:spcAft>
                <a:spcPts val="0"/>
              </a:spcAft>
              <a:buSzPts val="800"/>
              <a:buNone/>
            </a:pPr>
            <a:r>
              <a:t/>
            </a:r>
            <a:endParaRPr b="1" sz="900">
              <a:solidFill>
                <a:schemeClr val="lt1"/>
              </a:solidFill>
              <a:latin typeface="Poppins"/>
              <a:ea typeface="Poppins"/>
              <a:cs typeface="Poppins"/>
              <a:sym typeface="Poppins"/>
            </a:endParaRPr>
          </a:p>
        </p:txBody>
      </p:sp>
      <p:pic>
        <p:nvPicPr>
          <p:cNvPr id="2093" name="Google Shape;2093;p342"/>
          <p:cNvPicPr preferRelativeResize="0"/>
          <p:nvPr/>
        </p:nvPicPr>
        <p:blipFill rotWithShape="1">
          <a:blip r:embed="rId3">
            <a:alphaModFix/>
          </a:blip>
          <a:srcRect b="0" l="0" r="0" t="0"/>
          <a:stretch/>
        </p:blipFill>
        <p:spPr>
          <a:xfrm>
            <a:off x="6323698" y="459215"/>
            <a:ext cx="253093" cy="254001"/>
          </a:xfrm>
          <a:prstGeom prst="rect">
            <a:avLst/>
          </a:prstGeom>
          <a:noFill/>
          <a:ln>
            <a:noFill/>
          </a:ln>
        </p:spPr>
      </p:pic>
      <p:sp>
        <p:nvSpPr>
          <p:cNvPr id="2094" name="Google Shape;2094;p342"/>
          <p:cNvSpPr/>
          <p:nvPr/>
        </p:nvSpPr>
        <p:spPr>
          <a:xfrm>
            <a:off x="687900" y="2977565"/>
            <a:ext cx="428100" cy="441000"/>
          </a:xfrm>
          <a:prstGeom prst="ellipse">
            <a:avLst/>
          </a:prstGeom>
          <a:solidFill>
            <a:schemeClr val="accent1"/>
          </a:solidFill>
          <a:ln>
            <a:noFill/>
          </a:ln>
        </p:spPr>
        <p:txBody>
          <a:bodyPr anchorCtr="0" anchor="ctr" bIns="102475" lIns="102475" spcFirstLastPara="1" rIns="102475" wrap="square" tIns="102475">
            <a:noAutofit/>
          </a:bodyPr>
          <a:lstStyle/>
          <a:p>
            <a:pPr indent="0" lvl="0" marL="0" rtl="0" algn="ctr">
              <a:spcBef>
                <a:spcPts val="0"/>
              </a:spcBef>
              <a:spcAft>
                <a:spcPts val="0"/>
              </a:spcAft>
              <a:buNone/>
            </a:pPr>
            <a:r>
              <a:t/>
            </a:r>
            <a:endParaRPr sz="1569">
              <a:solidFill>
                <a:schemeClr val="accent1"/>
              </a:solidFill>
              <a:latin typeface="Lato"/>
              <a:ea typeface="Lato"/>
              <a:cs typeface="Lato"/>
              <a:sym typeface="Lato"/>
            </a:endParaRPr>
          </a:p>
        </p:txBody>
      </p:sp>
      <p:sp>
        <p:nvSpPr>
          <p:cNvPr id="2095" name="Google Shape;2095;p342"/>
          <p:cNvSpPr/>
          <p:nvPr/>
        </p:nvSpPr>
        <p:spPr>
          <a:xfrm>
            <a:off x="687900" y="2092425"/>
            <a:ext cx="428100" cy="441000"/>
          </a:xfrm>
          <a:prstGeom prst="ellipse">
            <a:avLst/>
          </a:prstGeom>
          <a:solidFill>
            <a:schemeClr val="accent2"/>
          </a:solidFill>
          <a:ln>
            <a:noFill/>
          </a:ln>
        </p:spPr>
        <p:txBody>
          <a:bodyPr anchorCtr="0" anchor="ctr" bIns="102475" lIns="102475" spcFirstLastPara="1" rIns="102475" wrap="square" tIns="102475">
            <a:noAutofit/>
          </a:bodyPr>
          <a:lstStyle/>
          <a:p>
            <a:pPr indent="0" lvl="0" marL="0" rtl="0" algn="ctr">
              <a:spcBef>
                <a:spcPts val="0"/>
              </a:spcBef>
              <a:spcAft>
                <a:spcPts val="0"/>
              </a:spcAft>
              <a:buNone/>
            </a:pPr>
            <a:r>
              <a:t/>
            </a:r>
            <a:endParaRPr sz="1569">
              <a:solidFill>
                <a:schemeClr val="accent1"/>
              </a:solidFill>
              <a:latin typeface="Lato"/>
              <a:ea typeface="Lato"/>
              <a:cs typeface="Lato"/>
              <a:sym typeface="Lato"/>
            </a:endParaRPr>
          </a:p>
        </p:txBody>
      </p:sp>
      <p:sp>
        <p:nvSpPr>
          <p:cNvPr id="2096" name="Google Shape;2096;p342"/>
          <p:cNvSpPr/>
          <p:nvPr/>
        </p:nvSpPr>
        <p:spPr>
          <a:xfrm>
            <a:off x="687900" y="3853932"/>
            <a:ext cx="428100" cy="441000"/>
          </a:xfrm>
          <a:prstGeom prst="ellipse">
            <a:avLst/>
          </a:prstGeom>
          <a:solidFill>
            <a:schemeClr val="accent4"/>
          </a:solidFill>
          <a:ln>
            <a:noFill/>
          </a:ln>
        </p:spPr>
        <p:txBody>
          <a:bodyPr anchorCtr="0" anchor="ctr" bIns="102475" lIns="102475" spcFirstLastPara="1" rIns="102475" wrap="square" tIns="102475">
            <a:noAutofit/>
          </a:bodyPr>
          <a:lstStyle/>
          <a:p>
            <a:pPr indent="0" lvl="0" marL="0" rtl="0" algn="ctr">
              <a:spcBef>
                <a:spcPts val="0"/>
              </a:spcBef>
              <a:spcAft>
                <a:spcPts val="0"/>
              </a:spcAft>
              <a:buNone/>
            </a:pPr>
            <a:r>
              <a:t/>
            </a:r>
            <a:endParaRPr sz="1569">
              <a:solidFill>
                <a:schemeClr val="accent1"/>
              </a:solidFill>
              <a:latin typeface="Lato"/>
              <a:ea typeface="Lato"/>
              <a:cs typeface="Lato"/>
              <a:sym typeface="Lato"/>
            </a:endParaRPr>
          </a:p>
        </p:txBody>
      </p:sp>
      <p:sp>
        <p:nvSpPr>
          <p:cNvPr id="2097" name="Google Shape;2097;p342"/>
          <p:cNvSpPr/>
          <p:nvPr/>
        </p:nvSpPr>
        <p:spPr>
          <a:xfrm>
            <a:off x="687900" y="4664880"/>
            <a:ext cx="428100" cy="441000"/>
          </a:xfrm>
          <a:prstGeom prst="ellipse">
            <a:avLst/>
          </a:prstGeom>
          <a:solidFill>
            <a:srgbClr val="FFFFFF"/>
          </a:solidFill>
          <a:ln cap="flat" cmpd="sng" w="19050">
            <a:solidFill>
              <a:schemeClr val="accent1"/>
            </a:solidFill>
            <a:prstDash val="solid"/>
            <a:round/>
            <a:headEnd len="sm" w="sm" type="none"/>
            <a:tailEnd len="sm" w="sm" type="none"/>
          </a:ln>
        </p:spPr>
        <p:txBody>
          <a:bodyPr anchorCtr="0" anchor="ctr" bIns="102475" lIns="102475" spcFirstLastPara="1" rIns="102475" wrap="square" tIns="102475">
            <a:noAutofit/>
          </a:bodyPr>
          <a:lstStyle/>
          <a:p>
            <a:pPr indent="0" lvl="0" marL="0" rtl="0" algn="ctr">
              <a:spcBef>
                <a:spcPts val="0"/>
              </a:spcBef>
              <a:spcAft>
                <a:spcPts val="0"/>
              </a:spcAft>
              <a:buNone/>
            </a:pPr>
            <a:r>
              <a:t/>
            </a:r>
            <a:endParaRPr sz="1569">
              <a:solidFill>
                <a:schemeClr val="accent1"/>
              </a:solidFill>
              <a:latin typeface="Lato"/>
              <a:ea typeface="Lato"/>
              <a:cs typeface="Lato"/>
              <a:sym typeface="Lato"/>
            </a:endParaRPr>
          </a:p>
        </p:txBody>
      </p:sp>
      <p:sp>
        <p:nvSpPr>
          <p:cNvPr id="2098" name="Google Shape;2098;p342"/>
          <p:cNvSpPr txBox="1"/>
          <p:nvPr/>
        </p:nvSpPr>
        <p:spPr>
          <a:xfrm>
            <a:off x="749471" y="2139169"/>
            <a:ext cx="317100" cy="350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chemeClr val="lt1"/>
                </a:solidFill>
                <a:latin typeface="Poppins SemiBold"/>
                <a:ea typeface="Poppins SemiBold"/>
                <a:cs typeface="Poppins SemiBold"/>
                <a:sym typeface="Poppins SemiBold"/>
              </a:rPr>
              <a:t>F</a:t>
            </a:r>
            <a:endParaRPr sz="1300">
              <a:solidFill>
                <a:schemeClr val="lt1"/>
              </a:solidFill>
              <a:latin typeface="Poppins SemiBold"/>
              <a:ea typeface="Poppins SemiBold"/>
              <a:cs typeface="Poppins SemiBold"/>
              <a:sym typeface="Poppins SemiBold"/>
            </a:endParaRPr>
          </a:p>
        </p:txBody>
      </p:sp>
      <p:sp>
        <p:nvSpPr>
          <p:cNvPr id="2099" name="Google Shape;2099;p342"/>
          <p:cNvSpPr txBox="1"/>
          <p:nvPr/>
        </p:nvSpPr>
        <p:spPr>
          <a:xfrm>
            <a:off x="730848" y="3024916"/>
            <a:ext cx="353700" cy="350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chemeClr val="lt1"/>
                </a:solidFill>
                <a:latin typeface="Poppins SemiBold"/>
                <a:ea typeface="Poppins SemiBold"/>
                <a:cs typeface="Poppins SemiBold"/>
                <a:sym typeface="Poppins SemiBold"/>
              </a:rPr>
              <a:t>U</a:t>
            </a:r>
            <a:endParaRPr sz="1300">
              <a:solidFill>
                <a:schemeClr val="lt1"/>
              </a:solidFill>
              <a:latin typeface="Poppins SemiBold"/>
              <a:ea typeface="Poppins SemiBold"/>
              <a:cs typeface="Poppins SemiBold"/>
              <a:sym typeface="Poppins SemiBold"/>
            </a:endParaRPr>
          </a:p>
        </p:txBody>
      </p:sp>
      <p:sp>
        <p:nvSpPr>
          <p:cNvPr id="2100" name="Google Shape;2100;p342"/>
          <p:cNvSpPr txBox="1"/>
          <p:nvPr/>
        </p:nvSpPr>
        <p:spPr>
          <a:xfrm>
            <a:off x="730848" y="3896103"/>
            <a:ext cx="353700" cy="350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chemeClr val="lt1"/>
                </a:solidFill>
                <a:latin typeface="Poppins SemiBold"/>
                <a:ea typeface="Poppins SemiBold"/>
                <a:cs typeface="Poppins SemiBold"/>
                <a:sym typeface="Poppins SemiBold"/>
              </a:rPr>
              <a:t>D</a:t>
            </a:r>
            <a:endParaRPr sz="1300">
              <a:solidFill>
                <a:schemeClr val="lt1"/>
              </a:solidFill>
              <a:latin typeface="Poppins SemiBold"/>
              <a:ea typeface="Poppins SemiBold"/>
              <a:cs typeface="Poppins SemiBold"/>
              <a:sym typeface="Poppins SemiBold"/>
            </a:endParaRPr>
          </a:p>
        </p:txBody>
      </p:sp>
      <p:sp>
        <p:nvSpPr>
          <p:cNvPr id="2101" name="Google Shape;2101;p342"/>
          <p:cNvSpPr txBox="1"/>
          <p:nvPr/>
        </p:nvSpPr>
        <p:spPr>
          <a:xfrm>
            <a:off x="730848" y="4717418"/>
            <a:ext cx="353700" cy="350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chemeClr val="accent1"/>
                </a:solidFill>
                <a:latin typeface="Poppins SemiBold"/>
                <a:ea typeface="Poppins SemiBold"/>
                <a:cs typeface="Poppins SemiBold"/>
                <a:sym typeface="Poppins SemiBold"/>
              </a:rPr>
              <a:t>I</a:t>
            </a:r>
            <a:endParaRPr sz="1300">
              <a:solidFill>
                <a:schemeClr val="accent1"/>
              </a:solidFill>
              <a:latin typeface="Poppins SemiBold"/>
              <a:ea typeface="Poppins SemiBold"/>
              <a:cs typeface="Poppins SemiBold"/>
              <a:sym typeface="Poppins SemiBold"/>
            </a:endParaRPr>
          </a:p>
        </p:txBody>
      </p:sp>
      <p:sp>
        <p:nvSpPr>
          <p:cNvPr id="2102" name="Google Shape;2102;p342"/>
          <p:cNvSpPr txBox="1"/>
          <p:nvPr/>
        </p:nvSpPr>
        <p:spPr>
          <a:xfrm>
            <a:off x="1116000" y="2135925"/>
            <a:ext cx="1367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Poppins Medium"/>
                <a:ea typeface="Poppins Medium"/>
                <a:cs typeface="Poppins Medium"/>
                <a:sym typeface="Poppins Medium"/>
              </a:rPr>
              <a:t>Logic &amp; Inputs</a:t>
            </a:r>
            <a:endParaRPr sz="1100">
              <a:latin typeface="Poppins Medium"/>
              <a:ea typeface="Poppins Medium"/>
              <a:cs typeface="Poppins Medium"/>
              <a:sym typeface="Poppins Medium"/>
            </a:endParaRPr>
          </a:p>
        </p:txBody>
      </p:sp>
      <p:sp>
        <p:nvSpPr>
          <p:cNvPr id="2103" name="Google Shape;2103;p342"/>
          <p:cNvSpPr txBox="1"/>
          <p:nvPr/>
        </p:nvSpPr>
        <p:spPr>
          <a:xfrm>
            <a:off x="1116000" y="2994928"/>
            <a:ext cx="1367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Poppins Medium"/>
                <a:ea typeface="Poppins Medium"/>
                <a:cs typeface="Poppins Medium"/>
                <a:sym typeface="Poppins Medium"/>
              </a:rPr>
              <a:t>Journey &amp; Steps</a:t>
            </a:r>
            <a:endParaRPr sz="1100">
              <a:latin typeface="Poppins Medium"/>
              <a:ea typeface="Poppins Medium"/>
              <a:cs typeface="Poppins Medium"/>
              <a:sym typeface="Poppins Medium"/>
            </a:endParaRPr>
          </a:p>
        </p:txBody>
      </p:sp>
      <p:sp>
        <p:nvSpPr>
          <p:cNvPr id="2104" name="Google Shape;2104;p342"/>
          <p:cNvSpPr txBox="1"/>
          <p:nvPr/>
        </p:nvSpPr>
        <p:spPr>
          <a:xfrm>
            <a:off x="1116000" y="3896106"/>
            <a:ext cx="1367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Poppins Medium"/>
                <a:ea typeface="Poppins Medium"/>
                <a:cs typeface="Poppins Medium"/>
                <a:sym typeface="Poppins Medium"/>
              </a:rPr>
              <a:t>Design &amp; Vibe</a:t>
            </a:r>
            <a:endParaRPr sz="1100">
              <a:latin typeface="Poppins Medium"/>
              <a:ea typeface="Poppins Medium"/>
              <a:cs typeface="Poppins Medium"/>
              <a:sym typeface="Poppins Medium"/>
            </a:endParaRPr>
          </a:p>
        </p:txBody>
      </p:sp>
      <p:sp>
        <p:nvSpPr>
          <p:cNvPr id="2105" name="Google Shape;2105;p342"/>
          <p:cNvSpPr txBox="1"/>
          <p:nvPr/>
        </p:nvSpPr>
        <p:spPr>
          <a:xfrm>
            <a:off x="1116000" y="4708385"/>
            <a:ext cx="14583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Poppins Medium"/>
                <a:ea typeface="Poppins Medium"/>
                <a:cs typeface="Poppins Medium"/>
                <a:sym typeface="Poppins Medium"/>
              </a:rPr>
              <a:t>Interaction &amp; Feel</a:t>
            </a:r>
            <a:endParaRPr sz="1100">
              <a:latin typeface="Poppins Medium"/>
              <a:ea typeface="Poppins Medium"/>
              <a:cs typeface="Poppins Medium"/>
              <a:sym typeface="Poppins Medium"/>
            </a:endParaRPr>
          </a:p>
        </p:txBody>
      </p:sp>
      <p:sp>
        <p:nvSpPr>
          <p:cNvPr id="2106" name="Google Shape;2106;p342"/>
          <p:cNvSpPr/>
          <p:nvPr/>
        </p:nvSpPr>
        <p:spPr>
          <a:xfrm>
            <a:off x="2734338" y="1967425"/>
            <a:ext cx="5947500" cy="743400"/>
          </a:xfrm>
          <a:prstGeom prst="roundRect">
            <a:avLst>
              <a:gd fmla="val 16667" name="adj"/>
            </a:avLst>
          </a:prstGeom>
          <a:solidFill>
            <a:srgbClr val="1A2B6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107" name="Google Shape;2107;p342"/>
          <p:cNvSpPr txBox="1"/>
          <p:nvPr/>
        </p:nvSpPr>
        <p:spPr>
          <a:xfrm>
            <a:off x="2744505" y="1942890"/>
            <a:ext cx="5947500" cy="80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800"/>
              </a:spcAft>
              <a:buNone/>
            </a:pPr>
            <a:r>
              <a:rPr lang="en" sz="900">
                <a:solidFill>
                  <a:schemeClr val="lt1"/>
                </a:solidFill>
                <a:latin typeface="IBM Plex Mono"/>
                <a:ea typeface="IBM Plex Mono"/>
                <a:cs typeface="IBM Plex Mono"/>
                <a:sym typeface="IBM Plex Mono"/>
              </a:rPr>
              <a:t>“Create a 'Daily Goals' dashboard for a fitness companion app. The core logic must track four metrics: Steps, Hydration, Workout Minutes, and Calories. Allow users to toggle their primary focus between 'Weight Loss,' 'Muscle Gain,' or 'Endurance,' which dynamically adjusts the daily targets. </a:t>
            </a:r>
            <a:endParaRPr sz="900">
              <a:solidFill>
                <a:schemeClr val="lt1"/>
              </a:solidFill>
              <a:latin typeface="IBM Plex Mono"/>
              <a:ea typeface="IBM Plex Mono"/>
              <a:cs typeface="IBM Plex Mono"/>
              <a:sym typeface="IBM Plex Mono"/>
            </a:endParaRPr>
          </a:p>
        </p:txBody>
      </p:sp>
      <p:sp>
        <p:nvSpPr>
          <p:cNvPr id="2108" name="Google Shape;2108;p342"/>
          <p:cNvSpPr/>
          <p:nvPr/>
        </p:nvSpPr>
        <p:spPr>
          <a:xfrm>
            <a:off x="2739425" y="2816956"/>
            <a:ext cx="5947500" cy="743400"/>
          </a:xfrm>
          <a:prstGeom prst="roundRect">
            <a:avLst>
              <a:gd fmla="val 16667" name="adj"/>
            </a:avLst>
          </a:prstGeom>
          <a:solidFill>
            <a:srgbClr val="1241B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109" name="Google Shape;2109;p342"/>
          <p:cNvSpPr txBox="1"/>
          <p:nvPr/>
        </p:nvSpPr>
        <p:spPr>
          <a:xfrm>
            <a:off x="2774325" y="2856768"/>
            <a:ext cx="5772300" cy="64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800"/>
              </a:spcAft>
              <a:buNone/>
            </a:pPr>
            <a:r>
              <a:rPr lang="en" sz="900">
                <a:solidFill>
                  <a:schemeClr val="lt1"/>
                </a:solidFill>
                <a:latin typeface="IBM Plex Mono"/>
                <a:ea typeface="IBM Plex Mono"/>
                <a:cs typeface="IBM Plex Mono"/>
                <a:sym typeface="IBM Plex Mono"/>
              </a:rPr>
              <a:t>The user starts on a summary view. They can tap a 'Quick Add' button on any card to increment progress without leaving the screen. Clicking the card body opens a detailed modal for history. Include a 'Complete Day' action at the bottom. </a:t>
            </a:r>
            <a:endParaRPr sz="900">
              <a:solidFill>
                <a:schemeClr val="lt1"/>
              </a:solidFill>
              <a:latin typeface="IBM Plex Mono"/>
              <a:ea typeface="IBM Plex Mono"/>
              <a:cs typeface="IBM Plex Mono"/>
              <a:sym typeface="IBM Plex Mono"/>
            </a:endParaRPr>
          </a:p>
        </p:txBody>
      </p:sp>
      <p:sp>
        <p:nvSpPr>
          <p:cNvPr id="2110" name="Google Shape;2110;p342"/>
          <p:cNvSpPr/>
          <p:nvPr/>
        </p:nvSpPr>
        <p:spPr>
          <a:xfrm>
            <a:off x="2739425" y="3659156"/>
            <a:ext cx="5947500" cy="743400"/>
          </a:xfrm>
          <a:prstGeom prst="roundRect">
            <a:avLst>
              <a:gd fmla="val 16667" name="adj"/>
            </a:avLst>
          </a:prstGeom>
          <a:solidFill>
            <a:srgbClr val="60A5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111" name="Google Shape;2111;p342"/>
          <p:cNvSpPr txBox="1"/>
          <p:nvPr/>
        </p:nvSpPr>
        <p:spPr>
          <a:xfrm>
            <a:off x="2774325" y="3711840"/>
            <a:ext cx="5772300" cy="64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800"/>
              </a:spcAft>
              <a:buNone/>
            </a:pPr>
            <a:r>
              <a:rPr lang="en" sz="900">
                <a:solidFill>
                  <a:schemeClr val="lt1"/>
                </a:solidFill>
                <a:latin typeface="IBM Plex Mono"/>
                <a:ea typeface="IBM Plex Mono"/>
                <a:cs typeface="IBM Plex Mono"/>
                <a:sym typeface="IBM Plex Mono"/>
              </a:rPr>
              <a:t>Use a modern, high-energy aesthetic similar to Strava. Use a dark mode base with neon progress rings (Teal for steps, Blue for water). Use rounded cards with subtle drop shadows and clean sans-serif typography. </a:t>
            </a:r>
            <a:endParaRPr sz="900">
              <a:solidFill>
                <a:schemeClr val="lt1"/>
              </a:solidFill>
              <a:latin typeface="IBM Plex Mono"/>
              <a:ea typeface="IBM Plex Mono"/>
              <a:cs typeface="IBM Plex Mono"/>
              <a:sym typeface="IBM Plex Mono"/>
            </a:endParaRPr>
          </a:p>
        </p:txBody>
      </p:sp>
      <p:sp>
        <p:nvSpPr>
          <p:cNvPr id="2112" name="Google Shape;2112;p342"/>
          <p:cNvSpPr/>
          <p:nvPr/>
        </p:nvSpPr>
        <p:spPr>
          <a:xfrm>
            <a:off x="2739425" y="4528106"/>
            <a:ext cx="5947500" cy="743400"/>
          </a:xfrm>
          <a:prstGeom prst="roundRect">
            <a:avLst>
              <a:gd fmla="val 16667" name="adj"/>
            </a:avLst>
          </a:prstGeom>
          <a:solidFill>
            <a:srgbClr val="FFFFFF"/>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113" name="Google Shape;2113;p342"/>
          <p:cNvSpPr txBox="1"/>
          <p:nvPr/>
        </p:nvSpPr>
        <p:spPr>
          <a:xfrm>
            <a:off x="2774325" y="4580790"/>
            <a:ext cx="5772300" cy="903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900">
                <a:solidFill>
                  <a:schemeClr val="accent2"/>
                </a:solidFill>
                <a:latin typeface="IBM Plex Mono"/>
                <a:ea typeface="IBM Plex Mono"/>
                <a:cs typeface="IBM Plex Mono"/>
                <a:sym typeface="IBM Plex Mono"/>
              </a:rPr>
              <a:t>Ensure progress rings animate smoothly from 0 to current value on load. When a goal reaches 100%, trigger a 'confetti' particle effect and a haptic success vibration. The 'Quick Add' button should have a tactile 'press-down' state."</a:t>
            </a:r>
            <a:endParaRPr sz="900">
              <a:solidFill>
                <a:schemeClr val="lt1"/>
              </a:solidFill>
              <a:latin typeface="IBM Plex Mono"/>
              <a:ea typeface="IBM Plex Mono"/>
              <a:cs typeface="IBM Plex Mono"/>
              <a:sym typeface="IBM Plex Mono"/>
            </a:endParaRPr>
          </a:p>
          <a:p>
            <a:pPr indent="0" lvl="0" marL="0" rtl="0" algn="l">
              <a:lnSpc>
                <a:spcPct val="115000"/>
              </a:lnSpc>
              <a:spcBef>
                <a:spcPts val="800"/>
              </a:spcBef>
              <a:spcAft>
                <a:spcPts val="800"/>
              </a:spcAft>
              <a:buNone/>
            </a:pPr>
            <a:r>
              <a:t/>
            </a:r>
            <a:endParaRPr sz="900">
              <a:solidFill>
                <a:schemeClr val="lt1"/>
              </a:solidFill>
              <a:latin typeface="IBM Plex Mono"/>
              <a:ea typeface="IBM Plex Mono"/>
              <a:cs typeface="IBM Plex Mono"/>
              <a:sym typeface="IBM Plex Mono"/>
            </a:endParaRPr>
          </a:p>
        </p:txBody>
      </p:sp>
      <p:sp>
        <p:nvSpPr>
          <p:cNvPr id="2114" name="Google Shape;2114;p342"/>
          <p:cNvSpPr txBox="1"/>
          <p:nvPr/>
        </p:nvSpPr>
        <p:spPr>
          <a:xfrm>
            <a:off x="6642806" y="265375"/>
            <a:ext cx="2259900" cy="64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900">
                <a:solidFill>
                  <a:schemeClr val="lt1"/>
                </a:solidFill>
                <a:latin typeface="Poppins"/>
                <a:ea typeface="Poppins"/>
                <a:cs typeface="Poppins"/>
                <a:sym typeface="Poppins"/>
              </a:rPr>
              <a:t>A Pro Prompt With FUDI</a:t>
            </a:r>
            <a:endParaRPr b="1" sz="900">
              <a:solidFill>
                <a:schemeClr val="lt1"/>
              </a:solidFill>
              <a:latin typeface="Poppins"/>
              <a:ea typeface="Poppins"/>
              <a:cs typeface="Poppins"/>
              <a:sym typeface="Poppins"/>
            </a:endParaRPr>
          </a:p>
          <a:p>
            <a:pPr indent="0" lvl="0" marL="0" rtl="0" algn="l">
              <a:lnSpc>
                <a:spcPct val="115000"/>
              </a:lnSpc>
              <a:spcBef>
                <a:spcPts val="0"/>
              </a:spcBef>
              <a:spcAft>
                <a:spcPts val="0"/>
              </a:spcAft>
              <a:buNone/>
            </a:pPr>
            <a:r>
              <a:rPr lang="en" sz="900">
                <a:solidFill>
                  <a:schemeClr val="lt1"/>
                </a:solidFill>
                <a:latin typeface="Lato"/>
                <a:ea typeface="Lato"/>
                <a:cs typeface="Lato"/>
                <a:sym typeface="Lato"/>
              </a:rPr>
              <a:t>Notice how it doesn't just describe the topic; it defines  the system layer by layer.</a:t>
            </a:r>
            <a:endParaRPr b="1" sz="900">
              <a:solidFill>
                <a:schemeClr val="lt1"/>
              </a:solidFill>
              <a:latin typeface="Poppins"/>
              <a:ea typeface="Poppins"/>
              <a:cs typeface="Poppins"/>
              <a:sym typeface="Poppins"/>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9" name="Shape 2119"/>
        <p:cNvGrpSpPr/>
        <p:nvPr/>
      </p:nvGrpSpPr>
      <p:grpSpPr>
        <a:xfrm>
          <a:off x="0" y="0"/>
          <a:ext cx="0" cy="0"/>
          <a:chOff x="0" y="0"/>
          <a:chExt cx="0" cy="0"/>
        </a:xfrm>
      </p:grpSpPr>
      <p:sp>
        <p:nvSpPr>
          <p:cNvPr id="2120" name="Google Shape;2120;p343"/>
          <p:cNvSpPr/>
          <p:nvPr/>
        </p:nvSpPr>
        <p:spPr>
          <a:xfrm>
            <a:off x="25" y="0"/>
            <a:ext cx="9144000" cy="5715000"/>
          </a:xfrm>
          <a:prstGeom prst="rect">
            <a:avLst/>
          </a:prstGeom>
          <a:solidFill>
            <a:srgbClr val="07182C">
              <a:alpha val="500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121" name="Google Shape;2121;p343"/>
          <p:cNvSpPr txBox="1"/>
          <p:nvPr/>
        </p:nvSpPr>
        <p:spPr>
          <a:xfrm>
            <a:off x="6806825" y="2806700"/>
            <a:ext cx="2010000" cy="190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900">
                <a:solidFill>
                  <a:srgbClr val="FFFFFF"/>
                </a:solidFill>
                <a:latin typeface="Poppins SemiBold"/>
                <a:ea typeface="Poppins SemiBold"/>
                <a:cs typeface="Poppins SemiBold"/>
                <a:sym typeface="Poppins SemiBold"/>
              </a:rPr>
              <a:t>FULL-STACK PROTOTYPING (Cloud IDEs)</a:t>
            </a:r>
            <a:endParaRPr sz="900">
              <a:solidFill>
                <a:srgbClr val="FFFFFF"/>
              </a:solidFill>
              <a:latin typeface="Poppins SemiBold"/>
              <a:ea typeface="Poppins SemiBold"/>
              <a:cs typeface="Poppins SemiBold"/>
              <a:sym typeface="Poppins SemiBold"/>
            </a:endParaRPr>
          </a:p>
          <a:p>
            <a:pPr indent="0" lvl="0" marL="0" rtl="0" algn="l">
              <a:lnSpc>
                <a:spcPct val="115000"/>
              </a:lnSpc>
              <a:spcBef>
                <a:spcPts val="1200"/>
              </a:spcBef>
              <a:spcAft>
                <a:spcPts val="0"/>
              </a:spcAft>
              <a:buNone/>
            </a:pPr>
            <a:r>
              <a:rPr lang="en" sz="900">
                <a:solidFill>
                  <a:srgbClr val="FFFFFF"/>
                </a:solidFill>
                <a:latin typeface="Lato"/>
                <a:ea typeface="Lato"/>
                <a:cs typeface="Lato"/>
                <a:sym typeface="Lato"/>
              </a:rPr>
              <a:t>Use these to build and deploy functional, interactive web app prototypes instantly without any local setup. </a:t>
            </a:r>
            <a:endParaRPr sz="900">
              <a:solidFill>
                <a:srgbClr val="FFFFFF"/>
              </a:solidFill>
              <a:latin typeface="Lato"/>
              <a:ea typeface="Lato"/>
              <a:cs typeface="Lato"/>
              <a:sym typeface="Lato"/>
            </a:endParaRPr>
          </a:p>
          <a:p>
            <a:pPr indent="-285750" lvl="0" marL="457200" rtl="0" algn="l">
              <a:lnSpc>
                <a:spcPct val="115000"/>
              </a:lnSpc>
              <a:spcBef>
                <a:spcPts val="1200"/>
              </a:spcBef>
              <a:spcAft>
                <a:spcPts val="0"/>
              </a:spcAft>
              <a:buClr>
                <a:srgbClr val="FFFFFF"/>
              </a:buClr>
              <a:buSzPts val="900"/>
              <a:buFont typeface="Lato"/>
              <a:buChar char="●"/>
            </a:pPr>
            <a:r>
              <a:rPr b="1" lang="en" sz="900">
                <a:solidFill>
                  <a:srgbClr val="FFFFFF"/>
                </a:solidFill>
                <a:latin typeface="Lato"/>
                <a:ea typeface="Lato"/>
                <a:cs typeface="Lato"/>
                <a:sym typeface="Lato"/>
              </a:rPr>
              <a:t>Examples:</a:t>
            </a:r>
            <a:r>
              <a:rPr b="1" lang="en" sz="900">
                <a:solidFill>
                  <a:srgbClr val="FFFFFF"/>
                </a:solidFill>
                <a:latin typeface="Lato"/>
                <a:ea typeface="Lato"/>
                <a:cs typeface="Lato"/>
                <a:sym typeface="Lato"/>
              </a:rPr>
              <a:t> </a:t>
            </a:r>
            <a:r>
              <a:rPr lang="en" sz="900">
                <a:solidFill>
                  <a:srgbClr val="FFFFFF"/>
                </a:solidFill>
                <a:latin typeface="Lato"/>
                <a:ea typeface="Lato"/>
                <a:cs typeface="Lato"/>
                <a:sym typeface="Lato"/>
              </a:rPr>
              <a:t>Lovable</a:t>
            </a:r>
            <a:r>
              <a:rPr lang="en" sz="900">
                <a:solidFill>
                  <a:srgbClr val="FFFFFF"/>
                </a:solidFill>
                <a:latin typeface="Lato"/>
                <a:ea typeface="Lato"/>
                <a:cs typeface="Lato"/>
                <a:sym typeface="Lato"/>
              </a:rPr>
              <a:t>, Bolt, Replit, v0, Figma </a:t>
            </a:r>
            <a:br>
              <a:rPr lang="en" sz="900">
                <a:solidFill>
                  <a:srgbClr val="FFFFFF"/>
                </a:solidFill>
                <a:latin typeface="Lato"/>
                <a:ea typeface="Lato"/>
                <a:cs typeface="Lato"/>
                <a:sym typeface="Lato"/>
              </a:rPr>
            </a:br>
            <a:endParaRPr sz="900">
              <a:solidFill>
                <a:srgbClr val="FFFFFF"/>
              </a:solidFill>
              <a:latin typeface="Lato"/>
              <a:ea typeface="Lato"/>
              <a:cs typeface="Lato"/>
              <a:sym typeface="Lato"/>
            </a:endParaRPr>
          </a:p>
        </p:txBody>
      </p:sp>
      <p:sp>
        <p:nvSpPr>
          <p:cNvPr id="2122" name="Google Shape;2122;p343"/>
          <p:cNvSpPr txBox="1"/>
          <p:nvPr>
            <p:ph type="title"/>
          </p:nvPr>
        </p:nvSpPr>
        <p:spPr>
          <a:xfrm>
            <a:off x="457100" y="400061"/>
            <a:ext cx="3204900" cy="923400"/>
          </a:xfrm>
          <a:prstGeom prst="rect">
            <a:avLst/>
          </a:prstGeom>
        </p:spPr>
        <p:txBody>
          <a:bodyPr anchorCtr="0" anchor="t" bIns="0" lIns="0" spcFirstLastPara="1" rIns="0" wrap="square" tIns="0">
            <a:spAutoFit/>
          </a:bodyPr>
          <a:lstStyle/>
          <a:p>
            <a:pPr indent="0" lvl="0" marL="0" rtl="0" algn="l">
              <a:lnSpc>
                <a:spcPct val="100000"/>
              </a:lnSpc>
              <a:spcBef>
                <a:spcPts val="0"/>
              </a:spcBef>
              <a:spcAft>
                <a:spcPts val="0"/>
              </a:spcAft>
              <a:buNone/>
            </a:pPr>
            <a:r>
              <a:rPr lang="en" sz="3000"/>
              <a:t>AI</a:t>
            </a:r>
            <a:r>
              <a:rPr lang="en" sz="3000"/>
              <a:t> Prototyping </a:t>
            </a:r>
            <a:endParaRPr sz="3000"/>
          </a:p>
          <a:p>
            <a:pPr indent="0" lvl="0" marL="0" rtl="0" algn="l">
              <a:lnSpc>
                <a:spcPct val="100000"/>
              </a:lnSpc>
              <a:spcBef>
                <a:spcPts val="0"/>
              </a:spcBef>
              <a:spcAft>
                <a:spcPts val="0"/>
              </a:spcAft>
              <a:buNone/>
            </a:pPr>
            <a:r>
              <a:rPr lang="en" sz="3000"/>
              <a:t>Tool Stack</a:t>
            </a:r>
            <a:endParaRPr sz="3000"/>
          </a:p>
        </p:txBody>
      </p:sp>
      <p:sp>
        <p:nvSpPr>
          <p:cNvPr id="2123" name="Google Shape;2123;p343"/>
          <p:cNvSpPr/>
          <p:nvPr/>
        </p:nvSpPr>
        <p:spPr>
          <a:xfrm>
            <a:off x="4661275" y="468050"/>
            <a:ext cx="4025700" cy="505800"/>
          </a:xfrm>
          <a:prstGeom prst="roundRect">
            <a:avLst>
              <a:gd fmla="val 4227" name="adj"/>
            </a:avLst>
          </a:prstGeom>
          <a:solidFill>
            <a:srgbClr val="FFFFFF"/>
          </a:solidFill>
          <a:ln cap="flat" cmpd="sng" w="9525">
            <a:solidFill>
              <a:srgbClr val="F1F5F8"/>
            </a:solidFill>
            <a:prstDash val="solid"/>
            <a:round/>
            <a:headEnd len="sm" w="sm" type="none"/>
            <a:tailEnd len="sm" w="sm" type="none"/>
          </a:ln>
        </p:spPr>
        <p:txBody>
          <a:bodyPr anchorCtr="0" anchor="ctr" bIns="94800" lIns="548625" spcFirstLastPara="1" rIns="94800" wrap="square" tIns="94800">
            <a:noAutofit/>
          </a:bodyPr>
          <a:lstStyle/>
          <a:p>
            <a:pPr indent="0" lvl="0" marL="0" marR="0" rtl="0" algn="l">
              <a:lnSpc>
                <a:spcPct val="100000"/>
              </a:lnSpc>
              <a:spcBef>
                <a:spcPts val="0"/>
              </a:spcBef>
              <a:spcAft>
                <a:spcPts val="0"/>
              </a:spcAft>
              <a:buNone/>
            </a:pPr>
            <a:r>
              <a:rPr b="1" lang="en" sz="850">
                <a:solidFill>
                  <a:schemeClr val="accent2"/>
                </a:solidFill>
                <a:latin typeface="Poppins"/>
                <a:ea typeface="Poppins"/>
                <a:cs typeface="Poppins"/>
                <a:sym typeface="Poppins"/>
              </a:rPr>
              <a:t>KEEP IN MIND</a:t>
            </a:r>
            <a:br>
              <a:rPr lang="en" sz="850">
                <a:solidFill>
                  <a:schemeClr val="accent2"/>
                </a:solidFill>
                <a:latin typeface="Poppins Medium"/>
                <a:ea typeface="Poppins Medium"/>
                <a:cs typeface="Poppins Medium"/>
                <a:sym typeface="Poppins Medium"/>
              </a:rPr>
            </a:br>
            <a:r>
              <a:rPr lang="en" sz="850">
                <a:solidFill>
                  <a:schemeClr val="accent2"/>
                </a:solidFill>
                <a:latin typeface="Poppins Medium"/>
                <a:ea typeface="Poppins Medium"/>
                <a:cs typeface="Poppins Medium"/>
                <a:sym typeface="Poppins Medium"/>
              </a:rPr>
              <a:t>AI is a rapidly evolving space that changes quickly! Look out for new, emerging players.</a:t>
            </a:r>
            <a:endParaRPr sz="850">
              <a:solidFill>
                <a:schemeClr val="accent2"/>
              </a:solidFill>
              <a:latin typeface="Poppins Medium"/>
              <a:ea typeface="Poppins Medium"/>
              <a:cs typeface="Poppins Medium"/>
              <a:sym typeface="Poppins Medium"/>
            </a:endParaRPr>
          </a:p>
        </p:txBody>
      </p:sp>
      <p:pic>
        <p:nvPicPr>
          <p:cNvPr id="2124" name="Google Shape;2124;p343"/>
          <p:cNvPicPr preferRelativeResize="0"/>
          <p:nvPr/>
        </p:nvPicPr>
        <p:blipFill rotWithShape="1">
          <a:blip r:embed="rId3">
            <a:alphaModFix/>
          </a:blip>
          <a:srcRect b="0" l="0" r="0" t="0"/>
          <a:stretch/>
        </p:blipFill>
        <p:spPr>
          <a:xfrm>
            <a:off x="4848451" y="609645"/>
            <a:ext cx="227784" cy="228600"/>
          </a:xfrm>
          <a:prstGeom prst="rect">
            <a:avLst/>
          </a:prstGeom>
          <a:noFill/>
          <a:ln>
            <a:noFill/>
          </a:ln>
        </p:spPr>
      </p:pic>
      <p:pic>
        <p:nvPicPr>
          <p:cNvPr id="2125" name="Google Shape;2125;p343" title="Group 44.png"/>
          <p:cNvPicPr preferRelativeResize="0"/>
          <p:nvPr/>
        </p:nvPicPr>
        <p:blipFill>
          <a:blip r:embed="rId4">
            <a:alphaModFix/>
          </a:blip>
          <a:stretch>
            <a:fillRect/>
          </a:stretch>
        </p:blipFill>
        <p:spPr>
          <a:xfrm>
            <a:off x="2889690" y="1375611"/>
            <a:ext cx="3364699" cy="3882189"/>
          </a:xfrm>
          <a:prstGeom prst="rect">
            <a:avLst/>
          </a:prstGeom>
          <a:noFill/>
          <a:ln>
            <a:noFill/>
          </a:ln>
        </p:spPr>
      </p:pic>
      <p:pic>
        <p:nvPicPr>
          <p:cNvPr descr="Claude AI logo transparent PNG - StickPNG" id="2126" name="Google Shape;2126;p343"/>
          <p:cNvPicPr preferRelativeResize="0"/>
          <p:nvPr/>
        </p:nvPicPr>
        <p:blipFill rotWithShape="1">
          <a:blip r:embed="rId5">
            <a:alphaModFix/>
          </a:blip>
          <a:srcRect b="0" l="5243" r="5118" t="0"/>
          <a:stretch/>
        </p:blipFill>
        <p:spPr>
          <a:xfrm>
            <a:off x="4056850" y="4438663"/>
            <a:ext cx="221400" cy="221400"/>
          </a:xfrm>
          <a:prstGeom prst="roundRect">
            <a:avLst>
              <a:gd fmla="val 16667" name="adj"/>
            </a:avLst>
          </a:prstGeom>
          <a:noFill/>
          <a:ln cap="flat" cmpd="sng" w="9525">
            <a:solidFill>
              <a:schemeClr val="accent2"/>
            </a:solidFill>
            <a:prstDash val="solid"/>
            <a:round/>
            <a:headEnd len="sm" w="sm" type="none"/>
            <a:tailEnd len="sm" w="sm" type="none"/>
          </a:ln>
        </p:spPr>
      </p:pic>
      <p:pic>
        <p:nvPicPr>
          <p:cNvPr id="2127" name="Google Shape;2127;p343" title="chatgpt-logo-chat-gpt-icon-on-green-background-free-vector.jpg"/>
          <p:cNvPicPr preferRelativeResize="0"/>
          <p:nvPr/>
        </p:nvPicPr>
        <p:blipFill>
          <a:blip r:embed="rId6">
            <a:alphaModFix/>
          </a:blip>
          <a:stretch>
            <a:fillRect/>
          </a:stretch>
        </p:blipFill>
        <p:spPr>
          <a:xfrm>
            <a:off x="3440600" y="4121162"/>
            <a:ext cx="221400" cy="221400"/>
          </a:xfrm>
          <a:prstGeom prst="roundRect">
            <a:avLst>
              <a:gd fmla="val 16667" name="adj"/>
            </a:avLst>
          </a:prstGeom>
          <a:noFill/>
          <a:ln>
            <a:noFill/>
          </a:ln>
        </p:spPr>
      </p:pic>
      <p:pic>
        <p:nvPicPr>
          <p:cNvPr id="2128" name="Google Shape;2128;p343" title="images.png"/>
          <p:cNvPicPr preferRelativeResize="0"/>
          <p:nvPr/>
        </p:nvPicPr>
        <p:blipFill rotWithShape="1">
          <a:blip r:embed="rId7">
            <a:alphaModFix/>
          </a:blip>
          <a:srcRect b="0" l="0" r="0" t="0"/>
          <a:stretch/>
        </p:blipFill>
        <p:spPr>
          <a:xfrm>
            <a:off x="5290000" y="4217267"/>
            <a:ext cx="221400" cy="221400"/>
          </a:xfrm>
          <a:prstGeom prst="roundRect">
            <a:avLst>
              <a:gd fmla="val 16667" name="adj"/>
            </a:avLst>
          </a:prstGeom>
          <a:noFill/>
          <a:ln cap="flat" cmpd="sng" w="9525">
            <a:solidFill>
              <a:schemeClr val="accent2"/>
            </a:solidFill>
            <a:prstDash val="solid"/>
            <a:round/>
            <a:headEnd len="sm" w="sm" type="none"/>
            <a:tailEnd len="sm" w="sm" type="none"/>
          </a:ln>
        </p:spPr>
      </p:pic>
      <p:pic>
        <p:nvPicPr>
          <p:cNvPr id="2129" name="Google Shape;2129;p343" title="StackBlitz_idLCk4jSTb_0.png"/>
          <p:cNvPicPr preferRelativeResize="0"/>
          <p:nvPr/>
        </p:nvPicPr>
        <p:blipFill rotWithShape="1">
          <a:blip r:embed="rId8">
            <a:alphaModFix/>
          </a:blip>
          <a:srcRect b="0" l="0" r="0" t="0"/>
          <a:stretch/>
        </p:blipFill>
        <p:spPr>
          <a:xfrm>
            <a:off x="4927830" y="3153668"/>
            <a:ext cx="221400" cy="221400"/>
          </a:xfrm>
          <a:prstGeom prst="rect">
            <a:avLst/>
          </a:prstGeom>
          <a:noFill/>
          <a:ln>
            <a:noFill/>
          </a:ln>
        </p:spPr>
      </p:pic>
      <p:pic>
        <p:nvPicPr>
          <p:cNvPr id="2130" name="Google Shape;2130;p343" title="Icon (1).jpeg"/>
          <p:cNvPicPr preferRelativeResize="0"/>
          <p:nvPr/>
        </p:nvPicPr>
        <p:blipFill rotWithShape="1">
          <a:blip r:embed="rId9">
            <a:alphaModFix/>
          </a:blip>
          <a:srcRect b="7352" l="0" r="0" t="7352"/>
          <a:stretch/>
        </p:blipFill>
        <p:spPr>
          <a:xfrm>
            <a:off x="3902929" y="3046625"/>
            <a:ext cx="221400" cy="221400"/>
          </a:xfrm>
          <a:prstGeom prst="roundRect">
            <a:avLst>
              <a:gd fmla="val 16667" name="adj"/>
            </a:avLst>
          </a:prstGeom>
          <a:noFill/>
          <a:ln>
            <a:noFill/>
          </a:ln>
        </p:spPr>
      </p:pic>
      <p:pic>
        <p:nvPicPr>
          <p:cNvPr id="2131" name="Google Shape;2131;p343" title="Icon (2).jpeg"/>
          <p:cNvPicPr preferRelativeResize="0"/>
          <p:nvPr/>
        </p:nvPicPr>
        <p:blipFill rotWithShape="1">
          <a:blip r:embed="rId10">
            <a:alphaModFix/>
          </a:blip>
          <a:srcRect b="0" l="0" r="0" t="0"/>
          <a:stretch/>
        </p:blipFill>
        <p:spPr>
          <a:xfrm>
            <a:off x="4610089" y="2180801"/>
            <a:ext cx="221400" cy="228600"/>
          </a:xfrm>
          <a:prstGeom prst="roundRect">
            <a:avLst>
              <a:gd fmla="val 16667" name="adj"/>
            </a:avLst>
          </a:prstGeom>
          <a:noFill/>
          <a:ln>
            <a:noFill/>
          </a:ln>
        </p:spPr>
      </p:pic>
      <p:pic>
        <p:nvPicPr>
          <p:cNvPr id="2132" name="Google Shape;2132;p343" title="Icon (1).png"/>
          <p:cNvPicPr preferRelativeResize="0"/>
          <p:nvPr/>
        </p:nvPicPr>
        <p:blipFill rotWithShape="1">
          <a:blip r:embed="rId11">
            <a:alphaModFix/>
          </a:blip>
          <a:srcRect b="2829" l="0" r="0" t="2839"/>
          <a:stretch/>
        </p:blipFill>
        <p:spPr>
          <a:xfrm>
            <a:off x="4610104" y="1902850"/>
            <a:ext cx="221400" cy="221400"/>
          </a:xfrm>
          <a:prstGeom prst="roundRect">
            <a:avLst>
              <a:gd fmla="val 16667" name="adj"/>
            </a:avLst>
          </a:prstGeom>
          <a:noFill/>
          <a:ln cap="flat" cmpd="sng" w="9525">
            <a:solidFill>
              <a:schemeClr val="accent2"/>
            </a:solidFill>
            <a:prstDash val="solid"/>
            <a:round/>
            <a:headEnd len="sm" w="sm" type="none"/>
            <a:tailEnd len="sm" w="sm" type="none"/>
          </a:ln>
        </p:spPr>
      </p:pic>
      <p:pic>
        <p:nvPicPr>
          <p:cNvPr id="2133" name="Google Shape;2133;p343" title="id5UrR_A68_1756809428683.png"/>
          <p:cNvPicPr preferRelativeResize="0"/>
          <p:nvPr/>
        </p:nvPicPr>
        <p:blipFill rotWithShape="1">
          <a:blip r:embed="rId12">
            <a:alphaModFix/>
          </a:blip>
          <a:srcRect b="612" l="0" r="0" t="602"/>
          <a:stretch/>
        </p:blipFill>
        <p:spPr>
          <a:xfrm>
            <a:off x="4313380" y="2182200"/>
            <a:ext cx="221399" cy="225794"/>
          </a:xfrm>
          <a:prstGeom prst="rect">
            <a:avLst/>
          </a:prstGeom>
          <a:noFill/>
          <a:ln>
            <a:noFill/>
          </a:ln>
        </p:spPr>
      </p:pic>
      <p:pic>
        <p:nvPicPr>
          <p:cNvPr id="2134" name="Google Shape;2134;p343" title="id4WlKQYQ__logos.jpeg"/>
          <p:cNvPicPr preferRelativeResize="0"/>
          <p:nvPr/>
        </p:nvPicPr>
        <p:blipFill rotWithShape="1">
          <a:blip r:embed="rId13">
            <a:alphaModFix/>
          </a:blip>
          <a:srcRect b="0" l="3069" r="3060" t="0"/>
          <a:stretch/>
        </p:blipFill>
        <p:spPr>
          <a:xfrm>
            <a:off x="4314423" y="1899250"/>
            <a:ext cx="214500" cy="221400"/>
          </a:xfrm>
          <a:prstGeom prst="roundRect">
            <a:avLst>
              <a:gd fmla="val 16667" name="adj"/>
            </a:avLst>
          </a:prstGeom>
          <a:noFill/>
          <a:ln cap="flat" cmpd="sng" w="9525">
            <a:solidFill>
              <a:schemeClr val="accent2"/>
            </a:solidFill>
            <a:prstDash val="solid"/>
            <a:round/>
            <a:headEnd len="sm" w="sm" type="none"/>
            <a:tailEnd len="sm" w="sm" type="none"/>
          </a:ln>
        </p:spPr>
      </p:pic>
      <p:grpSp>
        <p:nvGrpSpPr>
          <p:cNvPr id="2135" name="Google Shape;2135;p343"/>
          <p:cNvGrpSpPr/>
          <p:nvPr/>
        </p:nvGrpSpPr>
        <p:grpSpPr>
          <a:xfrm>
            <a:off x="5191304" y="2960250"/>
            <a:ext cx="221400" cy="228600"/>
            <a:chOff x="7896404" y="4338425"/>
            <a:chExt cx="221400" cy="228600"/>
          </a:xfrm>
        </p:grpSpPr>
        <p:pic>
          <p:nvPicPr>
            <p:cNvPr id="2136" name="Google Shape;2136;p343" title="Lovable_Icon_0.jpeg"/>
            <p:cNvPicPr preferRelativeResize="0"/>
            <p:nvPr/>
          </p:nvPicPr>
          <p:blipFill rotWithShape="1">
            <a:blip r:embed="rId14">
              <a:alphaModFix/>
            </a:blip>
            <a:srcRect b="0" l="3060" r="3060" t="0"/>
            <a:stretch/>
          </p:blipFill>
          <p:spPr>
            <a:xfrm>
              <a:off x="7896404" y="4342026"/>
              <a:ext cx="221400" cy="221400"/>
            </a:xfrm>
            <a:prstGeom prst="roundRect">
              <a:avLst>
                <a:gd fmla="val 16667" name="adj"/>
              </a:avLst>
            </a:prstGeom>
            <a:noFill/>
            <a:ln>
              <a:noFill/>
            </a:ln>
          </p:spPr>
        </p:pic>
        <p:sp>
          <p:nvSpPr>
            <p:cNvPr id="2137" name="Google Shape;2137;p343"/>
            <p:cNvSpPr/>
            <p:nvPr/>
          </p:nvSpPr>
          <p:spPr>
            <a:xfrm>
              <a:off x="7896404" y="4338425"/>
              <a:ext cx="221400" cy="228600"/>
            </a:xfrm>
            <a:prstGeom prst="roundRect">
              <a:avLst>
                <a:gd fmla="val 16667" name="adj"/>
              </a:avLst>
            </a:prstGeom>
            <a:solidFill>
              <a:srgbClr val="221F1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2138" name="Google Shape;2138;p343" title="New_Replit_Logo.svg.png"/>
            <p:cNvPicPr preferRelativeResize="0"/>
            <p:nvPr/>
          </p:nvPicPr>
          <p:blipFill rotWithShape="1">
            <a:blip r:embed="rId15">
              <a:alphaModFix/>
            </a:blip>
            <a:srcRect b="0" l="9256" r="9264" t="0"/>
            <a:stretch/>
          </p:blipFill>
          <p:spPr>
            <a:xfrm>
              <a:off x="7941693" y="4359377"/>
              <a:ext cx="130826" cy="178401"/>
            </a:xfrm>
            <a:prstGeom prst="rect">
              <a:avLst/>
            </a:prstGeom>
            <a:noFill/>
            <a:ln>
              <a:noFill/>
            </a:ln>
          </p:spPr>
        </p:pic>
      </p:grpSp>
      <p:pic>
        <p:nvPicPr>
          <p:cNvPr id="2139" name="Google Shape;2139;p343" title="figma-logo-icon-figma-app-editable-transparent-background-premium-social-media-design-for-digital-download-free-png.png"/>
          <p:cNvPicPr preferRelativeResize="0"/>
          <p:nvPr/>
        </p:nvPicPr>
        <p:blipFill rotWithShape="1">
          <a:blip r:embed="rId16">
            <a:alphaModFix/>
          </a:blip>
          <a:srcRect b="18507" l="18508" r="18791" t="18412"/>
          <a:stretch/>
        </p:blipFill>
        <p:spPr>
          <a:xfrm>
            <a:off x="4185498" y="3268026"/>
            <a:ext cx="227774" cy="229149"/>
          </a:xfrm>
          <a:prstGeom prst="rect">
            <a:avLst/>
          </a:prstGeom>
          <a:noFill/>
          <a:ln>
            <a:noFill/>
          </a:ln>
        </p:spPr>
      </p:pic>
      <p:cxnSp>
        <p:nvCxnSpPr>
          <p:cNvPr id="2140" name="Google Shape;2140;p343"/>
          <p:cNvCxnSpPr/>
          <p:nvPr/>
        </p:nvCxnSpPr>
        <p:spPr>
          <a:xfrm rot="10800000">
            <a:off x="2114500" y="1657350"/>
            <a:ext cx="2279700" cy="0"/>
          </a:xfrm>
          <a:prstGeom prst="straightConnector1">
            <a:avLst/>
          </a:prstGeom>
          <a:noFill/>
          <a:ln cap="flat" cmpd="sng" w="9525">
            <a:solidFill>
              <a:schemeClr val="lt1"/>
            </a:solidFill>
            <a:prstDash val="solid"/>
            <a:round/>
            <a:headEnd len="med" w="med" type="none"/>
            <a:tailEnd len="med" w="med" type="oval"/>
          </a:ln>
        </p:spPr>
      </p:cxnSp>
      <p:sp>
        <p:nvSpPr>
          <p:cNvPr id="2141" name="Google Shape;2141;p343"/>
          <p:cNvSpPr txBox="1"/>
          <p:nvPr/>
        </p:nvSpPr>
        <p:spPr>
          <a:xfrm>
            <a:off x="380900" y="1495425"/>
            <a:ext cx="2010000" cy="1746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900">
                <a:solidFill>
                  <a:srgbClr val="FFFFFF"/>
                </a:solidFill>
                <a:latin typeface="Poppins SemiBold"/>
                <a:ea typeface="Poppins SemiBold"/>
                <a:cs typeface="Poppins SemiBold"/>
                <a:sym typeface="Poppins SemiBold"/>
              </a:rPr>
              <a:t>PRODUCTION ENGINEERING (Local IDEs)</a:t>
            </a:r>
            <a:endParaRPr sz="900">
              <a:solidFill>
                <a:srgbClr val="FFFFFF"/>
              </a:solidFill>
              <a:latin typeface="Poppins SemiBold"/>
              <a:ea typeface="Poppins SemiBold"/>
              <a:cs typeface="Poppins SemiBold"/>
              <a:sym typeface="Poppins SemiBold"/>
            </a:endParaRPr>
          </a:p>
          <a:p>
            <a:pPr indent="0" lvl="0" marL="0" rtl="0" algn="l">
              <a:lnSpc>
                <a:spcPct val="115000"/>
              </a:lnSpc>
              <a:spcBef>
                <a:spcPts val="1200"/>
              </a:spcBef>
              <a:spcAft>
                <a:spcPts val="0"/>
              </a:spcAft>
              <a:buNone/>
            </a:pPr>
            <a:r>
              <a:rPr lang="en" sz="900">
                <a:solidFill>
                  <a:srgbClr val="FFFFFF"/>
                </a:solidFill>
                <a:latin typeface="Lato"/>
                <a:ea typeface="Lato"/>
                <a:cs typeface="Lato"/>
                <a:sym typeface="Lato"/>
              </a:rPr>
              <a:t>Use these for deep engineering work to scale the codebase and integrate directly into production environments .</a:t>
            </a:r>
            <a:endParaRPr sz="900">
              <a:solidFill>
                <a:srgbClr val="FFFFFF"/>
              </a:solidFill>
              <a:latin typeface="Lato"/>
              <a:ea typeface="Lato"/>
              <a:cs typeface="Lato"/>
              <a:sym typeface="Lato"/>
            </a:endParaRPr>
          </a:p>
          <a:p>
            <a:pPr indent="-285750" lvl="0" marL="457200" rtl="0" algn="l">
              <a:lnSpc>
                <a:spcPct val="115000"/>
              </a:lnSpc>
              <a:spcBef>
                <a:spcPts val="1200"/>
              </a:spcBef>
              <a:spcAft>
                <a:spcPts val="0"/>
              </a:spcAft>
              <a:buClr>
                <a:srgbClr val="FFFFFF"/>
              </a:buClr>
              <a:buSzPts val="900"/>
              <a:buChar char="●"/>
            </a:pPr>
            <a:r>
              <a:rPr b="1" lang="en" sz="900">
                <a:solidFill>
                  <a:srgbClr val="FFFFFF"/>
                </a:solidFill>
                <a:latin typeface="Lato"/>
                <a:ea typeface="Lato"/>
                <a:cs typeface="Lato"/>
                <a:sym typeface="Lato"/>
              </a:rPr>
              <a:t>Examples: </a:t>
            </a:r>
            <a:r>
              <a:rPr lang="en" sz="900">
                <a:solidFill>
                  <a:srgbClr val="FFFFFF"/>
                </a:solidFill>
                <a:latin typeface="Lato"/>
                <a:ea typeface="Lato"/>
                <a:cs typeface="Lato"/>
                <a:sym typeface="Lato"/>
              </a:rPr>
              <a:t>GitHub Copilot, Cursor, Zed, Windsurf</a:t>
            </a:r>
            <a:endParaRPr sz="1200">
              <a:solidFill>
                <a:srgbClr val="FFFFFF"/>
              </a:solidFill>
              <a:latin typeface="Lato"/>
              <a:ea typeface="Lato"/>
              <a:cs typeface="Lato"/>
              <a:sym typeface="Lato"/>
            </a:endParaRPr>
          </a:p>
        </p:txBody>
      </p:sp>
      <p:cxnSp>
        <p:nvCxnSpPr>
          <p:cNvPr id="2142" name="Google Shape;2142;p343"/>
          <p:cNvCxnSpPr/>
          <p:nvPr/>
        </p:nvCxnSpPr>
        <p:spPr>
          <a:xfrm rot="10800000">
            <a:off x="5511400" y="2960250"/>
            <a:ext cx="1283100" cy="0"/>
          </a:xfrm>
          <a:prstGeom prst="straightConnector1">
            <a:avLst/>
          </a:prstGeom>
          <a:noFill/>
          <a:ln cap="flat" cmpd="sng" w="19050">
            <a:solidFill>
              <a:schemeClr val="lt1"/>
            </a:solidFill>
            <a:prstDash val="solid"/>
            <a:round/>
            <a:headEnd len="med" w="med" type="oval"/>
            <a:tailEnd len="med" w="med" type="none"/>
          </a:ln>
        </p:spPr>
      </p:cxnSp>
      <p:pic>
        <p:nvPicPr>
          <p:cNvPr id="2143" name="Google Shape;2143;p343" title="apple-icon.png"/>
          <p:cNvPicPr preferRelativeResize="0"/>
          <p:nvPr/>
        </p:nvPicPr>
        <p:blipFill>
          <a:blip r:embed="rId17">
            <a:alphaModFix/>
          </a:blip>
          <a:stretch>
            <a:fillRect/>
          </a:stretch>
        </p:blipFill>
        <p:spPr>
          <a:xfrm>
            <a:off x="4628273" y="3362375"/>
            <a:ext cx="227700" cy="227700"/>
          </a:xfrm>
          <a:prstGeom prst="roundRect">
            <a:avLst>
              <a:gd fmla="val 16667" name="adj"/>
            </a:avLst>
          </a:prstGeom>
          <a:noFill/>
          <a:ln cap="flat" cmpd="sng" w="9525">
            <a:solidFill>
              <a:schemeClr val="accent2"/>
            </a:solidFill>
            <a:prstDash val="solid"/>
            <a:round/>
            <a:headEnd len="sm" w="sm" type="none"/>
            <a:tailEnd len="sm" w="sm" type="none"/>
          </a:ln>
        </p:spPr>
      </p:pic>
      <p:cxnSp>
        <p:nvCxnSpPr>
          <p:cNvPr id="2144" name="Google Shape;2144;p343"/>
          <p:cNvCxnSpPr/>
          <p:nvPr/>
        </p:nvCxnSpPr>
        <p:spPr>
          <a:xfrm rot="10800000">
            <a:off x="2114500" y="3938500"/>
            <a:ext cx="946200" cy="0"/>
          </a:xfrm>
          <a:prstGeom prst="straightConnector1">
            <a:avLst/>
          </a:prstGeom>
          <a:noFill/>
          <a:ln cap="flat" cmpd="sng" w="9525">
            <a:solidFill>
              <a:schemeClr val="lt1"/>
            </a:solidFill>
            <a:prstDash val="solid"/>
            <a:round/>
            <a:headEnd len="med" w="med" type="none"/>
            <a:tailEnd len="med" w="med" type="oval"/>
          </a:ln>
        </p:spPr>
      </p:cxnSp>
      <p:sp>
        <p:nvSpPr>
          <p:cNvPr id="2145" name="Google Shape;2145;p343"/>
          <p:cNvSpPr txBox="1"/>
          <p:nvPr/>
        </p:nvSpPr>
        <p:spPr>
          <a:xfrm>
            <a:off x="368200" y="3776575"/>
            <a:ext cx="2324100" cy="19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900">
                <a:solidFill>
                  <a:srgbClr val="FFFFFF"/>
                </a:solidFill>
                <a:latin typeface="Poppins SemiBold"/>
                <a:ea typeface="Poppins SemiBold"/>
                <a:cs typeface="Poppins SemiBold"/>
                <a:sym typeface="Poppins SemiBold"/>
              </a:rPr>
              <a:t>PROTOTYPE ARCHITECTURE (Chatbots)</a:t>
            </a:r>
            <a:endParaRPr sz="900">
              <a:solidFill>
                <a:srgbClr val="FFFFFF"/>
              </a:solidFill>
              <a:latin typeface="Poppins SemiBold"/>
              <a:ea typeface="Poppins SemiBold"/>
              <a:cs typeface="Poppins SemiBold"/>
              <a:sym typeface="Poppins SemiBold"/>
            </a:endParaRPr>
          </a:p>
          <a:p>
            <a:pPr indent="0" lvl="0" marL="0" rtl="0" algn="l">
              <a:lnSpc>
                <a:spcPct val="115000"/>
              </a:lnSpc>
              <a:spcBef>
                <a:spcPts val="1200"/>
              </a:spcBef>
              <a:spcAft>
                <a:spcPts val="0"/>
              </a:spcAft>
              <a:buNone/>
            </a:pPr>
            <a:r>
              <a:rPr lang="en" sz="900">
                <a:solidFill>
                  <a:srgbClr val="FFFFFF"/>
                </a:solidFill>
                <a:latin typeface="Lato"/>
                <a:ea typeface="Lato"/>
                <a:cs typeface="Lato"/>
                <a:sym typeface="Lato"/>
              </a:rPr>
              <a:t>Use these to architect the prototype, generate a Simplified PRD and structure prompts that drive the build.</a:t>
            </a:r>
            <a:endParaRPr sz="900">
              <a:solidFill>
                <a:srgbClr val="FFFFFF"/>
              </a:solidFill>
              <a:latin typeface="Lato"/>
              <a:ea typeface="Lato"/>
              <a:cs typeface="Lato"/>
              <a:sym typeface="Lato"/>
            </a:endParaRPr>
          </a:p>
          <a:p>
            <a:pPr indent="-285750" lvl="0" marL="457200" rtl="0" algn="l">
              <a:lnSpc>
                <a:spcPct val="115000"/>
              </a:lnSpc>
              <a:spcBef>
                <a:spcPts val="1200"/>
              </a:spcBef>
              <a:spcAft>
                <a:spcPts val="0"/>
              </a:spcAft>
              <a:buClr>
                <a:srgbClr val="FFFFFF"/>
              </a:buClr>
              <a:buSzPts val="900"/>
              <a:buFont typeface="Lato"/>
              <a:buChar char="●"/>
            </a:pPr>
            <a:r>
              <a:rPr b="1" lang="en" sz="900">
                <a:solidFill>
                  <a:srgbClr val="FFFFFF"/>
                </a:solidFill>
                <a:latin typeface="Lato"/>
                <a:ea typeface="Lato"/>
                <a:cs typeface="Lato"/>
                <a:sym typeface="Lato"/>
              </a:rPr>
              <a:t>Examples: </a:t>
            </a:r>
            <a:r>
              <a:rPr lang="en" sz="900">
                <a:solidFill>
                  <a:srgbClr val="FFFFFF"/>
                </a:solidFill>
                <a:latin typeface="Lato"/>
                <a:ea typeface="Lato"/>
                <a:cs typeface="Lato"/>
                <a:sym typeface="Lato"/>
              </a:rPr>
              <a:t>ChatGPT, Claude, Gemini.</a:t>
            </a:r>
            <a:endParaRPr sz="900">
              <a:solidFill>
                <a:srgbClr val="FFFFFF"/>
              </a:solidFill>
              <a:latin typeface="Lato"/>
              <a:ea typeface="Lato"/>
              <a:cs typeface="Lato"/>
              <a:sym typeface="Lato"/>
            </a:endParaRPr>
          </a:p>
          <a:p>
            <a:pPr indent="0" lvl="0" marL="0" rtl="0" algn="l">
              <a:lnSpc>
                <a:spcPct val="115000"/>
              </a:lnSpc>
              <a:spcBef>
                <a:spcPts val="1200"/>
              </a:spcBef>
              <a:spcAft>
                <a:spcPts val="1200"/>
              </a:spcAft>
              <a:buNone/>
            </a:pPr>
            <a:r>
              <a:t/>
            </a:r>
            <a:endParaRPr sz="900">
              <a:solidFill>
                <a:srgbClr val="FFFFFF"/>
              </a:solidFill>
              <a:latin typeface="Lato"/>
              <a:ea typeface="Lato"/>
              <a:cs typeface="Lato"/>
              <a:sym typeface="Lato"/>
            </a:endParaRPr>
          </a:p>
        </p:txBody>
      </p:sp>
      <p:sp>
        <p:nvSpPr>
          <p:cNvPr id="2146" name="Google Shape;2146;p343"/>
          <p:cNvSpPr/>
          <p:nvPr/>
        </p:nvSpPr>
        <p:spPr>
          <a:xfrm>
            <a:off x="6676900" y="2717800"/>
            <a:ext cx="2010000" cy="20574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147" name="Google Shape;2147;p343"/>
          <p:cNvSpPr txBox="1"/>
          <p:nvPr/>
        </p:nvSpPr>
        <p:spPr>
          <a:xfrm>
            <a:off x="6565900" y="2387600"/>
            <a:ext cx="1283100" cy="22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1"/>
                </a:solidFill>
                <a:latin typeface="Poppins SemiBold"/>
                <a:ea typeface="Poppins SemiBold"/>
                <a:cs typeface="Poppins SemiBold"/>
                <a:sym typeface="Poppins SemiBold"/>
              </a:rPr>
              <a:t>COURSE FOCUS</a:t>
            </a:r>
            <a:endParaRPr sz="1100">
              <a:solidFill>
                <a:schemeClr val="lt1"/>
              </a:solidFill>
              <a:latin typeface="Poppins SemiBold"/>
              <a:ea typeface="Poppins SemiBold"/>
              <a:cs typeface="Poppins SemiBold"/>
              <a:sym typeface="Poppins SemiBold"/>
            </a:endParaRPr>
          </a:p>
        </p:txBody>
      </p:sp>
    </p:spTree>
  </p:cSld>
  <p:clrMapOvr>
    <a:masterClrMapping/>
  </p:clrMapOvr>
</p:sld>
</file>

<file path=ppt/theme/theme1.xml><?xml version="1.0" encoding="utf-8"?>
<a:theme xmlns:a="http://schemas.openxmlformats.org/drawingml/2006/main" xmlns:r="http://schemas.openxmlformats.org/officeDocument/2006/relationships" name="Enterprise 2025 ">
  <a:themeElements>
    <a:clrScheme name="Simple Light">
      <a:dk1>
        <a:srgbClr val="07182C"/>
      </a:dk1>
      <a:lt1>
        <a:srgbClr val="FFFFFF"/>
      </a:lt1>
      <a:dk2>
        <a:srgbClr val="737373"/>
      </a:dk2>
      <a:lt2>
        <a:srgbClr val="DBEAFE"/>
      </a:lt2>
      <a:accent1>
        <a:srgbClr val="1241B0"/>
      </a:accent1>
      <a:accent2>
        <a:srgbClr val="1A2B6B"/>
      </a:accent2>
      <a:accent3>
        <a:srgbClr val="3B82F6"/>
      </a:accent3>
      <a:accent4>
        <a:srgbClr val="60A5FA"/>
      </a:accent4>
      <a:accent5>
        <a:srgbClr val="D4D4D4"/>
      </a:accent5>
      <a:accent6>
        <a:srgbClr val="E5E5E5"/>
      </a:accent6>
      <a:hlink>
        <a:srgbClr val="2758E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nterprise 2025 ">
  <a:themeElements>
    <a:clrScheme name="Simple Light">
      <a:dk1>
        <a:srgbClr val="07182C"/>
      </a:dk1>
      <a:lt1>
        <a:srgbClr val="FFFFFF"/>
      </a:lt1>
      <a:dk2>
        <a:srgbClr val="737373"/>
      </a:dk2>
      <a:lt2>
        <a:srgbClr val="DBEAFE"/>
      </a:lt2>
      <a:accent1>
        <a:srgbClr val="1241B0"/>
      </a:accent1>
      <a:accent2>
        <a:srgbClr val="1A2B6B"/>
      </a:accent2>
      <a:accent3>
        <a:srgbClr val="3B82F6"/>
      </a:accent3>
      <a:accent4>
        <a:srgbClr val="60A5FA"/>
      </a:accent4>
      <a:accent5>
        <a:srgbClr val="D4D4D4"/>
      </a:accent5>
      <a:accent6>
        <a:srgbClr val="E5E5E5"/>
      </a:accent6>
      <a:hlink>
        <a:srgbClr val="2758E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Enterprise 2025 ">
  <a:themeElements>
    <a:clrScheme name="Simple Light">
      <a:dk1>
        <a:srgbClr val="07182C"/>
      </a:dk1>
      <a:lt1>
        <a:srgbClr val="FFFFFF"/>
      </a:lt1>
      <a:dk2>
        <a:srgbClr val="737373"/>
      </a:dk2>
      <a:lt2>
        <a:srgbClr val="DBEAFE"/>
      </a:lt2>
      <a:accent1>
        <a:srgbClr val="1241B0"/>
      </a:accent1>
      <a:accent2>
        <a:srgbClr val="1A2B6B"/>
      </a:accent2>
      <a:accent3>
        <a:srgbClr val="3B82F6"/>
      </a:accent3>
      <a:accent4>
        <a:srgbClr val="60A5FA"/>
      </a:accent4>
      <a:accent5>
        <a:srgbClr val="D4D4D4"/>
      </a:accent5>
      <a:accent6>
        <a:srgbClr val="E5E5E5"/>
      </a:accent6>
      <a:hlink>
        <a:srgbClr val="2758E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