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5.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536.xml"/>
  <Override ContentType="application/vnd.openxmlformats-officedocument.presentationml.slideLayout+xml" PartName="/ppt/slideLayouts/slideLayout439.xml"/>
  <Override ContentType="application/vnd.openxmlformats-officedocument.presentationml.slideLayout+xml" PartName="/ppt/slideLayouts/slideLayout528.xml"/>
  <Override ContentType="application/vnd.openxmlformats-officedocument.presentationml.slideLayout+xml" PartName="/ppt/slideLayouts/slideLayout447.xml"/>
  <Override ContentType="application/vnd.openxmlformats-officedocument.presentationml.slideLayout+xml" PartName="/ppt/slideLayouts/slideLayout366.xml"/>
  <Override ContentType="application/vnd.openxmlformats-officedocument.presentationml.slideLayout+xml" PartName="/ppt/slideLayouts/slideLayout455.xml"/>
  <Override ContentType="application/vnd.openxmlformats-officedocument.presentationml.slideLayout+xml" PartName="/ppt/slideLayouts/slideLayout96.xml"/>
  <Override ContentType="application/vnd.openxmlformats-officedocument.presentationml.slideLayout+xml" PartName="/ppt/slideLayouts/slideLayout358.xml"/>
  <Override ContentType="application/vnd.openxmlformats-officedocument.presentationml.slideLayout+xml" PartName="/ppt/slideLayouts/slideLayout544.xml"/>
  <Override ContentType="application/vnd.openxmlformats-officedocument.presentationml.slideLayout+xml" PartName="/ppt/slideLayouts/slideLayout269.xml"/>
  <Override ContentType="application/vnd.openxmlformats-officedocument.presentationml.slideLayout+xml" PartName="/ppt/slideLayouts/slideLayout285.xml"/>
  <Override ContentType="application/vnd.openxmlformats-officedocument.presentationml.slideLayout+xml" PartName="/ppt/slideLayouts/slideLayout110.xml"/>
  <Override ContentType="application/vnd.openxmlformats-officedocument.presentationml.slideLayout+xml" PartName="/ppt/slideLayouts/slideLayout471.xml"/>
  <Override ContentType="application/vnd.openxmlformats-officedocument.presentationml.slideLayout+xml" PartName="/ppt/slideLayouts/slideLayout382.xml"/>
  <Override ContentType="application/vnd.openxmlformats-officedocument.presentationml.slideLayout+xml" PartName="/ppt/slideLayouts/slideLayout277.xml"/>
  <Override ContentType="application/vnd.openxmlformats-officedocument.presentationml.slideLayout+xml" PartName="/ppt/slideLayouts/slideLayout196.xml"/>
  <Override ContentType="application/vnd.openxmlformats-officedocument.presentationml.slideLayout+xml" PartName="/ppt/slideLayouts/slideLayout102.xml"/>
  <Override ContentType="application/vnd.openxmlformats-officedocument.presentationml.slideLayout+xml" PartName="/ppt/slideLayouts/slideLayout552.xml"/>
  <Override ContentType="application/vnd.openxmlformats-officedocument.presentationml.slideLayout+xml" PartName="/ppt/slideLayouts/slideLayout463.xml"/>
  <Override ContentType="application/vnd.openxmlformats-officedocument.presentationml.slideLayout+xml" PartName="/ppt/slideLayouts/slideLayout560.xml"/>
  <Override ContentType="application/vnd.openxmlformats-officedocument.presentationml.slideLayout+xml" PartName="/ppt/slideLayouts/slideLayout188.xml"/>
  <Override ContentType="application/vnd.openxmlformats-officedocument.presentationml.slideLayout+xml" PartName="/ppt/slideLayouts/slideLayout374.xml"/>
  <Override ContentType="application/vnd.openxmlformats-officedocument.presentationml.slideLayout+xml" PartName="/ppt/slideLayouts/slideLayout165.xml"/>
  <Override ContentType="application/vnd.openxmlformats-officedocument.presentationml.slideLayout+xml" PartName="/ppt/slideLayouts/slideLayout343.xml"/>
  <Override ContentType="application/vnd.openxmlformats-officedocument.presentationml.slideLayout+xml" PartName="/ppt/slideLayouts/slideLayout262.xml"/>
  <Override ContentType="application/vnd.openxmlformats-officedocument.presentationml.slideLayout+xml" PartName="/ppt/slideLayouts/slideLayout65.xml"/>
  <Override ContentType="application/vnd.openxmlformats-officedocument.presentationml.slideLayout+xml" PartName="/ppt/slideLayouts/slideLayout390.xml"/>
  <Override ContentType="application/vnd.openxmlformats-officedocument.presentationml.slideLayout+xml" PartName="/ppt/slideLayouts/slideLayout293.xml"/>
  <Override ContentType="application/vnd.openxmlformats-officedocument.presentationml.slideLayout+xml" PartName="/ppt/slideLayouts/slideLayout559.xml"/>
  <Override ContentType="application/vnd.openxmlformats-officedocument.presentationml.slideLayout+xml" PartName="/ppt/slideLayouts/slideLayout440.xml"/>
  <Override ContentType="application/vnd.openxmlformats-officedocument.presentationml.slideLayout+xml" PartName="/ppt/slideLayouts/slideLayout49.xml"/>
  <Override ContentType="application/vnd.openxmlformats-officedocument.presentationml.slideLayout+xml" PartName="/ppt/slideLayouts/slideLayout319.xml"/>
  <Override ContentType="application/vnd.openxmlformats-officedocument.presentationml.slideLayout+xml" PartName="/ppt/slideLayouts/slideLayout117.xml"/>
  <Override ContentType="application/vnd.openxmlformats-officedocument.presentationml.slideLayout+xml" PartName="/ppt/slideLayouts/slideLayout181.xml"/>
  <Override ContentType="application/vnd.openxmlformats-officedocument.presentationml.slideLayout+xml" PartName="/ppt/slideLayouts/slideLayout10.xml"/>
  <Override ContentType="application/vnd.openxmlformats-officedocument.presentationml.slideLayout+xml" PartName="/ppt/slideLayouts/slideLayout311.xml"/>
  <Override ContentType="application/vnd.openxmlformats-officedocument.presentationml.slideLayout+xml" PartName="/ppt/slideLayouts/slideLayout41.xml"/>
  <Override ContentType="application/vnd.openxmlformats-officedocument.presentationml.slideLayout+xml" PartName="/ppt/slideLayouts/slideLayout478.xml"/>
  <Override ContentType="application/vnd.openxmlformats-officedocument.presentationml.slideLayout+xml" PartName="/ppt/slideLayouts/slideLayout214.xml"/>
  <Override ContentType="application/vnd.openxmlformats-officedocument.presentationml.slideLayout+xml" PartName="/ppt/slideLayouts/slideLayout150.xml"/>
  <Override ContentType="application/vnd.openxmlformats-officedocument.presentationml.slideLayout+xml" PartName="/ppt/slideLayouts/slideLayout133.xml"/>
  <Override ContentType="application/vnd.openxmlformats-officedocument.presentationml.slideLayout+xml" PartName="/ppt/slideLayouts/slideLayout494.xml"/>
  <Override ContentType="application/vnd.openxmlformats-officedocument.presentationml.slideLayout+xml" PartName="/ppt/slideLayouts/slideLayout17.xml"/>
  <Override ContentType="application/vnd.openxmlformats-officedocument.presentationml.slideLayout+xml" PartName="/ppt/slideLayouts/slideLayout513.xml"/>
  <Override ContentType="application/vnd.openxmlformats-officedocument.presentationml.slideLayout+xml" PartName="/ppt/slideLayouts/slideLayout34.xml"/>
  <Override ContentType="application/vnd.openxmlformats-officedocument.presentationml.slideLayout+xml" PartName="/ppt/slideLayouts/slideLayout149.xml"/>
  <Override ContentType="application/vnd.openxmlformats-officedocument.presentationml.slideLayout+xml" PartName="/ppt/slideLayouts/slideLayout6.xml"/>
  <Override ContentType="application/vnd.openxmlformats-officedocument.presentationml.slideLayout+xml" PartName="/ppt/slideLayouts/slideLayout238.xml"/>
  <Override ContentType="application/vnd.openxmlformats-officedocument.presentationml.slideLayout+xml" PartName="/ppt/slideLayouts/slideLayout424.xml"/>
  <Override ContentType="application/vnd.openxmlformats-officedocument.presentationml.slideLayout+xml" PartName="/ppt/slideLayouts/slideLayout73.xml"/>
  <Override ContentType="application/vnd.openxmlformats-officedocument.presentationml.slideLayout+xml" PartName="/ppt/slideLayouts/slideLayout415.xml"/>
  <Override ContentType="application/vnd.openxmlformats-officedocument.presentationml.slideLayout+xml" PartName="/ppt/slideLayouts/slideLayout351.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26.xml"/>
  <Override ContentType="application/vnd.openxmlformats-officedocument.presentationml.slideLayout+xml" PartName="/ppt/slideLayouts/slideLayout157.xml"/>
  <Override ContentType="application/vnd.openxmlformats-officedocument.presentationml.slideLayout+xml" PartName="/ppt/slideLayouts/slideLayout407.xml"/>
  <Override ContentType="application/vnd.openxmlformats-officedocument.presentationml.slideLayout+xml" PartName="/ppt/slideLayouts/slideLayout432.xml"/>
  <Override ContentType="application/vnd.openxmlformats-officedocument.presentationml.slideLayout+xml" PartName="/ppt/slideLayouts/slideLayout304.xml"/>
  <Override ContentType="application/vnd.openxmlformats-officedocument.presentationml.slideLayout+xml" PartName="/ppt/slideLayouts/slideLayout334.xml"/>
  <Override ContentType="application/vnd.openxmlformats-officedocument.presentationml.slideLayout+xml" PartName="/ppt/slideLayouts/slideLayout505.xml"/>
  <Override ContentType="application/vnd.openxmlformats-officedocument.presentationml.slideLayout+xml" PartName="/ppt/slideLayouts/slideLayout172.xml"/>
  <Override ContentType="application/vnd.openxmlformats-officedocument.presentationml.slideLayout+xml" PartName="/ppt/slideLayouts/slideLayout206.xml"/>
  <Override ContentType="application/vnd.openxmlformats-officedocument.presentationml.slideLayout+xml" PartName="/ppt/slideLayouts/slideLayout223.xml"/>
  <Override ContentType="application/vnd.openxmlformats-officedocument.presentationml.slideLayout+xml" PartName="/ppt/slideLayouts/slideLayout142.xml"/>
  <Override ContentType="application/vnd.openxmlformats-officedocument.presentationml.slideLayout+xml" PartName="/ppt/slideLayouts/slideLayout125.xml"/>
  <Override ContentType="application/vnd.openxmlformats-officedocument.presentationml.slideLayout+xml" PartName="/ppt/slideLayouts/slideLayout486.xml"/>
  <Override ContentType="application/vnd.openxmlformats-officedocument.presentationml.slideLayout+xml" PartName="/ppt/slideLayouts/slideLayout88.xml"/>
  <Override ContentType="application/vnd.openxmlformats-officedocument.presentationml.slideLayout+xml" PartName="/ppt/slideLayouts/slideLayout270.xml"/>
  <Override ContentType="application/vnd.openxmlformats-officedocument.presentationml.slideLayout+xml" PartName="/ppt/slideLayouts/slideLayout253.xml"/>
  <Override ContentType="application/vnd.openxmlformats-officedocument.presentationml.slideLayout+xml" PartName="/ppt/slideLayouts/slideLayout400.xml"/>
  <Override ContentType="application/vnd.openxmlformats-officedocument.presentationml.slideLayout+xml" PartName="/ppt/slideLayouts/slideLayout189.xml"/>
  <Override ContentType="application/vnd.openxmlformats-officedocument.presentationml.slideLayout+xml" PartName="/ppt/slideLayouts/slideLayout278.xml"/>
  <Override ContentType="application/vnd.openxmlformats-officedocument.presentationml.slideLayout+xml" PartName="/ppt/slideLayouts/slideLayout464.xml"/>
  <Override ContentType="application/vnd.openxmlformats-officedocument.presentationml.slideLayout+xml" PartName="/ppt/slideLayouts/slideLayout367.xml"/>
  <Override ContentType="application/vnd.openxmlformats-officedocument.presentationml.slideLayout+xml" PartName="/ppt/slideLayouts/slideLayout553.xml"/>
  <Override ContentType="application/vnd.openxmlformats-officedocument.presentationml.slideLayout+xml" PartName="/ppt/slideLayouts/slideLayout103.xml"/>
  <Override ContentType="application/vnd.openxmlformats-officedocument.presentationml.slideLayout+xml" PartName="/ppt/slideLayouts/slideLayout89.xml"/>
  <Override ContentType="application/vnd.openxmlformats-officedocument.presentationml.slideLayout+xml" PartName="/ppt/slideLayouts/slideLayout535.xml"/>
  <Override ContentType="application/vnd.openxmlformats-officedocument.presentationml.slideLayout+xml" PartName="/ppt/slideLayouts/slideLayout446.xml"/>
  <Override ContentType="application/vnd.openxmlformats-officedocument.presentationml.slideLayout+xml" PartName="/ppt/slideLayouts/slideLayout529.xml"/>
  <Override ContentType="application/vnd.openxmlformats-officedocument.presentationml.slideLayout+xml" PartName="/ppt/slideLayouts/slideLayout357.xml"/>
  <Override ContentType="application/vnd.openxmlformats-officedocument.presentationml.slideLayout+xml" PartName="/ppt/slideLayouts/slideLayout543.xml"/>
  <Override ContentType="application/vnd.openxmlformats-officedocument.presentationml.slideLayout+xml" PartName="/ppt/slideLayouts/slideLayout180.xml"/>
  <Override ContentType="application/vnd.openxmlformats-officedocument.presentationml.slideLayout+xml" PartName="/ppt/slideLayouts/slideLayout95.xml"/>
  <Override ContentType="application/vnd.openxmlformats-officedocument.presentationml.slideLayout+xml" PartName="/ppt/slideLayouts/slideLayout64.xml"/>
  <Override ContentType="application/vnd.openxmlformats-officedocument.presentationml.slideLayout+xml" PartName="/ppt/slideLayouts/slideLayout391.xml"/>
  <Override ContentType="application/vnd.openxmlformats-officedocument.presentationml.slideLayout+xml" PartName="/ppt/slideLayouts/slideLayout480.xml"/>
  <Override ContentType="application/vnd.openxmlformats-officedocument.presentationml.slideLayout+xml" PartName="/ppt/slideLayouts/slideLayout268.xml"/>
  <Override ContentType="application/vnd.openxmlformats-officedocument.presentationml.slideLayout+xml" PartName="/ppt/slideLayouts/slideLayout294.xml"/>
  <Override ContentType="application/vnd.openxmlformats-officedocument.presentationml.slideLayout+xml" PartName="/ppt/slideLayouts/slideLayout18.xml"/>
  <Override ContentType="application/vnd.openxmlformats-officedocument.presentationml.slideLayout+xml" PartName="/ppt/slideLayouts/slideLayout318.xml"/>
  <Override ContentType="application/vnd.openxmlformats-officedocument.presentationml.slideLayout+xml" PartName="/ppt/slideLayouts/slideLayout470.xml"/>
  <Override ContentType="application/vnd.openxmlformats-officedocument.presentationml.slideLayout+xml" PartName="/ppt/slideLayouts/slideLayout118.xml"/>
  <Override ContentType="application/vnd.openxmlformats-officedocument.presentationml.slideLayout+xml" PartName="/ppt/slideLayouts/slideLayout195.xml"/>
  <Override ContentType="application/vnd.openxmlformats-officedocument.presentationml.slideLayout+xml" PartName="/ppt/slideLayouts/slideLayout479.xml"/>
  <Override ContentType="application/vnd.openxmlformats-officedocument.presentationml.slideLayout+xml" PartName="/ppt/slideLayouts/slideLayout245.xml"/>
  <Override ContentType="application/vnd.openxmlformats-officedocument.presentationml.slideLayout+xml" PartName="/ppt/slideLayouts/slideLayout520.xml"/>
  <Override ContentType="application/vnd.openxmlformats-officedocument.presentationml.slideLayout+xml" PartName="/ppt/slideLayouts/slideLayout373.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495.xml"/>
  <Override ContentType="application/vnd.openxmlformats-officedocument.presentationml.slideLayout+xml" PartName="/ppt/slideLayouts/slideLayout231.xml"/>
  <Override ContentType="application/vnd.openxmlformats-officedocument.presentationml.slideLayout+xml" PartName="/ppt/slideLayouts/slideLayout342.xml"/>
  <Override ContentType="application/vnd.openxmlformats-officedocument.presentationml.slideLayout+xml" PartName="/ppt/slideLayouts/slideLayout558.xml"/>
  <Override ContentType="application/vnd.openxmlformats-officedocument.presentationml.slideLayout+xml" PartName="/ppt/slideLayouts/slideLayout230.xml"/>
  <Override ContentType="application/vnd.openxmlformats-officedocument.presentationml.slideLayout+xml" PartName="/ppt/slideLayouts/slideLayout485.xml"/>
  <Override ContentType="application/vnd.openxmlformats-officedocument.presentationml.slideLayout+xml" PartName="/ppt/slideLayouts/slideLayout514.xml"/>
  <Override ContentType="application/vnd.openxmlformats-officedocument.presentationml.slideLayout+xml" PartName="/ppt/slideLayouts/slideLayout141.xml"/>
  <Override ContentType="application/vnd.openxmlformats-officedocument.presentationml.slideLayout+xml" PartName="/ppt/slideLayouts/slideLayout239.xml"/>
  <Override ContentType="application/vnd.openxmlformats-officedocument.presentationml.slideLayout+xml" PartName="/ppt/slideLayouts/slideLayout425.xml"/>
  <Override ContentType="application/vnd.openxmlformats-officedocument.presentationml.slideLayout+xml" PartName="/ppt/slideLayouts/slideLayout7.xml"/>
  <Override ContentType="application/vnd.openxmlformats-officedocument.presentationml.slideLayout+xml" PartName="/ppt/slideLayouts/slideLayout299.xml"/>
  <Override ContentType="application/vnd.openxmlformats-officedocument.presentationml.slideLayout+xml" PartName="/ppt/slideLayouts/slideLayout124.xml"/>
  <Override ContentType="application/vnd.openxmlformats-officedocument.presentationml.slideLayout+xml" PartName="/ppt/slideLayouts/slideLayout21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42.xml"/>
  <Override ContentType="application/vnd.openxmlformats-officedocument.presentationml.slideLayout+xml" PartName="/ppt/slideLayouts/slideLayout263.xml"/>
  <Override ContentType="application/vnd.openxmlformats-officedocument.presentationml.slideLayout+xml" PartName="/ppt/slideLayouts/slideLayout352.xml"/>
  <Override ContentType="application/vnd.openxmlformats-officedocument.presentationml.slideLayout+xml" PartName="/ppt/slideLayouts/slideLayout335.xml"/>
  <Override ContentType="application/vnd.openxmlformats-officedocument.presentationml.slideLayout+xml" PartName="/ppt/slideLayouts/slideLayout521.xml"/>
  <Override ContentType="application/vnd.openxmlformats-officedocument.presentationml.slideLayout+xml" PartName="/ppt/slideLayouts/slideLayout246.xml"/>
  <Override ContentType="application/vnd.openxmlformats-officedocument.presentationml.slideLayout+xml" PartName="/ppt/slideLayouts/slideLayout504.xml"/>
  <Override ContentType="application/vnd.openxmlformats-officedocument.presentationml.slideLayout+xml" PartName="/ppt/slideLayouts/slideLayout229.xml"/>
  <Override ContentType="application/vnd.openxmlformats-officedocument.presentationml.slideLayout+xml" PartName="/ppt/slideLayouts/slideLayout190.xml"/>
  <Override ContentType="application/vnd.openxmlformats-officedocument.presentationml.slideLayout+xml" PartName="/ppt/slideLayouts/slideLayout224.xml"/>
  <Override ContentType="application/vnd.openxmlformats-officedocument.presentationml.slideLayout+xml" PartName="/ppt/slideLayouts/slideLayout284.xml"/>
  <Override ContentType="application/vnd.openxmlformats-officedocument.presentationml.slideLayout+xml" PartName="/ppt/slideLayouts/slideLayout207.xml"/>
  <Override ContentType="application/vnd.openxmlformats-officedocument.presentationml.slideLayout+xml" PartName="/ppt/slideLayouts/slideLayout431.xml"/>
  <Override ContentType="application/vnd.openxmlformats-officedocument.presentationml.slideLayout+xml" PartName="/ppt/slideLayouts/slideLayout57.xml"/>
  <Override ContentType="application/vnd.openxmlformats-officedocument.presentationml.slideLayout+xml" PartName="/ppt/slideLayouts/slideLayout414.xml"/>
  <Override ContentType="application/vnd.openxmlformats-officedocument.presentationml.slideLayout+xml" PartName="/ppt/slideLayouts/slideLayout80.xml"/>
  <Override ContentType="application/vnd.openxmlformats-officedocument.presentationml.slideLayout+xml" PartName="/ppt/slideLayouts/slideLayout139.xml"/>
  <Override ContentType="application/vnd.openxmlformats-officedocument.presentationml.slideLayout+xml" PartName="/ppt/slideLayouts/slideLayout63.xml"/>
  <Override ContentType="application/vnd.openxmlformats-officedocument.presentationml.slideLayout+xml" PartName="/ppt/slideLayouts/slideLayout303.xml"/>
  <Override ContentType="application/vnd.openxmlformats-officedocument.presentationml.slideLayout+xml" PartName="/ppt/slideLayouts/slideLayout156.xml"/>
  <Override ContentType="application/vnd.openxmlformats-officedocument.presentationml.slideLayout+xml" PartName="/ppt/slideLayouts/slideLayout408.xml"/>
  <Override ContentType="application/vnd.openxmlformats-officedocument.presentationml.slideLayout+xml" PartName="/ppt/slideLayouts/slideLayout519.xml"/>
  <Override ContentType="application/vnd.openxmlformats-officedocument.presentationml.slideLayout+xml" PartName="/ppt/slideLayouts/slideLayout173.xml"/>
  <Override ContentType="application/vnd.openxmlformats-officedocument.presentationml.slideLayout+xml" PartName="/ppt/slideLayouts/slideLayout389.xml"/>
  <Override ContentType="application/vnd.openxmlformats-officedocument.presentationml.slideLayout+xml" PartName="/ppt/slideLayouts/slideLayout320.xml"/>
  <Override ContentType="application/vnd.openxmlformats-officedocument.presentationml.slideLayout+xml" PartName="/ppt/slideLayouts/slideLayout260.xml"/>
  <Override ContentType="application/vnd.openxmlformats-officedocument.presentationml.slideLayout+xml" PartName="/ppt/slideLayouts/slideLayout198.xml"/>
  <Override ContentType="application/vnd.openxmlformats-officedocument.presentationml.slideLayout+xml" PartName="/ppt/slideLayouts/slideLayout252.xml"/>
  <Override ContentType="application/vnd.openxmlformats-officedocument.presentationml.slideLayout+xml" PartName="/ppt/slideLayouts/slideLayout481.xml"/>
  <Override ContentType="application/vnd.openxmlformats-officedocument.presentationml.slideLayout+xml" PartName="/ppt/slideLayouts/slideLayout384.xml"/>
  <Override ContentType="application/vnd.openxmlformats-officedocument.presentationml.slideLayout+xml" PartName="/ppt/slideLayouts/slideLayout20.xml"/>
  <Override ContentType="application/vnd.openxmlformats-officedocument.presentationml.slideLayout+xml" PartName="/ppt/slideLayouts/slideLayout295.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2.xml"/>
  <Override ContentType="application/vnd.openxmlformats-officedocument.presentationml.slideLayout+xml" PartName="/ppt/slideLayouts/slideLayout526.xml"/>
  <Override ContentType="application/vnd.openxmlformats-officedocument.presentationml.slideLayout+xml" PartName="/ppt/slideLayouts/slideLayout119.xml"/>
  <Override ContentType="application/vnd.openxmlformats-officedocument.presentationml.slideLayout+xml" PartName="/ppt/slideLayouts/slideLayout406.xml"/>
  <Override ContentType="application/vnd.openxmlformats-officedocument.presentationml.slideLayout+xml" PartName="/ppt/slideLayouts/slideLayout305.xml"/>
  <Override ContentType="application/vnd.openxmlformats-officedocument.presentationml.slideLayout+xml" PartName="/ppt/slideLayouts/slideLayout348.xml"/>
  <Override ContentType="application/vnd.openxmlformats-officedocument.presentationml.slideLayout+xml" PartName="/ppt/slideLayouts/slideLayout534.xml"/>
  <Override ContentType="application/vnd.openxmlformats-officedocument.presentationml.slideLayout+xml" PartName="/ppt/slideLayouts/slideLayout47.xml"/>
  <Override ContentType="application/vnd.openxmlformats-officedocument.presentationml.slideLayout+xml" PartName="/ppt/slideLayouts/slideLayout399.xml"/>
  <Override ContentType="application/vnd.openxmlformats-officedocument.presentationml.slideLayout+xml" PartName="/ppt/slideLayouts/slideLayout356.xml"/>
  <Override ContentType="application/vnd.openxmlformats-officedocument.presentationml.slideLayout+xml" PartName="/ppt/slideLayouts/slideLayout496.xml"/>
  <Override ContentType="application/vnd.openxmlformats-officedocument.presentationml.slideLayout+xml" PartName="/ppt/slideLayouts/slideLayout5.xml"/>
  <Override ContentType="application/vnd.openxmlformats-officedocument.presentationml.slideLayout+xml" PartName="/ppt/slideLayouts/slideLayout410.xml"/>
  <Override ContentType="application/vnd.openxmlformats-officedocument.presentationml.slideLayout+xml" PartName="/ppt/slideLayouts/slideLayout78.xml"/>
  <Override ContentType="application/vnd.openxmlformats-officedocument.presentationml.slideLayout+xml" PartName="/ppt/slideLayouts/slideLayout232.xml"/>
  <Override ContentType="application/vnd.openxmlformats-officedocument.presentationml.slideLayout+xml" PartName="/ppt/slideLayouts/slideLayout313.xml"/>
  <Override ContentType="application/vnd.openxmlformats-officedocument.presentationml.slideLayout+xml" PartName="/ppt/slideLayouts/slideLayout275.xml"/>
  <Override ContentType="application/vnd.openxmlformats-officedocument.presentationml.slideLayout+xml" PartName="/ppt/slideLayouts/slideLayout449.xml"/>
  <Override ContentType="application/vnd.openxmlformats-officedocument.presentationml.slideLayout+xml" PartName="/ppt/slideLayouts/slideLayout429.xml"/>
  <Override ContentType="application/vnd.openxmlformats-officedocument.presentationml.slideLayout+xml" PartName="/ppt/slideLayouts/slideLayout35.xml"/>
  <Override ContentType="application/vnd.openxmlformats-officedocument.presentationml.slideLayout+xml" PartName="/ppt/slideLayouts/slideLayout228.xml"/>
  <Override ContentType="application/vnd.openxmlformats-officedocument.presentationml.slideLayout+xml" PartName="/ppt/slideLayouts/slideLayout280.xml"/>
  <Override ContentType="application/vnd.openxmlformats-officedocument.presentationml.slideLayout+xml" PartName="/ppt/slideLayouts/slideLayout453.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47.xml"/>
  <Override ContentType="application/vnd.openxmlformats-officedocument.presentationml.slideLayout+xml" PartName="/ppt/slideLayouts/slideLayout325.xml"/>
  <Override ContentType="application/vnd.openxmlformats-officedocument.presentationml.slideLayout+xml" PartName="/ppt/slideLayouts/slideLayout562.xml"/>
  <Override ContentType="application/vnd.openxmlformats-officedocument.presentationml.slideLayout+xml" PartName="/ppt/slideLayouts/slideLayout341.xml"/>
  <Override ContentType="application/vnd.openxmlformats-officedocument.presentationml.slideLayout+xml" PartName="/ppt/slideLayouts/slideLayout368.xml"/>
  <Override ContentType="application/vnd.openxmlformats-officedocument.presentationml.slideLayout+xml" PartName="/ppt/slideLayouts/slideLayout477.xml"/>
  <Override ContentType="application/vnd.openxmlformats-officedocument.presentationml.slideLayout+xml" PartName="/ppt/slideLayouts/slideLayout328.xml"/>
  <Override ContentType="application/vnd.openxmlformats-officedocument.presentationml.slideLayout+xml" PartName="/ppt/slideLayouts/slideLayout353.xml"/>
  <Override ContentType="application/vnd.openxmlformats-officedocument.presentationml.slideLayout+xml" PartName="/ppt/slideLayouts/slideLayout434.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310.xml"/>
  <Override ContentType="application/vnd.openxmlformats-officedocument.presentationml.slideLayout+xml" PartName="/ppt/slideLayouts/slideLayout507.xml"/>
  <Override ContentType="application/vnd.openxmlformats-officedocument.presentationml.slideLayout+xml" PartName="/ppt/slideLayouts/slideLayout204.xml"/>
  <Override ContentType="application/vnd.openxmlformats-officedocument.presentationml.slideLayout+xml" PartName="/ppt/slideLayouts/slideLayout212.xml"/>
  <Override ContentType="application/vnd.openxmlformats-officedocument.presentationml.slideLayout+xml" PartName="/ppt/slideLayouts/slideLayout183.xml"/>
  <Override ContentType="application/vnd.openxmlformats-officedocument.presentationml.slideLayout+xml" PartName="/ppt/slideLayouts/slideLayout441.xml"/>
  <Override ContentType="application/vnd.openxmlformats-officedocument.presentationml.slideLayout+xml" PartName="/ppt/slideLayouts/slideLayout298.xml"/>
  <Override ContentType="application/vnd.openxmlformats-officedocument.presentationml.slideLayout+xml" PartName="/ppt/slideLayouts/slideLayout484.xml"/>
  <Override ContentType="application/vnd.openxmlformats-officedocument.presentationml.slideLayout+xml" PartName="/ppt/slideLayouts/slideLayout247.xml"/>
  <Override ContentType="application/vnd.openxmlformats-officedocument.presentationml.slideLayout+xml" PartName="/ppt/slideLayouts/slideLayout140.xml"/>
  <Override ContentType="application/vnd.openxmlformats-officedocument.presentationml.slideLayout+xml" PartName="/ppt/slideLayouts/slideLayout90.xml"/>
  <Override ContentType="application/vnd.openxmlformats-officedocument.presentationml.slideLayout+xml" PartName="/ppt/slideLayouts/slideLayout396.xml"/>
  <Override ContentType="application/vnd.openxmlformats-officedocument.presentationml.slideLayout+xml" PartName="/ppt/slideLayouts/slideLayout255.xml"/>
  <Override ContentType="application/vnd.openxmlformats-officedocument.presentationml.slideLayout+xml" PartName="/ppt/slideLayouts/slideLayout381.xml"/>
  <Override ContentType="application/vnd.openxmlformats-officedocument.presentationml.slideLayout+xml" PartName="/ppt/slideLayouts/slideLayout127.xml"/>
  <Override ContentType="application/vnd.openxmlformats-officedocument.presentationml.slideLayout+xml" PartName="/ppt/slideLayouts/slideLayout174.xml"/>
  <Override ContentType="application/vnd.openxmlformats-officedocument.presentationml.slideLayout+xml" PartName="/ppt/slideLayouts/slideLayout462.xml"/>
  <Override ContentType="application/vnd.openxmlformats-officedocument.presentationml.slideLayout+xml" PartName="/ppt/slideLayouts/slideLayout131.xml"/>
  <Override ContentType="application/vnd.openxmlformats-officedocument.presentationml.slideLayout+xml" PartName="/ppt/slideLayouts/slideLayout554.xml"/>
  <Override ContentType="application/vnd.openxmlformats-officedocument.presentationml.slideLayout+xml" PartName="/ppt/slideLayouts/slideLayout511.xml"/>
  <Override ContentType="application/vnd.openxmlformats-officedocument.presentationml.slideLayout+xml" PartName="/ppt/slideLayouts/slideLayout28.xml"/>
  <Override ContentType="application/vnd.openxmlformats-officedocument.presentationml.slideLayout+xml" PartName="/ppt/slideLayouts/slideLayout155.xml"/>
  <Override ContentType="application/vnd.openxmlformats-officedocument.presentationml.slideLayout+xml" PartName="/ppt/slideLayouts/slideLayout240.xml"/>
  <Override ContentType="application/vnd.openxmlformats-officedocument.presentationml.slideLayout+xml" PartName="/ppt/slideLayouts/slideLayout413.xml"/>
  <Override ContentType="application/vnd.openxmlformats-officedocument.presentationml.slideLayout+xml" PartName="/ppt/slideLayouts/slideLayout283.xml"/>
  <Override ContentType="application/vnd.openxmlformats-officedocument.presentationml.slideLayout+xml" PartName="/ppt/slideLayouts/slideLayout456.xml"/>
  <Override ContentType="application/vnd.openxmlformats-officedocument.presentationml.slideLayout+xml" PartName="/ppt/slideLayouts/slideLayout112.xml"/>
  <Override ContentType="application/vnd.openxmlformats-officedocument.presentationml.slideLayout+xml" PartName="/ppt/slideLayouts/slideLayout75.xml"/>
  <Override ContentType="application/vnd.openxmlformats-officedocument.presentationml.slideLayout+xml" PartName="/ppt/slideLayouts/slideLayout469.xml"/>
  <Override ContentType="application/vnd.openxmlformats-officedocument.presentationml.slideLayout+xml" PartName="/ppt/slideLayouts/slideLayout426.xml"/>
  <Override ContentType="application/vnd.openxmlformats-officedocument.presentationml.slideLayout+xml" PartName="/ppt/slideLayouts/slideLayout32.xml"/>
  <Override ContentType="application/vnd.openxmlformats-officedocument.presentationml.slideLayout+xml" PartName="/ppt/slideLayouts/slideLayout375.xml"/>
  <Override ContentType="application/vnd.openxmlformats-officedocument.presentationml.slideLayout+xml" PartName="/ppt/slideLayouts/slideLayout561.xml"/>
  <Override ContentType="application/vnd.openxmlformats-officedocument.presentationml.slideLayout+xml" PartName="/ppt/slideLayouts/slideLayout3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54.xml"/>
  <Override ContentType="application/vnd.openxmlformats-officedocument.presentationml.slideLayout+xml" PartName="/ppt/slideLayouts/slideLayout197.xml"/>
  <Override ContentType="application/vnd.openxmlformats-officedocument.presentationml.slideLayout+xml" PartName="/ppt/slideLayouts/slideLayout340.xml"/>
  <Override ContentType="application/vnd.openxmlformats-officedocument.presentationml.slideLayout+xml" PartName="/ppt/slideLayouts/slideLayout306.xml"/>
  <Override ContentType="application/vnd.openxmlformats-officedocument.presentationml.slideLayout+xml" PartName="/ppt/slideLayouts/slideLayout349.xml"/>
  <Override ContentType="application/vnd.openxmlformats-officedocument.presentationml.slideLayout+xml" PartName="/ppt/slideLayouts/slideLayout411.xml"/>
  <Override ContentType="application/vnd.openxmlformats-officedocument.presentationml.slideLayout+xml" PartName="/ppt/slideLayouts/slideLayout233.xml"/>
  <Override ContentType="application/vnd.openxmlformats-officedocument.presentationml.slideLayout+xml" PartName="/ppt/slideLayouts/slideLayout383.xml"/>
  <Override ContentType="application/vnd.openxmlformats-officedocument.presentationml.slideLayout+xml" PartName="/ppt/slideLayouts/slideLayout497.xml"/>
  <Override ContentType="application/vnd.openxmlformats-officedocument.presentationml.slideLayout+xml" PartName="/ppt/slideLayouts/slideLayout454.xml"/>
  <Override ContentType="application/vnd.openxmlformats-officedocument.presentationml.slideLayout+xml" PartName="/ppt/slideLayouts/slideLayout60.xml"/>
  <Override ContentType="application/vnd.openxmlformats-officedocument.presentationml.slideLayout+xml" PartName="/ppt/slideLayouts/slideLayout326.xml"/>
  <Override ContentType="application/vnd.openxmlformats-officedocument.presentationml.slideLayout+xml" PartName="/ppt/slideLayouts/slideLayout105.xml"/>
  <Override ContentType="application/vnd.openxmlformats-officedocument.presentationml.slideLayout+xml" PartName="/ppt/slideLayouts/slideLayout182.xml"/>
  <Override ContentType="application/vnd.openxmlformats-officedocument.presentationml.slideLayout+xml" PartName="/ppt/slideLayouts/slideLayout369.xml"/>
  <Override ContentType="application/vnd.openxmlformats-officedocument.presentationml.slideLayout+xml" PartName="/ppt/slideLayouts/slideLayout276.xml"/>
  <Override ContentType="application/vnd.openxmlformats-officedocument.presentationml.slideLayout+xml" PartName="/ppt/slideLayouts/slideLayout148.xml"/>
  <Override ContentType="application/vnd.openxmlformats-officedocument.presentationml.slideLayout+xml" PartName="/ppt/slideLayouts/slideLayout48.xml"/>
  <Override ContentType="application/vnd.openxmlformats-officedocument.presentationml.slideLayout+xml" PartName="/ppt/slideLayouts/slideLayout360.xml"/>
  <Override ContentType="application/vnd.openxmlformats-officedocument.presentationml.slideLayout+xml" PartName="/ppt/slideLayouts/slideLayout533.xml"/>
  <Override ContentType="application/vnd.openxmlformats-officedocument.presentationml.slideLayout+xml" PartName="/ppt/slideLayouts/slideLayout261.xml"/>
  <Override ContentType="application/vnd.openxmlformats-officedocument.presentationml.slideLayout+xml" PartName="/ppt/slideLayouts/slideLayout4.xml"/>
  <Override ContentType="application/vnd.openxmlformats-officedocument.presentationml.slideLayout+xml" PartName="/ppt/slideLayouts/slideLayout398.xml"/>
  <Override ContentType="application/vnd.openxmlformats-officedocument.presentationml.slideLayout+xml" PartName="/ppt/slideLayouts/slideLayout355.xml"/>
  <Override ContentType="application/vnd.openxmlformats-officedocument.presentationml.slideLayout+xml" PartName="/ppt/slideLayouts/slideLayout405.xml"/>
  <Override ContentType="application/vnd.openxmlformats-officedocument.presentationml.slideLayout+xml" PartName="/ppt/slideLayouts/slideLayout312.xml"/>
  <Override ContentType="application/vnd.openxmlformats-officedocument.presentationml.slideLayout+xml" PartName="/ppt/slideLayouts/slideLayout448.xml"/>
  <Override ContentType="application/vnd.openxmlformats-officedocument.presentationml.slideLayout+xml" PartName="/ppt/slideLayouts/slideLayout527.xml"/>
  <Override ContentType="application/vnd.openxmlformats-officedocument.presentationml.slideLayout+xml" PartName="/ppt/slideLayouts/slideLayout227.xml"/>
  <Override ContentType="application/vnd.openxmlformats-officedocument.presentationml.slideLayout+xml" PartName="/ppt/slideLayouts/slideLayout482.xml"/>
  <Override ContentType="application/vnd.openxmlformats-officedocument.presentationml.slideLayout+xml" PartName="/ppt/slideLayouts/slideLayout248.xml"/>
  <Override ContentType="application/vnd.openxmlformats-officedocument.presentationml.slideLayout+xml" PartName="/ppt/slideLayouts/slideLayout205.xml"/>
  <Override ContentType="application/vnd.openxmlformats-officedocument.presentationml.slideLayout+xml" PartName="/ppt/slideLayouts/slideLayout354.xml"/>
  <Override ContentType="application/vnd.openxmlformats-officedocument.presentationml.slideLayout+xml" PartName="/ppt/slideLayouts/slideLayout282.xml"/>
  <Override ContentType="application/vnd.openxmlformats-officedocument.presentationml.slideLayout+xml" PartName="/ppt/slideLayouts/slideLayout540.xml"/>
  <Override ContentType="application/vnd.openxmlformats-officedocument.presentationml.slideLayout+xml" PartName="/ppt/slideLayouts/slideLayout397.xml"/>
  <Override ContentType="application/vnd.openxmlformats-officedocument.presentationml.slideLayout+xml" PartName="/ppt/slideLayouts/slideLayout76.xml"/>
  <Override ContentType="application/vnd.openxmlformats-officedocument.presentationml.slideLayout+xml" PartName="/ppt/slideLayouts/slideLayout33.xml"/>
  <Override ContentType="application/vnd.openxmlformats-officedocument.presentationml.slideLayout+xml" PartName="/ppt/slideLayouts/slideLayout476.xml"/>
  <Override ContentType="application/vnd.openxmlformats-officedocument.presentationml.slideLayout+xml" PartName="/ppt/slideLayouts/slideLayout327.xml"/>
  <Override ContentType="application/vnd.openxmlformats-officedocument.presentationml.slideLayout+xml" PartName="/ppt/slideLayouts/slideLayout433.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361.xml"/>
  <Override ContentType="application/vnd.openxmlformats-officedocument.presentationml.slideLayout+xml" PartName="/ppt/slideLayouts/slideLayout175.xml"/>
  <Override ContentType="application/vnd.openxmlformats-officedocument.presentationml.slideLayout+xml" PartName="/ppt/slideLayouts/slideLayout297.xml"/>
  <Override ContentType="application/vnd.openxmlformats-officedocument.presentationml.slideLayout+xml" PartName="/ppt/slideLayouts/slideLayout512.xml"/>
  <Override ContentType="application/vnd.openxmlformats-officedocument.presentationml.slideLayout+xml" PartName="/ppt/slideLayouts/slideLayout555.xml"/>
  <Override ContentType="application/vnd.openxmlformats-officedocument.presentationml.slideLayout+xml" PartName="/ppt/slideLayouts/slideLayout211.xml"/>
  <Override ContentType="application/vnd.openxmlformats-officedocument.presentationml.slideLayout+xml" PartName="/ppt/slideLayouts/slideLayout461.xml"/>
  <Override ContentType="application/vnd.openxmlformats-officedocument.presentationml.slideLayout+xml" PartName="/ppt/slideLayouts/slideLayout126.xml"/>
  <Override ContentType="application/vnd.openxmlformats-officedocument.presentationml.slideLayout+xml" PartName="/ppt/slideLayouts/slideLayout254.xml"/>
  <Override ContentType="application/vnd.openxmlformats-officedocument.presentationml.slideLayout+xml" PartName="/ppt/slideLayouts/slideLayout427.xml"/>
  <Override ContentType="application/vnd.openxmlformats-officedocument.presentationml.slideLayout+xml" PartName="/ppt/slideLayouts/slideLayout169.xml"/>
  <Override ContentType="application/vnd.openxmlformats-officedocument.presentationml.slideLayout+xml" PartName="/ppt/slideLayouts/slideLayout27.xml"/>
  <Override ContentType="application/vnd.openxmlformats-officedocument.presentationml.slideLayout+xml" PartName="/ppt/slideLayouts/slideLayout376.xml"/>
  <Override ContentType="application/vnd.openxmlformats-officedocument.presentationml.slideLayout+xml" PartName="/ppt/slideLayouts/slideLayout549.xml"/>
  <Override ContentType="application/vnd.openxmlformats-officedocument.presentationml.slideLayout+xml" PartName="/ppt/slideLayouts/slideLayout160.xml"/>
  <Override ContentType="application/vnd.openxmlformats-officedocument.presentationml.slideLayout+xml" PartName="/ppt/slideLayouts/slideLayout333.xml"/>
  <Override ContentType="application/vnd.openxmlformats-officedocument.presentationml.slideLayout+xml" PartName="/ppt/slideLayouts/slideLayout506.xml"/>
  <Override ContentType="application/vnd.openxmlformats-officedocument.presentationml.slideLayout+xml" PartName="/ppt/slideLayouts/slideLayout218.xml"/>
  <Override ContentType="application/vnd.openxmlformats-officedocument.presentationml.slideLayout+xml" PartName="/ppt/slideLayouts/slideLayout307.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404.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501.xml"/>
  <Override ContentType="application/vnd.openxmlformats-officedocument.presentationml.slideLayout+xml" PartName="/ppt/slideLayouts/slideLayout315.xml"/>
  <Override ContentType="application/vnd.openxmlformats-officedocument.presentationml.slideLayout+xml" PartName="/ppt/slideLayouts/slideLayout137.xml"/>
  <Override ContentType="application/vnd.openxmlformats-officedocument.presentationml.slideLayout+xml" PartName="/ppt/slideLayouts/slideLayout323.xml"/>
  <Override ContentType="application/vnd.openxmlformats-officedocument.presentationml.slideLayout+xml" PartName="/ppt/slideLayouts/slideLayout498.xml"/>
  <Override ContentType="application/vnd.openxmlformats-officedocument.presentationml.slideLayout+xml" PartName="/ppt/slideLayouts/slideLayout226.xml"/>
  <Override ContentType="application/vnd.openxmlformats-officedocument.presentationml.slideLayout+xml" PartName="/ppt/slideLayouts/slideLayout412.xml"/>
  <Override ContentType="application/vnd.openxmlformats-officedocument.presentationml.slideLayout+xml" PartName="/ppt/slideLayouts/slideLayout153.xml"/>
  <Override ContentType="application/vnd.openxmlformats-officedocument.presentationml.slideLayout+xml" PartName="/ppt/slideLayouts/slideLayout61.xml"/>
  <Override ContentType="application/vnd.openxmlformats-officedocument.presentationml.slideLayout+xml" PartName="/ppt/slideLayouts/slideLayout250.xml"/>
  <Override ContentType="application/vnd.openxmlformats-officedocument.presentationml.slideLayout+xml" PartName="/ppt/slideLayouts/slideLayout145.xml"/>
  <Override ContentType="application/vnd.openxmlformats-officedocument.presentationml.slideLayout+xml" PartName="/ppt/slideLayouts/slideLayout234.xml"/>
  <Override ContentType="application/vnd.openxmlformats-officedocument.presentationml.slideLayout+xml" PartName="/ppt/slideLayouts/slideLayout420.xml"/>
  <Override ContentType="application/vnd.openxmlformats-officedocument.presentationml.slideLayout+xml" PartName="/ppt/slideLayouts/slideLayout331.xml"/>
  <Override ContentType="application/vnd.openxmlformats-officedocument.presentationml.slideLayout+xml" PartName="/ppt/slideLayouts/slideLayout242.xml"/>
  <Override ContentType="application/vnd.openxmlformats-officedocument.presentationml.slideLayout+xml" PartName="/ppt/slideLayouts/slideLayout483.xml"/>
  <Override ContentType="application/vnd.openxmlformats-officedocument.presentationml.slideLayout+xml" PartName="/ppt/slideLayouts/slideLayout289.xml"/>
  <Override ContentType="application/vnd.openxmlformats-officedocument.presentationml.slideLayout+xml" PartName="/ppt/slideLayouts/slideLayout300.xml"/>
  <Override ContentType="application/vnd.openxmlformats-officedocument.presentationml.slideLayout+xml" PartName="/ppt/slideLayouts/slideLayout22.xml"/>
  <Override ContentType="application/vnd.openxmlformats-officedocument.presentationml.slideLayout+xml" PartName="/ppt/slideLayouts/slideLayout386.xml"/>
  <Override ContentType="application/vnd.openxmlformats-officedocument.presentationml.slideLayout+xml" PartName="/ppt/slideLayouts/slideLayout122.xml"/>
  <Override ContentType="application/vnd.openxmlformats-officedocument.presentationml.slideLayout+xml" PartName="/ppt/slideLayouts/slideLayout338.xml"/>
  <Override ContentType="application/vnd.openxmlformats-officedocument.presentationml.slideLayout+xml" PartName="/ppt/slideLayouts/slideLayout53.xml"/>
  <Override ContentType="application/vnd.openxmlformats-officedocument.presentationml.slideLayout+xml" PartName="/ppt/slideLayouts/slideLayout435.xml"/>
  <Override ContentType="application/vnd.openxmlformats-officedocument.presentationml.slideLayout+xml" PartName="/ppt/slideLayouts/slideLayout257.xml"/>
  <Override ContentType="application/vnd.openxmlformats-officedocument.presentationml.slideLayout+xml" PartName="/ppt/slideLayouts/slideLayout532.xml"/>
  <Override ContentType="application/vnd.openxmlformats-officedocument.presentationml.slideLayout+xml" PartName="/ppt/slideLayouts/slideLayout84.xml"/>
  <Override ContentType="application/vnd.openxmlformats-officedocument.presentationml.slideLayout+xml" PartName="/ppt/slideLayouts/slideLayout370.xml"/>
  <Override ContentType="application/vnd.openxmlformats-officedocument.presentationml.slideLayout+xml" PartName="/ppt/slideLayouts/slideLayout92.xml"/>
  <Override ContentType="application/vnd.openxmlformats-officedocument.presentationml.slideLayout+xml" PartName="/ppt/slideLayouts/slideLayout193.xml"/>
  <Override ContentType="application/vnd.openxmlformats-officedocument.presentationml.slideLayout+xml" PartName="/ppt/slideLayouts/slideLayout185.xml"/>
  <Override ContentType="application/vnd.openxmlformats-officedocument.presentationml.slideLayout+xml" PartName="/ppt/slideLayouts/slideLayout362.xml"/>
  <Override ContentType="application/vnd.openxmlformats-officedocument.presentationml.slideLayout+xml" PartName="/ppt/slideLayouts/slideLayout451.xml"/>
  <Override ContentType="application/vnd.openxmlformats-officedocument.presentationml.slideLayout+xml" PartName="/ppt/slideLayouts/slideLayout176.xml"/>
  <Override ContentType="application/vnd.openxmlformats-officedocument.presentationml.slideLayout+xml" PartName="/ppt/slideLayouts/slideLayout548.xml"/>
  <Override ContentType="application/vnd.openxmlformats-officedocument.presentationml.slideLayout+xml" PartName="/ppt/slideLayouts/slideLayout516.xml"/>
  <Override ContentType="application/vnd.openxmlformats-officedocument.presentationml.slideLayout+xml" PartName="/ppt/slideLayouts/slideLayout55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281.xml"/>
  <Override ContentType="application/vnd.openxmlformats-officedocument.presentationml.slideLayout+xml" PartName="/ppt/slideLayouts/slideLayout30.xml"/>
  <Override ContentType="application/vnd.openxmlformats-officedocument.presentationml.slideLayout+xml" PartName="/ppt/slideLayouts/slideLayout428.xml"/>
  <Override ContentType="application/vnd.openxmlformats-officedocument.presentationml.slideLayout+xml" PartName="/ppt/slideLayouts/slideLayout467.xml"/>
  <Override ContentType="application/vnd.openxmlformats-officedocument.presentationml.slideLayout+xml" PartName="/ppt/slideLayouts/slideLayout458.xml"/>
  <Override ContentType="application/vnd.openxmlformats-officedocument.presentationml.slideLayout+xml" PartName="/ppt/slideLayouts/slideLayout69.xml"/>
  <Override ContentType="application/vnd.openxmlformats-officedocument.presentationml.slideLayout+xml" PartName="/ppt/slideLayouts/slideLayout114.xml"/>
  <Override ContentType="application/vnd.openxmlformats-officedocument.presentationml.slideLayout+xml" PartName="/ppt/slideLayouts/slideLayout475.xml"/>
  <Override ContentType="application/vnd.openxmlformats-officedocument.presentationml.slideLayout+xml" PartName="/ppt/slideLayouts/slideLayout394.xml"/>
  <Override ContentType="application/vnd.openxmlformats-officedocument.presentationml.slideLayout+xml" PartName="/ppt/slideLayouts/slideLayout13.xml"/>
  <Override ContentType="application/vnd.openxmlformats-officedocument.presentationml.slideLayout+xml" PartName="/ppt/slideLayouts/slideLayout347.xml"/>
  <Override ContentType="application/vnd.openxmlformats-officedocument.presentationml.slideLayout+xml" PartName="/ppt/slideLayouts/slideLayout377.xml"/>
  <Override ContentType="application/vnd.openxmlformats-officedocument.presentationml.slideLayout+xml" PartName="/ppt/slideLayouts/slideLayout161.xml"/>
  <Override ContentType="application/vnd.openxmlformats-officedocument.presentationml.slideLayout+xml" PartName="/ppt/slideLayouts/slideLayout524.xml"/>
  <Override ContentType="application/vnd.openxmlformats-officedocument.presentationml.slideLayout+xml" PartName="/ppt/slideLayouts/slideLayout490.xml"/>
  <Override ContentType="application/vnd.openxmlformats-officedocument.presentationml.slideLayout+xml" PartName="/ppt/slideLayouts/slideLayout266.xml"/>
  <Override ContentType="application/vnd.openxmlformats-officedocument.presentationml.slideLayout+xml" PartName="/ppt/slideLayouts/slideLayout541.xml"/>
  <Override ContentType="application/vnd.openxmlformats-officedocument.presentationml.slideLayout+xml" PartName="/ppt/slideLayouts/slideLayout460.xml"/>
  <Override ContentType="application/vnd.openxmlformats-officedocument.presentationml.slideLayout+xml" PartName="/ppt/slideLayouts/slideLayout249.xml"/>
  <Override ContentType="application/vnd.openxmlformats-officedocument.presentationml.slideLayout+xml" PartName="/ppt/slideLayouts/slideLayout168.xml"/>
  <Override ContentType="application/vnd.openxmlformats-officedocument.presentationml.slideLayout+xml" PartName="/ppt/slideLayouts/slideLayout210.xml"/>
  <Override ContentType="application/vnd.openxmlformats-officedocument.presentationml.slideLayout+xml" PartName="/ppt/slideLayouts/slideLayout443.xml"/>
  <Override ContentType="application/vnd.openxmlformats-officedocument.presentationml.slideLayout+xml" PartName="/ppt/slideLayouts/slideLayout45.xml"/>
  <Override ContentType="application/vnd.openxmlformats-officedocument.presentationml.slideLayout+xml" PartName="/ppt/slideLayouts/slideLayout296.xml"/>
  <Override ContentType="application/vnd.openxmlformats-officedocument.presentationml.slideLayout+xml" PartName="/ppt/slideLayouts/slideLayout62.xml"/>
  <Override ContentType="application/vnd.openxmlformats-officedocument.presentationml.slideLayout+xml" PartName="/ppt/slideLayouts/slideLayout146.xml"/>
  <Override ContentType="application/vnd.openxmlformats-officedocument.presentationml.slideLayout+xml" PartName="/ppt/slideLayouts/slideLayout421.xml"/>
  <Override ContentType="application/vnd.openxmlformats-officedocument.presentationml.slideLayout+xml" PartName="/ppt/slideLayouts/slideLayout499.xml"/>
  <Override ContentType="application/vnd.openxmlformats-officedocument.presentationml.slideLayout+xml" PartName="/ppt/slideLayouts/slideLayout235.xml"/>
  <Override ContentType="application/vnd.openxmlformats-officedocument.presentationml.slideLayout+xml" PartName="/ppt/slideLayouts/slideLayout46.xml"/>
  <Override ContentType="application/vnd.openxmlformats-officedocument.presentationml.slideLayout+xml" PartName="/ppt/slideLayouts/slideLayout219.xml"/>
  <Override ContentType="application/vnd.openxmlformats-officedocument.presentationml.slideLayout+xml" PartName="/ppt/slideLayouts/slideLayout70.xml"/>
  <Override ContentType="application/vnd.openxmlformats-officedocument.presentationml.slideLayout+xml" PartName="/ppt/slideLayouts/slideLayout217.xml"/>
  <Override ContentType="application/vnd.openxmlformats-officedocument.presentationml.slideLayout+xml" PartName="/ppt/slideLayouts/slideLayout308.xml"/>
  <Override ContentType="application/vnd.openxmlformats-officedocument.presentationml.slideLayout+xml" PartName="/ppt/slideLayouts/slideLayout314.xml"/>
  <Override ContentType="application/vnd.openxmlformats-officedocument.presentationml.slideLayout+xml" PartName="/ppt/slideLayouts/slideLayout500.xml"/>
  <Override ContentType="application/vnd.openxmlformats-officedocument.presentationml.slideLayout+xml" PartName="/ppt/slideLayouts/slideLayout128.xml"/>
  <Override ContentType="application/vnd.openxmlformats-officedocument.presentationml.slideLayout+xml" PartName="/ppt/slideLayouts/slideLayout489.xml"/>
  <Override ContentType="application/vnd.openxmlformats-officedocument.presentationml.slideLayout+xml" PartName="/ppt/slideLayouts/slideLayout403.xml"/>
  <Override ContentType="application/vnd.openxmlformats-officedocument.presentationml.slideLayout+xml" PartName="/ppt/slideLayouts/slideLayout225.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162.xml"/>
  <Override ContentType="application/vnd.openxmlformats-officedocument.presentationml.slideLayout+xml" PartName="/ppt/slideLayouts/slideLayout251.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152.xml"/>
  <Override ContentType="application/vnd.openxmlformats-officedocument.presentationml.slideLayout+xml" PartName="/ppt/slideLayouts/slideLayout339.xml"/>
  <Override ContentType="application/vnd.openxmlformats-officedocument.presentationml.slideLayout+xml" PartName="/ppt/slideLayouts/slideLayout436.xml"/>
  <Override ContentType="application/vnd.openxmlformats-officedocument.presentationml.slideLayout+xml" PartName="/ppt/slideLayouts/slideLayout288.xml"/>
  <Override ContentType="application/vnd.openxmlformats-officedocument.presentationml.slideLayout+xml" PartName="/ppt/slideLayouts/slideLayout563.xml"/>
  <Override ContentType="application/vnd.openxmlformats-officedocument.presentationml.slideLayout+xml" PartName="/ppt/slideLayouts/slideLayout330.xml"/>
  <Override ContentType="application/vnd.openxmlformats-officedocument.presentationml.slideLayout+xml" PartName="/ppt/slideLayouts/slideLayout85.xml"/>
  <Override ContentType="application/vnd.openxmlformats-officedocument.presentationml.slideLayout+xml" PartName="/ppt/slideLayouts/slideLayout202.xml"/>
  <Override ContentType="application/vnd.openxmlformats-officedocument.presentationml.slideLayout+xml" PartName="/ppt/slideLayouts/slideLayout509.xml"/>
  <Override ContentType="application/vnd.openxmlformats-officedocument.presentationml.slideLayout+xml" PartName="/ppt/slideLayouts/slideLayout177.xml"/>
  <Override ContentType="application/vnd.openxmlformats-officedocument.presentationml.slideLayout+xml" PartName="/ppt/slideLayouts/slideLayout36.xml"/>
  <Override ContentType="application/vnd.openxmlformats-officedocument.presentationml.slideLayout+xml" PartName="/ppt/slideLayouts/slideLayout274.xml"/>
  <Override ContentType="application/vnd.openxmlformats-officedocument.presentationml.slideLayout+xml" PartName="/ppt/slideLayouts/slideLayout515.xml"/>
  <Override ContentType="application/vnd.openxmlformats-officedocument.presentationml.slideLayout+xml" PartName="/ppt/slideLayouts/slideLayout385.xml"/>
  <Override ContentType="application/vnd.openxmlformats-officedocument.presentationml.slideLayout+xml" PartName="/ppt/slideLayouts/slideLayout324.xml"/>
  <Override ContentType="application/vnd.openxmlformats-officedocument.presentationml.slideLayout+xml" PartName="/ppt/slideLayouts/slideLayout452.xml"/>
  <Override ContentType="application/vnd.openxmlformats-officedocument.presentationml.slideLayout+xml" PartName="/ppt/slideLayouts/slideLayout273.xml"/>
  <Override ContentType="application/vnd.openxmlformats-officedocument.presentationml.slideLayout+xml" PartName="/ppt/slideLayouts/slideLayout531.xml"/>
  <Override ContentType="application/vnd.openxmlformats-officedocument.presentationml.slideLayout+xml" PartName="/ppt/slideLayouts/slideLayout184.xml"/>
  <Override ContentType="application/vnd.openxmlformats-officedocument.presentationml.slideLayout+xml" PartName="/ppt/slideLayouts/slideLayout329.xml"/>
  <Override ContentType="application/vnd.openxmlformats-officedocument.presentationml.slideLayout+xml" PartName="/ppt/slideLayouts/slideLayout167.xml"/>
  <Override ContentType="application/vnd.openxmlformats-officedocument.presentationml.slideLayout+xml" PartName="/ppt/slideLayouts/slideLayout107.xml"/>
  <Override ContentType="application/vnd.openxmlformats-officedocument.presentationml.slideLayout+xml" PartName="/ppt/slideLayouts/slideLayout557.xml"/>
  <Override ContentType="application/vnd.openxmlformats-officedocument.presentationml.slideLayout+xml" PartName="/ppt/slideLayouts/slideLayout256.xml"/>
  <Override ContentType="application/vnd.openxmlformats-officedocument.presentationml.slideLayout+xml" PartName="/ppt/slideLayouts/slideLayout442.xml"/>
  <Override ContentType="application/vnd.openxmlformats-officedocument.presentationml.slideLayout+xml" PartName="/ppt/slideLayouts/slideLayout468.xml"/>
  <Override ContentType="application/vnd.openxmlformats-officedocument.presentationml.slideLayout+xml" PartName="/ppt/slideLayouts/slideLayout91.xml"/>
  <Override ContentType="application/vnd.openxmlformats-officedocument.presentationml.slideLayout+xml" PartName="/ppt/slideLayouts/slideLayout220.xml"/>
  <Override ContentType="application/vnd.openxmlformats-officedocument.presentationml.slideLayout+xml" PartName="/ppt/slideLayouts/slideLayout395.xml"/>
  <Override ContentType="application/vnd.openxmlformats-officedocument.presentationml.slideLayout+xml" PartName="/ppt/slideLayouts/slideLayout68.xml"/>
  <Override ContentType="application/vnd.openxmlformats-officedocument.presentationml.slideLayout+xml" PartName="/ppt/slideLayouts/slideLayout203.xml"/>
  <Override ContentType="application/vnd.openxmlformats-officedocument.presentationml.slideLayout+xml" PartName="/ppt/slideLayouts/slideLayout564.xml"/>
  <Override ContentType="application/vnd.openxmlformats-officedocument.presentationml.slideLayout+xml" PartName="/ppt/slideLayouts/slideLayout419.xml"/>
  <Override ContentType="application/vnd.openxmlformats-officedocument.presentationml.slideLayout+xml" PartName="/ppt/slideLayouts/slideLayout290.xml"/>
  <Override ContentType="application/vnd.openxmlformats-officedocument.presentationml.slideLayout+xml" PartName="/ppt/slideLayouts/slideLayout378.xml"/>
  <Override ContentType="application/vnd.openxmlformats-officedocument.presentationml.slideLayout+xml" PartName="/ppt/slideLayouts/slideLayout508.xml"/>
  <Override ContentType="application/vnd.openxmlformats-officedocument.presentationml.slideLayout+xml" PartName="/ppt/slideLayouts/slideLayout547.xml"/>
  <Override ContentType="application/vnd.openxmlformats-officedocument.presentationml.slideLayout+xml" PartName="/ppt/slideLayouts/slideLayout267.xml"/>
  <Override ContentType="application/vnd.openxmlformats-officedocument.presentationml.slideLayout+xml" PartName="/ppt/slideLayouts/slideLayout542.xml"/>
  <Override ContentType="application/vnd.openxmlformats-officedocument.presentationml.slideLayout+xml" PartName="/ppt/slideLayouts/slideLayout130.xml"/>
  <Override ContentType="application/vnd.openxmlformats-officedocument.presentationml.slideLayout+xml" PartName="/ppt/slideLayouts/slideLayout525.xml"/>
  <Override ContentType="application/vnd.openxmlformats-officedocument.presentationml.slideLayout+xml" PartName="/ppt/slideLayouts/slideLayout113.xml"/>
  <Override ContentType="application/vnd.openxmlformats-officedocument.presentationml.slideLayout+xml" PartName="/ppt/slideLayouts/slideLayout457.xml"/>
  <Override ContentType="application/vnd.openxmlformats-officedocument.presentationml.slideLayout+xml" PartName="/ppt/slideLayouts/slideLayout241.xml"/>
  <Override ContentType="application/vnd.openxmlformats-officedocument.presentationml.slideLayout+xml" PartName="/ppt/slideLayouts/slideLayout363.xml"/>
  <Override ContentType="application/vnd.openxmlformats-officedocument.presentationml.slideLayout+xml" PartName="/ppt/slideLayouts/slideLayout31.xml"/>
  <Override ContentType="application/vnd.openxmlformats-officedocument.presentationml.slideLayout+xml" PartName="/ppt/slideLayouts/slideLayout14.xml"/>
  <Override ContentType="application/vnd.openxmlformats-officedocument.presentationml.slideLayout+xml" PartName="/ppt/slideLayouts/slideLayout380.xml"/>
  <Override ContentType="application/vnd.openxmlformats-officedocument.presentationml.slideLayout+xml" PartName="/ppt/slideLayouts/slideLayout474.xml"/>
  <Override ContentType="application/vnd.openxmlformats-officedocument.presentationml.slideLayout+xml" PartName="/ppt/slideLayouts/slideLayout510.xml"/>
  <Override ContentType="application/vnd.openxmlformats-officedocument.presentationml.slideLayout+xml" PartName="/ppt/slideLayouts/slideLayout199.xml"/>
  <Override ContentType="application/vnd.openxmlformats-officedocument.presentationml.slideLayout+xml" PartName="/ppt/slideLayouts/slideLayout491.xml"/>
  <Override ContentType="application/vnd.openxmlformats-officedocument.presentationml.slideLayout+xml" PartName="/ppt/slideLayouts/slideLayout346.xml"/>
  <Override ContentType="application/vnd.openxmlformats-officedocument.presentationml.slideLayout+xml" PartName="/ppt/slideLayouts/slideLayout171.xml"/>
  <Override ContentType="application/vnd.openxmlformats-officedocument.presentationml.slideLayout+xml" PartName="/ppt/slideLayouts/slideLayout392.xml"/>
  <Override ContentType="application/vnd.openxmlformats-officedocument.presentationml.slideLayout+xml" PartName="/ppt/slideLayouts/slideLayout120.xml"/>
  <Override ContentType="application/vnd.openxmlformats-officedocument.presentationml.slideLayout+xml" PartName="/ppt/slideLayouts/slideLayout163.xml"/>
  <Override ContentType="application/vnd.openxmlformats-officedocument.presentationml.slideLayout+xml" PartName="/ppt/slideLayouts/slideLayout437.xml"/>
  <Override ContentType="application/vnd.openxmlformats-officedocument.presentationml.slideLayout+xml" PartName="/ppt/slideLayouts/slideLayout538.xml"/>
  <Override ContentType="application/vnd.openxmlformats-officedocument.presentationml.slideLayout+xml" PartName="/ppt/slideLayouts/slideLayout402.xml"/>
  <Override ContentType="application/vnd.openxmlformats-officedocument.presentationml.slideLayout+xml" PartName="/ppt/slideLayouts/slideLayout216.xml"/>
  <Override ContentType="application/vnd.openxmlformats-officedocument.presentationml.slideLayout+xml" PartName="/ppt/slideLayouts/slideLayout309.xml"/>
  <Override ContentType="application/vnd.openxmlformats-officedocument.presentationml.slideLayout+xml" PartName="/ppt/slideLayouts/slideLayout259.xml"/>
  <Override ContentType="application/vnd.openxmlformats-officedocument.presentationml.slideLayout+xml" PartName="/ppt/slideLayouts/slideLayout550.xml"/>
  <Override ContentType="application/vnd.openxmlformats-officedocument.presentationml.slideLayout+xml" PartName="/ppt/slideLayouts/slideLayout208.xml"/>
  <Override ContentType="application/vnd.openxmlformats-officedocument.presentationml.slideLayout+xml" PartName="/ppt/slideLayouts/slideLayout503.xml"/>
  <Override ContentType="application/vnd.openxmlformats-officedocument.presentationml.slideLayout+xml" PartName="/ppt/slideLayouts/slideLayout178.xml"/>
  <Override ContentType="application/vnd.openxmlformats-officedocument.presentationml.slideLayout+xml" PartName="/ppt/slideLayouts/slideLayout135.xml"/>
  <Override ContentType="application/vnd.openxmlformats-officedocument.presentationml.slideLayout+xml" PartName="/ppt/slideLayouts/slideLayout546.xml"/>
  <Override ContentType="application/vnd.openxmlformats-officedocument.presentationml.slideLayout+xml" PartName="/ppt/slideLayouts/slideLayout422.xml"/>
  <Override ContentType="application/vnd.openxmlformats-officedocument.presentationml.slideLayout+xml" PartName="/ppt/slideLayouts/slideLayout465.xml"/>
  <Override ContentType="application/vnd.openxmlformats-officedocument.presentationml.slideLayout+xml" PartName="/ppt/slideLayouts/slideLayout291.xml"/>
  <Override ContentType="application/vnd.openxmlformats-officedocument.presentationml.slideLayout+xml" PartName="/ppt/slideLayouts/slideLayout194.xml"/>
  <Override ContentType="application/vnd.openxmlformats-officedocument.presentationml.slideLayout+xml" PartName="/ppt/slideLayouts/slideLayout287.xml"/>
  <Override ContentType="application/vnd.openxmlformats-officedocument.presentationml.slideLayout+xml" PartName="/ppt/slideLayouts/slideLayout71.xml"/>
  <Override ContentType="application/vnd.openxmlformats-officedocument.presentationml.slideLayout+xml" PartName="/ppt/slideLayouts/slideLayout372.xml"/>
  <Override ContentType="application/vnd.openxmlformats-officedocument.presentationml.slideLayout+xml" PartName="/ppt/slideLayouts/slideLayout151.xml"/>
  <Override ContentType="application/vnd.openxmlformats-officedocument.presentationml.slideLayout+xml" PartName="/ppt/slideLayouts/slideLayout244.xml"/>
  <Override ContentType="application/vnd.openxmlformats-officedocument.presentationml.slideLayout+xml" PartName="/ppt/slideLayouts/slideLayout201.xml"/>
  <Override ContentType="application/vnd.openxmlformats-officedocument.presentationml.slideLayout+xml" PartName="/ppt/slideLayouts/slideLayout302.xml"/>
  <Override ContentType="application/vnd.openxmlformats-officedocument.presentationml.slideLayout+xml" PartName="/ppt/slideLayouts/slideLayout409.xml"/>
  <Override ContentType="application/vnd.openxmlformats-officedocument.presentationml.slideLayout+xml" PartName="/ppt/slideLayouts/slideLayout24.xml"/>
  <Override ContentType="application/vnd.openxmlformats-officedocument.presentationml.slideLayout+xml" PartName="/ppt/slideLayouts/slideLayout159.xml"/>
  <Override ContentType="application/vnd.openxmlformats-officedocument.presentationml.slideLayout+xml" PartName="/ppt/slideLayouts/slideLayout345.xml"/>
  <Override ContentType="application/vnd.openxmlformats-officedocument.presentationml.slideLayout+xml" PartName="/ppt/slideLayouts/slideLayout67.xml"/>
  <Override ContentType="application/vnd.openxmlformats-officedocument.presentationml.slideLayout+xml" PartName="/ppt/slideLayouts/slideLayout116.xml"/>
  <Override ContentType="application/vnd.openxmlformats-officedocument.presentationml.slideLayout+xml" PartName="/ppt/slideLayouts/slideLayout221.xml"/>
  <Override ContentType="application/vnd.openxmlformats-officedocument.presentationml.slideLayout+xml" PartName="/ppt/slideLayouts/slideLayout522.xml"/>
  <Override ContentType="application/vnd.openxmlformats-officedocument.presentationml.slideLayout+xml" PartName="/ppt/slideLayouts/slideLayout418.xml"/>
  <Override ContentType="application/vnd.openxmlformats-officedocument.presentationml.slideLayout+xml" PartName="/ppt/slideLayouts/slideLayout336.xml"/>
  <Override ContentType="application/vnd.openxmlformats-officedocument.presentationml.slideLayout+xml" PartName="/ppt/slideLayouts/slideLayout388.xml"/>
  <Override ContentType="application/vnd.openxmlformats-officedocument.presentationml.slideLayout+xml" PartName="/ppt/slideLayouts/slideLayout530.xml"/>
  <Override ContentType="application/vnd.openxmlformats-officedocument.presentationml.slideLayout+xml" PartName="/ppt/slideLayouts/slideLayout166.xml"/>
  <Override ContentType="application/vnd.openxmlformats-officedocument.presentationml.slideLayout+xml" PartName="/ppt/slideLayouts/slideLayout379.xml"/>
  <Override ContentType="application/vnd.openxmlformats-officedocument.presentationml.slideLayout+xml" PartName="/ppt/slideLayouts/slideLayout565.xml"/>
  <Override ContentType="application/vnd.openxmlformats-officedocument.presentationml.slideLayout+xml" PartName="/ppt/slideLayouts/slideLayout272.xml"/>
  <Override ContentType="application/vnd.openxmlformats-officedocument.presentationml.slideLayout+xml" PartName="/ppt/slideLayouts/slideLayout264.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43.xml"/>
  <Override ContentType="application/vnd.openxmlformats-officedocument.presentationml.slideLayout+xml" PartName="/ppt/slideLayouts/slideLayout364.xml"/>
  <Override ContentType="application/vnd.openxmlformats-officedocument.presentationml.slideLayout+xml" PartName="/ppt/slideLayouts/slideLayout51.xml"/>
  <Override ContentType="application/vnd.openxmlformats-officedocument.presentationml.slideLayout+xml" PartName="/ppt/slideLayouts/slideLayout445.xml"/>
  <Override ContentType="application/vnd.openxmlformats-officedocument.presentationml.slideLayout+xml" PartName="/ppt/slideLayouts/slideLayout94.xml"/>
  <Override ContentType="application/vnd.openxmlformats-officedocument.presentationml.slideLayout+xml" PartName="/ppt/slideLayouts/slideLayout488.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144.xml"/>
  <Override ContentType="application/vnd.openxmlformats-officedocument.presentationml.slideLayout+xml" PartName="/ppt/slideLayouts/slideLayout317.xml"/>
  <Override ContentType="application/vnd.openxmlformats-officedocument.presentationml.slideLayout+xml" PartName="/ppt/slideLayouts/slideLayout187.xml"/>
  <Override ContentType="application/vnd.openxmlformats-officedocument.presentationml.slideLayout+xml" PartName="/ppt/slideLayouts/slideLayout321.xml"/>
  <Override ContentType="application/vnd.openxmlformats-officedocument.presentationml.slideLayout+xml" PartName="/ppt/slideLayouts/slideLayout492.xml"/>
  <Override ContentType="application/vnd.openxmlformats-officedocument.presentationml.slideLayout+xml" PartName="/ppt/slideLayouts/slideLayout236.xml"/>
  <Override ContentType="application/vnd.openxmlformats-officedocument.presentationml.slideLayout+xml" PartName="/ppt/slideLayouts/slideLayout518.xml"/>
  <Override ContentType="application/vnd.openxmlformats-officedocument.presentationml.slideLayout+xml" PartName="/ppt/slideLayouts/slideLayout191.xml"/>
  <Override ContentType="application/vnd.openxmlformats-officedocument.presentationml.slideLayout+xml" PartName="/ppt/slideLayouts/slideLayout279.xml"/>
  <Override ContentType="application/vnd.openxmlformats-officedocument.presentationml.slideLayout+xml" PartName="/ppt/slideLayouts/slideLayout537.xml"/>
  <Override ContentType="application/vnd.openxmlformats-officedocument.presentationml.slideLayout+xml" PartName="/ppt/slideLayouts/slideLayout430.xml"/>
  <Override ContentType="application/vnd.openxmlformats-officedocument.presentationml.slideLayout+xml" PartName="/ppt/slideLayouts/slideLayout473.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108.xml"/>
  <Override ContentType="application/vnd.openxmlformats-officedocument.presentationml.slideLayout+xml" PartName="/ppt/slideLayouts/slideLayout138.xml"/>
  <Override ContentType="application/vnd.openxmlformats-officedocument.presentationml.slideLayout+xml" PartName="/ppt/slideLayouts/slideLayout200.xml"/>
  <Override ContentType="application/vnd.openxmlformats-officedocument.presentationml.slideLayout+xml" PartName="/ppt/slideLayouts/slideLayout243.xml"/>
  <Override ContentType="application/vnd.openxmlformats-officedocument.presentationml.slideLayout+xml" PartName="/ppt/slideLayouts/slideLayout286.xml"/>
  <Override ContentType="application/vnd.openxmlformats-officedocument.presentationml.slideLayout+xml" PartName="/ppt/slideLayouts/slideLayout472.xml"/>
  <Override ContentType="application/vnd.openxmlformats-officedocument.presentationml.slideLayout+xml" PartName="/ppt/slideLayouts/slideLayout438.xml"/>
  <Override ContentType="application/vnd.openxmlformats-officedocument.presentationml.slideLayout+xml" PartName="/ppt/slideLayouts/slideLayout38.xml"/>
  <Override ContentType="application/vnd.openxmlformats-officedocument.presentationml.slideLayout+xml" PartName="/ppt/slideLayouts/slideLayout170.xml"/>
  <Override ContentType="application/vnd.openxmlformats-officedocument.presentationml.slideLayout+xml" PartName="/ppt/slideLayouts/slideLayout551.xml"/>
  <Override ContentType="application/vnd.openxmlformats-officedocument.presentationml.slideLayout+xml" PartName="/ppt/slideLayouts/slideLayout101.xml"/>
  <Override ContentType="application/vnd.openxmlformats-officedocument.presentationml.slideLayout+xml" PartName="/ppt/slideLayouts/slideLayout179.xml"/>
  <Override ContentType="application/vnd.openxmlformats-officedocument.presentationml.slideLayout+xml" PartName="/ppt/slideLayouts/slideLayout365.xml"/>
  <Override ContentType="application/vnd.openxmlformats-officedocument.presentationml.slideLayout+xml" PartName="/ppt/slideLayouts/slideLayout322.xml"/>
  <Override ContentType="application/vnd.openxmlformats-officedocument.presentationml.slideLayout+xml" PartName="/ppt/slideLayouts/slideLayout136.xml"/>
  <Override ContentType="application/vnd.openxmlformats-officedocument.presentationml.slideLayout+xml" PartName="/ppt/slideLayouts/slideLayout292.xml"/>
  <Override ContentType="application/vnd.openxmlformats-officedocument.presentationml.slideLayout+xml" PartName="/ppt/slideLayouts/slideLayout423.xml"/>
  <Override ContentType="application/vnd.openxmlformats-officedocument.presentationml.slideLayout+xml" PartName="/ppt/slideLayouts/slideLayout215.xml"/>
  <Override ContentType="application/vnd.openxmlformats-officedocument.presentationml.slideLayout+xml" PartName="/ppt/slideLayouts/slideLayout539.xml"/>
  <Override ContentType="application/vnd.openxmlformats-officedocument.presentationml.slideLayout+xml" PartName="/ppt/slideLayouts/slideLayout258.xml"/>
  <Override ContentType="application/vnd.openxmlformats-officedocument.presentationml.slideLayout+xml" PartName="/ppt/slideLayouts/slideLayout466.xml"/>
  <Override ContentType="application/vnd.openxmlformats-officedocument.presentationml.slideLayout+xml" PartName="/ppt/slideLayouts/slideLayout72.xml"/>
  <Override ContentType="application/vnd.openxmlformats-officedocument.presentationml.slideLayout+xml" PartName="/ppt/slideLayouts/slideLayout164.xml"/>
  <Override ContentType="application/vnd.openxmlformats-officedocument.presentationml.slideLayout+xml" PartName="/ppt/slideLayouts/slideLayout66.xml"/>
  <Override ContentType="application/vnd.openxmlformats-officedocument.presentationml.slideLayout+xml" PartName="/ppt/slideLayouts/slideLayout209.xml"/>
  <Override ContentType="application/vnd.openxmlformats-officedocument.presentationml.slideLayout+xml" PartName="/ppt/slideLayouts/slideLayout545.xml"/>
  <Override ContentType="application/vnd.openxmlformats-officedocument.presentationml.slideLayout+xml" PartName="/ppt/slideLayouts/slideLayout502.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417.xml"/>
  <Override ContentType="application/vnd.openxmlformats-officedocument.presentationml.slideLayout+xml" PartName="/ppt/slideLayouts/slideLayout337.xml"/>
  <Override ContentType="application/vnd.openxmlformats-officedocument.presentationml.slideLayout+xml" PartName="/ppt/slideLayouts/slideLayout523.xml"/>
  <Override ContentType="application/vnd.openxmlformats-officedocument.presentationml.slideLayout+xml" PartName="/ppt/slideLayouts/slideLayout222.xml"/>
  <Override ContentType="application/vnd.openxmlformats-officedocument.presentationml.slideLayout+xml" PartName="/ppt/slideLayouts/slideLayout566.xml"/>
  <Override ContentType="application/vnd.openxmlformats-officedocument.presentationml.slideLayout+xml" PartName="/ppt/slideLayouts/slideLayout16.xml"/>
  <Override ContentType="application/vnd.openxmlformats-officedocument.presentationml.slideLayout+xml" PartName="/ppt/slideLayouts/slideLayout265.xml"/>
  <Override ContentType="application/vnd.openxmlformats-officedocument.presentationml.slideLayout+xml" PartName="/ppt/slideLayouts/slideLayout59.xml"/>
  <Override ContentType="application/vnd.openxmlformats-officedocument.presentationml.slideLayout+xml" PartName="/ppt/slideLayouts/slideLayout371.xml"/>
  <Override ContentType="application/vnd.openxmlformats-officedocument.presentationml.slideLayout+xml" PartName="/ppt/slideLayouts/slideLayout387.xml"/>
  <Override ContentType="application/vnd.openxmlformats-officedocument.presentationml.slideLayout+xml" PartName="/ppt/slideLayouts/slideLayout109.xml"/>
  <Override ContentType="application/vnd.openxmlformats-officedocument.presentationml.slideLayout+xml" PartName="/ppt/slideLayouts/slideLayout158.xml"/>
  <Override ContentType="application/vnd.openxmlformats-officedocument.presentationml.slideLayout+xml" PartName="/ppt/slideLayouts/slideLayout416.xml"/>
  <Override ContentType="application/vnd.openxmlformats-officedocument.presentationml.slideLayout+xml" PartName="/ppt/slideLayouts/slideLayout459.xml"/>
  <Override ContentType="application/vnd.openxmlformats-officedocument.presentationml.slideLayout+xml" PartName="/ppt/slideLayouts/slideLayout344.xml"/>
  <Override ContentType="application/vnd.openxmlformats-officedocument.presentationml.slideLayout+xml" PartName="/ppt/slideLayouts/slideLayout115.xml"/>
  <Override ContentType="application/vnd.openxmlformats-officedocument.presentationml.slideLayout+xml" PartName="/ppt/slideLayouts/slideLayout301.xml"/>
  <Override ContentType="application/vnd.openxmlformats-officedocument.presentationml.slideLayout+xml" PartName="/ppt/slideLayouts/slideLayout450.xml"/>
  <Override ContentType="application/vnd.openxmlformats-officedocument.presentationml.slideLayout+xml" PartName="/ppt/slideLayouts/slideLayout192.xml"/>
  <Override ContentType="application/vnd.openxmlformats-officedocument.presentationml.slideLayout+xml" PartName="/ppt/slideLayouts/slideLayout493.xml"/>
  <Override ContentType="application/vnd.openxmlformats-officedocument.presentationml.slideLayout+xml" PartName="/ppt/slideLayouts/slideLayout517.xml"/>
  <Override ContentType="application/vnd.openxmlformats-officedocument.presentationml.slideLayout+xml" PartName="/ppt/slideLayouts/slideLayout100.xml"/>
  <Override ContentType="application/vnd.openxmlformats-officedocument.presentationml.slideLayout+xml" PartName="/ppt/slideLayouts/slideLayout237.xml"/>
  <Override ContentType="application/vnd.openxmlformats-officedocument.presentationml.slideLayout+xml" PartName="/ppt/slideLayouts/slideLayout143.xml"/>
  <Override ContentType="application/vnd.openxmlformats-officedocument.presentationml.slideLayout+xml" PartName="/ppt/slideLayouts/slideLayout401.xml"/>
  <Override ContentType="application/vnd.openxmlformats-officedocument.presentationml.slideLayout+xml" PartName="/ppt/slideLayouts/slideLayout271.xml"/>
  <Override ContentType="application/vnd.openxmlformats-officedocument.presentationml.slideLayout+xml" PartName="/ppt/slideLayouts/slideLayout444.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350.xml"/>
  <Override ContentType="application/vnd.openxmlformats-officedocument.presentationml.slideLayout+xml" PartName="/ppt/slideLayouts/slideLayout93.xml"/>
  <Override ContentType="application/vnd.openxmlformats-officedocument.presentationml.slideLayout+xml" PartName="/ppt/slideLayouts/slideLayout316.xml"/>
  <Override ContentType="application/vnd.openxmlformats-officedocument.presentationml.slideLayout+xml" PartName="/ppt/slideLayouts/slideLayout393.xml"/>
  <Override ContentType="application/vnd.openxmlformats-officedocument.presentationml.slideLayout+xml" PartName="/ppt/slideLayouts/slideLayout487.xml"/>
  <Override ContentType="application/vnd.openxmlformats-officedocument.presentationml.slideLayout+xml" PartName="/ppt/slideLayouts/slideLayout186.xml"/>
  <Override ContentType="application/vnd.openxmlformats-officedocument.presentationml.slideLayout+xml" PartName="/ppt/slideLayouts/slideLayout359.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7.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theme+xml" PartName="/ppt/theme/theme8.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4214" r:id="rId5"/>
    <p:sldMasterId id="2147484215" r:id="rId6"/>
    <p:sldMasterId id="2147484216" r:id="rId7"/>
    <p:sldMasterId id="2147484217" r:id="rId8"/>
    <p:sldMasterId id="2147484218" r:id="rId9"/>
    <p:sldMasterId id="2147484219" r:id="rId10"/>
    <p:sldMasterId id="2147484220" r:id="rId11"/>
  </p:sldMasterIdLst>
  <p:notesMasterIdLst>
    <p:notesMasterId r:id="rId12"/>
  </p:notes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Lst>
  <p:sldSz cy="5715000" cx="9144000"/>
  <p:notesSz cx="6858000" cy="9144000"/>
  <p:embeddedFontLst>
    <p:embeddedFont>
      <p:font typeface="IBM Plex Sans"/>
      <p:regular r:id="rId42"/>
      <p:bold r:id="rId43"/>
      <p:italic r:id="rId44"/>
      <p:boldItalic r:id="rId45"/>
    </p:embeddedFont>
    <p:embeddedFont>
      <p:font typeface="Roboto"/>
      <p:regular r:id="rId46"/>
      <p:bold r:id="rId47"/>
      <p:italic r:id="rId48"/>
      <p:boldItalic r:id="rId49"/>
    </p:embeddedFont>
    <p:embeddedFont>
      <p:font typeface="Arimo"/>
      <p:regular r:id="rId50"/>
      <p:bold r:id="rId51"/>
      <p:italic r:id="rId52"/>
      <p:boldItalic r:id="rId53"/>
    </p:embeddedFont>
    <p:embeddedFont>
      <p:font typeface="Lato"/>
      <p:regular r:id="rId54"/>
      <p:bold r:id="rId55"/>
      <p:italic r:id="rId56"/>
      <p:boldItalic r:id="rId57"/>
    </p:embeddedFont>
    <p:embeddedFont>
      <p:font typeface="Poppins"/>
      <p:regular r:id="rId58"/>
      <p:bold r:id="rId59"/>
      <p:italic r:id="rId60"/>
      <p:boldItalic r:id="rId61"/>
    </p:embeddedFont>
    <p:embeddedFont>
      <p:font typeface="Inter"/>
      <p:regular r:id="rId62"/>
      <p:bold r:id="rId63"/>
      <p:italic r:id="rId64"/>
      <p:boldItalic r:id="rId65"/>
    </p:embeddedFont>
    <p:embeddedFont>
      <p:font typeface="Poppins Medium"/>
      <p:regular r:id="rId66"/>
      <p:bold r:id="rId67"/>
      <p:italic r:id="rId68"/>
      <p:boldItalic r:id="rId69"/>
    </p:embeddedFont>
    <p:embeddedFont>
      <p:font typeface="Poppins SemiBold"/>
      <p:regular r:id="rId70"/>
      <p:bold r:id="rId71"/>
      <p:italic r:id="rId72"/>
      <p:boldItalic r:id="rId73"/>
    </p:embeddedFont>
    <p:embeddedFont>
      <p:font typeface="DM Sans"/>
      <p:regular r:id="rId74"/>
      <p:bold r:id="rId75"/>
      <p:italic r:id="rId76"/>
      <p:boldItalic r:id="rId77"/>
    </p:embeddedFont>
    <p:embeddedFont>
      <p:font typeface="IBM Plex Mono"/>
      <p:regular r:id="rId78"/>
      <p:bold r:id="rId79"/>
      <p:italic r:id="rId80"/>
      <p:boldItalic r:id="rId8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545">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9" name="Dana Malcolm"/>
  <p:cmAuthor clrIdx="1" id="1" initials="" lastIdx="5" name="Eduardo Melgoza"/>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545"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28.xml"/><Relationship Id="rId42" Type="http://schemas.openxmlformats.org/officeDocument/2006/relationships/font" Target="fonts/IBMPlexSans-regular.fntdata"/><Relationship Id="rId41" Type="http://schemas.openxmlformats.org/officeDocument/2006/relationships/slide" Target="slides/slide29.xml"/><Relationship Id="rId44" Type="http://schemas.openxmlformats.org/officeDocument/2006/relationships/font" Target="fonts/IBMPlexSans-italic.fntdata"/><Relationship Id="rId43" Type="http://schemas.openxmlformats.org/officeDocument/2006/relationships/font" Target="fonts/IBMPlexSans-bold.fntdata"/><Relationship Id="rId46" Type="http://schemas.openxmlformats.org/officeDocument/2006/relationships/font" Target="fonts/Roboto-regular.fntdata"/><Relationship Id="rId45" Type="http://schemas.openxmlformats.org/officeDocument/2006/relationships/font" Target="fonts/IBMPlexSans-boldItalic.fntdata"/><Relationship Id="rId48" Type="http://schemas.openxmlformats.org/officeDocument/2006/relationships/font" Target="fonts/Roboto-italic.fntdata"/><Relationship Id="rId47" Type="http://schemas.openxmlformats.org/officeDocument/2006/relationships/font" Target="fonts/Roboto-bold.fntdata"/><Relationship Id="rId49" Type="http://schemas.openxmlformats.org/officeDocument/2006/relationships/font" Target="fonts/Roboto-boldItalic.fntdata"/><Relationship Id="rId31" Type="http://schemas.openxmlformats.org/officeDocument/2006/relationships/slide" Target="slides/slide19.xml"/><Relationship Id="rId30" Type="http://schemas.openxmlformats.org/officeDocument/2006/relationships/slide" Target="slides/slide18.xml"/><Relationship Id="rId33" Type="http://schemas.openxmlformats.org/officeDocument/2006/relationships/slide" Target="slides/slide21.xml"/><Relationship Id="rId32" Type="http://schemas.openxmlformats.org/officeDocument/2006/relationships/slide" Target="slides/slide20.xml"/><Relationship Id="rId35" Type="http://schemas.openxmlformats.org/officeDocument/2006/relationships/slide" Target="slides/slide23.xml"/><Relationship Id="rId34" Type="http://schemas.openxmlformats.org/officeDocument/2006/relationships/slide" Target="slides/slide22.xml"/><Relationship Id="rId37" Type="http://schemas.openxmlformats.org/officeDocument/2006/relationships/slide" Target="slides/slide25.xml"/><Relationship Id="rId36" Type="http://schemas.openxmlformats.org/officeDocument/2006/relationships/slide" Target="slides/slide24.xml"/><Relationship Id="rId39" Type="http://schemas.openxmlformats.org/officeDocument/2006/relationships/slide" Target="slides/slide27.xml"/><Relationship Id="rId38" Type="http://schemas.openxmlformats.org/officeDocument/2006/relationships/slide" Target="slides/slide26.xml"/><Relationship Id="rId20" Type="http://schemas.openxmlformats.org/officeDocument/2006/relationships/slide" Target="slides/slide8.xml"/><Relationship Id="rId22" Type="http://schemas.openxmlformats.org/officeDocument/2006/relationships/slide" Target="slides/slide10.xml"/><Relationship Id="rId21" Type="http://schemas.openxmlformats.org/officeDocument/2006/relationships/slide" Target="slides/slide9.xml"/><Relationship Id="rId24" Type="http://schemas.openxmlformats.org/officeDocument/2006/relationships/slide" Target="slides/slide12.xml"/><Relationship Id="rId23" Type="http://schemas.openxmlformats.org/officeDocument/2006/relationships/slide" Target="slides/slide11.xml"/><Relationship Id="rId26" Type="http://schemas.openxmlformats.org/officeDocument/2006/relationships/slide" Target="slides/slide14.xml"/><Relationship Id="rId25" Type="http://schemas.openxmlformats.org/officeDocument/2006/relationships/slide" Target="slides/slide13.xml"/><Relationship Id="rId28" Type="http://schemas.openxmlformats.org/officeDocument/2006/relationships/slide" Target="slides/slide16.xml"/><Relationship Id="rId27" Type="http://schemas.openxmlformats.org/officeDocument/2006/relationships/slide" Target="slides/slide15.xml"/><Relationship Id="rId29" Type="http://schemas.openxmlformats.org/officeDocument/2006/relationships/slide" Target="slides/slide17.xml"/><Relationship Id="rId11" Type="http://schemas.openxmlformats.org/officeDocument/2006/relationships/slideMaster" Target="slideMasters/slideMaster7.xml"/><Relationship Id="rId10" Type="http://schemas.openxmlformats.org/officeDocument/2006/relationships/slideMaster" Target="slideMasters/slideMaster6.xml"/><Relationship Id="rId13" Type="http://schemas.openxmlformats.org/officeDocument/2006/relationships/slide" Target="slides/slide1.xml"/><Relationship Id="rId12" Type="http://schemas.openxmlformats.org/officeDocument/2006/relationships/notesMaster" Target="notesMasters/notesMaster1.xml"/><Relationship Id="rId15" Type="http://schemas.openxmlformats.org/officeDocument/2006/relationships/slide" Target="slides/slide3.xml"/><Relationship Id="rId14" Type="http://schemas.openxmlformats.org/officeDocument/2006/relationships/slide" Target="slides/slide2.xml"/><Relationship Id="rId17" Type="http://schemas.openxmlformats.org/officeDocument/2006/relationships/slide" Target="slides/slide5.xml"/><Relationship Id="rId16" Type="http://schemas.openxmlformats.org/officeDocument/2006/relationships/slide" Target="slides/slide4.xml"/><Relationship Id="rId19" Type="http://schemas.openxmlformats.org/officeDocument/2006/relationships/slide" Target="slides/slide7.xml"/><Relationship Id="rId18" Type="http://schemas.openxmlformats.org/officeDocument/2006/relationships/slide" Target="slides/slide6.xml"/><Relationship Id="rId80" Type="http://schemas.openxmlformats.org/officeDocument/2006/relationships/font" Target="fonts/IBMPlexMono-italic.fntdata"/><Relationship Id="rId81" Type="http://schemas.openxmlformats.org/officeDocument/2006/relationships/font" Target="fonts/IBMPlexMono-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Master" Target="slideMasters/slideMaster5.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73" Type="http://schemas.openxmlformats.org/officeDocument/2006/relationships/font" Target="fonts/PoppinsSemiBold-boldItalic.fntdata"/><Relationship Id="rId72" Type="http://schemas.openxmlformats.org/officeDocument/2006/relationships/font" Target="fonts/PoppinsSemiBold-italic.fntdata"/><Relationship Id="rId75" Type="http://schemas.openxmlformats.org/officeDocument/2006/relationships/font" Target="fonts/DMSans-bold.fntdata"/><Relationship Id="rId74" Type="http://schemas.openxmlformats.org/officeDocument/2006/relationships/font" Target="fonts/DMSans-regular.fntdata"/><Relationship Id="rId77" Type="http://schemas.openxmlformats.org/officeDocument/2006/relationships/font" Target="fonts/DMSans-boldItalic.fntdata"/><Relationship Id="rId76" Type="http://schemas.openxmlformats.org/officeDocument/2006/relationships/font" Target="fonts/DMSans-italic.fntdata"/><Relationship Id="rId79" Type="http://schemas.openxmlformats.org/officeDocument/2006/relationships/font" Target="fonts/IBMPlexMono-bold.fntdata"/><Relationship Id="rId78" Type="http://schemas.openxmlformats.org/officeDocument/2006/relationships/font" Target="fonts/IBMPlexMono-regular.fntdata"/><Relationship Id="rId71" Type="http://schemas.openxmlformats.org/officeDocument/2006/relationships/font" Target="fonts/PoppinsSemiBold-bold.fntdata"/><Relationship Id="rId70" Type="http://schemas.openxmlformats.org/officeDocument/2006/relationships/font" Target="fonts/PoppinsSemiBold-regular.fntdata"/><Relationship Id="rId62" Type="http://schemas.openxmlformats.org/officeDocument/2006/relationships/font" Target="fonts/Inter-regular.fntdata"/><Relationship Id="rId61" Type="http://schemas.openxmlformats.org/officeDocument/2006/relationships/font" Target="fonts/Poppins-boldItalic.fntdata"/><Relationship Id="rId64" Type="http://schemas.openxmlformats.org/officeDocument/2006/relationships/font" Target="fonts/Inter-italic.fntdata"/><Relationship Id="rId63" Type="http://schemas.openxmlformats.org/officeDocument/2006/relationships/font" Target="fonts/Inter-bold.fntdata"/><Relationship Id="rId66" Type="http://schemas.openxmlformats.org/officeDocument/2006/relationships/font" Target="fonts/PoppinsMedium-regular.fntdata"/><Relationship Id="rId65" Type="http://schemas.openxmlformats.org/officeDocument/2006/relationships/font" Target="fonts/Inter-boldItalic.fntdata"/><Relationship Id="rId68" Type="http://schemas.openxmlformats.org/officeDocument/2006/relationships/font" Target="fonts/PoppinsMedium-italic.fntdata"/><Relationship Id="rId67" Type="http://schemas.openxmlformats.org/officeDocument/2006/relationships/font" Target="fonts/PoppinsMedium-bold.fntdata"/><Relationship Id="rId60" Type="http://schemas.openxmlformats.org/officeDocument/2006/relationships/font" Target="fonts/Poppins-italic.fntdata"/><Relationship Id="rId69" Type="http://schemas.openxmlformats.org/officeDocument/2006/relationships/font" Target="fonts/PoppinsMedium-boldItalic.fntdata"/><Relationship Id="rId51" Type="http://schemas.openxmlformats.org/officeDocument/2006/relationships/font" Target="fonts/Arimo-bold.fntdata"/><Relationship Id="rId50" Type="http://schemas.openxmlformats.org/officeDocument/2006/relationships/font" Target="fonts/Arimo-regular.fntdata"/><Relationship Id="rId53" Type="http://schemas.openxmlformats.org/officeDocument/2006/relationships/font" Target="fonts/Arimo-boldItalic.fntdata"/><Relationship Id="rId52" Type="http://schemas.openxmlformats.org/officeDocument/2006/relationships/font" Target="fonts/Arimo-italic.fntdata"/><Relationship Id="rId55" Type="http://schemas.openxmlformats.org/officeDocument/2006/relationships/font" Target="fonts/Lato-bold.fntdata"/><Relationship Id="rId54" Type="http://schemas.openxmlformats.org/officeDocument/2006/relationships/font" Target="fonts/Lato-regular.fntdata"/><Relationship Id="rId57" Type="http://schemas.openxmlformats.org/officeDocument/2006/relationships/font" Target="fonts/Lato-boldItalic.fntdata"/><Relationship Id="rId56" Type="http://schemas.openxmlformats.org/officeDocument/2006/relationships/font" Target="fonts/Lato-italic.fntdata"/><Relationship Id="rId59" Type="http://schemas.openxmlformats.org/officeDocument/2006/relationships/font" Target="fonts/Poppins-bold.fntdata"/><Relationship Id="rId58" Type="http://schemas.openxmlformats.org/officeDocument/2006/relationships/font" Target="fonts/Poppins-regular.fntdata"/></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3-13T12:20:36.963">
    <p:pos x="6000" y="0"/>
    <p:text>@dejan.krstic2709@gmail.com M3 finally ready for review. Documentation on labs, walkthroughs, demos, etc is really slowing me down.
_Assigned to you_</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3-14T08:28:49.333">
    <p:pos x="2235" y="812"/>
    <p:text>@eduardo.rmelgoza@productschool.com visual is a little blurry?</p:text>
  </p:cm>
  <p:cm authorId="1" idx="1" dt="2026-03-12T22:24:29.491">
    <p:pos x="2235" y="812"/>
    <p:text>Adjusted, changed spect ratio</p:text>
  </p:cm>
  <p:cm authorId="1" idx="2" dt="2026-03-12T22:24:48.016">
    <p:pos x="2235" y="812"/>
    <p:text>Had to speed up a little to improve quality and be able to turn this into a gif</p:text>
  </p:cm>
  <p:cm authorId="1" idx="3" dt="2026-03-13T07:10:42.967">
    <p:pos x="2235" y="812"/>
    <p:text>I'm having some issues with this GIFs cause they are from very heavy sources, GIFs are not supposed to be this long and will cause loading issues. I would suggest leaving the low quality ones if we specifically want a gif here. If not, my honest suggestion is to leave this as a video. I have the gif but I couldn't paste it and when it did get paste, it shows a error after a while. Lmk what you see on your side and what you think</p:text>
  </p:cm>
  <p:cm authorId="1" idx="4" dt="2026-03-12T22:31:13.955">
    <p:pos x="2235" y="812"/>
    <p:text>to put things into perspective, a GIF is supposed to be less than 1MB, this one is 10MB. So a video would be better</p:text>
  </p:cm>
  <p:cm authorId="0" idx="3" dt="2026-03-13T09:30:59.281">
    <p:pos x="2235" y="812"/>
    <p:text>No worries. I also see the error.
Lets use the lower quality one so that it fits and plays. It was just an observation to see if there was something we could do to improve it but, I think it's fine in the old version as it will still get the point across.</p:text>
  </p:cm>
  <p:cm authorId="0" idx="4" dt="2026-03-13T17:43:37.118">
    <p:pos x="2235" y="812"/>
    <p:text>@eduardo.rmelgoza@productschool.com let me know once this is updated</p:text>
  </p:cm>
  <p:cm authorId="1" idx="5" dt="2026-03-13T21:03:58.949">
    <p:pos x="2235" y="812"/>
    <p:text>Fixed! :)</p:text>
  </p:cm>
  <p:cm authorId="0" idx="5" dt="2026-03-14T08:28:49.333">
    <p:pos x="2235" y="812"/>
    <p:text>I still see an error @eduardo.rmelgoza@productschool.com</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6" dt="2026-03-13T11:03:11.512">
    <p:pos x="6000" y="0"/>
    <p:text>@eduardo.rmelgoza@productschool.com can you check design here?
_Assigned to eduardo.rmelgoza@productschool.com_</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7" dt="2026-03-13T09:51:01.958">
    <p:pos x="6000" y="0"/>
    <p:text>@eduardo.rmelgoza@productschool.com I reused this slide but changed it a little. Hows it look?</p:text>
  </p:cm>
  <p:cm authorId="0" idx="8" dt="2026-03-12T11:48:44.414">
    <p:pos x="6000" y="100"/>
    <p:text>@dejan.krstic2709@gmail.com hows this? Not sure if this is the right place. I think it needs to come a little later? Like after they do it using tool in the lab themselves?</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9" dt="2026-03-13T10:33:25.302">
    <p:pos x="221" y="2848"/>
    <p:text>@eduardo.rmelgoza@productschool.com I want to add this to the slide so students dont complain they forget to work on their project. can you make it fit please :)
_Assigned to eduardo.rmelgoza@productschool.com_</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686104" y="685800"/>
            <a:ext cx="54864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document/d/1OHa0rewmnw80YWTocFIAcJo9QzVOl76p6-C54M2T-hQ/preview" TargetMode="External"/><Relationship Id="rId3" Type="http://schemas.openxmlformats.org/officeDocument/2006/relationships/hyperlink" Target="https://djn-krs-2709.github.io/AI-Vibe-Coding---Product-School/Modules/M3%20-%20Prompt%20Chain%20Planner.html" TargetMode="External"/><Relationship Id="rId4" Type="http://schemas.openxmlformats.org/officeDocument/2006/relationships/hyperlink" Target="http://lovable.dev"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document/d/1B_MQJuoauk4W_RfTUPCLmazvvu0tu7jKX115Hhjm4QU/template/preview" TargetMode="External"/><Relationship Id="rId3" Type="http://schemas.openxmlformats.org/officeDocument/2006/relationships/hyperlink" Target="https://docs.google.com/document/d/1B_MQJuoauk4W_RfTUPCLmazvvu0tu7jKX115Hhjm4QU/template/preview" TargetMode="External"/><Relationship Id="rId4" Type="http://schemas.openxmlformats.org/officeDocument/2006/relationships/hyperlink" Target="https://docs.google.com/document/d/1B_MQJuoauk4W_RfTUPCLmazvvu0tu7jKX115Hhjm4QU/template/preview"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document/d/1SsUDFAsdUUq5n82ID902zk_dfsjWgUfSj2ghfA7WkRc/template/preview" TargetMode="External"/><Relationship Id="rId3" Type="http://schemas.openxmlformats.org/officeDocument/2006/relationships/hyperlink" Target="https://djn-krs-2709.github.io/AI-Vibe-Coding---Product-School/Modules/M3%20-%20Prompt%20Chain%20Planner.html" TargetMode="External"/><Relationship Id="rId4" Type="http://schemas.openxmlformats.org/officeDocument/2006/relationships/hyperlink" Target="https://djn-krs-2709.github.io/AI-Vibe-Coding---Product-School/Modules/M3%20-%20Prompt%20Chain%20Planner.html"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lovable.dev"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2" name="Shape 2572"/>
        <p:cNvGrpSpPr/>
        <p:nvPr/>
      </p:nvGrpSpPr>
      <p:grpSpPr>
        <a:xfrm>
          <a:off x="0" y="0"/>
          <a:ext cx="0" cy="0"/>
          <a:chOff x="0" y="0"/>
          <a:chExt cx="0" cy="0"/>
        </a:xfrm>
      </p:grpSpPr>
      <p:sp>
        <p:nvSpPr>
          <p:cNvPr id="2573" name="Google Shape;2573;g3c8f5b7a131_0_1133:notes"/>
          <p:cNvSpPr/>
          <p:nvPr>
            <p:ph idx="2" type="sldImg"/>
          </p:nvPr>
        </p:nvSpPr>
        <p:spPr>
          <a:xfrm>
            <a:off x="686100" y="685800"/>
            <a:ext cx="5486400" cy="3429000"/>
          </a:xfrm>
          <a:custGeom>
            <a:rect b="b" l="l" r="r" t="t"/>
            <a:pathLst>
              <a:path extrusionOk="0" h="120000" w="120000">
                <a:moveTo>
                  <a:pt x="0" y="0"/>
                </a:moveTo>
                <a:lnTo>
                  <a:pt x="120000" y="0"/>
                </a:lnTo>
                <a:lnTo>
                  <a:pt x="120000" y="120000"/>
                </a:lnTo>
                <a:lnTo>
                  <a:pt x="0" y="120000"/>
                </a:lnTo>
                <a:close/>
              </a:path>
            </a:pathLst>
          </a:custGeom>
        </p:spPr>
      </p:sp>
      <p:sp>
        <p:nvSpPr>
          <p:cNvPr id="2574" name="Google Shape;2574;g3c8f5b7a131_0_1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Module 3: </a:t>
            </a:r>
            <a:r>
              <a:rPr lang="en" sz="1400">
                <a:solidFill>
                  <a:srgbClr val="7F7F7F"/>
                </a:solidFill>
                <a:latin typeface="Poppins SemiBold"/>
                <a:ea typeface="Poppins SemiBold"/>
                <a:cs typeface="Poppins SemiBold"/>
                <a:sym typeface="Poppins SemiBold"/>
              </a:rPr>
              <a:t>Ensure Complex System Stability with Prompt Chaining</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None/>
            </a:pPr>
            <a:r>
              <a:t/>
            </a:r>
            <a:endParaRPr sz="1400">
              <a:solidFill>
                <a:srgbClr val="7F7F7F"/>
              </a:solidFill>
              <a:latin typeface="Poppins SemiBold"/>
              <a:ea typeface="Poppins SemiBold"/>
              <a:cs typeface="Poppins SemiBold"/>
              <a:sym typeface="Poppins SemiBo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8" name="Shape 2578"/>
        <p:cNvGrpSpPr/>
        <p:nvPr/>
      </p:nvGrpSpPr>
      <p:grpSpPr>
        <a:xfrm>
          <a:off x="0" y="0"/>
          <a:ext cx="0" cy="0"/>
          <a:chOff x="0" y="0"/>
          <a:chExt cx="0" cy="0"/>
        </a:xfrm>
      </p:grpSpPr>
      <p:sp>
        <p:nvSpPr>
          <p:cNvPr id="2579" name="Google Shape;2579;g3cf5aa6feed_1_2417:notes"/>
          <p:cNvSpPr/>
          <p:nvPr>
            <p:ph idx="2" type="sldImg"/>
          </p:nvPr>
        </p:nvSpPr>
        <p:spPr>
          <a:xfrm>
            <a:off x="686100" y="685800"/>
            <a:ext cx="5486400" cy="3429000"/>
          </a:xfrm>
          <a:custGeom>
            <a:rect b="b" l="l" r="r" t="t"/>
            <a:pathLst>
              <a:path extrusionOk="0" h="120000" w="120000">
                <a:moveTo>
                  <a:pt x="0" y="0"/>
                </a:moveTo>
                <a:lnTo>
                  <a:pt x="120000" y="0"/>
                </a:lnTo>
                <a:lnTo>
                  <a:pt x="120000" y="120000"/>
                </a:lnTo>
                <a:lnTo>
                  <a:pt x="0" y="120000"/>
                </a:lnTo>
                <a:close/>
              </a:path>
            </a:pathLst>
          </a:custGeom>
        </p:spPr>
      </p:sp>
      <p:sp>
        <p:nvSpPr>
          <p:cNvPr id="2580" name="Google Shape;2580;g3cf5aa6feed_1_24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t/>
            </a:r>
            <a:endParaRPr sz="1400">
              <a:solidFill>
                <a:srgbClr val="7F7F7F"/>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Clr>
                <a:schemeClr val="dk1"/>
              </a:buClr>
              <a:buSzPts val="1100"/>
              <a:buFont typeface="Arial"/>
              <a:buNone/>
            </a:pPr>
            <a:r>
              <a:rPr b="1" lang="en" sz="1200">
                <a:solidFill>
                  <a:srgbClr val="CC0000"/>
                </a:solidFill>
                <a:latin typeface="Lato"/>
                <a:ea typeface="Lato"/>
                <a:cs typeface="Lato"/>
                <a:sym typeface="Lato"/>
              </a:rPr>
              <a:t>📌Note for instructors: Please </a:t>
            </a:r>
            <a:r>
              <a:rPr b="1" lang="en" sz="1200" u="sng">
                <a:solidFill>
                  <a:srgbClr val="CC0000"/>
                </a:solidFill>
                <a:latin typeface="Lato"/>
                <a:ea typeface="Lato"/>
                <a:cs typeface="Lato"/>
                <a:sym typeface="Lato"/>
              </a:rPr>
              <a:t>do not share the link to the slide deck with students.</a:t>
            </a:r>
            <a:r>
              <a:rPr b="1" lang="en" sz="1200">
                <a:solidFill>
                  <a:srgbClr val="CC0000"/>
                </a:solidFill>
                <a:latin typeface="Lato"/>
                <a:ea typeface="Lato"/>
                <a:cs typeface="Lato"/>
                <a:sym typeface="Lato"/>
              </a:rPr>
              <a:t> If they want to view the deck, send them to the LMS where they can view it from there. </a:t>
            </a:r>
            <a:br>
              <a:rPr b="1" lang="en" sz="1200">
                <a:solidFill>
                  <a:srgbClr val="CC0000"/>
                </a:solidFill>
                <a:latin typeface="Lato"/>
                <a:ea typeface="Lato"/>
                <a:cs typeface="Lato"/>
                <a:sym typeface="Lato"/>
              </a:rPr>
            </a:br>
            <a:endParaRPr b="1" sz="1200">
              <a:solidFill>
                <a:srgbClr val="CC0000"/>
              </a:solidFill>
              <a:latin typeface="Lato"/>
              <a:ea typeface="Lato"/>
              <a:cs typeface="Lato"/>
              <a:sym typeface="Lato"/>
            </a:endParaRPr>
          </a:p>
          <a:p>
            <a:pPr indent="0" lvl="0" marL="0" rtl="0" algn="just">
              <a:lnSpc>
                <a:spcPct val="115000"/>
              </a:lnSpc>
              <a:spcBef>
                <a:spcPts val="0"/>
              </a:spcBef>
              <a:spcAft>
                <a:spcPts val="0"/>
              </a:spcAft>
              <a:buClr>
                <a:schemeClr val="dk1"/>
              </a:buClr>
              <a:buSzPts val="1100"/>
              <a:buFont typeface="Arial"/>
              <a:buNone/>
            </a:pPr>
            <a:r>
              <a:rPr b="1" lang="en" sz="1200">
                <a:solidFill>
                  <a:schemeClr val="dk1"/>
                </a:solidFill>
                <a:latin typeface="Lato"/>
                <a:ea typeface="Lato"/>
                <a:cs typeface="Lato"/>
                <a:sym typeface="Lato"/>
              </a:rPr>
              <a:t>Where to access content?</a:t>
            </a:r>
            <a:br>
              <a:rPr lang="en" sz="1200">
                <a:solidFill>
                  <a:schemeClr val="dk1"/>
                </a:solidFill>
                <a:latin typeface="Lato"/>
                <a:ea typeface="Lato"/>
                <a:cs typeface="Lato"/>
                <a:sym typeface="Lato"/>
              </a:rPr>
            </a:br>
            <a:r>
              <a:rPr lang="en" sz="1200">
                <a:solidFill>
                  <a:schemeClr val="dk1"/>
                </a:solidFill>
                <a:latin typeface="Lato"/>
                <a:ea typeface="Lato"/>
                <a:cs typeface="Lato"/>
                <a:sym typeface="Lato"/>
              </a:rPr>
              <a:t>You can</a:t>
            </a:r>
            <a:r>
              <a:rPr lang="en" sz="1200" u="sng">
                <a:solidFill>
                  <a:schemeClr val="dk1"/>
                </a:solidFill>
                <a:latin typeface="Lato"/>
                <a:ea typeface="Lato"/>
                <a:cs typeface="Lato"/>
                <a:sym typeface="Lato"/>
              </a:rPr>
              <a:t> view the deck</a:t>
            </a:r>
            <a:r>
              <a:rPr lang="en" sz="1200">
                <a:solidFill>
                  <a:schemeClr val="dk1"/>
                </a:solidFill>
                <a:latin typeface="Lato"/>
                <a:ea typeface="Lato"/>
                <a:cs typeface="Lato"/>
                <a:sym typeface="Lato"/>
              </a:rPr>
              <a:t> from Docebo. </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Clr>
                <a:schemeClr val="dk1"/>
              </a:buClr>
              <a:buSzPts val="1100"/>
              <a:buFont typeface="Arial"/>
              <a:buNone/>
            </a:pPr>
            <a:r>
              <a:rPr lang="en" sz="1200">
                <a:solidFill>
                  <a:schemeClr val="dk1"/>
                </a:solidFill>
                <a:latin typeface="Lato"/>
                <a:ea typeface="Lato"/>
                <a:cs typeface="Lato"/>
                <a:sym typeface="Lato"/>
              </a:rPr>
              <a:t>ℹ️ All students should have access to the LMS (Docebo) with all the class materials by now. If not, please reach out to Student Success directly in Slack. </a:t>
            </a:r>
            <a:endParaRPr sz="1200">
              <a:solidFill>
                <a:schemeClr val="dk1"/>
              </a:solidFill>
              <a:latin typeface="Lato"/>
              <a:ea typeface="Lato"/>
              <a:cs typeface="Lato"/>
              <a:sym typeface="La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6" name="Shape 2596"/>
        <p:cNvGrpSpPr/>
        <p:nvPr/>
      </p:nvGrpSpPr>
      <p:grpSpPr>
        <a:xfrm>
          <a:off x="0" y="0"/>
          <a:ext cx="0" cy="0"/>
          <a:chOff x="0" y="0"/>
          <a:chExt cx="0" cy="0"/>
        </a:xfrm>
      </p:grpSpPr>
      <p:sp>
        <p:nvSpPr>
          <p:cNvPr id="2597" name="Google Shape;2597;g3c52a9ad543_0_348:notes"/>
          <p:cNvSpPr/>
          <p:nvPr>
            <p:ph idx="2" type="sldImg"/>
          </p:nvPr>
        </p:nvSpPr>
        <p:spPr>
          <a:xfrm>
            <a:off x="686100" y="685800"/>
            <a:ext cx="5486400" cy="3429000"/>
          </a:xfrm>
          <a:custGeom>
            <a:rect b="b" l="l" r="r" t="t"/>
            <a:pathLst>
              <a:path extrusionOk="0" h="120000" w="120000">
                <a:moveTo>
                  <a:pt x="0" y="0"/>
                </a:moveTo>
                <a:lnTo>
                  <a:pt x="120000" y="0"/>
                </a:lnTo>
                <a:lnTo>
                  <a:pt x="120000" y="120000"/>
                </a:lnTo>
                <a:lnTo>
                  <a:pt x="0" y="120000"/>
                </a:lnTo>
                <a:close/>
              </a:path>
            </a:pathLst>
          </a:custGeom>
        </p:spPr>
      </p:sp>
      <p:sp>
        <p:nvSpPr>
          <p:cNvPr id="2598" name="Google Shape;2598;g3c52a9ad543_0_3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rgbClr val="1241AF"/>
                </a:solidFill>
                <a:latin typeface="Poppins"/>
                <a:ea typeface="Poppins"/>
                <a:cs typeface="Poppins"/>
                <a:sym typeface="Poppins"/>
              </a:rPr>
              <a:t>Vibe Coding Certification Syllabus</a:t>
            </a:r>
            <a:endParaRPr b="1">
              <a:solidFill>
                <a:srgbClr val="1241AF"/>
              </a:solidFill>
              <a:latin typeface="Poppins"/>
              <a:ea typeface="Poppins"/>
              <a:cs typeface="Poppins"/>
              <a:sym typeface="Poppins"/>
            </a:endParaRPr>
          </a:p>
          <a:p>
            <a:pPr indent="0" lvl="0" marL="0" rtl="0" algn="l">
              <a:spcBef>
                <a:spcPts val="0"/>
              </a:spcBef>
              <a:spcAft>
                <a:spcPts val="0"/>
              </a:spcAft>
              <a:buNone/>
            </a:pPr>
            <a:r>
              <a:rPr lang="en">
                <a:solidFill>
                  <a:srgbClr val="7F7F7F"/>
                </a:solidFill>
                <a:latin typeface="Poppins SemiBold"/>
                <a:ea typeface="Poppins SemiBold"/>
                <a:cs typeface="Poppins SemiBold"/>
                <a:sym typeface="Poppins SemiBold"/>
              </a:rPr>
              <a:t>Build end-to-end applications faster—without a technical background.</a:t>
            </a:r>
            <a:endParaRPr>
              <a:solidFill>
                <a:srgbClr val="7F7F7F"/>
              </a:solidFill>
              <a:latin typeface="Poppins SemiBold"/>
              <a:ea typeface="Poppins SemiBold"/>
              <a:cs typeface="Poppins SemiBold"/>
              <a:sym typeface="Poppins SemiBo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3" name="Shape 2613"/>
        <p:cNvGrpSpPr/>
        <p:nvPr/>
      </p:nvGrpSpPr>
      <p:grpSpPr>
        <a:xfrm>
          <a:off x="0" y="0"/>
          <a:ext cx="0" cy="0"/>
          <a:chOff x="0" y="0"/>
          <a:chExt cx="0" cy="0"/>
        </a:xfrm>
      </p:grpSpPr>
      <p:sp>
        <p:nvSpPr>
          <p:cNvPr id="2614" name="Google Shape;2614;g3c8f5b7a131_0_1224:notes"/>
          <p:cNvSpPr/>
          <p:nvPr>
            <p:ph idx="2" type="sldImg"/>
          </p:nvPr>
        </p:nvSpPr>
        <p:spPr>
          <a:xfrm>
            <a:off x="686100" y="685800"/>
            <a:ext cx="5486400" cy="3429000"/>
          </a:xfrm>
          <a:custGeom>
            <a:rect b="b" l="l" r="r" t="t"/>
            <a:pathLst>
              <a:path extrusionOk="0" h="120000" w="120000">
                <a:moveTo>
                  <a:pt x="0" y="0"/>
                </a:moveTo>
                <a:lnTo>
                  <a:pt x="120000" y="0"/>
                </a:lnTo>
                <a:lnTo>
                  <a:pt x="120000" y="120000"/>
                </a:lnTo>
                <a:lnTo>
                  <a:pt x="0" y="120000"/>
                </a:lnTo>
                <a:close/>
              </a:path>
            </a:pathLst>
          </a:custGeom>
        </p:spPr>
      </p:sp>
      <p:sp>
        <p:nvSpPr>
          <p:cNvPr id="2615" name="Google Shape;2615;g3c8f5b7a131_0_1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Agenda</a:t>
            </a:r>
            <a:endParaRPr sz="1400">
              <a:solidFill>
                <a:srgbClr val="7F7F7F"/>
              </a:solidFill>
              <a:latin typeface="Poppins SemiBold"/>
              <a:ea typeface="Poppins SemiBold"/>
              <a:cs typeface="Poppins SemiBold"/>
              <a:sym typeface="Poppins SemiBold"/>
            </a:endParaRPr>
          </a:p>
          <a:p>
            <a:pPr indent="0" lvl="0" marL="457200" rtl="0" algn="l">
              <a:spcBef>
                <a:spcPts val="0"/>
              </a:spcBef>
              <a:spcAft>
                <a:spcPts val="0"/>
              </a:spcAft>
              <a:buNone/>
            </a:pPr>
            <a:r>
              <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AutoNum type="arabicPeriod"/>
            </a:pPr>
            <a:r>
              <a:rPr lang="en" sz="1200">
                <a:solidFill>
                  <a:schemeClr val="dk1"/>
                </a:solidFill>
                <a:latin typeface="Lato"/>
                <a:ea typeface="Lato"/>
                <a:cs typeface="Lato"/>
                <a:sym typeface="Lato"/>
              </a:rPr>
              <a:t>How to Prove Your Prototype is Resilient</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AutoNum type="arabicPeriod"/>
            </a:pPr>
            <a:r>
              <a:rPr lang="en" sz="1200">
                <a:solidFill>
                  <a:schemeClr val="dk1"/>
                </a:solidFill>
                <a:latin typeface="Lato"/>
                <a:ea typeface="Lato"/>
                <a:cs typeface="Lato"/>
                <a:sym typeface="Lato"/>
              </a:rPr>
              <a:t>A PM’s Precision Prompting Toolkit</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AutoNum type="arabicPeriod"/>
            </a:pPr>
            <a:r>
              <a:rPr lang="en" sz="1200">
                <a:solidFill>
                  <a:schemeClr val="dk1"/>
                </a:solidFill>
                <a:latin typeface="Lato"/>
                <a:ea typeface="Lato"/>
                <a:cs typeface="Lato"/>
                <a:sym typeface="Lato"/>
              </a:rPr>
              <a:t>Hands-On Lab: Execute Your Prompt Chain and Extend Your Build</a:t>
            </a:r>
            <a:endParaRPr sz="1200">
              <a:solidFill>
                <a:schemeClr val="dk1"/>
              </a:solidFill>
              <a:latin typeface="Lato"/>
              <a:ea typeface="Lato"/>
              <a:cs typeface="Lato"/>
              <a:sym typeface="Lato"/>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7" name="Shape 2627"/>
        <p:cNvGrpSpPr/>
        <p:nvPr/>
      </p:nvGrpSpPr>
      <p:grpSpPr>
        <a:xfrm>
          <a:off x="0" y="0"/>
          <a:ext cx="0" cy="0"/>
          <a:chOff x="0" y="0"/>
          <a:chExt cx="0" cy="0"/>
        </a:xfrm>
      </p:grpSpPr>
      <p:sp>
        <p:nvSpPr>
          <p:cNvPr id="2628" name="Google Shape;2628;g3c8f5b7a131_1_714:notes"/>
          <p:cNvSpPr/>
          <p:nvPr>
            <p:ph idx="2" type="sldImg"/>
          </p:nvPr>
        </p:nvSpPr>
        <p:spPr>
          <a:xfrm>
            <a:off x="685800" y="685800"/>
            <a:ext cx="54864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29" name="Google Shape;2629;g3c8f5b7a131_1_7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01. How to Prove Your Prototype is Resilient</a:t>
            </a:r>
            <a:endParaRPr sz="1400">
              <a:solidFill>
                <a:srgbClr val="7F7F7F"/>
              </a:solidFill>
              <a:latin typeface="Poppins SemiBold"/>
              <a:ea typeface="Poppins SemiBold"/>
              <a:cs typeface="Poppins SemiBold"/>
              <a:sym typeface="Poppins SemiBo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2" name="Shape 2632"/>
        <p:cNvGrpSpPr/>
        <p:nvPr/>
      </p:nvGrpSpPr>
      <p:grpSpPr>
        <a:xfrm>
          <a:off x="0" y="0"/>
          <a:ext cx="0" cy="0"/>
          <a:chOff x="0" y="0"/>
          <a:chExt cx="0" cy="0"/>
        </a:xfrm>
      </p:grpSpPr>
      <p:sp>
        <p:nvSpPr>
          <p:cNvPr id="2633" name="Google Shape;2633;g3c8f5b7a131_0_11702:notes"/>
          <p:cNvSpPr/>
          <p:nvPr>
            <p:ph idx="2" type="sldImg"/>
          </p:nvPr>
        </p:nvSpPr>
        <p:spPr>
          <a:xfrm>
            <a:off x="686104" y="685800"/>
            <a:ext cx="5486400" cy="3429000"/>
          </a:xfrm>
          <a:custGeom>
            <a:rect b="b" l="l" r="r" t="t"/>
            <a:pathLst>
              <a:path extrusionOk="0" h="120000" w="120000">
                <a:moveTo>
                  <a:pt x="0" y="0"/>
                </a:moveTo>
                <a:lnTo>
                  <a:pt x="120000" y="0"/>
                </a:lnTo>
                <a:lnTo>
                  <a:pt x="120000" y="120000"/>
                </a:lnTo>
                <a:lnTo>
                  <a:pt x="0" y="120000"/>
                </a:lnTo>
                <a:close/>
              </a:path>
            </a:pathLst>
          </a:custGeom>
        </p:spPr>
      </p:sp>
      <p:sp>
        <p:nvSpPr>
          <p:cNvPr id="2634" name="Google Shape;2634;g3c8f5b7a131_0_117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rgbClr val="7F7F7F"/>
                </a:solidFill>
                <a:latin typeface="Poppins SemiBold"/>
                <a:ea typeface="Poppins SemiBold"/>
                <a:cs typeface="Poppins SemiBold"/>
                <a:sym typeface="Poppins SemiBold"/>
              </a:rPr>
              <a:t>Notes</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None/>
            </a:pPr>
            <a:r>
              <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rPr lang="en" sz="1200">
                <a:solidFill>
                  <a:schemeClr val="dk1"/>
                </a:solidFill>
                <a:latin typeface="Lato"/>
                <a:ea typeface="Lato"/>
                <a:cs typeface="Lato"/>
                <a:sym typeface="Lato"/>
              </a:rPr>
              <a:t>💥</a:t>
            </a:r>
            <a:r>
              <a:rPr b="1" lang="en" sz="1200">
                <a:solidFill>
                  <a:schemeClr val="dk1"/>
                </a:solidFill>
                <a:latin typeface="Lato"/>
                <a:ea typeface="Lato"/>
                <a:cs typeface="Lato"/>
                <a:sym typeface="Lato"/>
              </a:rPr>
              <a:t>Activity</a:t>
            </a:r>
            <a:r>
              <a:rPr lang="en" sz="1200">
                <a:solidFill>
                  <a:schemeClr val="dk1"/>
                </a:solidFill>
                <a:latin typeface="Lato"/>
                <a:ea typeface="Lato"/>
                <a:cs typeface="Lato"/>
                <a:sym typeface="Lato"/>
              </a:rPr>
              <a:t>: Instructor-Led Demo</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Clr>
                <a:schemeClr val="dk1"/>
              </a:buClr>
              <a:buSzPts val="1100"/>
              <a:buFont typeface="Arial"/>
              <a:buNone/>
            </a:pPr>
            <a:r>
              <a:rPr b="1" lang="en" sz="1200">
                <a:solidFill>
                  <a:schemeClr val="dk1"/>
                </a:solidFill>
                <a:latin typeface="Lato"/>
                <a:ea typeface="Lato"/>
                <a:cs typeface="Lato"/>
                <a:sym typeface="Lato"/>
              </a:rPr>
              <a:t>✏️Task: </a:t>
            </a:r>
            <a:r>
              <a:rPr lang="en" sz="1200">
                <a:solidFill>
                  <a:schemeClr val="dk1"/>
                </a:solidFill>
                <a:latin typeface="Lato"/>
                <a:ea typeface="Lato"/>
                <a:cs typeface="Lato"/>
                <a:sym typeface="Lato"/>
              </a:rPr>
              <a:t>The Precision Prompt Chain</a:t>
            </a:r>
            <a:endParaRPr sz="1200">
              <a:solidFill>
                <a:schemeClr val="dk1"/>
              </a:solidFill>
              <a:latin typeface="Lato"/>
              <a:ea typeface="Lato"/>
              <a:cs typeface="Lato"/>
              <a:sym typeface="Lato"/>
            </a:endParaRPr>
          </a:p>
          <a:p>
            <a:pPr indent="0" lvl="0" marL="0" rtl="0" algn="l">
              <a:spcBef>
                <a:spcPts val="0"/>
              </a:spcBef>
              <a:spcAft>
                <a:spcPts val="0"/>
              </a:spcAft>
              <a:buNone/>
            </a:pPr>
            <a:r>
              <a:rPr b="1" lang="en" sz="1200">
                <a:solidFill>
                  <a:schemeClr val="dk1"/>
                </a:solidFill>
                <a:latin typeface="Lato"/>
                <a:ea typeface="Lato"/>
                <a:cs typeface="Lato"/>
                <a:sym typeface="Lato"/>
              </a:rPr>
              <a:t>⏱️Time: </a:t>
            </a:r>
            <a:r>
              <a:rPr lang="en" sz="1200">
                <a:solidFill>
                  <a:schemeClr val="dk1"/>
                </a:solidFill>
                <a:latin typeface="Lato"/>
                <a:ea typeface="Lato"/>
                <a:cs typeface="Lato"/>
                <a:sym typeface="Lato"/>
              </a:rPr>
              <a:t>15 Minutes</a:t>
            </a:r>
            <a:br>
              <a:rPr lang="en" sz="1400">
                <a:solidFill>
                  <a:srgbClr val="7F7F7F"/>
                </a:solidFill>
                <a:latin typeface="Poppins SemiBold"/>
                <a:ea typeface="Poppins SemiBold"/>
                <a:cs typeface="Poppins SemiBold"/>
                <a:sym typeface="Poppins SemiBold"/>
              </a:rPr>
            </a:br>
            <a:br>
              <a:rPr lang="en" sz="1400">
                <a:solidFill>
                  <a:srgbClr val="7F7F7F"/>
                </a:solidFill>
                <a:latin typeface="Poppins SemiBold"/>
                <a:ea typeface="Poppins SemiBold"/>
                <a:cs typeface="Poppins SemiBold"/>
                <a:sym typeface="Poppins SemiBold"/>
              </a:rPr>
            </a:br>
            <a:r>
              <a:rPr b="1" lang="en" sz="1200">
                <a:solidFill>
                  <a:srgbClr val="CC0000"/>
                </a:solidFill>
                <a:latin typeface="Lato"/>
                <a:ea typeface="Lato"/>
                <a:cs typeface="Lato"/>
                <a:sym typeface="Lato"/>
              </a:rPr>
              <a:t>📌 Note for Instructors: This is an Instructor-Led Demo. Students are </a:t>
            </a:r>
            <a:r>
              <a:rPr b="1" lang="en" sz="1200" u="sng">
                <a:solidFill>
                  <a:srgbClr val="CC0000"/>
                </a:solidFill>
                <a:latin typeface="Lato"/>
                <a:ea typeface="Lato"/>
                <a:cs typeface="Lato"/>
                <a:sym typeface="Lato"/>
              </a:rPr>
              <a:t>not expected to build along with you</a:t>
            </a:r>
            <a:r>
              <a:rPr b="1" lang="en" sz="1200">
                <a:solidFill>
                  <a:srgbClr val="CC0000"/>
                </a:solidFill>
                <a:latin typeface="Lato"/>
                <a:ea typeface="Lato"/>
                <a:cs typeface="Lato"/>
                <a:sym typeface="Lato"/>
              </a:rPr>
              <a:t>. </a:t>
            </a:r>
            <a:r>
              <a:rPr b="1" lang="en" sz="1200">
                <a:solidFill>
                  <a:srgbClr val="1241B1"/>
                </a:solidFill>
                <a:latin typeface="Lato"/>
                <a:ea typeface="Lato"/>
                <a:cs typeface="Lato"/>
                <a:sym typeface="Lato"/>
              </a:rPr>
              <a:t>For more details, access our </a:t>
            </a:r>
            <a:r>
              <a:rPr b="1" lang="en" sz="1200" u="sng">
                <a:solidFill>
                  <a:srgbClr val="1241B1"/>
                </a:solidFill>
                <a:latin typeface="Lato"/>
                <a:ea typeface="Lato"/>
                <a:cs typeface="Lato"/>
                <a:sym typeface="Lato"/>
                <a:hlinkClick r:id="rId2">
                  <a:extLst>
                    <a:ext uri="{A12FA001-AC4F-418D-AE19-62706E023703}">
                      <ahyp:hlinkClr val="tx"/>
                    </a:ext>
                  </a:extLst>
                </a:hlinkClick>
              </a:rPr>
              <a:t>Demo Guide</a:t>
            </a:r>
            <a:br>
              <a:rPr b="1" lang="en" sz="1200">
                <a:solidFill>
                  <a:srgbClr val="CC0000"/>
                </a:solidFill>
                <a:latin typeface="Lato"/>
                <a:ea typeface="Lato"/>
                <a:cs typeface="Lato"/>
                <a:sym typeface="Lato"/>
              </a:rPr>
            </a:br>
            <a:r>
              <a:rPr lang="en" sz="1200">
                <a:solidFill>
                  <a:srgbClr val="CC0000"/>
                </a:solidFill>
                <a:latin typeface="Lato"/>
                <a:ea typeface="Lato"/>
                <a:cs typeface="Lato"/>
                <a:sym typeface="Lato"/>
              </a:rPr>
              <a:t>This is a demo designed to move the prototype to a resilient, multi-screen system. Your goal is to show that a prototype becomes a professional tool only when it handles the unhappy path and maintains architectural logic. Focus on the cumulative power of the three prompts—steering the build rather than restarting it.</a:t>
            </a:r>
            <a:br>
              <a:rPr lang="en" sz="1200">
                <a:solidFill>
                  <a:srgbClr val="CC0000"/>
                </a:solidFill>
                <a:latin typeface="Lato"/>
                <a:ea typeface="Lato"/>
                <a:cs typeface="Lato"/>
                <a:sym typeface="Lato"/>
              </a:rPr>
            </a:br>
            <a:endParaRPr sz="1200">
              <a:solidFill>
                <a:srgbClr val="CC0000"/>
              </a:solidFill>
              <a:latin typeface="Lato"/>
              <a:ea typeface="Lato"/>
              <a:cs typeface="Lato"/>
              <a:sym typeface="Lato"/>
            </a:endParaRPr>
          </a:p>
          <a:p>
            <a:pPr indent="0" lvl="0" marL="0" rtl="0" algn="l">
              <a:spcBef>
                <a:spcPts val="0"/>
              </a:spcBef>
              <a:spcAft>
                <a:spcPts val="0"/>
              </a:spcAft>
              <a:buNone/>
            </a:pPr>
            <a:r>
              <a:rPr b="1" lang="en" sz="1200">
                <a:solidFill>
                  <a:srgbClr val="CC0000"/>
                </a:solidFill>
                <a:latin typeface="Lato"/>
                <a:ea typeface="Lato"/>
                <a:cs typeface="Lato"/>
                <a:sym typeface="Lato"/>
              </a:rPr>
              <a:t>CRITICAL: </a:t>
            </a:r>
            <a:r>
              <a:rPr lang="en" sz="1200">
                <a:solidFill>
                  <a:srgbClr val="CC0000"/>
                </a:solidFill>
                <a:latin typeface="Lato"/>
                <a:ea typeface="Lato"/>
                <a:cs typeface="Lato"/>
                <a:sym typeface="Lato"/>
              </a:rPr>
              <a:t>You must have your Module 2 Retention Engine </a:t>
            </a:r>
            <a:r>
              <a:rPr lang="en" sz="1200">
                <a:solidFill>
                  <a:srgbClr val="CC0000"/>
                </a:solidFill>
                <a:latin typeface="Lato"/>
                <a:ea typeface="Lato"/>
                <a:cs typeface="Lato"/>
                <a:sym typeface="Lato"/>
              </a:rPr>
              <a:t>prototype</a:t>
            </a:r>
            <a:r>
              <a:rPr lang="en" sz="1200">
                <a:solidFill>
                  <a:srgbClr val="CC0000"/>
                </a:solidFill>
                <a:latin typeface="Lato"/>
                <a:ea typeface="Lato"/>
                <a:cs typeface="Lato"/>
                <a:sym typeface="Lato"/>
              </a:rPr>
              <a:t> open.</a:t>
            </a:r>
            <a:endParaRPr sz="1200">
              <a:solidFill>
                <a:srgbClr val="CC0000"/>
              </a:solidFill>
              <a:latin typeface="Lato"/>
              <a:ea typeface="Lato"/>
              <a:cs typeface="Lato"/>
              <a:sym typeface="Lato"/>
            </a:endParaRPr>
          </a:p>
          <a:p>
            <a:pPr indent="-304800" lvl="0" marL="457200" rtl="0" algn="l">
              <a:spcBef>
                <a:spcPts val="0"/>
              </a:spcBef>
              <a:spcAft>
                <a:spcPts val="0"/>
              </a:spcAft>
              <a:buClr>
                <a:srgbClr val="CC0000"/>
              </a:buClr>
              <a:buSzPts val="1200"/>
              <a:buFont typeface="Lato"/>
              <a:buChar char="●"/>
            </a:pPr>
            <a:r>
              <a:rPr lang="en" sz="1200">
                <a:solidFill>
                  <a:srgbClr val="CC0000"/>
                </a:solidFill>
                <a:latin typeface="Lato"/>
                <a:ea typeface="Lato"/>
                <a:cs typeface="Lato"/>
                <a:sym typeface="Lato"/>
              </a:rPr>
              <a:t>You should also have your three prompts for your Prompt Chain  pre-filled in from the </a:t>
            </a:r>
            <a:r>
              <a:rPr lang="en" sz="1200" u="sng">
                <a:solidFill>
                  <a:schemeClr val="hlink"/>
                </a:solidFill>
                <a:latin typeface="Lato"/>
                <a:ea typeface="Lato"/>
                <a:cs typeface="Lato"/>
                <a:sym typeface="Lato"/>
                <a:hlinkClick r:id="rId3"/>
              </a:rPr>
              <a:t>Prompt Chain Planner tool</a:t>
            </a:r>
            <a:r>
              <a:rPr lang="en" sz="1200">
                <a:solidFill>
                  <a:srgbClr val="CC0000"/>
                </a:solidFill>
                <a:latin typeface="Lato"/>
                <a:ea typeface="Lato"/>
                <a:cs typeface="Lato"/>
                <a:sym typeface="Lato"/>
              </a:rPr>
              <a:t>.</a:t>
            </a:r>
            <a:endParaRPr sz="1200">
              <a:solidFill>
                <a:srgbClr val="CC0000"/>
              </a:solidFill>
              <a:latin typeface="Lato"/>
              <a:ea typeface="Lato"/>
              <a:cs typeface="Lato"/>
              <a:sym typeface="Lato"/>
            </a:endParaRPr>
          </a:p>
          <a:p>
            <a:pPr indent="-304800" lvl="0" marL="457200" rtl="0" algn="l">
              <a:spcBef>
                <a:spcPts val="0"/>
              </a:spcBef>
              <a:spcAft>
                <a:spcPts val="0"/>
              </a:spcAft>
              <a:buClr>
                <a:srgbClr val="CC0000"/>
              </a:buClr>
              <a:buSzPts val="1200"/>
              <a:buFont typeface="Lato"/>
              <a:buChar char="●"/>
            </a:pPr>
            <a:r>
              <a:rPr lang="en" sz="1200">
                <a:solidFill>
                  <a:srgbClr val="CC0000"/>
                </a:solidFill>
                <a:latin typeface="Lato"/>
                <a:ea typeface="Lato"/>
                <a:cs typeface="Lato"/>
                <a:sym typeface="Lato"/>
              </a:rPr>
              <a:t>Have a few additional visual references of screens from Asana ready to attach to your first </a:t>
            </a:r>
            <a:r>
              <a:rPr lang="en" sz="1200">
                <a:solidFill>
                  <a:srgbClr val="CC0000"/>
                </a:solidFill>
                <a:latin typeface="Lato"/>
                <a:ea typeface="Lato"/>
                <a:cs typeface="Lato"/>
                <a:sym typeface="Lato"/>
              </a:rPr>
              <a:t>prompt</a:t>
            </a:r>
            <a:r>
              <a:rPr lang="en" sz="1200">
                <a:solidFill>
                  <a:srgbClr val="CC0000"/>
                </a:solidFill>
                <a:latin typeface="Lato"/>
                <a:ea typeface="Lato"/>
                <a:cs typeface="Lato"/>
                <a:sym typeface="Lato"/>
              </a:rPr>
              <a:t>.</a:t>
            </a:r>
            <a:endParaRPr sz="1200">
              <a:solidFill>
                <a:srgbClr val="CC0000"/>
              </a:solidFill>
              <a:latin typeface="Lato"/>
              <a:ea typeface="Lato"/>
              <a:cs typeface="Lato"/>
              <a:sym typeface="Lato"/>
            </a:endParaRPr>
          </a:p>
          <a:p>
            <a:pPr indent="-304800" lvl="0" marL="457200" rtl="0" algn="l">
              <a:spcBef>
                <a:spcPts val="0"/>
              </a:spcBef>
              <a:spcAft>
                <a:spcPts val="0"/>
              </a:spcAft>
              <a:buClr>
                <a:srgbClr val="CC0000"/>
              </a:buClr>
              <a:buSzPts val="1200"/>
              <a:buFont typeface="Lato"/>
              <a:buChar char="●"/>
            </a:pPr>
            <a:r>
              <a:rPr b="1" lang="en" sz="1200">
                <a:solidFill>
                  <a:srgbClr val="CC0000"/>
                </a:solidFill>
                <a:latin typeface="Lato"/>
                <a:ea typeface="Lato"/>
                <a:cs typeface="Lato"/>
                <a:sym typeface="Lato"/>
              </a:rPr>
              <a:t>Also ensure you have </a:t>
            </a:r>
            <a:r>
              <a:rPr b="1" lang="en" sz="1200" u="sng">
                <a:solidFill>
                  <a:srgbClr val="CC0000"/>
                </a:solidFill>
                <a:latin typeface="Lato"/>
                <a:ea typeface="Lato"/>
                <a:cs typeface="Lato"/>
                <a:sym typeface="Lato"/>
              </a:rPr>
              <a:t>practiced and run through this exercise at least once before your class</a:t>
            </a:r>
            <a:r>
              <a:rPr b="1" lang="en" sz="1200">
                <a:solidFill>
                  <a:srgbClr val="CC0000"/>
                </a:solidFill>
                <a:latin typeface="Lato"/>
                <a:ea typeface="Lato"/>
                <a:cs typeface="Lato"/>
                <a:sym typeface="Lato"/>
              </a:rPr>
              <a:t> so you are prepared.</a:t>
            </a:r>
            <a:endParaRPr b="1" sz="1200">
              <a:solidFill>
                <a:srgbClr val="CC0000"/>
              </a:solidFill>
              <a:latin typeface="Lato"/>
              <a:ea typeface="Lato"/>
              <a:cs typeface="Lato"/>
              <a:sym typeface="Lato"/>
            </a:endParaRPr>
          </a:p>
          <a:p>
            <a:pPr indent="0" lvl="0" marL="0" rtl="0" algn="l">
              <a:spcBef>
                <a:spcPts val="0"/>
              </a:spcBef>
              <a:spcAft>
                <a:spcPts val="0"/>
              </a:spcAft>
              <a:buNone/>
            </a:pPr>
            <a:r>
              <a:t/>
            </a:r>
            <a:endParaRPr b="1" sz="1200">
              <a:solidFill>
                <a:srgbClr val="CC0000"/>
              </a:solidFill>
              <a:latin typeface="Lato"/>
              <a:ea typeface="Lato"/>
              <a:cs typeface="Lato"/>
              <a:sym typeface="Lato"/>
            </a:endParaRPr>
          </a:p>
          <a:p>
            <a:pPr indent="0" lvl="0" marL="0" rtl="0" algn="l">
              <a:spcBef>
                <a:spcPts val="0"/>
              </a:spcBef>
              <a:spcAft>
                <a:spcPts val="0"/>
              </a:spcAft>
              <a:buNone/>
            </a:pPr>
            <a:r>
              <a:rPr b="1" lang="en" sz="1200">
                <a:solidFill>
                  <a:schemeClr val="dk1"/>
                </a:solidFill>
                <a:latin typeface="Lato"/>
                <a:ea typeface="Lato"/>
                <a:cs typeface="Lato"/>
                <a:sym typeface="Lato"/>
              </a:rPr>
              <a:t>Preparation &amp; Setup</a:t>
            </a:r>
            <a:endParaRPr b="1"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AutoNum type="arabicPeriod"/>
            </a:pPr>
            <a:r>
              <a:rPr lang="en" sz="1200">
                <a:solidFill>
                  <a:schemeClr val="dk1"/>
                </a:solidFill>
                <a:latin typeface="Lato"/>
                <a:ea typeface="Lato"/>
                <a:cs typeface="Lato"/>
                <a:sym typeface="Lato"/>
              </a:rPr>
              <a:t>Open your  </a:t>
            </a:r>
            <a:r>
              <a:rPr lang="en" sz="1200" u="sng">
                <a:solidFill>
                  <a:schemeClr val="hlink"/>
                </a:solidFill>
                <a:latin typeface="Lato"/>
                <a:ea typeface="Lato"/>
                <a:cs typeface="Lato"/>
                <a:sym typeface="Lato"/>
                <a:hlinkClick r:id="rId4"/>
              </a:rPr>
              <a:t>Lovable</a:t>
            </a:r>
            <a:r>
              <a:rPr lang="en" sz="1200">
                <a:solidFill>
                  <a:schemeClr val="dk1"/>
                </a:solidFill>
                <a:latin typeface="Lato"/>
                <a:ea typeface="Lato"/>
                <a:cs typeface="Lato"/>
                <a:sym typeface="Lato"/>
              </a:rPr>
              <a:t> project in a new browser tab.</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AutoNum type="arabicPeriod"/>
            </a:pPr>
            <a:r>
              <a:rPr lang="en" sz="1200">
                <a:solidFill>
                  <a:schemeClr val="dk1"/>
                </a:solidFill>
                <a:latin typeface="Lato"/>
                <a:ea typeface="Lato"/>
                <a:cs typeface="Lato"/>
                <a:sym typeface="Lato"/>
              </a:rPr>
              <a:t>Have the Prompt Chain Planner in a second tab, pre-filled.</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AutoNum type="arabicPeriod"/>
            </a:pPr>
            <a:r>
              <a:rPr lang="en" sz="1200">
                <a:solidFill>
                  <a:schemeClr val="dk1"/>
                </a:solidFill>
                <a:latin typeface="Lato"/>
                <a:ea typeface="Lato"/>
                <a:cs typeface="Lato"/>
                <a:sym typeface="Lato"/>
              </a:rPr>
              <a:t>Have your screenshots for the “Expand” </a:t>
            </a:r>
            <a:r>
              <a:rPr lang="en" sz="1200">
                <a:solidFill>
                  <a:schemeClr val="dk1"/>
                </a:solidFill>
                <a:latin typeface="Lato"/>
                <a:ea typeface="Lato"/>
                <a:cs typeface="Lato"/>
                <a:sym typeface="Lato"/>
              </a:rPr>
              <a:t>prompt</a:t>
            </a:r>
            <a:r>
              <a:rPr lang="en" sz="1200">
                <a:solidFill>
                  <a:schemeClr val="dk1"/>
                </a:solidFill>
                <a:latin typeface="Lato"/>
                <a:ea typeface="Lato"/>
                <a:cs typeface="Lato"/>
                <a:sym typeface="Lato"/>
              </a:rPr>
              <a:t> ready </a:t>
            </a:r>
            <a:br>
              <a:rPr lang="en" sz="1200">
                <a:solidFill>
                  <a:srgbClr val="CC0000"/>
                </a:solidFill>
                <a:latin typeface="Lato"/>
                <a:ea typeface="Lato"/>
                <a:cs typeface="Lato"/>
                <a:sym typeface="Lato"/>
              </a:rPr>
            </a:br>
            <a:endParaRPr sz="1200">
              <a:solidFill>
                <a:srgbClr val="CC0000"/>
              </a:solidFill>
              <a:latin typeface="Lato"/>
              <a:ea typeface="Lato"/>
              <a:cs typeface="Lato"/>
              <a:sym typeface="Lato"/>
            </a:endParaRPr>
          </a:p>
          <a:p>
            <a:pPr indent="0" lvl="0" marL="0" rtl="0" algn="l">
              <a:spcBef>
                <a:spcPts val="0"/>
              </a:spcBef>
              <a:spcAft>
                <a:spcPts val="0"/>
              </a:spcAft>
              <a:buNone/>
            </a:pPr>
            <a:r>
              <a:rPr b="1" lang="en" sz="1200">
                <a:solidFill>
                  <a:schemeClr val="dk1"/>
                </a:solidFill>
                <a:latin typeface="Lato"/>
                <a:ea typeface="Lato"/>
                <a:cs typeface="Lato"/>
                <a:sym typeface="Lato"/>
              </a:rPr>
              <a:t>Live Demo Steps</a:t>
            </a:r>
            <a:endParaRPr b="1"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AutoNum type="arabicPeriod"/>
            </a:pPr>
            <a:r>
              <a:rPr lang="en" sz="1200">
                <a:solidFill>
                  <a:schemeClr val="dk1"/>
                </a:solidFill>
                <a:latin typeface="Lato"/>
                <a:ea typeface="Lato"/>
                <a:cs typeface="Lato"/>
                <a:sym typeface="Lato"/>
              </a:rPr>
              <a:t>Explain that in Module 2, you built proof of concept, but it was fragile. It lacked depth and breaks the moment a user hits an edge case.</a:t>
            </a:r>
            <a:endParaRPr sz="1200">
              <a:solidFill>
                <a:schemeClr val="dk1"/>
              </a:solidFill>
              <a:latin typeface="Lato"/>
              <a:ea typeface="Lato"/>
              <a:cs typeface="Lato"/>
              <a:sym typeface="Lato"/>
            </a:endParaRPr>
          </a:p>
          <a:p>
            <a:pPr indent="-304800" lvl="1" marL="9144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Today, the goal is to move to a multi-screen , resilient system using a three-step prompt chain.</a:t>
            </a:r>
            <a:endParaRPr sz="1200">
              <a:solidFill>
                <a:schemeClr val="dk1"/>
              </a:solidFill>
              <a:latin typeface="Lato"/>
              <a:ea typeface="Lato"/>
              <a:cs typeface="Lato"/>
              <a:sym typeface="Lato"/>
            </a:endParaRPr>
          </a:p>
          <a:p>
            <a:pPr indent="0" lvl="0" marL="0" rtl="0" algn="l">
              <a:spcBef>
                <a:spcPts val="0"/>
              </a:spcBef>
              <a:spcAft>
                <a:spcPts val="0"/>
              </a:spcAft>
              <a:buNone/>
            </a:pPr>
            <a:r>
              <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AutoNum type="arabicPeriod"/>
            </a:pPr>
            <a:r>
              <a:rPr b="1" lang="en" sz="1200">
                <a:solidFill>
                  <a:srgbClr val="FF0000"/>
                </a:solidFill>
                <a:latin typeface="Lato"/>
                <a:ea typeface="Lato"/>
                <a:cs typeface="Lato"/>
                <a:sym typeface="Lato"/>
              </a:rPr>
              <a:t>4 MINUTES:</a:t>
            </a:r>
            <a:r>
              <a:rPr lang="en" sz="1200">
                <a:solidFill>
                  <a:schemeClr val="dk1"/>
                </a:solidFill>
                <a:latin typeface="Lato"/>
                <a:ea typeface="Lato"/>
                <a:cs typeface="Lato"/>
                <a:sym typeface="Lato"/>
              </a:rPr>
              <a:t> </a:t>
            </a:r>
            <a:r>
              <a:rPr b="1" lang="en" sz="1200">
                <a:solidFill>
                  <a:schemeClr val="dk1"/>
                </a:solidFill>
                <a:latin typeface="Lato"/>
                <a:ea typeface="Lato"/>
                <a:cs typeface="Lato"/>
                <a:sym typeface="Lato"/>
              </a:rPr>
              <a:t>Prompt 1: Expand (The Architecture Logic)</a:t>
            </a:r>
            <a:endParaRPr b="1" sz="1200">
              <a:solidFill>
                <a:schemeClr val="dk1"/>
              </a:solidFill>
              <a:latin typeface="Lato"/>
              <a:ea typeface="Lato"/>
              <a:cs typeface="Lato"/>
              <a:sym typeface="Lato"/>
            </a:endParaRPr>
          </a:p>
          <a:p>
            <a:pPr indent="-304800" lvl="0" marL="9144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Copy the "Expand" prompt from the Planner. Attach the Asana and Intercom screenshots and press send. </a:t>
            </a:r>
            <a:endParaRPr sz="1200">
              <a:solidFill>
                <a:schemeClr val="dk1"/>
              </a:solidFill>
              <a:latin typeface="Lato"/>
              <a:ea typeface="Lato"/>
              <a:cs typeface="Lato"/>
              <a:sym typeface="Lato"/>
            </a:endParaRPr>
          </a:p>
          <a:p>
            <a:pPr indent="-304800" lvl="0" marL="9144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Prompt: “</a:t>
            </a:r>
            <a:r>
              <a:rPr i="1" lang="en" sz="1200">
                <a:solidFill>
                  <a:schemeClr val="dk1"/>
                </a:solidFill>
                <a:latin typeface="Lato"/>
                <a:ea typeface="Lato"/>
                <a:cs typeface="Lato"/>
                <a:sym typeface="Lato"/>
              </a:rPr>
              <a:t>Add a 4th screen: after the user invites teammates, show a team workspace with shared tasks and a "Your team is set up" confirmation — match the attached Asana team view screenshot. Add a 5th screen: an internal PM dashboard showing Day-3 invite rate, retention with vs. without invite, and churn trend — match the attached Intercom reporting dashboard screenshot. Navigation between all 5 screens.”</a:t>
            </a:r>
            <a:endParaRPr i="1" sz="1200">
              <a:solidFill>
                <a:schemeClr val="dk1"/>
              </a:solidFill>
              <a:latin typeface="Lato"/>
              <a:ea typeface="Lato"/>
              <a:cs typeface="Lato"/>
              <a:sym typeface="Lato"/>
            </a:endParaRPr>
          </a:p>
          <a:p>
            <a:pPr indent="-304800" lvl="1" marL="13716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Point out</a:t>
            </a:r>
            <a:br>
              <a:rPr lang="en" sz="1200">
                <a:solidFill>
                  <a:schemeClr val="dk1"/>
                </a:solidFill>
                <a:latin typeface="Lato"/>
                <a:ea typeface="Lato"/>
                <a:cs typeface="Lato"/>
                <a:sym typeface="Lato"/>
              </a:rPr>
            </a:b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AutoNum type="arabicPeriod"/>
            </a:pPr>
            <a:r>
              <a:rPr b="1" lang="en" sz="1200">
                <a:solidFill>
                  <a:srgbClr val="FF0000"/>
                </a:solidFill>
                <a:latin typeface="Lato"/>
                <a:ea typeface="Lato"/>
                <a:cs typeface="Lato"/>
                <a:sym typeface="Lato"/>
              </a:rPr>
              <a:t>4 MINUTES: </a:t>
            </a:r>
            <a:r>
              <a:rPr b="1" lang="en" sz="1200">
                <a:solidFill>
                  <a:schemeClr val="dk1"/>
                </a:solidFill>
                <a:latin typeface="Lato"/>
                <a:ea typeface="Lato"/>
                <a:cs typeface="Lato"/>
                <a:sym typeface="Lato"/>
              </a:rPr>
              <a:t>Prompt 2 — Behavior (The Constraint Grounding)</a:t>
            </a:r>
            <a:endParaRPr b="1" sz="1200">
              <a:solidFill>
                <a:schemeClr val="dk1"/>
              </a:solidFill>
              <a:latin typeface="Lato"/>
              <a:ea typeface="Lato"/>
              <a:cs typeface="Lato"/>
              <a:sym typeface="Lato"/>
            </a:endParaRPr>
          </a:p>
          <a:p>
            <a:pPr indent="-304800" lvl="0" marL="9144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Copy the "Behavior" prompt from the Planner.</a:t>
            </a:r>
            <a:endParaRPr sz="1200">
              <a:solidFill>
                <a:schemeClr val="dk1"/>
              </a:solidFill>
              <a:latin typeface="Lato"/>
              <a:ea typeface="Lato"/>
              <a:cs typeface="Lato"/>
              <a:sym typeface="Lato"/>
            </a:endParaRPr>
          </a:p>
          <a:p>
            <a:pPr indent="-304800" lvl="0" marL="9144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Prompt: </a:t>
            </a:r>
            <a:r>
              <a:rPr i="1" lang="en" sz="1200">
                <a:solidFill>
                  <a:schemeClr val="dk1"/>
                </a:solidFill>
                <a:latin typeface="Lato"/>
                <a:ea typeface="Lato"/>
                <a:cs typeface="Lato"/>
                <a:sym typeface="Lato"/>
              </a:rPr>
              <a:t>"Add loading skeletons for the onboarding flow. Error state for failed invites: 'Couldn't send invite — check the email.' Empty state for the team workspace: 'Waiting for teammates to join.' Same design language throughout."</a:t>
            </a:r>
            <a:endParaRPr i="1" sz="1200">
              <a:solidFill>
                <a:schemeClr val="dk1"/>
              </a:solidFill>
              <a:latin typeface="Lato"/>
              <a:ea typeface="Lato"/>
              <a:cs typeface="Lato"/>
              <a:sym typeface="Lato"/>
            </a:endParaRPr>
          </a:p>
          <a:p>
            <a:pPr indent="-304800" lvl="1" marL="13716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Ensure you mention that this is how to close the Fragility Gap. By hard-coding loading skeletons and error messages, you transform a static mockup into a piece of software that anticipates failure just like a production-ready product.</a:t>
            </a:r>
            <a:br>
              <a:rPr lang="en" sz="1200">
                <a:solidFill>
                  <a:schemeClr val="dk1"/>
                </a:solidFill>
                <a:latin typeface="Lato"/>
                <a:ea typeface="Lato"/>
                <a:cs typeface="Lato"/>
                <a:sym typeface="Lato"/>
              </a:rPr>
            </a:b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AutoNum type="arabicPeriod"/>
            </a:pPr>
            <a:r>
              <a:rPr b="1" lang="en" sz="1200">
                <a:solidFill>
                  <a:srgbClr val="FF0000"/>
                </a:solidFill>
                <a:latin typeface="Lato"/>
                <a:ea typeface="Lato"/>
                <a:cs typeface="Lato"/>
                <a:sym typeface="Lato"/>
              </a:rPr>
              <a:t>4</a:t>
            </a:r>
            <a:r>
              <a:rPr b="1" lang="en" sz="1200">
                <a:solidFill>
                  <a:srgbClr val="FF0000"/>
                </a:solidFill>
                <a:latin typeface="Lato"/>
                <a:ea typeface="Lato"/>
                <a:cs typeface="Lato"/>
                <a:sym typeface="Lato"/>
              </a:rPr>
              <a:t> MINUTES: </a:t>
            </a:r>
            <a:r>
              <a:rPr b="1" lang="en" sz="1200">
                <a:solidFill>
                  <a:schemeClr val="dk1"/>
                </a:solidFill>
                <a:latin typeface="Lato"/>
                <a:ea typeface="Lato"/>
                <a:cs typeface="Lato"/>
                <a:sym typeface="Lato"/>
              </a:rPr>
              <a:t>Prompt 3 — Refine (The Surgical Steer)</a:t>
            </a:r>
            <a:endParaRPr b="1" sz="1200">
              <a:solidFill>
                <a:schemeClr val="dk1"/>
              </a:solidFill>
              <a:latin typeface="Lato"/>
              <a:ea typeface="Lato"/>
              <a:cs typeface="Lato"/>
              <a:sym typeface="Lato"/>
            </a:endParaRPr>
          </a:p>
          <a:p>
            <a:pPr indent="-304800" lvl="0" marL="9144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Copy the "Refine" prompt from the Planner.</a:t>
            </a:r>
            <a:endParaRPr sz="1200">
              <a:solidFill>
                <a:schemeClr val="dk1"/>
              </a:solidFill>
              <a:latin typeface="Lato"/>
              <a:ea typeface="Lato"/>
              <a:cs typeface="Lato"/>
              <a:sym typeface="Lato"/>
            </a:endParaRPr>
          </a:p>
          <a:p>
            <a:pPr indent="-304800" lvl="0" marL="9144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Prompt</a:t>
            </a:r>
            <a:r>
              <a:rPr lang="en" sz="1200">
                <a:solidFill>
                  <a:schemeClr val="dk1"/>
                </a:solidFill>
                <a:latin typeface="Lato"/>
                <a:ea typeface="Lato"/>
                <a:cs typeface="Lato"/>
                <a:sym typeface="Lato"/>
              </a:rPr>
              <a:t>: </a:t>
            </a:r>
            <a:r>
              <a:rPr i="1" lang="en" sz="1200">
                <a:solidFill>
                  <a:schemeClr val="dk1"/>
                </a:solidFill>
                <a:latin typeface="Lato"/>
                <a:ea typeface="Lato"/>
                <a:cs typeface="Lato"/>
                <a:sym typeface="Lato"/>
              </a:rPr>
              <a:t>Focus only on the PM dashboard. Start by listing the 3 biggest gaps in the actionability of this screen compared to a professional analytics tool. Once identified, add a 'Send nudge email' button next to at-risk accounts and make the churn trend chart show a weekly breakdown on hover. Don't change anything else."</a:t>
            </a:r>
            <a:endParaRPr i="1" sz="1200">
              <a:solidFill>
                <a:schemeClr val="dk1"/>
              </a:solidFill>
              <a:latin typeface="Lato"/>
              <a:ea typeface="Lato"/>
              <a:cs typeface="Lato"/>
              <a:sym typeface="Lato"/>
            </a:endParaRPr>
          </a:p>
          <a:p>
            <a:pPr indent="-304800" lvl="1" marL="13716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Point out you are forcing the AI to audit its own work first. By asking it to list the gaps before it touches the code, you prevent 'prompt drift and steer a specific element without risking the logic you built in the first two steps.</a:t>
            </a:r>
            <a:endParaRPr sz="1200">
              <a:solidFill>
                <a:schemeClr val="dk1"/>
              </a:solidFill>
              <a:latin typeface="Lato"/>
              <a:ea typeface="Lato"/>
              <a:cs typeface="Lato"/>
              <a:sym typeface="Lato"/>
            </a:endParaRPr>
          </a:p>
          <a:p>
            <a:pPr indent="0" lvl="0" marL="0" rtl="0" algn="l">
              <a:spcBef>
                <a:spcPts val="0"/>
              </a:spcBef>
              <a:spcAft>
                <a:spcPts val="0"/>
              </a:spcAft>
              <a:buNone/>
            </a:pPr>
            <a:r>
              <a:t/>
            </a:r>
            <a:endParaRPr sz="1200">
              <a:solidFill>
                <a:schemeClr val="dk1"/>
              </a:solidFill>
              <a:latin typeface="Lato"/>
              <a:ea typeface="Lato"/>
              <a:cs typeface="Lato"/>
              <a:sym typeface="Lato"/>
            </a:endParaRPr>
          </a:p>
          <a:p>
            <a:pPr indent="0" lvl="0" marL="0" rtl="0" algn="l">
              <a:spcBef>
                <a:spcPts val="0"/>
              </a:spcBef>
              <a:spcAft>
                <a:spcPts val="0"/>
              </a:spcAft>
              <a:buNone/>
            </a:pPr>
            <a:r>
              <a:rPr b="1" lang="en" sz="1200">
                <a:solidFill>
                  <a:schemeClr val="dk1"/>
                </a:solidFill>
                <a:latin typeface="Lato"/>
                <a:ea typeface="Lato"/>
                <a:cs typeface="Lato"/>
                <a:sym typeface="Lato"/>
              </a:rPr>
              <a:t>Close the demo with this main takeaway:</a:t>
            </a:r>
            <a:r>
              <a:rPr lang="en" sz="1200">
                <a:solidFill>
                  <a:schemeClr val="dk1"/>
                </a:solidFill>
                <a:latin typeface="Lato"/>
                <a:ea typeface="Lato"/>
                <a:cs typeface="Lato"/>
                <a:sym typeface="Lato"/>
              </a:rPr>
              <a:t> </a:t>
            </a:r>
            <a:r>
              <a:rPr lang="en" sz="1200">
                <a:solidFill>
                  <a:schemeClr val="dk1"/>
                </a:solidFill>
                <a:latin typeface="Lato"/>
                <a:ea typeface="Lato"/>
                <a:cs typeface="Lato"/>
                <a:sym typeface="Lato"/>
              </a:rPr>
              <a:t>In under 15 minutes, you have moved from a "happy path" mockup to a resilient, multi-screen system. You are architecting logic that handles failure and scales through precision and you have a documented, reproducible chain</a:t>
            </a:r>
            <a:r>
              <a:rPr lang="en" sz="1200">
                <a:solidFill>
                  <a:schemeClr val="dk1"/>
                </a:solidFill>
                <a:latin typeface="Lato"/>
                <a:ea typeface="Lato"/>
                <a:cs typeface="Lato"/>
                <a:sym typeface="Lato"/>
              </a:rPr>
              <a:t>.</a:t>
            </a:r>
            <a:r>
              <a:rPr b="1" i="1" lang="en" sz="1200">
                <a:solidFill>
                  <a:srgbClr val="CC0000"/>
                </a:solidFill>
                <a:latin typeface="Lato"/>
                <a:ea typeface="Lato"/>
                <a:cs typeface="Lato"/>
                <a:sym typeface="Lato"/>
              </a:rPr>
              <a:t> Let students know that </a:t>
            </a:r>
            <a:r>
              <a:rPr b="1" i="1" lang="en" sz="1200">
                <a:solidFill>
                  <a:srgbClr val="CC0000"/>
                </a:solidFill>
                <a:latin typeface="Lato"/>
                <a:ea typeface="Lato"/>
                <a:cs typeface="Lato"/>
                <a:sym typeface="Lato"/>
              </a:rPr>
              <a:t>coming up next, they will be doing the</a:t>
            </a:r>
            <a:r>
              <a:rPr b="1" i="1" lang="en" sz="1200">
                <a:solidFill>
                  <a:srgbClr val="CC0000"/>
                </a:solidFill>
                <a:latin typeface="Lato"/>
                <a:ea typeface="Lato"/>
                <a:cs typeface="Lato"/>
                <a:sym typeface="Lato"/>
              </a:rPr>
              <a:t> same for their own projects.</a:t>
            </a:r>
            <a:endParaRPr b="1" i="1" sz="1200">
              <a:solidFill>
                <a:srgbClr val="CC0000"/>
              </a:solidFill>
              <a:latin typeface="Lato"/>
              <a:ea typeface="Lato"/>
              <a:cs typeface="Lato"/>
              <a:sym typeface="Lato"/>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6" name="Shape 2646"/>
        <p:cNvGrpSpPr/>
        <p:nvPr/>
      </p:nvGrpSpPr>
      <p:grpSpPr>
        <a:xfrm>
          <a:off x="0" y="0"/>
          <a:ext cx="0" cy="0"/>
          <a:chOff x="0" y="0"/>
          <a:chExt cx="0" cy="0"/>
        </a:xfrm>
      </p:grpSpPr>
      <p:sp>
        <p:nvSpPr>
          <p:cNvPr id="2647" name="Google Shape;2647;g3ce17d8fd53_0_440:notes"/>
          <p:cNvSpPr/>
          <p:nvPr>
            <p:ph idx="2" type="sldImg"/>
          </p:nvPr>
        </p:nvSpPr>
        <p:spPr>
          <a:xfrm>
            <a:off x="686100" y="685800"/>
            <a:ext cx="5486400" cy="3429000"/>
          </a:xfrm>
          <a:custGeom>
            <a:rect b="b" l="l" r="r" t="t"/>
            <a:pathLst>
              <a:path extrusionOk="0" h="120000" w="120000">
                <a:moveTo>
                  <a:pt x="0" y="0"/>
                </a:moveTo>
                <a:lnTo>
                  <a:pt x="120000" y="0"/>
                </a:lnTo>
                <a:lnTo>
                  <a:pt x="120000" y="120000"/>
                </a:lnTo>
                <a:lnTo>
                  <a:pt x="0" y="120000"/>
                </a:lnTo>
                <a:close/>
              </a:path>
            </a:pathLst>
          </a:custGeom>
        </p:spPr>
      </p:sp>
      <p:sp>
        <p:nvSpPr>
          <p:cNvPr id="2648" name="Google Shape;2648;g3ce17d8fd53_0_4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rgbClr val="7F7F7F"/>
                </a:solidFill>
                <a:latin typeface="Poppins SemiBold"/>
                <a:ea typeface="Poppins SemiBold"/>
                <a:cs typeface="Poppins SemiBold"/>
                <a:sym typeface="Poppins SemiBold"/>
              </a:rPr>
              <a:t>Notes</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None/>
            </a:pPr>
            <a:r>
              <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None/>
            </a:pPr>
            <a:r>
              <a:rPr lang="en" sz="1200">
                <a:solidFill>
                  <a:schemeClr val="dk1"/>
                </a:solidFill>
                <a:latin typeface="Lato"/>
                <a:ea typeface="Lato"/>
                <a:cs typeface="Lato"/>
                <a:sym typeface="Lato"/>
              </a:rPr>
              <a:t>💥</a:t>
            </a:r>
            <a:r>
              <a:rPr b="1" lang="en" sz="1200">
                <a:solidFill>
                  <a:schemeClr val="dk1"/>
                </a:solidFill>
                <a:latin typeface="Lato"/>
                <a:ea typeface="Lato"/>
                <a:cs typeface="Lato"/>
                <a:sym typeface="Lato"/>
              </a:rPr>
              <a:t>Activity</a:t>
            </a:r>
            <a:r>
              <a:rPr lang="en" sz="1200">
                <a:solidFill>
                  <a:schemeClr val="dk1"/>
                </a:solidFill>
                <a:latin typeface="Lato"/>
                <a:ea typeface="Lato"/>
                <a:cs typeface="Lato"/>
                <a:sym typeface="Lato"/>
              </a:rPr>
              <a:t>: Instructor-Led Q&amp;A</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None/>
            </a:pPr>
            <a:r>
              <a:rPr b="1" lang="en" sz="1200">
                <a:solidFill>
                  <a:schemeClr val="dk1"/>
                </a:solidFill>
                <a:latin typeface="Lato"/>
                <a:ea typeface="Lato"/>
                <a:cs typeface="Lato"/>
                <a:sym typeface="Lato"/>
              </a:rPr>
              <a:t>💬Topic: </a:t>
            </a:r>
            <a:r>
              <a:rPr lang="en" sz="1200">
                <a:solidFill>
                  <a:schemeClr val="dk1"/>
                </a:solidFill>
                <a:latin typeface="Lato"/>
                <a:ea typeface="Lato"/>
                <a:cs typeface="Lato"/>
                <a:sym typeface="Lato"/>
              </a:rPr>
              <a:t>Reflection Moment</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None/>
            </a:pPr>
            <a:r>
              <a:rPr b="1" lang="en" sz="1200">
                <a:solidFill>
                  <a:schemeClr val="dk1"/>
                </a:solidFill>
                <a:latin typeface="Lato"/>
                <a:ea typeface="Lato"/>
                <a:cs typeface="Lato"/>
                <a:sym typeface="Lato"/>
              </a:rPr>
              <a:t>⏱️Time: </a:t>
            </a:r>
            <a:r>
              <a:rPr lang="en" sz="1200">
                <a:solidFill>
                  <a:schemeClr val="dk1"/>
                </a:solidFill>
                <a:latin typeface="Lato"/>
                <a:ea typeface="Lato"/>
                <a:cs typeface="Lato"/>
                <a:sym typeface="Lato"/>
              </a:rPr>
              <a:t>5 Minutes</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None/>
            </a:pPr>
            <a:r>
              <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None/>
            </a:pPr>
            <a:r>
              <a:rPr b="1" lang="en" sz="1200">
                <a:solidFill>
                  <a:srgbClr val="CC0000"/>
                </a:solidFill>
                <a:latin typeface="Lato"/>
                <a:ea typeface="Lato"/>
                <a:cs typeface="Lato"/>
                <a:sym typeface="Lato"/>
              </a:rPr>
              <a:t>📌 Note for instructors:</a:t>
            </a:r>
            <a:r>
              <a:rPr lang="en" sz="1200">
                <a:solidFill>
                  <a:srgbClr val="CC0000"/>
                </a:solidFill>
                <a:latin typeface="Lato"/>
                <a:ea typeface="Lato"/>
                <a:cs typeface="Lato"/>
                <a:sym typeface="Lato"/>
              </a:rPr>
              <a:t> Keep this to quick answers from 2–3 volunteers. Stress there is no wrong answers, but</a:t>
            </a:r>
            <a:r>
              <a:rPr lang="en" sz="1200">
                <a:solidFill>
                  <a:srgbClr val="CC0000"/>
                </a:solidFill>
                <a:latin typeface="Lato"/>
                <a:ea typeface="Lato"/>
                <a:cs typeface="Lato"/>
                <a:sym typeface="Lato"/>
              </a:rPr>
              <a:t> highlight the uncanny valley of their M2 builds. They have the right data now, they should feel that the experience still lacks the polish and depth of a real product. The goal is for them to realize that a great hypothesis isn't enough if the execution breaks under pressure.</a:t>
            </a:r>
            <a:endParaRPr sz="1200">
              <a:solidFill>
                <a:schemeClr val="dk1"/>
              </a:solidFill>
              <a:latin typeface="Lato"/>
              <a:ea typeface="Lato"/>
              <a:cs typeface="Lato"/>
              <a:sym typeface="Lato"/>
            </a:endParaRPr>
          </a:p>
          <a:p>
            <a:pPr indent="0" lvl="0" marL="0" rtl="0" algn="l">
              <a:spcBef>
                <a:spcPts val="0"/>
              </a:spcBef>
              <a:spcAft>
                <a:spcPts val="0"/>
              </a:spcAft>
              <a:buNone/>
            </a:pPr>
            <a:r>
              <a:t/>
            </a:r>
            <a:endParaRPr sz="1200">
              <a:solidFill>
                <a:srgbClr val="CC0000"/>
              </a:solidFill>
              <a:latin typeface="Lato"/>
              <a:ea typeface="Lato"/>
              <a:cs typeface="Lato"/>
              <a:sym typeface="Lato"/>
            </a:endParaRPr>
          </a:p>
          <a:p>
            <a:pPr indent="0" lvl="0" marL="0" rtl="0" algn="l">
              <a:spcBef>
                <a:spcPts val="0"/>
              </a:spcBef>
              <a:spcAft>
                <a:spcPts val="0"/>
              </a:spcAft>
              <a:buNone/>
            </a:pPr>
            <a:r>
              <a:rPr b="1" lang="en" sz="1200">
                <a:solidFill>
                  <a:schemeClr val="dk1"/>
                </a:solidFill>
                <a:latin typeface="Lato"/>
                <a:ea typeface="Lato"/>
                <a:cs typeface="Lato"/>
                <a:sym typeface="Lato"/>
              </a:rPr>
              <a:t>Instructions: </a:t>
            </a:r>
            <a:r>
              <a:rPr lang="en" sz="1200">
                <a:solidFill>
                  <a:schemeClr val="dk1"/>
                </a:solidFill>
                <a:latin typeface="Lato"/>
                <a:ea typeface="Lato"/>
                <a:cs typeface="Lato"/>
                <a:sym typeface="Lato"/>
              </a:rPr>
              <a:t>To get students thinking about the gaps in their Module 2 prototype, ask them to open their M2 build and share their perspective on</a:t>
            </a:r>
            <a:r>
              <a:rPr lang="en" sz="1200">
                <a:solidFill>
                  <a:schemeClr val="dk1"/>
                </a:solidFill>
                <a:latin typeface="Lato"/>
                <a:ea typeface="Lato"/>
                <a:cs typeface="Lato"/>
                <a:sym typeface="Lato"/>
              </a:rPr>
              <a:t>:</a:t>
            </a:r>
            <a:endParaRPr sz="1200">
              <a:solidFill>
                <a:schemeClr val="dk1"/>
              </a:solidFill>
              <a:latin typeface="Lato"/>
              <a:ea typeface="Lato"/>
              <a:cs typeface="Lato"/>
              <a:sym typeface="Lato"/>
            </a:endParaRPr>
          </a:p>
          <a:p>
            <a:pPr indent="0" lvl="0" marL="0" rtl="0" algn="l">
              <a:spcBef>
                <a:spcPts val="0"/>
              </a:spcBef>
              <a:spcAft>
                <a:spcPts val="0"/>
              </a:spcAft>
              <a:buNone/>
            </a:pPr>
            <a:r>
              <a:t/>
            </a:r>
            <a:endParaRPr sz="1200">
              <a:solidFill>
                <a:schemeClr val="dk1"/>
              </a:solidFill>
              <a:latin typeface="Lato"/>
              <a:ea typeface="Lato"/>
              <a:cs typeface="Lato"/>
              <a:sym typeface="Lato"/>
            </a:endParaRPr>
          </a:p>
          <a:p>
            <a:pPr indent="0" lvl="0" marL="0" rtl="0" algn="l">
              <a:spcBef>
                <a:spcPts val="0"/>
              </a:spcBef>
              <a:spcAft>
                <a:spcPts val="0"/>
              </a:spcAft>
              <a:buNone/>
            </a:pPr>
            <a:r>
              <a:rPr b="1" lang="en" sz="1200">
                <a:solidFill>
                  <a:schemeClr val="dk1"/>
                </a:solidFill>
                <a:latin typeface="Lato"/>
                <a:ea typeface="Lato"/>
                <a:cs typeface="Lato"/>
                <a:sym typeface="Lato"/>
              </a:rPr>
              <a:t>Questions:</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AutoNum type="arabicPeriod"/>
            </a:pPr>
            <a:r>
              <a:rPr lang="en" sz="1200">
                <a:solidFill>
                  <a:schemeClr val="dk1"/>
                </a:solidFill>
                <a:latin typeface="Lato"/>
                <a:ea typeface="Lato"/>
                <a:cs typeface="Lato"/>
                <a:sym typeface="Lato"/>
              </a:rPr>
              <a:t>How many screens does it have? Can you navigate between them?</a:t>
            </a:r>
            <a:endParaRPr sz="1200">
              <a:solidFill>
                <a:schemeClr val="dk1"/>
              </a:solidFill>
              <a:latin typeface="Lato"/>
              <a:ea typeface="Lato"/>
              <a:cs typeface="Lato"/>
              <a:sym typeface="Lato"/>
            </a:endParaRPr>
          </a:p>
          <a:p>
            <a:pPr indent="-304800" lvl="1" marL="914400" rtl="0" algn="l">
              <a:spcBef>
                <a:spcPts val="0"/>
              </a:spcBef>
              <a:spcAft>
                <a:spcPts val="0"/>
              </a:spcAft>
              <a:buClr>
                <a:schemeClr val="dk1"/>
              </a:buClr>
              <a:buSzPts val="1200"/>
              <a:buFont typeface="Lato"/>
              <a:buChar char="○"/>
            </a:pPr>
            <a:r>
              <a:rPr i="1" lang="en" sz="1200">
                <a:solidFill>
                  <a:schemeClr val="dk1"/>
                </a:solidFill>
                <a:latin typeface="Lato"/>
                <a:ea typeface="Lato"/>
                <a:cs typeface="Lato"/>
                <a:sym typeface="Lato"/>
              </a:rPr>
              <a:t>If a user clicks past your primary flow, where do they end up?</a:t>
            </a:r>
            <a:endParaRPr i="1"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AutoNum type="arabicPeriod"/>
            </a:pPr>
            <a:r>
              <a:rPr lang="en" sz="1200">
                <a:solidFill>
                  <a:schemeClr val="dk1"/>
                </a:solidFill>
                <a:latin typeface="Lato"/>
                <a:ea typeface="Lato"/>
                <a:cs typeface="Lato"/>
                <a:sym typeface="Lato"/>
              </a:rPr>
              <a:t>What happens while data is loading? What if there’s an error or no data?</a:t>
            </a:r>
            <a:endParaRPr sz="1200">
              <a:solidFill>
                <a:schemeClr val="dk1"/>
              </a:solidFill>
              <a:latin typeface="Lato"/>
              <a:ea typeface="Lato"/>
              <a:cs typeface="Lato"/>
              <a:sym typeface="Lato"/>
            </a:endParaRPr>
          </a:p>
          <a:p>
            <a:pPr indent="-304800" lvl="1" marL="914400" rtl="0" algn="l">
              <a:spcBef>
                <a:spcPts val="0"/>
              </a:spcBef>
              <a:spcAft>
                <a:spcPts val="0"/>
              </a:spcAft>
              <a:buClr>
                <a:schemeClr val="dk1"/>
              </a:buClr>
              <a:buSzPts val="1200"/>
              <a:buFont typeface="Lato"/>
              <a:buChar char="○"/>
            </a:pPr>
            <a:r>
              <a:rPr i="1" lang="en" sz="1200">
                <a:solidFill>
                  <a:schemeClr val="dk1"/>
                </a:solidFill>
                <a:latin typeface="Lato"/>
                <a:ea typeface="Lato"/>
                <a:cs typeface="Lato"/>
                <a:sym typeface="Lato"/>
              </a:rPr>
              <a:t>Is there an error state, or does the logic just break?</a:t>
            </a:r>
            <a:endParaRPr i="1"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AutoNum type="arabicPeriod"/>
            </a:pPr>
            <a:r>
              <a:rPr lang="en" sz="1200">
                <a:solidFill>
                  <a:schemeClr val="dk1"/>
                </a:solidFill>
                <a:latin typeface="Lato"/>
                <a:ea typeface="Lato"/>
                <a:cs typeface="Lato"/>
                <a:sym typeface="Lato"/>
              </a:rPr>
              <a:t>If you had to pass this to a teammate today, could they reproduce this exact result using your current prompt?</a:t>
            </a:r>
            <a:endParaRPr sz="1200">
              <a:solidFill>
                <a:schemeClr val="dk1"/>
              </a:solidFill>
              <a:latin typeface="Lato"/>
              <a:ea typeface="Lato"/>
              <a:cs typeface="Lato"/>
              <a:sym typeface="Lato"/>
            </a:endParaRPr>
          </a:p>
          <a:p>
            <a:pPr indent="-304800" lvl="1" marL="914400" rtl="0" algn="l">
              <a:spcBef>
                <a:spcPts val="0"/>
              </a:spcBef>
              <a:spcAft>
                <a:spcPts val="0"/>
              </a:spcAft>
              <a:buClr>
                <a:schemeClr val="dk1"/>
              </a:buClr>
              <a:buSzPts val="1200"/>
              <a:buFont typeface="Lato"/>
              <a:buChar char="○"/>
            </a:pPr>
            <a:r>
              <a:rPr i="1" lang="en" sz="1200">
                <a:solidFill>
                  <a:schemeClr val="dk1"/>
                </a:solidFill>
                <a:latin typeface="Lato"/>
                <a:ea typeface="Lato"/>
                <a:cs typeface="Lato"/>
                <a:sym typeface="Lato"/>
              </a:rPr>
              <a:t>Could a colleague replicate your success, or is this a one-shot lucky roll that only exists in this chat?</a:t>
            </a:r>
            <a:endParaRPr i="1" sz="1200">
              <a:solidFill>
                <a:schemeClr val="dk1"/>
              </a:solidFill>
              <a:latin typeface="Lato"/>
              <a:ea typeface="Lato"/>
              <a:cs typeface="Lato"/>
              <a:sym typeface="Lato"/>
            </a:endParaRPr>
          </a:p>
          <a:p>
            <a:pPr indent="0" lvl="0" marL="0" rtl="0" algn="l">
              <a:spcBef>
                <a:spcPts val="0"/>
              </a:spcBef>
              <a:spcAft>
                <a:spcPts val="0"/>
              </a:spcAft>
              <a:buNone/>
            </a:pPr>
            <a:r>
              <a:t/>
            </a:r>
            <a:endParaRPr sz="1200">
              <a:solidFill>
                <a:schemeClr val="dk1"/>
              </a:solidFill>
              <a:latin typeface="Lato"/>
              <a:ea typeface="Lato"/>
              <a:cs typeface="Lato"/>
              <a:sym typeface="Lato"/>
            </a:endParaRPr>
          </a:p>
          <a:p>
            <a:pPr indent="0" lvl="0" marL="0" rtl="0" algn="l">
              <a:spcBef>
                <a:spcPts val="0"/>
              </a:spcBef>
              <a:spcAft>
                <a:spcPts val="0"/>
              </a:spcAft>
              <a:buNone/>
            </a:pPr>
            <a:r>
              <a:rPr lang="en" sz="1200">
                <a:solidFill>
                  <a:schemeClr val="dk1"/>
                </a:solidFill>
                <a:latin typeface="Lato"/>
                <a:ea typeface="Lato"/>
                <a:cs typeface="Lato"/>
                <a:sym typeface="Lato"/>
              </a:rPr>
              <a:t>You can frame it in a different way as a quick vote if students are not quick to respond. Ask: </a:t>
            </a:r>
            <a:endParaRPr sz="1200">
              <a:solidFill>
                <a:schemeClr val="dk1"/>
              </a:solidFill>
              <a:latin typeface="Lato"/>
              <a:ea typeface="Lato"/>
              <a:cs typeface="Lato"/>
              <a:sym typeface="Lato"/>
            </a:endParaRPr>
          </a:p>
          <a:p>
            <a:pPr indent="0" lvl="0" marL="0" rtl="0" algn="l">
              <a:spcBef>
                <a:spcPts val="0"/>
              </a:spcBef>
              <a:spcAft>
                <a:spcPts val="0"/>
              </a:spcAft>
              <a:buNone/>
            </a:pPr>
            <a:r>
              <a:rPr lang="en" sz="1200">
                <a:solidFill>
                  <a:schemeClr val="dk1"/>
                </a:solidFill>
                <a:latin typeface="Lato"/>
                <a:ea typeface="Lato"/>
                <a:cs typeface="Lato"/>
                <a:sym typeface="Lato"/>
              </a:rPr>
              <a:t>By a show of hands, who…</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…Has more than 3-4 connected screens? </a:t>
            </a:r>
            <a:r>
              <a:rPr lang="en" sz="1200">
                <a:solidFill>
                  <a:schemeClr val="dk1"/>
                </a:solidFill>
                <a:latin typeface="Lato"/>
                <a:ea typeface="Lato"/>
                <a:cs typeface="Lato"/>
                <a:sym typeface="Lato"/>
              </a:rPr>
              <a:t>(Maybe a few hands)</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…Has built out loading states or empty states for when there is no data? (Almost no one)</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…Feels their current prompt is reproducible and documented for their team? (Likely silence)</a:t>
            </a:r>
            <a:endParaRPr sz="1200">
              <a:solidFill>
                <a:schemeClr val="dk1"/>
              </a:solidFill>
              <a:latin typeface="Lato"/>
              <a:ea typeface="Lato"/>
              <a:cs typeface="Lato"/>
              <a:sym typeface="Lato"/>
            </a:endParaRPr>
          </a:p>
          <a:p>
            <a:pPr indent="0" lvl="0" marL="0" rtl="0" algn="l">
              <a:spcBef>
                <a:spcPts val="0"/>
              </a:spcBef>
              <a:spcAft>
                <a:spcPts val="0"/>
              </a:spcAft>
              <a:buNone/>
            </a:pPr>
            <a:r>
              <a:t/>
            </a:r>
            <a:endParaRPr sz="1200">
              <a:solidFill>
                <a:schemeClr val="dk1"/>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rPr b="1" lang="en" sz="1200">
                <a:solidFill>
                  <a:schemeClr val="dk1"/>
                </a:solidFill>
                <a:latin typeface="Lato"/>
                <a:ea typeface="Lato"/>
                <a:cs typeface="Lato"/>
                <a:sym typeface="Lato"/>
              </a:rPr>
              <a:t>Takeaway: </a:t>
            </a:r>
            <a:endParaRPr b="1" sz="1050">
              <a:solidFill>
                <a:srgbClr val="444746"/>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1200">
                <a:solidFill>
                  <a:schemeClr val="dk1"/>
                </a:solidFill>
                <a:latin typeface="Lato"/>
                <a:ea typeface="Lato"/>
                <a:cs typeface="Lato"/>
                <a:sym typeface="Lato"/>
              </a:rPr>
              <a:t>Let students know they </a:t>
            </a:r>
            <a:r>
              <a:rPr lang="en" sz="1200">
                <a:solidFill>
                  <a:schemeClr val="dk1"/>
                </a:solidFill>
                <a:latin typeface="Lato"/>
                <a:ea typeface="Lato"/>
                <a:cs typeface="Lato"/>
                <a:sym typeface="Lato"/>
              </a:rPr>
              <a:t>feel that gap between their M2 build and a real app. Module 2 worked because it proved you can inject strategy and data. But as PMs, you know that "real" products require depth—loading states, error handling, and a full navigable experience. Today, they’re going to close that final gap, moving from a three-screen "test" to a reproducible, multi-state prototype that is actually ready for a stakeholder demo.</a:t>
            </a:r>
            <a:endParaRPr sz="1200">
              <a:solidFill>
                <a:schemeClr val="dk1"/>
              </a:solidFill>
              <a:latin typeface="Lato"/>
              <a:ea typeface="Lato"/>
              <a:cs typeface="Lato"/>
              <a:sym typeface="Lato"/>
            </a:endParaRPr>
          </a:p>
          <a:p>
            <a:pPr indent="0" lvl="0" marL="0" rtl="0" algn="l">
              <a:spcBef>
                <a:spcPts val="0"/>
              </a:spcBef>
              <a:spcAft>
                <a:spcPts val="0"/>
              </a:spcAft>
              <a:buNone/>
            </a:pPr>
            <a:r>
              <a:t/>
            </a:r>
            <a:endParaRPr sz="1200">
              <a:solidFill>
                <a:schemeClr val="dk1"/>
              </a:solidFill>
              <a:latin typeface="Lato"/>
              <a:ea typeface="Lato"/>
              <a:cs typeface="Lato"/>
              <a:sym typeface="Lato"/>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9" name="Shape 2659"/>
        <p:cNvGrpSpPr/>
        <p:nvPr/>
      </p:nvGrpSpPr>
      <p:grpSpPr>
        <a:xfrm>
          <a:off x="0" y="0"/>
          <a:ext cx="0" cy="0"/>
          <a:chOff x="0" y="0"/>
          <a:chExt cx="0" cy="0"/>
        </a:xfrm>
      </p:grpSpPr>
      <p:sp>
        <p:nvSpPr>
          <p:cNvPr id="2660" name="Google Shape;2660;g3ce17d8fd53_0_1096:notes"/>
          <p:cNvSpPr/>
          <p:nvPr>
            <p:ph idx="2" type="sldImg"/>
          </p:nvPr>
        </p:nvSpPr>
        <p:spPr>
          <a:xfrm>
            <a:off x="685800" y="685800"/>
            <a:ext cx="54864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61" name="Google Shape;2661;g3ce17d8fd53_0_10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02. A PM’s Precision Prompting Toolkit</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t/>
            </a:r>
            <a:endParaRPr sz="1400">
              <a:solidFill>
                <a:srgbClr val="7F7F7F"/>
              </a:solidFill>
              <a:latin typeface="Poppins SemiBold"/>
              <a:ea typeface="Poppins SemiBold"/>
              <a:cs typeface="Poppins SemiBold"/>
              <a:sym typeface="Poppins SemiBo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4" name="Shape 2664"/>
        <p:cNvGrpSpPr/>
        <p:nvPr/>
      </p:nvGrpSpPr>
      <p:grpSpPr>
        <a:xfrm>
          <a:off x="0" y="0"/>
          <a:ext cx="0" cy="0"/>
          <a:chOff x="0" y="0"/>
          <a:chExt cx="0" cy="0"/>
        </a:xfrm>
      </p:grpSpPr>
      <p:sp>
        <p:nvSpPr>
          <p:cNvPr id="2665" name="Google Shape;2665;g3ce17d8fd53_0_4730:notes"/>
          <p:cNvSpPr/>
          <p:nvPr>
            <p:ph idx="2" type="sldImg"/>
          </p:nvPr>
        </p:nvSpPr>
        <p:spPr>
          <a:xfrm>
            <a:off x="686100" y="685800"/>
            <a:ext cx="5486400" cy="3429000"/>
          </a:xfrm>
          <a:custGeom>
            <a:rect b="b" l="l" r="r" t="t"/>
            <a:pathLst>
              <a:path extrusionOk="0" h="120000" w="120000">
                <a:moveTo>
                  <a:pt x="0" y="0"/>
                </a:moveTo>
                <a:lnTo>
                  <a:pt x="120000" y="0"/>
                </a:lnTo>
                <a:lnTo>
                  <a:pt x="120000" y="120000"/>
                </a:lnTo>
                <a:lnTo>
                  <a:pt x="0" y="120000"/>
                </a:lnTo>
                <a:close/>
              </a:path>
            </a:pathLst>
          </a:custGeom>
        </p:spPr>
      </p:sp>
      <p:sp>
        <p:nvSpPr>
          <p:cNvPr id="2666" name="Google Shape;2666;g3ce17d8fd53_0_47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400">
                <a:solidFill>
                  <a:srgbClr val="7F7F7F"/>
                </a:solidFill>
                <a:latin typeface="Poppins SemiBold"/>
                <a:ea typeface="Poppins SemiBold"/>
                <a:cs typeface="Poppins SemiBold"/>
                <a:sym typeface="Poppins SemiBold"/>
              </a:rPr>
              <a:t>Notes</a:t>
            </a:r>
            <a:br>
              <a:rPr lang="en" sz="1400">
                <a:solidFill>
                  <a:srgbClr val="7F7F7F"/>
                </a:solidFill>
                <a:latin typeface="Poppins SemiBold"/>
                <a:ea typeface="Poppins SemiBold"/>
                <a:cs typeface="Poppins SemiBold"/>
                <a:sym typeface="Poppins SemiBold"/>
              </a:rPr>
            </a:br>
            <a:br>
              <a:rPr lang="en" sz="1200">
                <a:solidFill>
                  <a:schemeClr val="dk1"/>
                </a:solidFill>
                <a:latin typeface="Lato"/>
                <a:ea typeface="Lato"/>
                <a:cs typeface="Lato"/>
                <a:sym typeface="Lato"/>
              </a:rPr>
            </a:br>
            <a:r>
              <a:rPr lang="en" sz="1200">
                <a:solidFill>
                  <a:schemeClr val="dk1"/>
                </a:solidFill>
                <a:latin typeface="Lato"/>
                <a:ea typeface="Lato"/>
                <a:cs typeface="Lato"/>
                <a:sym typeface="Lato"/>
              </a:rPr>
              <a:t>Your maturity as a builder is measured by how much guesswork you leave for the AI as your product certainty grows.</a:t>
            </a:r>
            <a:endParaRPr sz="1200">
              <a:solidFill>
                <a:schemeClr val="dk1"/>
              </a:solidFill>
              <a:latin typeface="Lato"/>
              <a:ea typeface="Lato"/>
              <a:cs typeface="Lato"/>
              <a:sym typeface="Lato"/>
            </a:endParaRPr>
          </a:p>
          <a:p>
            <a:pPr indent="-304800" lvl="0" marL="457200" rtl="0" algn="l">
              <a:lnSpc>
                <a:spcPct val="115000"/>
              </a:lnSpc>
              <a:spcBef>
                <a:spcPts val="0"/>
              </a:spcBef>
              <a:spcAft>
                <a:spcPts val="0"/>
              </a:spcAft>
              <a:buClr>
                <a:schemeClr val="dk1"/>
              </a:buClr>
              <a:buSzPts val="1200"/>
              <a:buFont typeface="Poppins SemiBold"/>
              <a:buChar char="●"/>
            </a:pPr>
            <a:r>
              <a:rPr b="1" lang="en" sz="1200">
                <a:solidFill>
                  <a:schemeClr val="dk1"/>
                </a:solidFill>
                <a:latin typeface="Lato"/>
                <a:ea typeface="Lato"/>
                <a:cs typeface="Lato"/>
                <a:sym typeface="Lato"/>
              </a:rPr>
              <a:t>Exploration Prompts: </a:t>
            </a:r>
            <a:r>
              <a:rPr lang="en" sz="1200">
                <a:solidFill>
                  <a:schemeClr val="dk1"/>
                </a:solidFill>
                <a:latin typeface="Lato"/>
                <a:ea typeface="Lato"/>
                <a:cs typeface="Lato"/>
                <a:sym typeface="Lato"/>
              </a:rPr>
              <a:t>This is what you have mostly been doing throughout Module 1 and Module 2. You were using the AI like a flashlight, letting it suggest layouts and workflows while you were still hunting for the "what."</a:t>
            </a:r>
            <a:endParaRPr sz="1200">
              <a:solidFill>
                <a:schemeClr val="dk1"/>
              </a:solidFill>
              <a:latin typeface="Lato"/>
              <a:ea typeface="Lato"/>
              <a:cs typeface="Lato"/>
              <a:sym typeface="Lato"/>
            </a:endParaRPr>
          </a:p>
          <a:p>
            <a:pPr indent="-304800" lvl="0" marL="457200" rtl="0" algn="l">
              <a:lnSpc>
                <a:spcPct val="115000"/>
              </a:lnSpc>
              <a:spcBef>
                <a:spcPts val="1000"/>
              </a:spcBef>
              <a:spcAft>
                <a:spcPts val="0"/>
              </a:spcAft>
              <a:buClr>
                <a:schemeClr val="dk1"/>
              </a:buClr>
              <a:buSzPts val="1200"/>
              <a:buFont typeface="Poppins SemiBold"/>
              <a:buChar char="●"/>
            </a:pPr>
            <a:r>
              <a:rPr b="1" lang="en" sz="1200">
                <a:solidFill>
                  <a:schemeClr val="dk1"/>
                </a:solidFill>
                <a:latin typeface="Lato"/>
                <a:ea typeface="Lato"/>
                <a:cs typeface="Lato"/>
                <a:sym typeface="Lato"/>
              </a:rPr>
              <a:t>Execution Prompts:</a:t>
            </a:r>
            <a:r>
              <a:rPr lang="en" sz="1200">
                <a:solidFill>
                  <a:schemeClr val="dk1"/>
                </a:solidFill>
                <a:latin typeface="Lato"/>
                <a:ea typeface="Lato"/>
                <a:cs typeface="Lato"/>
                <a:sym typeface="Lato"/>
              </a:rPr>
              <a:t> Today, that shift happens. You are moving into the blueprint phase where you've moved into the "how." As PMs, you are now the system designers, removing the AI’s creative license to ensure the build follows your exact business rules.</a:t>
            </a:r>
            <a:endParaRPr sz="1200">
              <a:solidFill>
                <a:schemeClr val="dk1"/>
              </a:solidFill>
              <a:latin typeface="Lato"/>
              <a:ea typeface="Lato"/>
              <a:cs typeface="Lato"/>
              <a:sym typeface="Lato"/>
            </a:endParaRPr>
          </a:p>
          <a:p>
            <a:pPr indent="0" lvl="0" marL="0" rtl="0" algn="l">
              <a:lnSpc>
                <a:spcPct val="115000"/>
              </a:lnSpc>
              <a:spcBef>
                <a:spcPts val="1000"/>
              </a:spcBef>
              <a:spcAft>
                <a:spcPts val="0"/>
              </a:spcAft>
              <a:buNone/>
            </a:pPr>
            <a:r>
              <a:rPr lang="en" sz="1200">
                <a:solidFill>
                  <a:schemeClr val="dk1"/>
                </a:solidFill>
                <a:latin typeface="Lato"/>
                <a:ea typeface="Lato"/>
                <a:cs typeface="Lato"/>
                <a:sym typeface="Lato"/>
              </a:rPr>
              <a:t>Vagueness is a bug. Your goal is to move away from the conversational vibing of previous sessions and toward rigid, system-grade instructions that leave zero room for hallucinations. By the end of today, your prompts should look like technical specifications.</a:t>
            </a:r>
            <a:endParaRPr sz="1200">
              <a:solidFill>
                <a:schemeClr val="dk1"/>
              </a:solidFill>
              <a:latin typeface="Lato"/>
              <a:ea typeface="Lato"/>
              <a:cs typeface="Lato"/>
              <a:sym typeface="Lato"/>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5" name="Shape 2685"/>
        <p:cNvGrpSpPr/>
        <p:nvPr/>
      </p:nvGrpSpPr>
      <p:grpSpPr>
        <a:xfrm>
          <a:off x="0" y="0"/>
          <a:ext cx="0" cy="0"/>
          <a:chOff x="0" y="0"/>
          <a:chExt cx="0" cy="0"/>
        </a:xfrm>
      </p:grpSpPr>
      <p:sp>
        <p:nvSpPr>
          <p:cNvPr id="2686" name="Google Shape;2686;g3ce17d8fd53_0_1417:notes"/>
          <p:cNvSpPr/>
          <p:nvPr>
            <p:ph idx="2" type="sldImg"/>
          </p:nvPr>
        </p:nvSpPr>
        <p:spPr>
          <a:xfrm>
            <a:off x="686100" y="685800"/>
            <a:ext cx="5486400" cy="3429000"/>
          </a:xfrm>
          <a:custGeom>
            <a:rect b="b" l="l" r="r" t="t"/>
            <a:pathLst>
              <a:path extrusionOk="0" h="120000" w="120000">
                <a:moveTo>
                  <a:pt x="0" y="0"/>
                </a:moveTo>
                <a:lnTo>
                  <a:pt x="120000" y="0"/>
                </a:lnTo>
                <a:lnTo>
                  <a:pt x="120000" y="120000"/>
                </a:lnTo>
                <a:lnTo>
                  <a:pt x="0" y="120000"/>
                </a:lnTo>
                <a:close/>
              </a:path>
            </a:pathLst>
          </a:custGeom>
        </p:spPr>
      </p:sp>
      <p:sp>
        <p:nvSpPr>
          <p:cNvPr id="2687" name="Google Shape;2687;g3ce17d8fd53_0_14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rgbClr val="7F7F7F"/>
                </a:solidFill>
                <a:latin typeface="Poppins SemiBold"/>
                <a:ea typeface="Poppins SemiBold"/>
                <a:cs typeface="Poppins SemiBold"/>
                <a:sym typeface="Poppins SemiBold"/>
              </a:rPr>
              <a:t>Notes</a:t>
            </a:r>
            <a:endParaRPr>
              <a:solidFill>
                <a:srgbClr val="103869"/>
              </a:solidFill>
              <a:latin typeface="Lato"/>
              <a:ea typeface="Lato"/>
              <a:cs typeface="Lato"/>
              <a:sym typeface="Lato"/>
            </a:endParaRPr>
          </a:p>
          <a:p>
            <a:pPr indent="0" lvl="0" marL="0" rtl="0" algn="l">
              <a:spcBef>
                <a:spcPts val="0"/>
              </a:spcBef>
              <a:spcAft>
                <a:spcPts val="0"/>
              </a:spcAft>
              <a:buNone/>
            </a:pPr>
            <a:r>
              <a:t/>
            </a:r>
            <a:endParaRPr sz="1200">
              <a:solidFill>
                <a:srgbClr val="07182C"/>
              </a:solidFill>
              <a:latin typeface="Lato"/>
              <a:ea typeface="Lato"/>
              <a:cs typeface="Lato"/>
              <a:sym typeface="Lato"/>
            </a:endParaRPr>
          </a:p>
          <a:p>
            <a:pPr indent="0" lvl="0" marL="0" rtl="0" algn="l">
              <a:spcBef>
                <a:spcPts val="0"/>
              </a:spcBef>
              <a:spcAft>
                <a:spcPts val="0"/>
              </a:spcAft>
              <a:buNone/>
            </a:pPr>
            <a:r>
              <a:rPr lang="en" sz="1200">
                <a:solidFill>
                  <a:srgbClr val="07182C"/>
                </a:solidFill>
                <a:latin typeface="Lato"/>
                <a:ea typeface="Lato"/>
                <a:cs typeface="Lato"/>
                <a:sym typeface="Lato"/>
              </a:rPr>
              <a:t>Before we dive into the solution, let’s look at the three traps that trip up even experienced PMs</a:t>
            </a:r>
            <a:endParaRPr sz="1200">
              <a:solidFill>
                <a:srgbClr val="07182C"/>
              </a:solidFill>
              <a:latin typeface="Lato"/>
              <a:ea typeface="Lato"/>
              <a:cs typeface="Lato"/>
              <a:sym typeface="Lato"/>
            </a:endParaRPr>
          </a:p>
          <a:p>
            <a:pPr indent="0" lvl="0" marL="0" rtl="0" algn="l">
              <a:spcBef>
                <a:spcPts val="0"/>
              </a:spcBef>
              <a:spcAft>
                <a:spcPts val="0"/>
              </a:spcAft>
              <a:buNone/>
            </a:pPr>
            <a:r>
              <a:t/>
            </a:r>
            <a:endParaRPr sz="1200">
              <a:solidFill>
                <a:srgbClr val="07182C"/>
              </a:solidFill>
              <a:latin typeface="Lato"/>
              <a:ea typeface="Lato"/>
              <a:cs typeface="Lato"/>
              <a:sym typeface="Lato"/>
            </a:endParaRPr>
          </a:p>
          <a:p>
            <a:pPr indent="-304800" lvl="0" marL="457200" rtl="0" algn="l">
              <a:spcBef>
                <a:spcPts val="0"/>
              </a:spcBef>
              <a:spcAft>
                <a:spcPts val="0"/>
              </a:spcAft>
              <a:buClr>
                <a:srgbClr val="07182C"/>
              </a:buClr>
              <a:buSzPts val="1200"/>
              <a:buFont typeface="Lato"/>
              <a:buAutoNum type="arabicPeriod"/>
            </a:pPr>
            <a:r>
              <a:rPr b="1" lang="en" sz="1200">
                <a:solidFill>
                  <a:srgbClr val="07182C"/>
                </a:solidFill>
                <a:latin typeface="Lato"/>
                <a:ea typeface="Lato"/>
                <a:cs typeface="Lato"/>
                <a:sym typeface="Lato"/>
              </a:rPr>
              <a:t>The Mega Prompt.</a:t>
            </a:r>
            <a:r>
              <a:rPr lang="en" sz="1200">
                <a:solidFill>
                  <a:srgbClr val="07182C"/>
                </a:solidFill>
                <a:latin typeface="Lato"/>
                <a:ea typeface="Lato"/>
                <a:cs typeface="Lato"/>
                <a:sym typeface="Lato"/>
              </a:rPr>
              <a:t> </a:t>
            </a:r>
            <a:r>
              <a:rPr lang="en" sz="1200">
                <a:solidFill>
                  <a:srgbClr val="07182C"/>
                </a:solidFill>
                <a:latin typeface="Lato"/>
                <a:ea typeface="Lato"/>
                <a:cs typeface="Lato"/>
                <a:sym typeface="Lato"/>
              </a:rPr>
              <a:t>The trap is trying to do everything at once. When you ask for the database logic, the user flow, and the button animations in one massive prompt, the AI has to split its attention. If the build fails, you don't know which part of the prompt caused the collapse. The fix is Chaining. Build the bones of the logic first. Once that is stable, then apply the skin of the design</a:t>
            </a:r>
            <a:endParaRPr sz="1200">
              <a:solidFill>
                <a:srgbClr val="07182C"/>
              </a:solidFill>
              <a:latin typeface="Lato"/>
              <a:ea typeface="Lato"/>
              <a:cs typeface="Lato"/>
              <a:sym typeface="Lato"/>
            </a:endParaRPr>
          </a:p>
          <a:p>
            <a:pPr indent="0" lvl="0" marL="0" rtl="0" algn="l">
              <a:spcBef>
                <a:spcPts val="0"/>
              </a:spcBef>
              <a:spcAft>
                <a:spcPts val="0"/>
              </a:spcAft>
              <a:buNone/>
            </a:pPr>
            <a:r>
              <a:t/>
            </a:r>
            <a:endParaRPr sz="1200">
              <a:solidFill>
                <a:srgbClr val="07182C"/>
              </a:solidFill>
              <a:latin typeface="Lato"/>
              <a:ea typeface="Lato"/>
              <a:cs typeface="Lato"/>
              <a:sym typeface="Lato"/>
            </a:endParaRPr>
          </a:p>
          <a:p>
            <a:pPr indent="-304800" lvl="0" marL="457200" rtl="0" algn="l">
              <a:spcBef>
                <a:spcPts val="0"/>
              </a:spcBef>
              <a:spcAft>
                <a:spcPts val="0"/>
              </a:spcAft>
              <a:buClr>
                <a:srgbClr val="07182C"/>
              </a:buClr>
              <a:buSzPts val="1200"/>
              <a:buFont typeface="Lato"/>
              <a:buAutoNum type="arabicPeriod"/>
            </a:pPr>
            <a:r>
              <a:rPr b="1" lang="en" sz="1200">
                <a:solidFill>
                  <a:srgbClr val="07182C"/>
                </a:solidFill>
                <a:latin typeface="Lato"/>
                <a:ea typeface="Lato"/>
                <a:cs typeface="Lato"/>
                <a:sym typeface="Lato"/>
              </a:rPr>
              <a:t>The Vague Request. </a:t>
            </a:r>
            <a:r>
              <a:rPr lang="en" sz="1200">
                <a:solidFill>
                  <a:srgbClr val="07182C"/>
                </a:solidFill>
                <a:latin typeface="Lato"/>
                <a:ea typeface="Lato"/>
                <a:cs typeface="Lato"/>
                <a:sym typeface="Lato"/>
              </a:rPr>
              <a:t>The trap is vagueness. If you ask for a "Dashboard," you get a generic rectangle. Asking for a feature without defining the user state or the business rules creates hollow shells that break the moment a user clicks something unexpected. The fix is Intentionality. Never prompt without defining the specific functionality and the path you want the user to take.</a:t>
            </a:r>
            <a:endParaRPr sz="1200">
              <a:solidFill>
                <a:srgbClr val="07182C"/>
              </a:solidFill>
              <a:latin typeface="Lato"/>
              <a:ea typeface="Lato"/>
              <a:cs typeface="Lato"/>
              <a:sym typeface="Lato"/>
            </a:endParaRPr>
          </a:p>
          <a:p>
            <a:pPr indent="0" lvl="0" marL="0" rtl="0" algn="l">
              <a:spcBef>
                <a:spcPts val="0"/>
              </a:spcBef>
              <a:spcAft>
                <a:spcPts val="0"/>
              </a:spcAft>
              <a:buNone/>
            </a:pPr>
            <a:r>
              <a:t/>
            </a:r>
            <a:endParaRPr sz="1200">
              <a:solidFill>
                <a:srgbClr val="07182C"/>
              </a:solidFill>
              <a:latin typeface="Lato"/>
              <a:ea typeface="Lato"/>
              <a:cs typeface="Lato"/>
              <a:sym typeface="Lato"/>
            </a:endParaRPr>
          </a:p>
          <a:p>
            <a:pPr indent="-304800" lvl="0" marL="457200" rtl="0" algn="l">
              <a:spcBef>
                <a:spcPts val="0"/>
              </a:spcBef>
              <a:spcAft>
                <a:spcPts val="0"/>
              </a:spcAft>
              <a:buClr>
                <a:srgbClr val="07182C"/>
              </a:buClr>
              <a:buSzPts val="1200"/>
              <a:buFont typeface="Lato"/>
              <a:buAutoNum type="arabicPeriod"/>
            </a:pPr>
            <a:r>
              <a:rPr b="1" lang="en" sz="1200">
                <a:solidFill>
                  <a:srgbClr val="07182C"/>
                </a:solidFill>
                <a:latin typeface="Lato"/>
                <a:ea typeface="Lato"/>
                <a:cs typeface="Lato"/>
                <a:sym typeface="Lato"/>
              </a:rPr>
              <a:t>The Micromanager. </a:t>
            </a:r>
            <a:r>
              <a:rPr lang="en" sz="1200">
                <a:solidFill>
                  <a:srgbClr val="07182C"/>
                </a:solidFill>
                <a:latin typeface="Lato"/>
                <a:ea typeface="Lato"/>
                <a:cs typeface="Lato"/>
                <a:sym typeface="Lato"/>
              </a:rPr>
              <a:t>The trap is arguing with the AI about hex codes or padding values in text. It burns through time and usually results in the AI drifting away from the core logic. The fix is Multimodal. Don't describe the blue; show the blue. Upload a screenshot of your design system or a reference product and let the AI do the visual translation work for you so you can stay focused on the strategy.</a:t>
            </a:r>
            <a:br>
              <a:rPr lang="en" sz="1200">
                <a:solidFill>
                  <a:srgbClr val="07182C"/>
                </a:solidFill>
                <a:latin typeface="Lato"/>
                <a:ea typeface="Lato"/>
                <a:cs typeface="Lato"/>
                <a:sym typeface="Lato"/>
              </a:rPr>
            </a:br>
            <a:endParaRPr sz="1200">
              <a:solidFill>
                <a:srgbClr val="07182C"/>
              </a:solidFill>
              <a:latin typeface="Lato"/>
              <a:ea typeface="Lato"/>
              <a:cs typeface="Lato"/>
              <a:sym typeface="Lato"/>
            </a:endParaRPr>
          </a:p>
          <a:p>
            <a:pPr indent="0" lvl="0" marL="0" rtl="0" algn="l">
              <a:spcBef>
                <a:spcPts val="0"/>
              </a:spcBef>
              <a:spcAft>
                <a:spcPts val="0"/>
              </a:spcAft>
              <a:buNone/>
            </a:pPr>
            <a:r>
              <a:t/>
            </a:r>
            <a:endParaRPr b="1" sz="1200">
              <a:solidFill>
                <a:schemeClr val="dk1"/>
              </a:solidFill>
              <a:latin typeface="Lato"/>
              <a:ea typeface="Lato"/>
              <a:cs typeface="Lato"/>
              <a:sym typeface="Lato"/>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9" name="Shape 2709"/>
        <p:cNvGrpSpPr/>
        <p:nvPr/>
      </p:nvGrpSpPr>
      <p:grpSpPr>
        <a:xfrm>
          <a:off x="0" y="0"/>
          <a:ext cx="0" cy="0"/>
          <a:chOff x="0" y="0"/>
          <a:chExt cx="0" cy="0"/>
        </a:xfrm>
      </p:grpSpPr>
      <p:sp>
        <p:nvSpPr>
          <p:cNvPr id="2710" name="Google Shape;2710;g3ce17d8fd53_0_3343:notes"/>
          <p:cNvSpPr/>
          <p:nvPr>
            <p:ph idx="2" type="sldImg"/>
          </p:nvPr>
        </p:nvSpPr>
        <p:spPr>
          <a:xfrm>
            <a:off x="686100" y="685800"/>
            <a:ext cx="5486400" cy="3429000"/>
          </a:xfrm>
          <a:custGeom>
            <a:rect b="b" l="l" r="r" t="t"/>
            <a:pathLst>
              <a:path extrusionOk="0" h="120000" w="120000">
                <a:moveTo>
                  <a:pt x="0" y="0"/>
                </a:moveTo>
                <a:lnTo>
                  <a:pt x="120000" y="0"/>
                </a:lnTo>
                <a:lnTo>
                  <a:pt x="120000" y="120000"/>
                </a:lnTo>
                <a:lnTo>
                  <a:pt x="0" y="120000"/>
                </a:lnTo>
                <a:close/>
              </a:path>
            </a:pathLst>
          </a:custGeom>
        </p:spPr>
      </p:sp>
      <p:sp>
        <p:nvSpPr>
          <p:cNvPr id="2711" name="Google Shape;2711;g3ce17d8fd53_0_33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rPr b="1" lang="en" sz="1200">
                <a:solidFill>
                  <a:srgbClr val="CC0000"/>
                </a:solidFill>
                <a:latin typeface="Lato"/>
                <a:ea typeface="Lato"/>
                <a:cs typeface="Lato"/>
                <a:sym typeface="Lato"/>
              </a:rPr>
              <a:t>📌 Note for instructors:</a:t>
            </a:r>
            <a:r>
              <a:rPr lang="en" sz="1200">
                <a:solidFill>
                  <a:srgbClr val="CC0000"/>
                </a:solidFill>
                <a:latin typeface="Lato"/>
                <a:ea typeface="Lato"/>
                <a:cs typeface="Lato"/>
                <a:sym typeface="Lato"/>
              </a:rPr>
              <a:t> Let students know there is a </a:t>
            </a:r>
            <a:r>
              <a:rPr lang="en" sz="1200" u="sng">
                <a:solidFill>
                  <a:schemeClr val="hlink"/>
                </a:solidFill>
                <a:latin typeface="Lato"/>
                <a:ea typeface="Lato"/>
                <a:cs typeface="Lato"/>
                <a:sym typeface="Lato"/>
                <a:hlinkClick r:id="rId2"/>
              </a:rPr>
              <a:t>full </a:t>
            </a:r>
            <a:r>
              <a:rPr lang="en" sz="1200" u="sng">
                <a:solidFill>
                  <a:schemeClr val="hlink"/>
                </a:solidFill>
                <a:latin typeface="Lato"/>
                <a:ea typeface="Lato"/>
                <a:cs typeface="Lato"/>
                <a:sym typeface="Lato"/>
                <a:hlinkClick r:id="rId3"/>
              </a:rPr>
              <a:t>prompting</a:t>
            </a:r>
            <a:r>
              <a:rPr lang="en" sz="1200" u="sng">
                <a:solidFill>
                  <a:schemeClr val="hlink"/>
                </a:solidFill>
                <a:latin typeface="Lato"/>
                <a:ea typeface="Lato"/>
                <a:cs typeface="Lato"/>
                <a:sym typeface="Lato"/>
                <a:hlinkClick r:id="rId4"/>
              </a:rPr>
              <a:t> template</a:t>
            </a:r>
            <a:r>
              <a:rPr lang="en" sz="1200">
                <a:solidFill>
                  <a:srgbClr val="CC0000"/>
                </a:solidFill>
                <a:latin typeface="Lato"/>
                <a:ea typeface="Lato"/>
                <a:cs typeface="Lato"/>
                <a:sym typeface="Lato"/>
              </a:rPr>
              <a:t> with multiple prompt </a:t>
            </a:r>
            <a:r>
              <a:rPr lang="en" sz="1200">
                <a:solidFill>
                  <a:srgbClr val="CC0000"/>
                </a:solidFill>
                <a:latin typeface="Lato"/>
                <a:ea typeface="Lato"/>
                <a:cs typeface="Lato"/>
                <a:sym typeface="Lato"/>
              </a:rPr>
              <a:t>engineering</a:t>
            </a:r>
            <a:r>
              <a:rPr lang="en" sz="1200">
                <a:solidFill>
                  <a:srgbClr val="CC0000"/>
                </a:solidFill>
                <a:latin typeface="Lato"/>
                <a:ea typeface="Lato"/>
                <a:cs typeface="Lato"/>
                <a:sym typeface="Lato"/>
              </a:rPr>
              <a:t> strategies so students can try on their own outside of class.</a:t>
            </a:r>
            <a:br>
              <a:rPr lang="en" sz="1200">
                <a:solidFill>
                  <a:srgbClr val="CC0000"/>
                </a:solidFill>
                <a:latin typeface="Lato"/>
                <a:ea typeface="Lato"/>
                <a:cs typeface="Lato"/>
                <a:sym typeface="Lato"/>
              </a:rPr>
            </a:b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rPr lang="en" sz="1200">
                <a:solidFill>
                  <a:schemeClr val="dk1"/>
                </a:solidFill>
                <a:latin typeface="Lato"/>
                <a:ea typeface="Lato"/>
                <a:cs typeface="Lato"/>
                <a:sym typeface="Lato"/>
              </a:rPr>
              <a:t>We’ve established that Mega-Prompts are the enemy of precision. To build professional-grade products, we use the Execution Toolkit—a three-step chain where each step uses a different AI strategy to protect your architecture. The execution toolkit allows you to move from asking the AI for a mockup to orchestrating a professional system. Let's double-click into the specific prompting strategies you use to execute each one successfully.</a:t>
            </a:r>
            <a:endParaRPr sz="1200">
              <a:solidFill>
                <a:schemeClr val="dk1"/>
              </a:solidFill>
              <a:latin typeface="Lato"/>
              <a:ea typeface="Lato"/>
              <a:cs typeface="Lato"/>
              <a:sym typeface="Lato"/>
            </a:endParaRPr>
          </a:p>
          <a:p>
            <a:pPr indent="0" lvl="0" marL="0" rtl="0" algn="l">
              <a:spcBef>
                <a:spcPts val="0"/>
              </a:spcBef>
              <a:spcAft>
                <a:spcPts val="0"/>
              </a:spcAft>
              <a:buNone/>
            </a:pPr>
            <a:r>
              <a:t/>
            </a:r>
            <a:endParaRPr b="1" sz="1200">
              <a:solidFill>
                <a:schemeClr val="dk1"/>
              </a:solidFill>
              <a:latin typeface="Lato"/>
              <a:ea typeface="Lato"/>
              <a:cs typeface="Lato"/>
              <a:sym typeface="Lato"/>
            </a:endParaRPr>
          </a:p>
          <a:p>
            <a:pPr indent="-304800" lvl="0" marL="457200" rtl="0" algn="l">
              <a:lnSpc>
                <a:spcPct val="115000"/>
              </a:lnSpc>
              <a:spcBef>
                <a:spcPts val="0"/>
              </a:spcBef>
              <a:spcAft>
                <a:spcPts val="0"/>
              </a:spcAft>
              <a:buClr>
                <a:schemeClr val="dk1"/>
              </a:buClr>
              <a:buSzPts val="1200"/>
              <a:buFont typeface="Lato"/>
              <a:buChar char="●"/>
            </a:pPr>
            <a:r>
              <a:rPr b="1" lang="en" sz="1200">
                <a:solidFill>
                  <a:schemeClr val="dk1"/>
                </a:solidFill>
                <a:latin typeface="Lato"/>
                <a:ea typeface="Lato"/>
                <a:cs typeface="Lato"/>
                <a:sym typeface="Lato"/>
              </a:rPr>
              <a:t>Step 1: Expand — Chain-of-Thought (COT) Prompting:</a:t>
            </a:r>
            <a:r>
              <a:rPr lang="en" sz="1200">
                <a:solidFill>
                  <a:schemeClr val="dk1"/>
                </a:solidFill>
                <a:latin typeface="Lato"/>
                <a:ea typeface="Lato"/>
                <a:cs typeface="Lato"/>
                <a:sym typeface="Lato"/>
              </a:rPr>
              <a:t> If you ask the AI to build the data structure, the user flow, and the UI all at once, it will compromise on all of them.</a:t>
            </a:r>
            <a:endParaRPr sz="1200">
              <a:solidFill>
                <a:schemeClr val="dk1"/>
              </a:solidFill>
              <a:latin typeface="Lato"/>
              <a:ea typeface="Lato"/>
              <a:cs typeface="Lato"/>
              <a:sym typeface="Lato"/>
            </a:endParaRPr>
          </a:p>
          <a:p>
            <a:pPr indent="-304800" lvl="1" marL="914400" rtl="0" algn="l">
              <a:lnSpc>
                <a:spcPct val="115000"/>
              </a:lnSpc>
              <a:spcBef>
                <a:spcPts val="0"/>
              </a:spcBef>
              <a:spcAft>
                <a:spcPts val="0"/>
              </a:spcAft>
              <a:buClr>
                <a:schemeClr val="dk1"/>
              </a:buClr>
              <a:buSzPts val="1200"/>
              <a:buFont typeface="Lato"/>
              <a:buChar char="○"/>
            </a:pPr>
            <a:r>
              <a:rPr b="1" lang="en" sz="1200">
                <a:solidFill>
                  <a:schemeClr val="dk1"/>
                </a:solidFill>
                <a:latin typeface="Lato"/>
                <a:ea typeface="Lato"/>
                <a:cs typeface="Lato"/>
                <a:sym typeface="Lato"/>
              </a:rPr>
              <a:t>The Strategy:</a:t>
            </a:r>
            <a:r>
              <a:rPr lang="en" sz="1200">
                <a:solidFill>
                  <a:schemeClr val="dk1"/>
                </a:solidFill>
                <a:latin typeface="Lato"/>
                <a:ea typeface="Lato"/>
                <a:cs typeface="Lato"/>
                <a:sym typeface="Lato"/>
              </a:rPr>
              <a:t> You use Chain-of-Thought to orchestrate sequential, multi-screen </a:t>
            </a:r>
            <a:r>
              <a:rPr lang="en" sz="1200">
                <a:solidFill>
                  <a:schemeClr val="dk1"/>
                </a:solidFill>
                <a:latin typeface="Lato"/>
                <a:ea typeface="Lato"/>
                <a:cs typeface="Lato"/>
                <a:sym typeface="Lato"/>
              </a:rPr>
              <a:t>building</a:t>
            </a:r>
            <a:r>
              <a:rPr lang="en" sz="1200">
                <a:solidFill>
                  <a:schemeClr val="dk1"/>
                </a:solidFill>
                <a:latin typeface="Lato"/>
                <a:ea typeface="Lato"/>
                <a:cs typeface="Lato"/>
                <a:sym typeface="Lato"/>
              </a:rPr>
              <a:t>. You force the AI to think in a strict, dependent order (A → B → C). Notice the addition of visual Anchoring. You are using visual references for every new screen to anchor the layout while your prompt anchors the logic. By building this way, the logic of the first screen becomes a mandatory anchor for the next, ensuring the system stays cohesive as it grows. </a:t>
            </a:r>
            <a:r>
              <a:rPr lang="en" sz="1200">
                <a:solidFill>
                  <a:schemeClr val="dk1"/>
                </a:solidFill>
                <a:latin typeface="Lato"/>
                <a:ea typeface="Lato"/>
                <a:cs typeface="Lato"/>
                <a:sym typeface="Lato"/>
              </a:rPr>
              <a:t>By building this way, the logic of the first screen becomes a mandatory "anchor" for the next, ensuring the entire system stays hard-wired together as it grows.</a:t>
            </a:r>
            <a:br>
              <a:rPr lang="en" sz="1200">
                <a:solidFill>
                  <a:schemeClr val="dk1"/>
                </a:solidFill>
                <a:latin typeface="Lato"/>
                <a:ea typeface="Lato"/>
                <a:cs typeface="Lato"/>
                <a:sym typeface="Lato"/>
              </a:rPr>
            </a:br>
            <a:endParaRPr sz="1200">
              <a:solidFill>
                <a:schemeClr val="dk1"/>
              </a:solidFill>
              <a:latin typeface="Lato"/>
              <a:ea typeface="Lato"/>
              <a:cs typeface="Lato"/>
              <a:sym typeface="Lato"/>
            </a:endParaRPr>
          </a:p>
          <a:p>
            <a:pPr indent="-304800" lvl="0" marL="457200" rtl="0" algn="l">
              <a:lnSpc>
                <a:spcPct val="115000"/>
              </a:lnSpc>
              <a:spcBef>
                <a:spcPts val="0"/>
              </a:spcBef>
              <a:spcAft>
                <a:spcPts val="0"/>
              </a:spcAft>
              <a:buClr>
                <a:schemeClr val="dk1"/>
              </a:buClr>
              <a:buSzPts val="1200"/>
              <a:buFont typeface="Lato"/>
              <a:buChar char="●"/>
            </a:pPr>
            <a:r>
              <a:rPr b="1" lang="en" sz="1200">
                <a:solidFill>
                  <a:schemeClr val="dk1"/>
                </a:solidFill>
                <a:latin typeface="Lato"/>
                <a:ea typeface="Lato"/>
                <a:cs typeface="Lato"/>
                <a:sym typeface="Lato"/>
              </a:rPr>
              <a:t>Step 2: Behavior — Constraint Grounding: </a:t>
            </a:r>
            <a:r>
              <a:rPr lang="en" sz="1200">
                <a:solidFill>
                  <a:schemeClr val="dk1"/>
                </a:solidFill>
                <a:latin typeface="Lato"/>
                <a:ea typeface="Lato"/>
                <a:cs typeface="Lato"/>
                <a:sym typeface="Lato"/>
              </a:rPr>
              <a:t>Once the architecture is there, you have to define how it acts. This is how you stop the AI from guessing how your business works or using generic, industry patterns.</a:t>
            </a:r>
            <a:endParaRPr sz="1200">
              <a:solidFill>
                <a:schemeClr val="dk1"/>
              </a:solidFill>
              <a:latin typeface="Lato"/>
              <a:ea typeface="Lato"/>
              <a:cs typeface="Lato"/>
              <a:sym typeface="Lato"/>
            </a:endParaRPr>
          </a:p>
          <a:p>
            <a:pPr indent="-304800" lvl="1" marL="914400" rtl="0" algn="l">
              <a:lnSpc>
                <a:spcPct val="115000"/>
              </a:lnSpc>
              <a:spcBef>
                <a:spcPts val="0"/>
              </a:spcBef>
              <a:spcAft>
                <a:spcPts val="0"/>
              </a:spcAft>
              <a:buClr>
                <a:schemeClr val="dk1"/>
              </a:buClr>
              <a:buSzPts val="1200"/>
              <a:buFont typeface="Lato"/>
              <a:buChar char="○"/>
            </a:pPr>
            <a:r>
              <a:rPr b="1" lang="en" sz="1200">
                <a:solidFill>
                  <a:schemeClr val="dk1"/>
                </a:solidFill>
                <a:latin typeface="Lato"/>
                <a:ea typeface="Lato"/>
                <a:cs typeface="Lato"/>
                <a:sym typeface="Lato"/>
              </a:rPr>
              <a:t>The Strategy: </a:t>
            </a:r>
            <a:r>
              <a:rPr lang="en" sz="1200">
                <a:solidFill>
                  <a:schemeClr val="dk1"/>
                </a:solidFill>
                <a:latin typeface="Lato"/>
                <a:ea typeface="Lato"/>
                <a:cs typeface="Lato"/>
                <a:sym typeface="Lato"/>
              </a:rPr>
              <a:t>You use Constraint Grounding for constraint injection. You are hard-coding if/then triggers for the unhappy path, ensuring you take into account the parts of the app most people forget to design. You ground the AI in specific rules for loading, empty, and error states, which ensures the prototype behaves like real, production-ready software rather than a static, fragile mockup.</a:t>
            </a:r>
            <a:br>
              <a:rPr lang="en" sz="1200">
                <a:solidFill>
                  <a:schemeClr val="dk1"/>
                </a:solidFill>
                <a:latin typeface="Lato"/>
                <a:ea typeface="Lato"/>
                <a:cs typeface="Lato"/>
                <a:sym typeface="Lato"/>
              </a:rPr>
            </a:br>
            <a:endParaRPr sz="1200">
              <a:solidFill>
                <a:schemeClr val="dk1"/>
              </a:solidFill>
              <a:latin typeface="Lato"/>
              <a:ea typeface="Lato"/>
              <a:cs typeface="Lato"/>
              <a:sym typeface="Lato"/>
            </a:endParaRPr>
          </a:p>
          <a:p>
            <a:pPr indent="-304800" lvl="0" marL="457200" rtl="0" algn="l">
              <a:lnSpc>
                <a:spcPct val="115000"/>
              </a:lnSpc>
              <a:spcBef>
                <a:spcPts val="0"/>
              </a:spcBef>
              <a:spcAft>
                <a:spcPts val="0"/>
              </a:spcAft>
              <a:buClr>
                <a:schemeClr val="dk1"/>
              </a:buClr>
              <a:buSzPts val="1200"/>
              <a:buFont typeface="Lato"/>
              <a:buChar char="●"/>
            </a:pPr>
            <a:r>
              <a:rPr b="1" lang="en" sz="1200">
                <a:solidFill>
                  <a:schemeClr val="dk1"/>
                </a:solidFill>
                <a:latin typeface="Lato"/>
                <a:ea typeface="Lato"/>
                <a:cs typeface="Lato"/>
                <a:sym typeface="Lato"/>
              </a:rPr>
              <a:t>Step 3: Refine — Reflection Prompting: </a:t>
            </a:r>
            <a:r>
              <a:rPr lang="en" sz="1200">
                <a:solidFill>
                  <a:schemeClr val="dk1"/>
                </a:solidFill>
                <a:latin typeface="Lato"/>
                <a:ea typeface="Lato"/>
                <a:cs typeface="Lato"/>
                <a:sym typeface="Lato"/>
              </a:rPr>
              <a:t>Finally, you polish the surface. This is where you avoid the "micromanager trap" of constant re-prompting.</a:t>
            </a:r>
            <a:endParaRPr sz="1200">
              <a:solidFill>
                <a:schemeClr val="dk1"/>
              </a:solidFill>
              <a:latin typeface="Lato"/>
              <a:ea typeface="Lato"/>
              <a:cs typeface="Lato"/>
              <a:sym typeface="Lato"/>
            </a:endParaRPr>
          </a:p>
          <a:p>
            <a:pPr indent="-304800" lvl="1" marL="914400" rtl="0" algn="l">
              <a:lnSpc>
                <a:spcPct val="115000"/>
              </a:lnSpc>
              <a:spcBef>
                <a:spcPts val="0"/>
              </a:spcBef>
              <a:spcAft>
                <a:spcPts val="0"/>
              </a:spcAft>
              <a:buClr>
                <a:schemeClr val="dk1"/>
              </a:buClr>
              <a:buSzPts val="1200"/>
              <a:buFont typeface="Lato"/>
              <a:buChar char="○"/>
            </a:pPr>
            <a:r>
              <a:rPr b="1" lang="en" sz="1200">
                <a:solidFill>
                  <a:schemeClr val="dk1"/>
                </a:solidFill>
                <a:latin typeface="Lato"/>
                <a:ea typeface="Lato"/>
                <a:cs typeface="Lato"/>
                <a:sym typeface="Lato"/>
              </a:rPr>
              <a:t>The Strategy: </a:t>
            </a:r>
            <a:r>
              <a:rPr lang="en" sz="1200">
                <a:solidFill>
                  <a:schemeClr val="dk1"/>
                </a:solidFill>
                <a:latin typeface="Lato"/>
                <a:ea typeface="Lato"/>
                <a:cs typeface="Lato"/>
                <a:sym typeface="Lato"/>
              </a:rPr>
              <a:t>You use reflection prompting for surgical-level steering. Instead of just asking for a change, you isolate a specific screen and force the AI to audit the UI and list gaps before it touches a single line of code. This "think-before-you-do" flow ensures extreme precision. By making the AI identify the flaws first, you prevent it from "restarting" the project or accidentally changing your core logic while trying to fix a button.</a:t>
            </a:r>
            <a:endParaRPr sz="1200">
              <a:solidFill>
                <a:schemeClr val="dk1"/>
              </a:solidFill>
              <a:latin typeface="Lato"/>
              <a:ea typeface="Lato"/>
              <a:cs typeface="Lato"/>
              <a:sym typeface="Lato"/>
            </a:endParaRPr>
          </a:p>
          <a:p>
            <a:pPr indent="0" lvl="0" marL="0" rtl="0" algn="l">
              <a:lnSpc>
                <a:spcPct val="115000"/>
              </a:lnSpc>
              <a:spcBef>
                <a:spcPts val="0"/>
              </a:spcBef>
              <a:spcAft>
                <a:spcPts val="0"/>
              </a:spcAft>
              <a:buNone/>
            </a:pPr>
            <a:r>
              <a:t/>
            </a:r>
            <a:endParaRPr sz="1200">
              <a:solidFill>
                <a:schemeClr val="dk1"/>
              </a:solidFill>
              <a:latin typeface="Lato"/>
              <a:ea typeface="Lato"/>
              <a:cs typeface="Lato"/>
              <a:sym typeface="Lato"/>
            </a:endParaRPr>
          </a:p>
          <a:p>
            <a:pPr indent="0" lvl="0" marL="0" rtl="0" algn="l">
              <a:lnSpc>
                <a:spcPct val="115000"/>
              </a:lnSpc>
              <a:spcBef>
                <a:spcPts val="0"/>
              </a:spcBef>
              <a:spcAft>
                <a:spcPts val="0"/>
              </a:spcAft>
              <a:buNone/>
            </a:pPr>
            <a:r>
              <a:rPr lang="en" sz="1200">
                <a:solidFill>
                  <a:schemeClr val="dk1"/>
                </a:solidFill>
                <a:latin typeface="Lato"/>
                <a:ea typeface="Lato"/>
                <a:cs typeface="Lato"/>
                <a:sym typeface="Lato"/>
              </a:rPr>
              <a:t>This toolkit ensures that every layer of the product is intentional and, more importantly, reproducible for team handoff. </a:t>
            </a:r>
            <a:endParaRPr sz="1200">
              <a:solidFill>
                <a:schemeClr val="dk1"/>
              </a:solidFill>
              <a:latin typeface="Lato"/>
              <a:ea typeface="Lato"/>
              <a:cs typeface="Lato"/>
              <a:sym typeface="Lato"/>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8" name="Shape 2748"/>
        <p:cNvGrpSpPr/>
        <p:nvPr/>
      </p:nvGrpSpPr>
      <p:grpSpPr>
        <a:xfrm>
          <a:off x="0" y="0"/>
          <a:ext cx="0" cy="0"/>
          <a:chOff x="0" y="0"/>
          <a:chExt cx="0" cy="0"/>
        </a:xfrm>
      </p:grpSpPr>
      <p:sp>
        <p:nvSpPr>
          <p:cNvPr id="2749" name="Google Shape;2749;g3cef2e79a64_0_50:notes"/>
          <p:cNvSpPr/>
          <p:nvPr>
            <p:ph idx="2" type="sldImg"/>
          </p:nvPr>
        </p:nvSpPr>
        <p:spPr>
          <a:xfrm>
            <a:off x="960120" y="1143000"/>
            <a:ext cx="4937700" cy="3086100"/>
          </a:xfrm>
          <a:custGeom>
            <a:rect b="b" l="l" r="r" t="t"/>
            <a:pathLst>
              <a:path extrusionOk="0" h="120000" w="120000">
                <a:moveTo>
                  <a:pt x="0" y="0"/>
                </a:moveTo>
                <a:lnTo>
                  <a:pt x="120000" y="0"/>
                </a:lnTo>
                <a:lnTo>
                  <a:pt x="120000" y="120000"/>
                </a:lnTo>
                <a:lnTo>
                  <a:pt x="0" y="120000"/>
                </a:lnTo>
                <a:close/>
              </a:path>
            </a:pathLst>
          </a:custGeom>
        </p:spPr>
      </p:sp>
      <p:sp>
        <p:nvSpPr>
          <p:cNvPr id="2750" name="Google Shape;2750;g3cef2e79a64_0_5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400">
                <a:solidFill>
                  <a:srgbClr val="7F7F7F"/>
                </a:solidFill>
                <a:latin typeface="Poppins SemiBold"/>
                <a:ea typeface="Poppins SemiBold"/>
                <a:cs typeface="Poppins SemiBold"/>
                <a:sym typeface="Poppins SemiBold"/>
              </a:rPr>
              <a:t>Notes</a:t>
            </a:r>
            <a:br>
              <a:rPr lang="en" sz="1400">
                <a:solidFill>
                  <a:srgbClr val="7F7F7F"/>
                </a:solidFill>
                <a:latin typeface="Poppins SemiBold"/>
                <a:ea typeface="Poppins SemiBold"/>
                <a:cs typeface="Poppins SemiBold"/>
                <a:sym typeface="Poppins SemiBold"/>
              </a:rPr>
            </a:br>
            <a:endParaRPr sz="1400">
              <a:solidFill>
                <a:srgbClr val="7F7F7F"/>
              </a:solidFill>
              <a:latin typeface="Poppins SemiBold"/>
              <a:ea typeface="Poppins SemiBold"/>
              <a:cs typeface="Poppins SemiBold"/>
              <a:sym typeface="Poppins SemiBold"/>
            </a:endParaRPr>
          </a:p>
          <a:p>
            <a:pPr indent="0" lvl="0" marL="0" rtl="0" algn="l">
              <a:lnSpc>
                <a:spcPct val="115000"/>
              </a:lnSpc>
              <a:spcBef>
                <a:spcPts val="0"/>
              </a:spcBef>
              <a:spcAft>
                <a:spcPts val="0"/>
              </a:spcAft>
              <a:buNone/>
            </a:pPr>
            <a:r>
              <a:rPr lang="en" sz="1200">
                <a:solidFill>
                  <a:schemeClr val="dk1"/>
                </a:solidFill>
                <a:latin typeface="Lato"/>
                <a:ea typeface="Lato"/>
                <a:cs typeface="Lato"/>
                <a:sym typeface="Lato"/>
              </a:rPr>
              <a:t>Now let's see a prompt chain in action, which adds precision with context and prompt engineering.</a:t>
            </a:r>
            <a:endParaRPr sz="1200">
              <a:solidFill>
                <a:schemeClr val="dk1"/>
              </a:solidFill>
              <a:latin typeface="Lato"/>
              <a:ea typeface="Lato"/>
              <a:cs typeface="Lato"/>
              <a:sym typeface="Lato"/>
            </a:endParaRPr>
          </a:p>
          <a:p>
            <a:pPr indent="0" lvl="0" marL="0" rtl="0" algn="l">
              <a:lnSpc>
                <a:spcPct val="115000"/>
              </a:lnSpc>
              <a:spcBef>
                <a:spcPts val="0"/>
              </a:spcBef>
              <a:spcAft>
                <a:spcPts val="0"/>
              </a:spcAft>
              <a:buNone/>
            </a:pPr>
            <a:r>
              <a:t/>
            </a:r>
            <a:endParaRPr b="1" sz="1200">
              <a:solidFill>
                <a:schemeClr val="dk1"/>
              </a:solidFill>
              <a:latin typeface="Lato"/>
              <a:ea typeface="Lato"/>
              <a:cs typeface="Lato"/>
              <a:sym typeface="Lato"/>
            </a:endParaRPr>
          </a:p>
          <a:p>
            <a:pPr indent="-304800" lvl="0" marL="457200" rtl="0" algn="l">
              <a:lnSpc>
                <a:spcPct val="115000"/>
              </a:lnSpc>
              <a:spcBef>
                <a:spcPts val="0"/>
              </a:spcBef>
              <a:spcAft>
                <a:spcPts val="0"/>
              </a:spcAft>
              <a:buClr>
                <a:schemeClr val="dk1"/>
              </a:buClr>
              <a:buSzPts val="1200"/>
              <a:buFont typeface="Lato"/>
              <a:buChar char="●"/>
            </a:pPr>
            <a:r>
              <a:rPr b="1" lang="en" sz="1200">
                <a:solidFill>
                  <a:schemeClr val="dk1"/>
                </a:solidFill>
                <a:latin typeface="Lato"/>
                <a:ea typeface="Lato"/>
                <a:cs typeface="Lato"/>
                <a:sym typeface="Lato"/>
              </a:rPr>
              <a:t>Step 1: Expand (Sequential Logic): </a:t>
            </a:r>
            <a:r>
              <a:rPr lang="en" sz="1200">
                <a:solidFill>
                  <a:schemeClr val="dk1"/>
                </a:solidFill>
                <a:latin typeface="Lato"/>
                <a:ea typeface="Lato"/>
                <a:cs typeface="Lato"/>
                <a:sym typeface="Lato"/>
              </a:rPr>
              <a:t>Here is what Visual Anchoring looks like in a real prompt. Notice that we aren't just describing a settings page; we are tethering it to a specific visual North Star—the Asana reference. By explicitly labeling the screens as 2nd and 3rd, you’re forcing the AI into that Sequential Building mindset we just discussed through chain-of-thought. It can’t just guess the layout; it has to look at the image for the "where" and the prompt for the "how." You’re ensuring the Settings screen serves as the structural anchor for everything that follows, making the navigation logic mandatory rather than optional.</a:t>
            </a:r>
            <a:endParaRPr sz="1200">
              <a:solidFill>
                <a:schemeClr val="dk1"/>
              </a:solidFill>
              <a:latin typeface="Lato"/>
              <a:ea typeface="Lato"/>
              <a:cs typeface="Lato"/>
              <a:sym typeface="Lato"/>
            </a:endParaRPr>
          </a:p>
          <a:p>
            <a:pPr indent="-304800" lvl="0" marL="457200" rtl="0" algn="l">
              <a:lnSpc>
                <a:spcPct val="115000"/>
              </a:lnSpc>
              <a:spcBef>
                <a:spcPts val="1000"/>
              </a:spcBef>
              <a:spcAft>
                <a:spcPts val="0"/>
              </a:spcAft>
              <a:buClr>
                <a:schemeClr val="dk1"/>
              </a:buClr>
              <a:buSzPts val="1200"/>
              <a:buFont typeface="Lato"/>
              <a:buChar char="●"/>
            </a:pPr>
            <a:r>
              <a:rPr b="1" lang="en" sz="1200">
                <a:solidFill>
                  <a:schemeClr val="dk1"/>
                </a:solidFill>
                <a:latin typeface="Lato"/>
                <a:ea typeface="Lato"/>
                <a:cs typeface="Lato"/>
                <a:sym typeface="Lato"/>
              </a:rPr>
              <a:t>Behavior: The Flow Definition: </a:t>
            </a:r>
            <a:r>
              <a:rPr lang="en" sz="1200">
                <a:solidFill>
                  <a:schemeClr val="dk1"/>
                </a:solidFill>
                <a:latin typeface="Lato"/>
                <a:ea typeface="Lato"/>
                <a:cs typeface="Lato"/>
                <a:sym typeface="Lato"/>
              </a:rPr>
              <a:t>Now, look at how we move into Logic Injection. We’ve shifted from building screens to hard-coding the "Un-Happy Path." This is Constraint Grounding in practice. We aren't asking the AI to "make it look like it's loading"—we are telling it to use skeleton screens and giving it the exact strings for empty and error states. By "tethering all behavior strictly to these rules," you are creating a predictable environment. This is where you stop the AI from hallucinating behavior and start making it act like professional-grade software.</a:t>
            </a:r>
            <a:endParaRPr sz="1200">
              <a:solidFill>
                <a:schemeClr val="dk1"/>
              </a:solidFill>
              <a:latin typeface="Lato"/>
              <a:ea typeface="Lato"/>
              <a:cs typeface="Lato"/>
              <a:sym typeface="Lato"/>
            </a:endParaRPr>
          </a:p>
          <a:p>
            <a:pPr indent="-304800" lvl="0" marL="457200" rtl="0" algn="l">
              <a:lnSpc>
                <a:spcPct val="115000"/>
              </a:lnSpc>
              <a:spcBef>
                <a:spcPts val="1000"/>
              </a:spcBef>
              <a:spcAft>
                <a:spcPts val="0"/>
              </a:spcAft>
              <a:buClr>
                <a:schemeClr val="dk1"/>
              </a:buClr>
              <a:buSzPts val="1200"/>
              <a:buFont typeface="Lato"/>
              <a:buChar char="●"/>
            </a:pPr>
            <a:r>
              <a:rPr b="1" lang="en" sz="1200">
                <a:solidFill>
                  <a:schemeClr val="dk1"/>
                </a:solidFill>
                <a:latin typeface="Lato"/>
                <a:ea typeface="Lato"/>
                <a:cs typeface="Lato"/>
                <a:sym typeface="Lato"/>
              </a:rPr>
              <a:t>Step 3: The Surgical Polish: </a:t>
            </a:r>
            <a:r>
              <a:rPr lang="en" sz="1200">
                <a:solidFill>
                  <a:schemeClr val="dk1"/>
                </a:solidFill>
                <a:latin typeface="Lato"/>
                <a:ea typeface="Lato"/>
                <a:cs typeface="Lato"/>
                <a:sym typeface="Lato"/>
              </a:rPr>
              <a:t>Finally, we get to the Reflection Prompt. This is how you actually execute Surgical Steering. Notice the prompt doesn't start with "fix the font." It starts by forcing the AI to audit and list the gaps first. This creates the "Think-then-Do" bridge. By identifying the 3 biggest typography gaps before touching the code, the AI is much more likely to be precise. The final guardrail—"Don't change anything else"—is your insurance policy. It protects the core logic you built in the previous two steps while you drive that final design polish home.ps do you allow it to execute the fix. This "Think-then-Do" flow ensures that your final edits are targeted strikes that reach that 95% professional polish while keeping your core foundation locked.</a:t>
            </a:r>
            <a:endParaRPr sz="1200">
              <a:solidFill>
                <a:schemeClr val="dk1"/>
              </a:solidFill>
              <a:latin typeface="Lato"/>
              <a:ea typeface="Lato"/>
              <a:cs typeface="Lato"/>
              <a:sym typeface="Lato"/>
            </a:endParaRPr>
          </a:p>
          <a:p>
            <a:pPr indent="0" lvl="0" marL="0" rtl="0" algn="l">
              <a:lnSpc>
                <a:spcPct val="115000"/>
              </a:lnSpc>
              <a:spcBef>
                <a:spcPts val="1000"/>
              </a:spcBef>
              <a:spcAft>
                <a:spcPts val="0"/>
              </a:spcAft>
              <a:buNone/>
            </a:pPr>
            <a:r>
              <a:rPr lang="en" sz="1200">
                <a:solidFill>
                  <a:schemeClr val="dk1"/>
                </a:solidFill>
                <a:latin typeface="Lato"/>
                <a:ea typeface="Lato"/>
                <a:cs typeface="Lato"/>
                <a:sym typeface="Lato"/>
              </a:rPr>
              <a:t>Now it’s your turn to apply this same precision to your prompting. </a:t>
            </a:r>
            <a:endParaRPr sz="1200">
              <a:solidFill>
                <a:schemeClr val="dk1"/>
              </a:solidFill>
              <a:latin typeface="Lato"/>
              <a:ea typeface="Lato"/>
              <a:cs typeface="Lato"/>
              <a:sym typeface="Lato"/>
            </a:endParaRPr>
          </a:p>
        </p:txBody>
      </p:sp>
      <p:sp>
        <p:nvSpPr>
          <p:cNvPr id="2751" name="Google Shape;2751;g3cef2e79a64_0_50: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3" name="Shape 2773"/>
        <p:cNvGrpSpPr/>
        <p:nvPr/>
      </p:nvGrpSpPr>
      <p:grpSpPr>
        <a:xfrm>
          <a:off x="0" y="0"/>
          <a:ext cx="0" cy="0"/>
          <a:chOff x="0" y="0"/>
          <a:chExt cx="0" cy="0"/>
        </a:xfrm>
      </p:grpSpPr>
      <p:sp>
        <p:nvSpPr>
          <p:cNvPr id="2774" name="Google Shape;2774;g3cf5aa6feed_1_618:notes"/>
          <p:cNvSpPr/>
          <p:nvPr>
            <p:ph idx="2" type="sldImg"/>
          </p:nvPr>
        </p:nvSpPr>
        <p:spPr>
          <a:xfrm>
            <a:off x="686100" y="685800"/>
            <a:ext cx="5486400" cy="3429000"/>
          </a:xfrm>
          <a:custGeom>
            <a:rect b="b" l="l" r="r" t="t"/>
            <a:pathLst>
              <a:path extrusionOk="0" h="120000" w="120000">
                <a:moveTo>
                  <a:pt x="0" y="0"/>
                </a:moveTo>
                <a:lnTo>
                  <a:pt x="120000" y="0"/>
                </a:lnTo>
                <a:lnTo>
                  <a:pt x="120000" y="120000"/>
                </a:lnTo>
                <a:lnTo>
                  <a:pt x="0" y="120000"/>
                </a:lnTo>
                <a:close/>
              </a:path>
            </a:pathLst>
          </a:custGeom>
        </p:spPr>
      </p:sp>
      <p:sp>
        <p:nvSpPr>
          <p:cNvPr id="2775" name="Google Shape;2775;g3cf5aa6feed_1_6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rgbClr val="7F7F7F"/>
                </a:solidFill>
                <a:latin typeface="Poppins SemiBold"/>
                <a:ea typeface="Poppins SemiBold"/>
                <a:cs typeface="Poppins SemiBold"/>
                <a:sym typeface="Poppins SemiBold"/>
              </a:rPr>
              <a:t>Notes</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None/>
            </a:pPr>
            <a:r>
              <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None/>
            </a:pPr>
            <a:r>
              <a:rPr lang="en" sz="1200">
                <a:solidFill>
                  <a:schemeClr val="dk1"/>
                </a:solidFill>
                <a:latin typeface="Lato"/>
                <a:ea typeface="Lato"/>
                <a:cs typeface="Lato"/>
                <a:sym typeface="Lato"/>
              </a:rPr>
              <a:t>💥</a:t>
            </a:r>
            <a:r>
              <a:rPr b="1" lang="en" sz="1200">
                <a:solidFill>
                  <a:schemeClr val="dk1"/>
                </a:solidFill>
                <a:latin typeface="Lato"/>
                <a:ea typeface="Lato"/>
                <a:cs typeface="Lato"/>
                <a:sym typeface="Lato"/>
              </a:rPr>
              <a:t>Activity</a:t>
            </a:r>
            <a:r>
              <a:rPr lang="en" sz="1200">
                <a:solidFill>
                  <a:schemeClr val="dk1"/>
                </a:solidFill>
                <a:latin typeface="Lato"/>
                <a:ea typeface="Lato"/>
                <a:cs typeface="Lato"/>
                <a:sym typeface="Lato"/>
              </a:rPr>
              <a:t>: Individual Exercise</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None/>
            </a:pPr>
            <a:r>
              <a:rPr b="1" lang="en" sz="1200">
                <a:solidFill>
                  <a:schemeClr val="dk1"/>
                </a:solidFill>
                <a:latin typeface="Lato"/>
                <a:ea typeface="Lato"/>
                <a:cs typeface="Lato"/>
                <a:sym typeface="Lato"/>
              </a:rPr>
              <a:t>💬Topic: </a:t>
            </a:r>
            <a:r>
              <a:rPr lang="en" sz="1200">
                <a:solidFill>
                  <a:schemeClr val="dk1"/>
                </a:solidFill>
                <a:latin typeface="Lato"/>
                <a:ea typeface="Lato"/>
                <a:cs typeface="Lato"/>
                <a:sym typeface="Lato"/>
              </a:rPr>
              <a:t>Plan Your Prompt Chain</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None/>
            </a:pPr>
            <a:r>
              <a:rPr b="1" lang="en" sz="1200">
                <a:solidFill>
                  <a:schemeClr val="dk1"/>
                </a:solidFill>
                <a:latin typeface="Lato"/>
                <a:ea typeface="Lato"/>
                <a:cs typeface="Lato"/>
                <a:sym typeface="Lato"/>
              </a:rPr>
              <a:t>⏱️Time: </a:t>
            </a:r>
            <a:r>
              <a:rPr lang="en" sz="1200">
                <a:solidFill>
                  <a:schemeClr val="dk1"/>
                </a:solidFill>
                <a:latin typeface="Lato"/>
                <a:ea typeface="Lato"/>
                <a:cs typeface="Lato"/>
                <a:sym typeface="Lato"/>
              </a:rPr>
              <a:t>15</a:t>
            </a:r>
            <a:r>
              <a:rPr lang="en" sz="1200">
                <a:solidFill>
                  <a:schemeClr val="dk1"/>
                </a:solidFill>
                <a:latin typeface="Lato"/>
                <a:ea typeface="Lato"/>
                <a:cs typeface="Lato"/>
                <a:sym typeface="Lato"/>
              </a:rPr>
              <a:t> Minutes</a:t>
            </a:r>
            <a:endParaRPr sz="1200">
              <a:solidFill>
                <a:srgbClr val="CC0000"/>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t/>
            </a:r>
            <a:endParaRPr sz="1200">
              <a:solidFill>
                <a:srgbClr val="CC0000"/>
              </a:solidFill>
              <a:latin typeface="Lato"/>
              <a:ea typeface="Lato"/>
              <a:cs typeface="Lato"/>
              <a:sym typeface="Lato"/>
            </a:endParaRPr>
          </a:p>
          <a:p>
            <a:pPr indent="0" lvl="0" marL="0" rtl="0" algn="just">
              <a:lnSpc>
                <a:spcPct val="115000"/>
              </a:lnSpc>
              <a:spcBef>
                <a:spcPts val="0"/>
              </a:spcBef>
              <a:spcAft>
                <a:spcPts val="0"/>
              </a:spcAft>
              <a:buClr>
                <a:schemeClr val="dk1"/>
              </a:buClr>
              <a:buSzPts val="1100"/>
              <a:buFont typeface="Arial"/>
              <a:buNone/>
            </a:pPr>
            <a:r>
              <a:rPr b="1" lang="en" sz="1200">
                <a:solidFill>
                  <a:srgbClr val="CC0000"/>
                </a:solidFill>
                <a:latin typeface="Lato"/>
                <a:ea typeface="Lato"/>
                <a:cs typeface="Lato"/>
                <a:sym typeface="Lato"/>
              </a:rPr>
              <a:t>📌 Note for Instructors: </a:t>
            </a:r>
            <a:r>
              <a:rPr lang="en" sz="1200">
                <a:solidFill>
                  <a:srgbClr val="CC0000"/>
                </a:solidFill>
                <a:latin typeface="Lato"/>
                <a:ea typeface="Lato"/>
                <a:cs typeface="Lato"/>
                <a:sym typeface="Lato"/>
              </a:rPr>
              <a:t>Emphasize that this is planning before building. </a:t>
            </a:r>
            <a:r>
              <a:rPr b="1" lang="en" sz="1200">
                <a:solidFill>
                  <a:srgbClr val="CC0000"/>
                </a:solidFill>
                <a:latin typeface="Lato"/>
                <a:ea typeface="Lato"/>
                <a:cs typeface="Lato"/>
                <a:sym typeface="Lato"/>
              </a:rPr>
              <a:t>Students must not open Lovable yet.</a:t>
            </a:r>
            <a:r>
              <a:rPr lang="en" sz="1200">
                <a:solidFill>
                  <a:srgbClr val="CC0000"/>
                </a:solidFill>
                <a:latin typeface="Lato"/>
                <a:ea typeface="Lato"/>
                <a:cs typeface="Lato"/>
                <a:sym typeface="Lato"/>
              </a:rPr>
              <a:t> This exercise ensures their logic is locked in before they start touching their code.</a:t>
            </a:r>
            <a:endParaRPr sz="1200">
              <a:solidFill>
                <a:srgbClr val="CC0000"/>
              </a:solidFill>
              <a:latin typeface="Lato"/>
              <a:ea typeface="Lato"/>
              <a:cs typeface="Lato"/>
              <a:sym typeface="Lato"/>
            </a:endParaRPr>
          </a:p>
          <a:p>
            <a:pPr indent="-304800" lvl="0" marL="457200" rtl="0" algn="just">
              <a:lnSpc>
                <a:spcPct val="115000"/>
              </a:lnSpc>
              <a:spcBef>
                <a:spcPts val="0"/>
              </a:spcBef>
              <a:spcAft>
                <a:spcPts val="0"/>
              </a:spcAft>
              <a:buClr>
                <a:srgbClr val="CC0000"/>
              </a:buClr>
              <a:buSzPts val="1200"/>
              <a:buFont typeface="Lato"/>
              <a:buChar char="●"/>
            </a:pPr>
            <a:r>
              <a:rPr lang="en" sz="1200">
                <a:solidFill>
                  <a:srgbClr val="CC0000"/>
                </a:solidFill>
                <a:latin typeface="Lato"/>
                <a:ea typeface="Lato"/>
                <a:cs typeface="Lato"/>
                <a:sym typeface="Lato"/>
              </a:rPr>
              <a:t>Let students know they will</a:t>
            </a:r>
            <a:r>
              <a:rPr b="1" lang="en" sz="1200">
                <a:solidFill>
                  <a:srgbClr val="CC0000"/>
                </a:solidFill>
                <a:latin typeface="Lato"/>
                <a:ea typeface="Lato"/>
                <a:cs typeface="Lato"/>
                <a:sym typeface="Lato"/>
              </a:rPr>
              <a:t> join a random breakout group to work in a “co-working” environment, but they should each be building their own solution.</a:t>
            </a:r>
            <a:endParaRPr b="1" sz="1200">
              <a:solidFill>
                <a:srgbClr val="CC0000"/>
              </a:solidFill>
              <a:latin typeface="Lato"/>
              <a:ea typeface="Lato"/>
              <a:cs typeface="Lato"/>
              <a:sym typeface="Lato"/>
            </a:endParaRPr>
          </a:p>
          <a:p>
            <a:pPr indent="-304800" lvl="0" marL="457200" rtl="0" algn="just">
              <a:lnSpc>
                <a:spcPct val="115000"/>
              </a:lnSpc>
              <a:spcBef>
                <a:spcPts val="0"/>
              </a:spcBef>
              <a:spcAft>
                <a:spcPts val="0"/>
              </a:spcAft>
              <a:buClr>
                <a:srgbClr val="CC0000"/>
              </a:buClr>
              <a:buSzPts val="1200"/>
              <a:buFont typeface="Lato"/>
              <a:buChar char="●"/>
            </a:pPr>
            <a:r>
              <a:rPr lang="en" sz="1200">
                <a:solidFill>
                  <a:srgbClr val="CC0000"/>
                </a:solidFill>
                <a:latin typeface="Lato"/>
                <a:ea typeface="Lato"/>
                <a:cs typeface="Lato"/>
                <a:sym typeface="Lato"/>
              </a:rPr>
              <a:t>After a few minutes, pop into each group to see how students are getting on and check for:</a:t>
            </a:r>
            <a:endParaRPr sz="1200">
              <a:solidFill>
                <a:srgbClr val="CC0000"/>
              </a:solidFill>
              <a:latin typeface="Lato"/>
              <a:ea typeface="Lato"/>
              <a:cs typeface="Lato"/>
              <a:sym typeface="Lato"/>
            </a:endParaRPr>
          </a:p>
          <a:p>
            <a:pPr indent="-304800" lvl="1" marL="914400" rtl="0" algn="just">
              <a:lnSpc>
                <a:spcPct val="115000"/>
              </a:lnSpc>
              <a:spcBef>
                <a:spcPts val="0"/>
              </a:spcBef>
              <a:spcAft>
                <a:spcPts val="0"/>
              </a:spcAft>
              <a:buClr>
                <a:srgbClr val="CC0000"/>
              </a:buClr>
              <a:buSzPts val="1200"/>
              <a:buFont typeface="Lato"/>
              <a:buChar char="○"/>
            </a:pPr>
            <a:r>
              <a:rPr i="1" lang="en" sz="1200">
                <a:solidFill>
                  <a:srgbClr val="CC0000"/>
                </a:solidFill>
                <a:latin typeface="Lato"/>
                <a:ea typeface="Lato"/>
                <a:cs typeface="Lato"/>
                <a:sym typeface="Lato"/>
              </a:rPr>
              <a:t>Depth of logic</a:t>
            </a:r>
            <a:endParaRPr i="1" sz="1200">
              <a:solidFill>
                <a:srgbClr val="CC0000"/>
              </a:solidFill>
              <a:latin typeface="Lato"/>
              <a:ea typeface="Lato"/>
              <a:cs typeface="Lato"/>
              <a:sym typeface="Lato"/>
            </a:endParaRPr>
          </a:p>
          <a:p>
            <a:pPr indent="-304800" lvl="1" marL="914400" rtl="0" algn="just">
              <a:lnSpc>
                <a:spcPct val="115000"/>
              </a:lnSpc>
              <a:spcBef>
                <a:spcPts val="0"/>
              </a:spcBef>
              <a:spcAft>
                <a:spcPts val="0"/>
              </a:spcAft>
              <a:buClr>
                <a:srgbClr val="CC0000"/>
              </a:buClr>
              <a:buSzPts val="1200"/>
              <a:buFont typeface="Lato"/>
              <a:buChar char="○"/>
            </a:pPr>
            <a:r>
              <a:rPr i="1" lang="en" sz="1200">
                <a:solidFill>
                  <a:srgbClr val="CC0000"/>
                </a:solidFill>
                <a:latin typeface="Lato"/>
                <a:ea typeface="Lato"/>
                <a:cs typeface="Lato"/>
                <a:sym typeface="Lato"/>
              </a:rPr>
              <a:t>Gaps in assumptions</a:t>
            </a:r>
            <a:endParaRPr i="1" sz="1200">
              <a:solidFill>
                <a:srgbClr val="CC0000"/>
              </a:solidFill>
              <a:latin typeface="Lato"/>
              <a:ea typeface="Lato"/>
              <a:cs typeface="Lato"/>
              <a:sym typeface="Lato"/>
            </a:endParaRPr>
          </a:p>
          <a:p>
            <a:pPr indent="-304800" lvl="0" marL="457200" rtl="0" algn="just">
              <a:lnSpc>
                <a:spcPct val="115000"/>
              </a:lnSpc>
              <a:spcBef>
                <a:spcPts val="0"/>
              </a:spcBef>
              <a:spcAft>
                <a:spcPts val="0"/>
              </a:spcAft>
              <a:buClr>
                <a:srgbClr val="CC0000"/>
              </a:buClr>
              <a:buSzPts val="1200"/>
              <a:buFont typeface="Lato"/>
              <a:buChar char="●"/>
            </a:pPr>
            <a:r>
              <a:rPr b="1" lang="en" sz="1200">
                <a:solidFill>
                  <a:srgbClr val="CC0000"/>
                </a:solidFill>
                <a:latin typeface="Lato"/>
                <a:ea typeface="Lato"/>
                <a:cs typeface="Lato"/>
                <a:sym typeface="Lato"/>
              </a:rPr>
              <a:t>Remind students they must have their three prompts locked in and document by the end of the session to be ready for peer review and the upcoming Lab.</a:t>
            </a:r>
            <a:endParaRPr b="1" sz="1200">
              <a:solidFill>
                <a:srgbClr val="CC0000"/>
              </a:solidFill>
              <a:latin typeface="Lato"/>
              <a:ea typeface="Lato"/>
              <a:cs typeface="Lato"/>
              <a:sym typeface="Lato"/>
            </a:endParaRPr>
          </a:p>
          <a:p>
            <a:pPr indent="0" lvl="0" marL="0" rtl="0" algn="just">
              <a:lnSpc>
                <a:spcPct val="115000"/>
              </a:lnSpc>
              <a:spcBef>
                <a:spcPts val="0"/>
              </a:spcBef>
              <a:spcAft>
                <a:spcPts val="0"/>
              </a:spcAft>
              <a:buClr>
                <a:schemeClr val="dk1"/>
              </a:buClr>
              <a:buSzPts val="1100"/>
              <a:buFont typeface="Arial"/>
              <a:buNone/>
            </a:pPr>
            <a:r>
              <a:t/>
            </a:r>
            <a:endParaRPr b="1" sz="1200">
              <a:solidFill>
                <a:srgbClr val="CC0000"/>
              </a:solidFill>
              <a:latin typeface="Lato"/>
              <a:ea typeface="Lato"/>
              <a:cs typeface="Lato"/>
              <a:sym typeface="Lato"/>
            </a:endParaRPr>
          </a:p>
          <a:p>
            <a:pPr indent="0" lvl="0" marL="0" rtl="0" algn="just">
              <a:lnSpc>
                <a:spcPct val="115000"/>
              </a:lnSpc>
              <a:spcBef>
                <a:spcPts val="0"/>
              </a:spcBef>
              <a:spcAft>
                <a:spcPts val="0"/>
              </a:spcAft>
              <a:buClr>
                <a:schemeClr val="dk1"/>
              </a:buClr>
              <a:buSzPts val="1100"/>
              <a:buFont typeface="Arial"/>
              <a:buNone/>
            </a:pPr>
            <a:r>
              <a:rPr b="1" lang="en" sz="1200">
                <a:solidFill>
                  <a:schemeClr val="dk1"/>
                </a:solidFill>
                <a:latin typeface="Lato"/>
                <a:ea typeface="Lato"/>
                <a:cs typeface="Lato"/>
                <a:sym typeface="Lato"/>
              </a:rPr>
              <a:t>Scenario:</a:t>
            </a:r>
            <a:r>
              <a:rPr lang="en" sz="1200">
                <a:solidFill>
                  <a:schemeClr val="dk1"/>
                </a:solidFill>
                <a:latin typeface="Lato"/>
                <a:ea typeface="Lato"/>
                <a:cs typeface="Lato"/>
                <a:sym typeface="Lato"/>
              </a:rPr>
              <a:t> In this individual exercise, s</a:t>
            </a:r>
            <a:r>
              <a:rPr lang="en" sz="1200">
                <a:solidFill>
                  <a:schemeClr val="dk1"/>
                </a:solidFill>
                <a:latin typeface="Lato"/>
                <a:ea typeface="Lato"/>
                <a:cs typeface="Lato"/>
                <a:sym typeface="Lato"/>
              </a:rPr>
              <a:t>tudents will apply the execution toolkit to their own projects to map out a three-step prompt chain. Their goal is to audit their existing Module 2 build screens to bridge flow gaps, hard-code the unhappy path for error states, and select a specific UI target for surgical refinement.</a:t>
            </a:r>
            <a:br>
              <a:rPr lang="en" sz="1200">
                <a:solidFill>
                  <a:schemeClr val="dk1"/>
                </a:solidFill>
                <a:latin typeface="Lato"/>
                <a:ea typeface="Lato"/>
                <a:cs typeface="Lato"/>
                <a:sym typeface="Lato"/>
              </a:rPr>
            </a:b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Clr>
                <a:schemeClr val="dk1"/>
              </a:buClr>
              <a:buSzPts val="1100"/>
              <a:buFont typeface="Arial"/>
              <a:buNone/>
            </a:pPr>
            <a:r>
              <a:rPr b="1" lang="en" sz="1200">
                <a:solidFill>
                  <a:schemeClr val="dk1"/>
                </a:solidFill>
                <a:latin typeface="Lato"/>
                <a:ea typeface="Lato"/>
                <a:cs typeface="Lato"/>
                <a:sym typeface="Lato"/>
              </a:rPr>
              <a:t>Instructions:</a:t>
            </a:r>
            <a:endParaRPr b="1" sz="1200">
              <a:solidFill>
                <a:schemeClr val="dk1"/>
              </a:solidFill>
              <a:latin typeface="Lato"/>
              <a:ea typeface="Lato"/>
              <a:cs typeface="Lato"/>
              <a:sym typeface="Lato"/>
            </a:endParaRPr>
          </a:p>
          <a:p>
            <a:pPr indent="0" lvl="0" marL="0" rtl="0" algn="just">
              <a:lnSpc>
                <a:spcPct val="115000"/>
              </a:lnSpc>
              <a:spcBef>
                <a:spcPts val="0"/>
              </a:spcBef>
              <a:spcAft>
                <a:spcPts val="0"/>
              </a:spcAft>
              <a:buClr>
                <a:schemeClr val="dk1"/>
              </a:buClr>
              <a:buSzPts val="1100"/>
              <a:buFont typeface="Arial"/>
              <a:buNone/>
            </a:pPr>
            <a:r>
              <a:rPr lang="en" sz="1200">
                <a:solidFill>
                  <a:schemeClr val="dk1"/>
                </a:solidFill>
                <a:latin typeface="Lato"/>
                <a:ea typeface="Lato"/>
                <a:cs typeface="Lato"/>
                <a:sym typeface="Lato"/>
              </a:rPr>
              <a:t>👉Share the link to the </a:t>
            </a:r>
            <a:r>
              <a:rPr lang="en" sz="1200" u="sng">
                <a:solidFill>
                  <a:schemeClr val="hlink"/>
                </a:solidFill>
                <a:latin typeface="Lato"/>
                <a:ea typeface="Lato"/>
                <a:cs typeface="Lato"/>
                <a:sym typeface="Lato"/>
                <a:hlinkClick r:id="rId2"/>
              </a:rPr>
              <a:t>activity guide</a:t>
            </a:r>
            <a:r>
              <a:rPr lang="en" sz="1200">
                <a:solidFill>
                  <a:schemeClr val="dk1"/>
                </a:solidFill>
                <a:latin typeface="Lato"/>
                <a:ea typeface="Lato"/>
                <a:cs typeface="Lato"/>
                <a:sym typeface="Lato"/>
              </a:rPr>
              <a:t> in the chat.</a:t>
            </a:r>
            <a:endParaRPr sz="1200">
              <a:solidFill>
                <a:schemeClr val="dk1"/>
              </a:solidFill>
              <a:latin typeface="Lato"/>
              <a:ea typeface="Lato"/>
              <a:cs typeface="Lato"/>
              <a:sym typeface="Lato"/>
            </a:endParaRPr>
          </a:p>
          <a:p>
            <a:pPr indent="-304800" lvl="0" marL="457200" rtl="0" algn="just">
              <a:lnSpc>
                <a:spcPct val="115000"/>
              </a:lnSpc>
              <a:spcBef>
                <a:spcPts val="0"/>
              </a:spcBef>
              <a:spcAft>
                <a:spcPts val="0"/>
              </a:spcAft>
              <a:buClr>
                <a:schemeClr val="dk1"/>
              </a:buClr>
              <a:buSzPts val="1200"/>
              <a:buFont typeface="Lato"/>
              <a:buAutoNum type="arabicPeriod"/>
            </a:pPr>
            <a:r>
              <a:rPr lang="en" sz="1200">
                <a:solidFill>
                  <a:schemeClr val="dk1"/>
                </a:solidFill>
                <a:latin typeface="Lato"/>
                <a:ea typeface="Lato"/>
                <a:cs typeface="Lato"/>
                <a:sym typeface="Lato"/>
              </a:rPr>
              <a:t>Tell students to open their Module 2 build and audit the current architecture. They must identify 3–5 flow gaps, 3 specific friction points (loading/error/empty), and 1 targeted UI element to refine.</a:t>
            </a:r>
            <a:endParaRPr sz="1200">
              <a:solidFill>
                <a:schemeClr val="dk1"/>
              </a:solidFill>
              <a:latin typeface="Lato"/>
              <a:ea typeface="Lato"/>
              <a:cs typeface="Lato"/>
              <a:sym typeface="Lato"/>
            </a:endParaRPr>
          </a:p>
          <a:p>
            <a:pPr indent="-304800" lvl="0" marL="457200" rtl="0" algn="just">
              <a:lnSpc>
                <a:spcPct val="115000"/>
              </a:lnSpc>
              <a:spcBef>
                <a:spcPts val="0"/>
              </a:spcBef>
              <a:spcAft>
                <a:spcPts val="0"/>
              </a:spcAft>
              <a:buClr>
                <a:schemeClr val="dk1"/>
              </a:buClr>
              <a:buSzPts val="1200"/>
              <a:buFont typeface="Lato"/>
              <a:buAutoNum type="arabicPeriod"/>
            </a:pPr>
            <a:r>
              <a:rPr lang="en" sz="1200">
                <a:solidFill>
                  <a:schemeClr val="dk1"/>
                </a:solidFill>
                <a:latin typeface="Lato"/>
                <a:ea typeface="Lato"/>
                <a:cs typeface="Lato"/>
                <a:sym typeface="Lato"/>
              </a:rPr>
              <a:t>Direct students to draft their three-step chain on their own with the help of an LLM (or they can use the </a:t>
            </a:r>
            <a:r>
              <a:rPr lang="en" sz="1200" u="sng">
                <a:solidFill>
                  <a:schemeClr val="hlink"/>
                </a:solidFill>
                <a:latin typeface="Lato"/>
                <a:ea typeface="Lato"/>
                <a:cs typeface="Lato"/>
                <a:sym typeface="Lato"/>
                <a:hlinkClick r:id="rId3"/>
              </a:rPr>
              <a:t>Prompt Chain Planne</a:t>
            </a:r>
            <a:r>
              <a:rPr lang="en" sz="1200" u="sng">
                <a:solidFill>
                  <a:schemeClr val="hlink"/>
                </a:solidFill>
                <a:latin typeface="Lato"/>
                <a:ea typeface="Lato"/>
                <a:cs typeface="Lato"/>
                <a:sym typeface="Lato"/>
                <a:hlinkClick r:id="rId4"/>
              </a:rPr>
              <a:t>r</a:t>
            </a:r>
            <a:r>
              <a:rPr lang="en" sz="1200">
                <a:solidFill>
                  <a:schemeClr val="dk1"/>
                </a:solidFill>
                <a:latin typeface="Lato"/>
                <a:ea typeface="Lato"/>
                <a:cs typeface="Lato"/>
                <a:sym typeface="Lato"/>
              </a:rPr>
              <a:t> if they are stuck). Ensure they are writing out the specific Expand, Behavior, and Refine prompts based on their audit.</a:t>
            </a:r>
            <a:endParaRPr sz="1200">
              <a:solidFill>
                <a:schemeClr val="dk1"/>
              </a:solidFill>
              <a:latin typeface="Lato"/>
              <a:ea typeface="Lato"/>
              <a:cs typeface="Lato"/>
              <a:sym typeface="Lato"/>
            </a:endParaRPr>
          </a:p>
          <a:p>
            <a:pPr indent="-304800" lvl="1" marL="914400" rtl="0" algn="just">
              <a:lnSpc>
                <a:spcPct val="115000"/>
              </a:lnSpc>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Remind students to gather visual anchors for the COT sequence for the first prompt. They should have screenshots or references ready to guide the layout of any additional screens.</a:t>
            </a:r>
            <a:endParaRPr sz="1200">
              <a:solidFill>
                <a:schemeClr val="dk1"/>
              </a:solidFill>
              <a:latin typeface="Lato"/>
              <a:ea typeface="Lato"/>
              <a:cs typeface="Lato"/>
              <a:sym typeface="Lato"/>
            </a:endParaRPr>
          </a:p>
          <a:p>
            <a:pPr indent="-304800" lvl="0" marL="457200" rtl="0" algn="just">
              <a:lnSpc>
                <a:spcPct val="115000"/>
              </a:lnSpc>
              <a:spcBef>
                <a:spcPts val="0"/>
              </a:spcBef>
              <a:spcAft>
                <a:spcPts val="0"/>
              </a:spcAft>
              <a:buClr>
                <a:schemeClr val="dk1"/>
              </a:buClr>
              <a:buSzPts val="1200"/>
              <a:buFont typeface="Lato"/>
              <a:buAutoNum type="arabicPeriod"/>
            </a:pPr>
            <a:r>
              <a:rPr lang="en" sz="1200">
                <a:solidFill>
                  <a:schemeClr val="dk1"/>
                </a:solidFill>
                <a:latin typeface="Lato"/>
                <a:ea typeface="Lato"/>
                <a:cs typeface="Lato"/>
                <a:sym typeface="Lato"/>
              </a:rPr>
              <a:t>Confirm students copy and paste finalized prompts into the corresponding table in their exercise document. Explain that these are required for the upcoming peer review and lab.</a:t>
            </a:r>
            <a:endParaRPr sz="1200">
              <a:solidFill>
                <a:schemeClr val="dk1"/>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t/>
            </a:r>
            <a:endParaRPr sz="1200">
              <a:solidFill>
                <a:schemeClr val="dk1"/>
              </a:solidFill>
              <a:latin typeface="Lato"/>
              <a:ea typeface="Lato"/>
              <a:cs typeface="Lato"/>
              <a:sym typeface="Lato"/>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Lato"/>
                <a:ea typeface="Lato"/>
                <a:cs typeface="Lato"/>
                <a:sym typeface="Lato"/>
              </a:rPr>
              <a:t>➡️</a:t>
            </a:r>
            <a:r>
              <a:rPr b="1" lang="en" sz="1200">
                <a:solidFill>
                  <a:schemeClr val="dk1"/>
                </a:solidFill>
                <a:latin typeface="Lato"/>
                <a:ea typeface="Lato"/>
                <a:cs typeface="Lato"/>
                <a:sym typeface="Lato"/>
              </a:rPr>
              <a:t> Reminder to create Breakout Groups in Zoom</a:t>
            </a:r>
            <a:r>
              <a:rPr lang="en" sz="1200">
                <a:solidFill>
                  <a:schemeClr val="dk1"/>
                </a:solidFill>
                <a:latin typeface="Lato"/>
                <a:ea typeface="Lato"/>
                <a:cs typeface="Lato"/>
                <a:sym typeface="Lato"/>
              </a:rPr>
              <a:t> </a:t>
            </a:r>
            <a:endParaRPr sz="1200">
              <a:solidFill>
                <a:srgbClr val="CC0000"/>
              </a:solidFill>
              <a:latin typeface="Lato"/>
              <a:ea typeface="Lato"/>
              <a:cs typeface="Lato"/>
              <a:sym typeface="Lato"/>
            </a:endParaRPr>
          </a:p>
          <a:p>
            <a:pPr indent="0" lvl="0" marL="0" rtl="0" algn="l">
              <a:spcBef>
                <a:spcPts val="0"/>
              </a:spcBef>
              <a:spcAft>
                <a:spcPts val="0"/>
              </a:spcAft>
              <a:buNone/>
            </a:pPr>
            <a:r>
              <a:t/>
            </a:r>
            <a:endParaRPr sz="1200">
              <a:solidFill>
                <a:schemeClr val="dk1"/>
              </a:solidFill>
              <a:latin typeface="Lato"/>
              <a:ea typeface="Lato"/>
              <a:cs typeface="Lato"/>
              <a:sym typeface="Lato"/>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7" name="Shape 2787"/>
        <p:cNvGrpSpPr/>
        <p:nvPr/>
      </p:nvGrpSpPr>
      <p:grpSpPr>
        <a:xfrm>
          <a:off x="0" y="0"/>
          <a:ext cx="0" cy="0"/>
          <a:chOff x="0" y="0"/>
          <a:chExt cx="0" cy="0"/>
        </a:xfrm>
      </p:grpSpPr>
      <p:sp>
        <p:nvSpPr>
          <p:cNvPr id="2788" name="Google Shape;2788;g3cf5aa6feed_1_1605:notes"/>
          <p:cNvSpPr/>
          <p:nvPr>
            <p:ph idx="2" type="sldImg"/>
          </p:nvPr>
        </p:nvSpPr>
        <p:spPr>
          <a:xfrm>
            <a:off x="686100" y="685800"/>
            <a:ext cx="5486400" cy="3429000"/>
          </a:xfrm>
          <a:custGeom>
            <a:rect b="b" l="l" r="r" t="t"/>
            <a:pathLst>
              <a:path extrusionOk="0" h="120000" w="120000">
                <a:moveTo>
                  <a:pt x="0" y="0"/>
                </a:moveTo>
                <a:lnTo>
                  <a:pt x="120000" y="0"/>
                </a:lnTo>
                <a:lnTo>
                  <a:pt x="120000" y="120000"/>
                </a:lnTo>
                <a:lnTo>
                  <a:pt x="0" y="120000"/>
                </a:lnTo>
                <a:close/>
              </a:path>
            </a:pathLst>
          </a:custGeom>
        </p:spPr>
      </p:sp>
      <p:sp>
        <p:nvSpPr>
          <p:cNvPr id="2789" name="Google Shape;2789;g3cf5aa6feed_1_16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rgbClr val="7F7F7F"/>
                </a:solidFill>
                <a:latin typeface="Poppins SemiBold"/>
                <a:ea typeface="Poppins SemiBold"/>
                <a:cs typeface="Poppins SemiBold"/>
                <a:sym typeface="Poppins SemiBold"/>
              </a:rPr>
              <a:t>Notes</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None/>
            </a:pPr>
            <a:r>
              <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None/>
            </a:pPr>
            <a:r>
              <a:rPr lang="en" sz="1200">
                <a:solidFill>
                  <a:schemeClr val="dk1"/>
                </a:solidFill>
                <a:latin typeface="Lato"/>
                <a:ea typeface="Lato"/>
                <a:cs typeface="Lato"/>
                <a:sym typeface="Lato"/>
              </a:rPr>
              <a:t>💥</a:t>
            </a:r>
            <a:r>
              <a:rPr b="1" lang="en" sz="1200">
                <a:solidFill>
                  <a:schemeClr val="dk1"/>
                </a:solidFill>
                <a:latin typeface="Lato"/>
                <a:ea typeface="Lato"/>
                <a:cs typeface="Lato"/>
                <a:sym typeface="Lato"/>
              </a:rPr>
              <a:t>Activity</a:t>
            </a:r>
            <a:r>
              <a:rPr lang="en" sz="1200">
                <a:solidFill>
                  <a:schemeClr val="dk1"/>
                </a:solidFill>
                <a:latin typeface="Lato"/>
                <a:ea typeface="Lato"/>
                <a:cs typeface="Lato"/>
                <a:sym typeface="Lato"/>
              </a:rPr>
              <a:t>: Breakout Group Exercise</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None/>
            </a:pPr>
            <a:r>
              <a:rPr b="1" lang="en" sz="1200">
                <a:solidFill>
                  <a:schemeClr val="dk1"/>
                </a:solidFill>
                <a:latin typeface="Lato"/>
                <a:ea typeface="Lato"/>
                <a:cs typeface="Lato"/>
                <a:sym typeface="Lato"/>
              </a:rPr>
              <a:t>💬Topic: </a:t>
            </a:r>
            <a:r>
              <a:rPr lang="en" sz="1200">
                <a:solidFill>
                  <a:schemeClr val="dk1"/>
                </a:solidFill>
                <a:latin typeface="Lato"/>
                <a:ea typeface="Lato"/>
                <a:cs typeface="Lato"/>
                <a:sym typeface="Lato"/>
              </a:rPr>
              <a:t>Show and Swap Your Prompt</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None/>
            </a:pPr>
            <a:r>
              <a:rPr b="1" lang="en" sz="1200">
                <a:solidFill>
                  <a:schemeClr val="dk1"/>
                </a:solidFill>
                <a:latin typeface="Lato"/>
                <a:ea typeface="Lato"/>
                <a:cs typeface="Lato"/>
                <a:sym typeface="Lato"/>
              </a:rPr>
              <a:t>⏱️Time: </a:t>
            </a:r>
            <a:r>
              <a:rPr lang="en" sz="1200">
                <a:solidFill>
                  <a:schemeClr val="dk1"/>
                </a:solidFill>
                <a:latin typeface="Lato"/>
                <a:ea typeface="Lato"/>
                <a:cs typeface="Lato"/>
                <a:sym typeface="Lato"/>
              </a:rPr>
              <a:t>10 Minutes</a:t>
            </a:r>
            <a:endParaRPr sz="1200">
              <a:solidFill>
                <a:srgbClr val="CC0000"/>
              </a:solidFill>
              <a:latin typeface="Lato"/>
              <a:ea typeface="Lato"/>
              <a:cs typeface="Lato"/>
              <a:sym typeface="Lato"/>
            </a:endParaRPr>
          </a:p>
          <a:p>
            <a:pPr indent="0" lvl="0" marL="0" rtl="0" algn="l">
              <a:spcBef>
                <a:spcPts val="0"/>
              </a:spcBef>
              <a:spcAft>
                <a:spcPts val="0"/>
              </a:spcAft>
              <a:buNone/>
            </a:pPr>
            <a:r>
              <a:t/>
            </a:r>
            <a:endParaRPr sz="1200">
              <a:solidFill>
                <a:srgbClr val="CC0000"/>
              </a:solidFill>
              <a:latin typeface="Lato"/>
              <a:ea typeface="Lato"/>
              <a:cs typeface="Lato"/>
              <a:sym typeface="Lato"/>
            </a:endParaRPr>
          </a:p>
          <a:p>
            <a:pPr indent="0" lvl="0" marL="0" rtl="0" algn="l">
              <a:spcBef>
                <a:spcPts val="0"/>
              </a:spcBef>
              <a:spcAft>
                <a:spcPts val="0"/>
              </a:spcAft>
              <a:buNone/>
            </a:pPr>
            <a:r>
              <a:rPr b="1" lang="en" sz="1200">
                <a:solidFill>
                  <a:schemeClr val="dk1"/>
                </a:solidFill>
                <a:latin typeface="Lato"/>
                <a:ea typeface="Lato"/>
                <a:cs typeface="Lato"/>
                <a:sym typeface="Lato"/>
              </a:rPr>
              <a:t>Instructions: </a:t>
            </a:r>
            <a:r>
              <a:rPr lang="en" sz="1200">
                <a:solidFill>
                  <a:schemeClr val="dk1"/>
                </a:solidFill>
                <a:latin typeface="Lato"/>
                <a:ea typeface="Lato"/>
                <a:cs typeface="Lato"/>
                <a:sym typeface="Lato"/>
              </a:rPr>
              <a:t>To get students to reflect upon what they’ve built, </a:t>
            </a:r>
            <a:r>
              <a:rPr b="1" lang="en" sz="1200">
                <a:solidFill>
                  <a:schemeClr val="dk1"/>
                </a:solidFill>
                <a:latin typeface="Lato"/>
                <a:ea typeface="Lato"/>
                <a:cs typeface="Lato"/>
                <a:sym typeface="Lato"/>
              </a:rPr>
              <a:t>randomly assign students into breakout rooms in groups of two</a:t>
            </a:r>
            <a:r>
              <a:rPr lang="en" sz="1200">
                <a:solidFill>
                  <a:schemeClr val="dk1"/>
                </a:solidFill>
                <a:latin typeface="Lato"/>
                <a:ea typeface="Lato"/>
                <a:cs typeface="Lato"/>
                <a:sym typeface="Lato"/>
              </a:rPr>
              <a:t>. Instruct the pairs to exchange their three prompt </a:t>
            </a:r>
            <a:r>
              <a:rPr lang="en" sz="1200">
                <a:solidFill>
                  <a:schemeClr val="dk1"/>
                </a:solidFill>
                <a:latin typeface="Lato"/>
                <a:ea typeface="Lato"/>
                <a:cs typeface="Lato"/>
                <a:sym typeface="Lato"/>
              </a:rPr>
              <a:t>chain copy  in the chat immediately. Tell them this is a “logic stress test"—they must determine if their prompt sequence is clear enough for a human to follow without a verbal walkthrough. </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Emphasize that for the first 3 minutes, one partner waits as the other reads. </a:t>
            </a:r>
            <a:r>
              <a:rPr b="1" lang="en" sz="1200">
                <a:solidFill>
                  <a:schemeClr val="dk1"/>
                </a:solidFill>
                <a:latin typeface="Lato"/>
                <a:ea typeface="Lato"/>
                <a:cs typeface="Lato"/>
                <a:sym typeface="Lato"/>
              </a:rPr>
              <a:t>No </a:t>
            </a:r>
            <a:r>
              <a:rPr b="1" lang="en" sz="1200">
                <a:solidFill>
                  <a:schemeClr val="dk1"/>
                </a:solidFill>
                <a:latin typeface="Lato"/>
                <a:ea typeface="Lato"/>
                <a:cs typeface="Lato"/>
                <a:sym typeface="Lato"/>
              </a:rPr>
              <a:t>explaining</a:t>
            </a:r>
            <a:r>
              <a:rPr b="1" lang="en" sz="1200">
                <a:solidFill>
                  <a:schemeClr val="dk1"/>
                </a:solidFill>
                <a:latin typeface="Lato"/>
                <a:ea typeface="Lato"/>
                <a:cs typeface="Lato"/>
                <a:sym typeface="Lato"/>
              </a:rPr>
              <a:t>, no justifying. If a user gets confused, that is the data!. </a:t>
            </a:r>
            <a:endParaRPr b="1" sz="1200">
              <a:solidFill>
                <a:schemeClr val="dk1"/>
              </a:solidFill>
              <a:latin typeface="Lato"/>
              <a:ea typeface="Lato"/>
              <a:cs typeface="Lato"/>
              <a:sym typeface="Lato"/>
            </a:endParaRPr>
          </a:p>
          <a:p>
            <a:pPr indent="-304800" lvl="1" marL="9144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Then, after 3 minutes, the partner reading answers the three questions on the slide/in the guide while the writer takes notes. Then, swap and repeat.</a:t>
            </a:r>
            <a:br>
              <a:rPr lang="en" sz="1200">
                <a:solidFill>
                  <a:schemeClr val="dk1"/>
                </a:solidFill>
                <a:latin typeface="Lato"/>
                <a:ea typeface="Lato"/>
                <a:cs typeface="Lato"/>
                <a:sym typeface="Lato"/>
              </a:rPr>
            </a:br>
            <a:endParaRPr sz="1200">
              <a:solidFill>
                <a:schemeClr val="dk1"/>
              </a:solidFill>
              <a:latin typeface="Lato"/>
              <a:ea typeface="Lato"/>
              <a:cs typeface="Lato"/>
              <a:sym typeface="Lato"/>
            </a:endParaRPr>
          </a:p>
          <a:p>
            <a:pPr indent="0" lvl="0" marL="0" rtl="0" algn="l">
              <a:spcBef>
                <a:spcPts val="0"/>
              </a:spcBef>
              <a:spcAft>
                <a:spcPts val="0"/>
              </a:spcAft>
              <a:buNone/>
            </a:pPr>
            <a:r>
              <a:rPr b="1" lang="en" sz="1200">
                <a:solidFill>
                  <a:schemeClr val="dk1"/>
                </a:solidFill>
                <a:latin typeface="Lato"/>
                <a:ea typeface="Lato"/>
                <a:cs typeface="Lato"/>
                <a:sym typeface="Lato"/>
              </a:rPr>
              <a:t>Questions:</a:t>
            </a:r>
            <a:endParaRPr b="1"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AutoNum type="arabicPeriod"/>
            </a:pPr>
            <a:r>
              <a:rPr b="1" lang="en" sz="1200">
                <a:solidFill>
                  <a:schemeClr val="dk1"/>
                </a:solidFill>
                <a:latin typeface="Lato"/>
                <a:ea typeface="Lato"/>
                <a:cs typeface="Lato"/>
                <a:sym typeface="Lato"/>
              </a:rPr>
              <a:t>Did you notice a sudden jump or any confusion in the screen sequence, and if so, where?</a:t>
            </a:r>
            <a:endParaRPr b="1" sz="1200">
              <a:solidFill>
                <a:schemeClr val="dk1"/>
              </a:solidFill>
              <a:latin typeface="Lato"/>
              <a:ea typeface="Lato"/>
              <a:cs typeface="Lato"/>
              <a:sym typeface="Lato"/>
            </a:endParaRPr>
          </a:p>
          <a:p>
            <a:pPr indent="-304800" lvl="0" marL="9144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E.g., </a:t>
            </a:r>
            <a:r>
              <a:rPr lang="en" sz="1200">
                <a:solidFill>
                  <a:schemeClr val="dk1"/>
                </a:solidFill>
                <a:latin typeface="Lato"/>
                <a:ea typeface="Lato"/>
                <a:cs typeface="Lato"/>
                <a:sym typeface="Lato"/>
              </a:rPr>
              <a:t>Did you understand exactly how the user gets from the first screen to the last, or was there a missing step?</a:t>
            </a:r>
            <a:br>
              <a:rPr lang="en" sz="1200">
                <a:solidFill>
                  <a:schemeClr val="dk1"/>
                </a:solidFill>
                <a:latin typeface="Lato"/>
                <a:ea typeface="Lato"/>
                <a:cs typeface="Lato"/>
                <a:sym typeface="Lato"/>
              </a:rPr>
            </a:b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AutoNum type="arabicPeriod"/>
            </a:pPr>
            <a:r>
              <a:rPr b="1" lang="en" sz="1200">
                <a:solidFill>
                  <a:schemeClr val="dk1"/>
                </a:solidFill>
                <a:latin typeface="Lato"/>
                <a:ea typeface="Lato"/>
                <a:cs typeface="Lato"/>
                <a:sym typeface="Lato"/>
              </a:rPr>
              <a:t>Is there a specific piece of logic for error handling or loading states that might have been missed?</a:t>
            </a:r>
            <a:endParaRPr b="1" sz="1200">
              <a:solidFill>
                <a:schemeClr val="dk1"/>
              </a:solidFill>
              <a:latin typeface="Lato"/>
              <a:ea typeface="Lato"/>
              <a:cs typeface="Lato"/>
              <a:sym typeface="Lato"/>
            </a:endParaRPr>
          </a:p>
          <a:p>
            <a:pPr indent="-304800" lvl="0" marL="9144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E.g., </a:t>
            </a:r>
            <a:r>
              <a:rPr lang="en" sz="1200">
                <a:solidFill>
                  <a:schemeClr val="dk1"/>
                </a:solidFill>
                <a:latin typeface="Lato"/>
                <a:ea typeface="Lato"/>
                <a:cs typeface="Lato"/>
                <a:sym typeface="Lato"/>
              </a:rPr>
              <a:t>What happens if the data fails to load? Is there a "Constraint Grounding" rule for that scenario?</a:t>
            </a:r>
            <a:br>
              <a:rPr lang="en" sz="1200">
                <a:solidFill>
                  <a:schemeClr val="dk1"/>
                </a:solidFill>
                <a:latin typeface="Lato"/>
                <a:ea typeface="Lato"/>
                <a:cs typeface="Lato"/>
                <a:sym typeface="Lato"/>
              </a:rPr>
            </a:b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AutoNum type="arabicPeriod"/>
            </a:pPr>
            <a:r>
              <a:rPr b="1" lang="en" sz="1200">
                <a:solidFill>
                  <a:schemeClr val="dk1"/>
                </a:solidFill>
                <a:latin typeface="Lato"/>
                <a:ea typeface="Lato"/>
                <a:cs typeface="Lato"/>
                <a:sym typeface="Lato"/>
              </a:rPr>
              <a:t>What is the strongest part of this chain that makes it reusable for other projects?</a:t>
            </a:r>
            <a:endParaRPr b="1" sz="1200">
              <a:solidFill>
                <a:schemeClr val="dk1"/>
              </a:solidFill>
              <a:latin typeface="Lato"/>
              <a:ea typeface="Lato"/>
              <a:cs typeface="Lato"/>
              <a:sym typeface="Lato"/>
            </a:endParaRPr>
          </a:p>
          <a:p>
            <a:pPr indent="-304800" lvl="0" marL="9144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E.g., </a:t>
            </a:r>
            <a:r>
              <a:rPr lang="en" sz="1200">
                <a:solidFill>
                  <a:schemeClr val="dk1"/>
                </a:solidFill>
                <a:latin typeface="Lato"/>
                <a:ea typeface="Lato"/>
                <a:cs typeface="Lato"/>
                <a:sym typeface="Lato"/>
              </a:rPr>
              <a:t>Which part of the prompt structure was so clear that it could be used for a completely different app or use case?</a:t>
            </a:r>
            <a:endParaRPr sz="1200">
              <a:solidFill>
                <a:schemeClr val="dk1"/>
              </a:solidFill>
              <a:latin typeface="Lato"/>
              <a:ea typeface="Lato"/>
              <a:cs typeface="Lato"/>
              <a:sym typeface="Lato"/>
            </a:endParaRPr>
          </a:p>
          <a:p>
            <a:pPr indent="0" lvl="0" marL="0" rtl="0" algn="l">
              <a:spcBef>
                <a:spcPts val="0"/>
              </a:spcBef>
              <a:spcAft>
                <a:spcPts val="0"/>
              </a:spcAft>
              <a:buNone/>
            </a:pPr>
            <a:r>
              <a:t/>
            </a:r>
            <a:endParaRPr sz="1200">
              <a:solidFill>
                <a:schemeClr val="dk1"/>
              </a:solidFill>
              <a:latin typeface="Lato"/>
              <a:ea typeface="Lato"/>
              <a:cs typeface="Lato"/>
              <a:sym typeface="Lato"/>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Lato"/>
                <a:ea typeface="Lato"/>
                <a:cs typeface="Lato"/>
                <a:sym typeface="Lato"/>
              </a:rPr>
              <a:t>➡️</a:t>
            </a:r>
            <a:r>
              <a:rPr b="1" lang="en" sz="1200">
                <a:solidFill>
                  <a:schemeClr val="dk1"/>
                </a:solidFill>
                <a:latin typeface="Lato"/>
                <a:ea typeface="Lato"/>
                <a:cs typeface="Lato"/>
                <a:sym typeface="Lato"/>
              </a:rPr>
              <a:t> Reminder to create Breakout Groups in Zoom</a:t>
            </a:r>
            <a:endParaRPr b="1" sz="1200">
              <a:solidFill>
                <a:schemeClr val="dk1"/>
              </a:solidFill>
              <a:latin typeface="Lato"/>
              <a:ea typeface="Lato"/>
              <a:cs typeface="Lato"/>
              <a:sym typeface="Lato"/>
            </a:endParaRPr>
          </a:p>
          <a:p>
            <a:pPr indent="0" lvl="0" marL="0" rtl="0" algn="l">
              <a:spcBef>
                <a:spcPts val="0"/>
              </a:spcBef>
              <a:spcAft>
                <a:spcPts val="0"/>
              </a:spcAft>
              <a:buNone/>
            </a:pPr>
            <a:r>
              <a:t/>
            </a:r>
            <a:endParaRPr sz="1200">
              <a:solidFill>
                <a:schemeClr val="dk1"/>
              </a:solidFill>
              <a:latin typeface="Lato"/>
              <a:ea typeface="Lato"/>
              <a:cs typeface="Lato"/>
              <a:sym typeface="Lato"/>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0" name="Shape 2800"/>
        <p:cNvGrpSpPr/>
        <p:nvPr/>
      </p:nvGrpSpPr>
      <p:grpSpPr>
        <a:xfrm>
          <a:off x="0" y="0"/>
          <a:ext cx="0" cy="0"/>
          <a:chOff x="0" y="0"/>
          <a:chExt cx="0" cy="0"/>
        </a:xfrm>
      </p:grpSpPr>
      <p:sp>
        <p:nvSpPr>
          <p:cNvPr id="2801" name="Google Shape;2801;g3c8f5b7a131_1_431:notes"/>
          <p:cNvSpPr/>
          <p:nvPr>
            <p:ph idx="2" type="sldImg"/>
          </p:nvPr>
        </p:nvSpPr>
        <p:spPr>
          <a:xfrm>
            <a:off x="1371600" y="685800"/>
            <a:ext cx="4114800" cy="3429000"/>
          </a:xfrm>
          <a:custGeom>
            <a:rect b="b" l="l" r="r" t="t"/>
            <a:pathLst>
              <a:path extrusionOk="0" h="120000" w="120000">
                <a:moveTo>
                  <a:pt x="0" y="0"/>
                </a:moveTo>
                <a:lnTo>
                  <a:pt x="120000" y="0"/>
                </a:lnTo>
                <a:lnTo>
                  <a:pt x="120000" y="120000"/>
                </a:lnTo>
                <a:lnTo>
                  <a:pt x="0" y="120000"/>
                </a:lnTo>
                <a:close/>
              </a:path>
            </a:pathLst>
          </a:custGeom>
        </p:spPr>
      </p:sp>
      <p:sp>
        <p:nvSpPr>
          <p:cNvPr id="2802" name="Google Shape;2802;g3c8f5b7a131_1_431: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rgbClr val="7F7F7F"/>
                </a:solidFill>
                <a:latin typeface="Poppins SemiBold"/>
                <a:ea typeface="Poppins SemiBold"/>
                <a:cs typeface="Poppins SemiBold"/>
                <a:sym typeface="Poppins SemiBold"/>
              </a:rPr>
              <a:t>Notes</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None/>
            </a:pPr>
            <a:r>
              <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rPr lang="en" sz="1200">
                <a:solidFill>
                  <a:schemeClr val="dk1"/>
                </a:solidFill>
                <a:latin typeface="Lato"/>
                <a:ea typeface="Lato"/>
                <a:cs typeface="Lato"/>
                <a:sym typeface="Lato"/>
              </a:rPr>
              <a:t>💥</a:t>
            </a:r>
            <a:r>
              <a:rPr b="1" lang="en" sz="1200">
                <a:solidFill>
                  <a:schemeClr val="dk1"/>
                </a:solidFill>
                <a:latin typeface="Lato"/>
                <a:ea typeface="Lato"/>
                <a:cs typeface="Lato"/>
                <a:sym typeface="Lato"/>
              </a:rPr>
              <a:t>Activity</a:t>
            </a:r>
            <a:r>
              <a:rPr lang="en" sz="1200">
                <a:solidFill>
                  <a:schemeClr val="dk1"/>
                </a:solidFill>
                <a:latin typeface="Lato"/>
                <a:ea typeface="Lato"/>
                <a:cs typeface="Lato"/>
                <a:sym typeface="Lato"/>
              </a:rPr>
              <a:t>: Quick Debrief</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Clr>
                <a:schemeClr val="dk1"/>
              </a:buClr>
              <a:buSzPts val="1100"/>
              <a:buFont typeface="Arial"/>
              <a:buNone/>
            </a:pPr>
            <a:r>
              <a:rPr b="1" lang="en" sz="1200">
                <a:solidFill>
                  <a:schemeClr val="dk1"/>
                </a:solidFill>
                <a:latin typeface="Lato"/>
                <a:ea typeface="Lato"/>
                <a:cs typeface="Lato"/>
                <a:sym typeface="Lato"/>
              </a:rPr>
              <a:t>💬Topic: </a:t>
            </a:r>
            <a:r>
              <a:rPr lang="en" sz="1200">
                <a:solidFill>
                  <a:schemeClr val="dk1"/>
                </a:solidFill>
                <a:latin typeface="Lato"/>
                <a:ea typeface="Lato"/>
                <a:cs typeface="Lato"/>
                <a:sym typeface="Lato"/>
              </a:rPr>
              <a:t>Key Learning Statement</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Clr>
                <a:schemeClr val="dk1"/>
              </a:buClr>
              <a:buSzPts val="1100"/>
              <a:buFont typeface="Arial"/>
              <a:buNone/>
            </a:pPr>
            <a:r>
              <a:rPr b="1" lang="en" sz="1200">
                <a:solidFill>
                  <a:schemeClr val="dk1"/>
                </a:solidFill>
                <a:latin typeface="Lato"/>
                <a:ea typeface="Lato"/>
                <a:cs typeface="Lato"/>
                <a:sym typeface="Lato"/>
              </a:rPr>
              <a:t>⏱️Time: </a:t>
            </a:r>
            <a:r>
              <a:rPr lang="en" sz="1200">
                <a:solidFill>
                  <a:schemeClr val="dk1"/>
                </a:solidFill>
                <a:latin typeface="Lato"/>
                <a:ea typeface="Lato"/>
                <a:cs typeface="Lato"/>
                <a:sym typeface="Lato"/>
              </a:rPr>
              <a:t>2 Minutes</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None/>
            </a:pPr>
            <a:r>
              <a:t/>
            </a:r>
            <a:endParaRPr sz="1400">
              <a:solidFill>
                <a:srgbClr val="7F7F7F"/>
              </a:solidFill>
              <a:latin typeface="Poppins SemiBold"/>
              <a:ea typeface="Poppins SemiBold"/>
              <a:cs typeface="Poppins SemiBold"/>
              <a:sym typeface="Poppins SemiBold"/>
            </a:endParaRPr>
          </a:p>
          <a:p>
            <a:pPr indent="0" lvl="0" marL="0" rtl="0" algn="l">
              <a:lnSpc>
                <a:spcPct val="115000"/>
              </a:lnSpc>
              <a:spcBef>
                <a:spcPts val="0"/>
              </a:spcBef>
              <a:spcAft>
                <a:spcPts val="0"/>
              </a:spcAft>
              <a:buNone/>
            </a:pPr>
            <a:r>
              <a:rPr b="1" lang="en" sz="1200">
                <a:latin typeface="Lato"/>
                <a:ea typeface="Lato"/>
                <a:cs typeface="Lato"/>
                <a:sym typeface="Lato"/>
              </a:rPr>
              <a:t>Instructions: </a:t>
            </a:r>
            <a:r>
              <a:rPr lang="en" sz="1200">
                <a:latin typeface="Lato"/>
                <a:ea typeface="Lato"/>
                <a:cs typeface="Lato"/>
                <a:sym typeface="Lato"/>
              </a:rPr>
              <a:t>Ask students to quickly jot down one sentence in your designated Slack cohort that answers the following: “</a:t>
            </a:r>
            <a:r>
              <a:rPr lang="en" sz="1200">
                <a:latin typeface="Lato"/>
                <a:ea typeface="Lato"/>
                <a:cs typeface="Lato"/>
                <a:sym typeface="Lato"/>
              </a:rPr>
              <a:t>What was the biggest logic gap your partner found in your prompt chain that you completely took for granted.</a:t>
            </a:r>
            <a:r>
              <a:rPr lang="en" sz="1200">
                <a:latin typeface="Lato"/>
                <a:ea typeface="Lato"/>
                <a:cs typeface="Lato"/>
                <a:sym typeface="Lato"/>
              </a:rPr>
              <a:t>” As the responses come in, read them aloud and comment on what are some similar key messages and learnings. </a:t>
            </a:r>
            <a:endParaRPr b="1" sz="1200">
              <a:latin typeface="Lato"/>
              <a:ea typeface="Lato"/>
              <a:cs typeface="Lato"/>
              <a:sym typeface="Lato"/>
            </a:endParaRPr>
          </a:p>
          <a:p>
            <a:pPr indent="-304800" lvl="0" marL="457200" rtl="0" algn="l">
              <a:lnSpc>
                <a:spcPct val="115000"/>
              </a:lnSpc>
              <a:spcBef>
                <a:spcPts val="0"/>
              </a:spcBef>
              <a:spcAft>
                <a:spcPts val="0"/>
              </a:spcAft>
              <a:buSzPts val="1200"/>
              <a:buFont typeface="Lato"/>
              <a:buChar char="●"/>
            </a:pPr>
            <a:r>
              <a:rPr lang="en" sz="1200">
                <a:latin typeface="Lato"/>
                <a:ea typeface="Lato"/>
                <a:cs typeface="Lato"/>
                <a:sym typeface="Lato"/>
              </a:rPr>
              <a:t>Focus on the power of logic anchoring. Explain that by having someone cold-read their prompts, they just performed a pre-flight check on their build. They validated their architectural logic before spending a single credit. </a:t>
            </a:r>
            <a:r>
              <a:rPr lang="en" sz="1200">
                <a:latin typeface="Lato"/>
                <a:ea typeface="Lato"/>
                <a:cs typeface="Lato"/>
                <a:sym typeface="Lato"/>
              </a:rPr>
              <a:t>Most developers waste hours to fix hallucinations that could have been prevented with a clear logic chain.</a:t>
            </a:r>
            <a:r>
              <a:rPr b="1" lang="en" sz="1200">
                <a:latin typeface="Lato"/>
                <a:ea typeface="Lato"/>
                <a:cs typeface="Lato"/>
                <a:sym typeface="Lato"/>
              </a:rPr>
              <a:t> They just identified their weakest links in 3 minutes rather than 3 hours of debugging!</a:t>
            </a:r>
            <a:endParaRPr b="1" sz="1200">
              <a:latin typeface="Lato"/>
              <a:ea typeface="Lato"/>
              <a:cs typeface="Lato"/>
              <a:sym typeface="Lato"/>
            </a:endParaRPr>
          </a:p>
          <a:p>
            <a:pPr indent="0" lvl="0" marL="0" rtl="0" algn="l">
              <a:lnSpc>
                <a:spcPct val="115000"/>
              </a:lnSpc>
              <a:spcBef>
                <a:spcPts val="0"/>
              </a:spcBef>
              <a:spcAft>
                <a:spcPts val="0"/>
              </a:spcAft>
              <a:buNone/>
            </a:pPr>
            <a:r>
              <a:t/>
            </a:r>
            <a:endParaRPr b="1">
              <a:latin typeface="Lato"/>
              <a:ea typeface="Lato"/>
              <a:cs typeface="Lato"/>
              <a:sym typeface="Lato"/>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4" name="Shape 2814"/>
        <p:cNvGrpSpPr/>
        <p:nvPr/>
      </p:nvGrpSpPr>
      <p:grpSpPr>
        <a:xfrm>
          <a:off x="0" y="0"/>
          <a:ext cx="0" cy="0"/>
          <a:chOff x="0" y="0"/>
          <a:chExt cx="0" cy="0"/>
        </a:xfrm>
      </p:grpSpPr>
      <p:sp>
        <p:nvSpPr>
          <p:cNvPr id="2815" name="Google Shape;2815;g3c8f5b7a131_0_2952:notes"/>
          <p:cNvSpPr/>
          <p:nvPr>
            <p:ph idx="2" type="sldImg"/>
          </p:nvPr>
        </p:nvSpPr>
        <p:spPr>
          <a:xfrm>
            <a:off x="686100" y="685800"/>
            <a:ext cx="5486400" cy="3429000"/>
          </a:xfrm>
          <a:custGeom>
            <a:rect b="b" l="l" r="r" t="t"/>
            <a:pathLst>
              <a:path extrusionOk="0" h="120000" w="120000">
                <a:moveTo>
                  <a:pt x="0" y="0"/>
                </a:moveTo>
                <a:lnTo>
                  <a:pt x="120000" y="0"/>
                </a:lnTo>
                <a:lnTo>
                  <a:pt x="120000" y="120000"/>
                </a:lnTo>
                <a:lnTo>
                  <a:pt x="0" y="120000"/>
                </a:lnTo>
                <a:close/>
              </a:path>
            </a:pathLst>
          </a:custGeom>
        </p:spPr>
      </p:sp>
      <p:sp>
        <p:nvSpPr>
          <p:cNvPr id="2816" name="Google Shape;2816;g3c8f5b7a131_0_29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b="1" sz="1200">
              <a:solidFill>
                <a:schemeClr val="dk1"/>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br>
              <a:rPr lang="en" sz="1200">
                <a:solidFill>
                  <a:schemeClr val="dk1"/>
                </a:solidFill>
                <a:latin typeface="Lato"/>
                <a:ea typeface="Lato"/>
                <a:cs typeface="Lato"/>
                <a:sym typeface="Lato"/>
              </a:rPr>
            </a:br>
            <a:r>
              <a:rPr lang="en" sz="1200">
                <a:solidFill>
                  <a:schemeClr val="dk1"/>
                </a:solidFill>
                <a:latin typeface="Lato"/>
                <a:ea typeface="Lato"/>
                <a:cs typeface="Lato"/>
                <a:sym typeface="Lato"/>
              </a:rPr>
              <a:t>Time for a 5-minute break—you’ve earned it! ☕</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9" name="Shape 2819"/>
        <p:cNvGrpSpPr/>
        <p:nvPr/>
      </p:nvGrpSpPr>
      <p:grpSpPr>
        <a:xfrm>
          <a:off x="0" y="0"/>
          <a:ext cx="0" cy="0"/>
          <a:chOff x="0" y="0"/>
          <a:chExt cx="0" cy="0"/>
        </a:xfrm>
      </p:grpSpPr>
      <p:sp>
        <p:nvSpPr>
          <p:cNvPr id="2820" name="Google Shape;2820;g3c8f5b7a131_0_2956:notes"/>
          <p:cNvSpPr/>
          <p:nvPr>
            <p:ph idx="2" type="sldImg"/>
          </p:nvPr>
        </p:nvSpPr>
        <p:spPr>
          <a:xfrm>
            <a:off x="686100" y="685800"/>
            <a:ext cx="5486400" cy="3429000"/>
          </a:xfrm>
          <a:custGeom>
            <a:rect b="b" l="l" r="r" t="t"/>
            <a:pathLst>
              <a:path extrusionOk="0" h="120000" w="120000">
                <a:moveTo>
                  <a:pt x="0" y="0"/>
                </a:moveTo>
                <a:lnTo>
                  <a:pt x="120000" y="0"/>
                </a:lnTo>
                <a:lnTo>
                  <a:pt x="120000" y="120000"/>
                </a:lnTo>
                <a:lnTo>
                  <a:pt x="0" y="120000"/>
                </a:lnTo>
                <a:close/>
              </a:path>
            </a:pathLst>
          </a:custGeom>
        </p:spPr>
      </p:sp>
      <p:sp>
        <p:nvSpPr>
          <p:cNvPr id="2821" name="Google Shape;2821;g3c8f5b7a131_0_29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1" name="Shape 2831"/>
        <p:cNvGrpSpPr/>
        <p:nvPr/>
      </p:nvGrpSpPr>
      <p:grpSpPr>
        <a:xfrm>
          <a:off x="0" y="0"/>
          <a:ext cx="0" cy="0"/>
          <a:chOff x="0" y="0"/>
          <a:chExt cx="0" cy="0"/>
        </a:xfrm>
      </p:grpSpPr>
      <p:sp>
        <p:nvSpPr>
          <p:cNvPr id="2832" name="Google Shape;2832;g3c8f5b7a131_0_9425:notes"/>
          <p:cNvSpPr/>
          <p:nvPr>
            <p:ph idx="2" type="sldImg"/>
          </p:nvPr>
        </p:nvSpPr>
        <p:spPr>
          <a:xfrm>
            <a:off x="1371600" y="685800"/>
            <a:ext cx="4114800" cy="3429000"/>
          </a:xfrm>
          <a:custGeom>
            <a:rect b="b" l="l" r="r" t="t"/>
            <a:pathLst>
              <a:path extrusionOk="0" h="120000" w="120000">
                <a:moveTo>
                  <a:pt x="0" y="0"/>
                </a:moveTo>
                <a:lnTo>
                  <a:pt x="120000" y="0"/>
                </a:lnTo>
                <a:lnTo>
                  <a:pt x="120000" y="120000"/>
                </a:lnTo>
                <a:lnTo>
                  <a:pt x="0" y="120000"/>
                </a:lnTo>
                <a:close/>
              </a:path>
            </a:pathLst>
          </a:custGeom>
        </p:spPr>
      </p:sp>
      <p:sp>
        <p:nvSpPr>
          <p:cNvPr id="2833" name="Google Shape;2833;g3c8f5b7a131_0_9425: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rgbClr val="7F7F7F"/>
                </a:solidFill>
                <a:latin typeface="Poppins SemiBold"/>
                <a:ea typeface="Poppins SemiBold"/>
                <a:cs typeface="Poppins SemiBold"/>
                <a:sym typeface="Poppins SemiBold"/>
              </a:rPr>
              <a:t>03. </a:t>
            </a:r>
            <a:r>
              <a:rPr lang="en" sz="1400">
                <a:solidFill>
                  <a:srgbClr val="7F7F7F"/>
                </a:solidFill>
                <a:latin typeface="Poppins SemiBold"/>
                <a:ea typeface="Poppins SemiBold"/>
                <a:cs typeface="Poppins SemiBold"/>
                <a:sym typeface="Poppins SemiBold"/>
              </a:rPr>
              <a:t>Hands-On Lab: </a:t>
            </a:r>
            <a:r>
              <a:rPr lang="en" sz="1400">
                <a:solidFill>
                  <a:srgbClr val="7F7F7F"/>
                </a:solidFill>
                <a:latin typeface="Poppins SemiBold"/>
                <a:ea typeface="Poppins SemiBold"/>
                <a:cs typeface="Poppins SemiBold"/>
                <a:sym typeface="Poppins SemiBold"/>
              </a:rPr>
              <a:t>Execute Your Prompt Chain and Extend Your Build</a:t>
            </a:r>
            <a:endParaRPr sz="1400">
              <a:solidFill>
                <a:srgbClr val="7F7F7F"/>
              </a:solidFill>
              <a:latin typeface="Poppins SemiBold"/>
              <a:ea typeface="Poppins SemiBold"/>
              <a:cs typeface="Poppins SemiBold"/>
              <a:sym typeface="Poppins SemiBo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7" name="Shape 2837"/>
        <p:cNvGrpSpPr/>
        <p:nvPr/>
      </p:nvGrpSpPr>
      <p:grpSpPr>
        <a:xfrm>
          <a:off x="0" y="0"/>
          <a:ext cx="0" cy="0"/>
          <a:chOff x="0" y="0"/>
          <a:chExt cx="0" cy="0"/>
        </a:xfrm>
      </p:grpSpPr>
      <p:sp>
        <p:nvSpPr>
          <p:cNvPr id="2838" name="Google Shape;2838;g3c8f5b7a131_0_9430:notes"/>
          <p:cNvSpPr/>
          <p:nvPr>
            <p:ph idx="2" type="sldImg"/>
          </p:nvPr>
        </p:nvSpPr>
        <p:spPr>
          <a:xfrm>
            <a:off x="1371600" y="685800"/>
            <a:ext cx="4114800" cy="3429000"/>
          </a:xfrm>
          <a:custGeom>
            <a:rect b="b" l="l" r="r" t="t"/>
            <a:pathLst>
              <a:path extrusionOk="0" h="120000" w="120000">
                <a:moveTo>
                  <a:pt x="0" y="0"/>
                </a:moveTo>
                <a:lnTo>
                  <a:pt x="120000" y="0"/>
                </a:lnTo>
                <a:lnTo>
                  <a:pt x="120000" y="120000"/>
                </a:lnTo>
                <a:lnTo>
                  <a:pt x="0" y="120000"/>
                </a:lnTo>
                <a:close/>
              </a:path>
            </a:pathLst>
          </a:custGeom>
        </p:spPr>
      </p:sp>
      <p:sp>
        <p:nvSpPr>
          <p:cNvPr id="2839" name="Google Shape;2839;g3c8f5b7a131_0_9430: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rgbClr val="7F7F7F"/>
                </a:solidFill>
                <a:latin typeface="Poppins SemiBold"/>
                <a:ea typeface="Poppins SemiBold"/>
                <a:cs typeface="Poppins SemiBold"/>
                <a:sym typeface="Poppins SemiBold"/>
              </a:rPr>
              <a:t>Notes</a:t>
            </a:r>
            <a:endParaRPr b="1">
              <a:solidFill>
                <a:schemeClr val="dk1"/>
              </a:solidFill>
            </a:endParaRPr>
          </a:p>
          <a:p>
            <a:pPr indent="0" lvl="0" marL="0" rtl="0" algn="l">
              <a:spcBef>
                <a:spcPts val="0"/>
              </a:spcBef>
              <a:spcAft>
                <a:spcPts val="0"/>
              </a:spcAft>
              <a:buNone/>
            </a:pPr>
            <a:r>
              <a:t/>
            </a:r>
            <a:endParaRPr sz="1200">
              <a:solidFill>
                <a:schemeClr val="dk1"/>
              </a:solidFill>
              <a:latin typeface="Lato"/>
              <a:ea typeface="Lato"/>
              <a:cs typeface="Lato"/>
              <a:sym typeface="Lato"/>
            </a:endParaRPr>
          </a:p>
          <a:p>
            <a:pPr indent="0" lvl="0" marL="0" rtl="0" algn="l">
              <a:spcBef>
                <a:spcPts val="0"/>
              </a:spcBef>
              <a:spcAft>
                <a:spcPts val="0"/>
              </a:spcAft>
              <a:buNone/>
            </a:pPr>
            <a:r>
              <a:rPr lang="en" sz="1200">
                <a:solidFill>
                  <a:schemeClr val="dk1"/>
                </a:solidFill>
                <a:latin typeface="Lato"/>
                <a:ea typeface="Lato"/>
                <a:cs typeface="Lato"/>
                <a:sym typeface="Lato"/>
              </a:rPr>
              <a:t>💥</a:t>
            </a:r>
            <a:r>
              <a:rPr b="1" lang="en" sz="1200">
                <a:solidFill>
                  <a:schemeClr val="dk1"/>
                </a:solidFill>
                <a:latin typeface="Lato"/>
                <a:ea typeface="Lato"/>
                <a:cs typeface="Lato"/>
                <a:sym typeface="Lato"/>
              </a:rPr>
              <a:t>Activity</a:t>
            </a:r>
            <a:r>
              <a:rPr lang="en" sz="1200">
                <a:solidFill>
                  <a:schemeClr val="dk1"/>
                </a:solidFill>
                <a:latin typeface="Lato"/>
                <a:ea typeface="Lato"/>
                <a:cs typeface="Lato"/>
                <a:sym typeface="Lato"/>
              </a:rPr>
              <a:t>: Individual Exercise</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None/>
            </a:pPr>
            <a:r>
              <a:rPr b="1" lang="en" sz="1200">
                <a:solidFill>
                  <a:schemeClr val="dk1"/>
                </a:solidFill>
                <a:latin typeface="Lato"/>
                <a:ea typeface="Lato"/>
                <a:cs typeface="Lato"/>
                <a:sym typeface="Lato"/>
              </a:rPr>
              <a:t>✏️Task: </a:t>
            </a:r>
            <a:r>
              <a:rPr lang="en" sz="1200">
                <a:solidFill>
                  <a:schemeClr val="dk1"/>
                </a:solidFill>
                <a:latin typeface="Lato"/>
                <a:ea typeface="Lato"/>
                <a:cs typeface="Lato"/>
                <a:sym typeface="Lato"/>
              </a:rPr>
              <a:t>Execute Your Prompt Chain and Extend Your Build</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None/>
            </a:pPr>
            <a:r>
              <a:rPr b="1" lang="en" sz="1200">
                <a:solidFill>
                  <a:schemeClr val="dk1"/>
                </a:solidFill>
                <a:latin typeface="Lato"/>
                <a:ea typeface="Lato"/>
                <a:cs typeface="Lato"/>
                <a:sym typeface="Lato"/>
              </a:rPr>
              <a:t>⏱️Time: </a:t>
            </a:r>
            <a:r>
              <a:rPr lang="en" sz="1200">
                <a:solidFill>
                  <a:schemeClr val="dk1"/>
                </a:solidFill>
                <a:latin typeface="Lato"/>
                <a:ea typeface="Lato"/>
                <a:cs typeface="Lato"/>
                <a:sym typeface="Lato"/>
              </a:rPr>
              <a:t>3</a:t>
            </a:r>
            <a:r>
              <a:rPr lang="en" sz="1200">
                <a:solidFill>
                  <a:schemeClr val="dk1"/>
                </a:solidFill>
                <a:latin typeface="Lato"/>
                <a:ea typeface="Lato"/>
                <a:cs typeface="Lato"/>
                <a:sym typeface="Lato"/>
              </a:rPr>
              <a:t>0 Minutes</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None/>
            </a:pPr>
            <a:r>
              <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None/>
            </a:pPr>
            <a:r>
              <a:rPr b="1" lang="en" sz="1200">
                <a:solidFill>
                  <a:srgbClr val="CC0000"/>
                </a:solidFill>
                <a:latin typeface="Lato"/>
                <a:ea typeface="Lato"/>
                <a:cs typeface="Lato"/>
                <a:sym typeface="Lato"/>
              </a:rPr>
              <a:t>📌 Note for Instructors: </a:t>
            </a:r>
            <a:r>
              <a:rPr b="1" lang="en" sz="1200">
                <a:solidFill>
                  <a:srgbClr val="CC0000"/>
                </a:solidFill>
                <a:latin typeface="Lato"/>
                <a:ea typeface="Lato"/>
                <a:cs typeface="Lato"/>
                <a:sym typeface="Lato"/>
              </a:rPr>
              <a:t>This is about production volume and velocity. The goal is for students to realize that with a precision chain, they can build more in 30 minutes than most teams build in a month. Encourage them to push past the "minimum" and see how much functional depth they can actually reach. The goal isn't just to "finish the three prompts," but to use that chain as a launchpad for a production-ready system.</a:t>
            </a:r>
            <a:endParaRPr b="1" sz="1200">
              <a:solidFill>
                <a:srgbClr val="CC0000"/>
              </a:solidFill>
              <a:latin typeface="Lato"/>
              <a:ea typeface="Lato"/>
              <a:cs typeface="Lato"/>
              <a:sym typeface="Lato"/>
            </a:endParaRPr>
          </a:p>
          <a:p>
            <a:pPr indent="-304800" lvl="0" marL="457200" rtl="0" algn="just">
              <a:lnSpc>
                <a:spcPct val="115000"/>
              </a:lnSpc>
              <a:spcBef>
                <a:spcPts val="0"/>
              </a:spcBef>
              <a:spcAft>
                <a:spcPts val="0"/>
              </a:spcAft>
              <a:buClr>
                <a:srgbClr val="CC0000"/>
              </a:buClr>
              <a:buSzPts val="1200"/>
              <a:buFont typeface="Lato"/>
              <a:buChar char="●"/>
            </a:pPr>
            <a:r>
              <a:rPr b="1" lang="en" sz="1200">
                <a:solidFill>
                  <a:srgbClr val="CC0000"/>
                </a:solidFill>
                <a:latin typeface="Lato"/>
                <a:ea typeface="Lato"/>
                <a:cs typeface="Lato"/>
                <a:sym typeface="Lato"/>
              </a:rPr>
              <a:t>While students are working independently, create breakout rooms to simulate a "coworking" environment where they can build in the presence of others, network, and support each other.</a:t>
            </a:r>
            <a:endParaRPr b="1" sz="1200">
              <a:solidFill>
                <a:srgbClr val="CC0000"/>
              </a:solidFill>
              <a:latin typeface="Lato"/>
              <a:ea typeface="Lato"/>
              <a:cs typeface="Lato"/>
              <a:sym typeface="Lato"/>
            </a:endParaRPr>
          </a:p>
          <a:p>
            <a:pPr indent="-304800" lvl="0" marL="457200" rtl="0" algn="just">
              <a:lnSpc>
                <a:spcPct val="115000"/>
              </a:lnSpc>
              <a:spcBef>
                <a:spcPts val="0"/>
              </a:spcBef>
              <a:spcAft>
                <a:spcPts val="0"/>
              </a:spcAft>
              <a:buClr>
                <a:srgbClr val="CC0000"/>
              </a:buClr>
              <a:buSzPts val="1200"/>
              <a:buFont typeface="Lato"/>
              <a:buChar char="●"/>
            </a:pPr>
            <a:r>
              <a:rPr lang="en" sz="1200">
                <a:solidFill>
                  <a:srgbClr val="CC0000"/>
                </a:solidFill>
                <a:latin typeface="Lato"/>
                <a:ea typeface="Lato"/>
                <a:cs typeface="Lato"/>
                <a:sym typeface="Lato"/>
              </a:rPr>
              <a:t>CRITICAL: Remind students that they should not settle for one new screen; they should be pushing to complete the entire multi-state journey.</a:t>
            </a:r>
            <a:endParaRPr sz="1200">
              <a:solidFill>
                <a:srgbClr val="CC0000"/>
              </a:solidFill>
              <a:latin typeface="Lato"/>
              <a:ea typeface="Lato"/>
              <a:cs typeface="Lato"/>
              <a:sym typeface="Lato"/>
            </a:endParaRPr>
          </a:p>
          <a:p>
            <a:pPr indent="0" lvl="0" marL="0" rtl="0" algn="just">
              <a:lnSpc>
                <a:spcPct val="115000"/>
              </a:lnSpc>
              <a:spcBef>
                <a:spcPts val="0"/>
              </a:spcBef>
              <a:spcAft>
                <a:spcPts val="0"/>
              </a:spcAft>
              <a:buClr>
                <a:schemeClr val="dk1"/>
              </a:buClr>
              <a:buSzPts val="1100"/>
              <a:buFont typeface="Arial"/>
              <a:buNone/>
            </a:pPr>
            <a:br>
              <a:rPr lang="en" sz="1200">
                <a:solidFill>
                  <a:srgbClr val="CC0000"/>
                </a:solidFill>
                <a:latin typeface="Lato"/>
                <a:ea typeface="Lato"/>
                <a:cs typeface="Lato"/>
                <a:sym typeface="Lato"/>
              </a:rPr>
            </a:br>
            <a:r>
              <a:rPr lang="en" sz="1200">
                <a:solidFill>
                  <a:srgbClr val="CC0000"/>
                </a:solidFill>
                <a:latin typeface="Lato"/>
                <a:ea typeface="Lato"/>
                <a:cs typeface="Lato"/>
                <a:sym typeface="Lato"/>
              </a:rPr>
              <a:t>Key things to watch out for: </a:t>
            </a:r>
            <a:endParaRPr sz="1200">
              <a:solidFill>
                <a:srgbClr val="CC0000"/>
              </a:solidFill>
              <a:latin typeface="Lato"/>
              <a:ea typeface="Lato"/>
              <a:cs typeface="Lato"/>
              <a:sym typeface="Lato"/>
            </a:endParaRPr>
          </a:p>
          <a:p>
            <a:pPr indent="-304800" lvl="0" marL="457200" rtl="0" algn="just">
              <a:lnSpc>
                <a:spcPct val="115000"/>
              </a:lnSpc>
              <a:spcBef>
                <a:spcPts val="0"/>
              </a:spcBef>
              <a:spcAft>
                <a:spcPts val="0"/>
              </a:spcAft>
              <a:buClr>
                <a:srgbClr val="CC0000"/>
              </a:buClr>
              <a:buSzPts val="1200"/>
              <a:buFont typeface="Lato"/>
              <a:buAutoNum type="arabicPeriod"/>
            </a:pPr>
            <a:r>
              <a:rPr lang="en" sz="1200">
                <a:solidFill>
                  <a:srgbClr val="CC0000"/>
                </a:solidFill>
                <a:latin typeface="Lato"/>
                <a:ea typeface="Lato"/>
                <a:cs typeface="Lato"/>
                <a:sym typeface="Lato"/>
              </a:rPr>
              <a:t>Monitor for students who treat the three prompts as a "to-do list" and stop once they hit Prompt 3. Push them to restart the cycle: </a:t>
            </a:r>
            <a:r>
              <a:rPr i="1" lang="en" sz="1200">
                <a:solidFill>
                  <a:srgbClr val="CC0000"/>
                </a:solidFill>
                <a:latin typeface="Lato"/>
                <a:ea typeface="Lato"/>
                <a:cs typeface="Lato"/>
                <a:sym typeface="Lato"/>
              </a:rPr>
              <a:t>"Now that the logic is there, what’s the next feature to Expand? What’s the next Behavior to ground?"</a:t>
            </a:r>
            <a:endParaRPr sz="1200">
              <a:solidFill>
                <a:srgbClr val="CC0000"/>
              </a:solidFill>
              <a:latin typeface="Lato"/>
              <a:ea typeface="Lato"/>
              <a:cs typeface="Lato"/>
              <a:sym typeface="Lato"/>
            </a:endParaRPr>
          </a:p>
          <a:p>
            <a:pPr indent="-304800" lvl="0" marL="457200" rtl="0" algn="just">
              <a:lnSpc>
                <a:spcPct val="115000"/>
              </a:lnSpc>
              <a:spcBef>
                <a:spcPts val="0"/>
              </a:spcBef>
              <a:spcAft>
                <a:spcPts val="0"/>
              </a:spcAft>
              <a:buClr>
                <a:srgbClr val="CC0000"/>
              </a:buClr>
              <a:buSzPts val="1200"/>
              <a:buFont typeface="Lato"/>
              <a:buAutoNum type="arabicPeriod"/>
            </a:pPr>
            <a:r>
              <a:rPr lang="en" sz="1200">
                <a:solidFill>
                  <a:srgbClr val="CC0000"/>
                </a:solidFill>
                <a:latin typeface="Lato"/>
                <a:ea typeface="Lato"/>
                <a:cs typeface="Lato"/>
                <a:sym typeface="Lato"/>
              </a:rPr>
              <a:t>Ensure they are actually using the</a:t>
            </a:r>
            <a:r>
              <a:rPr b="1" lang="en" sz="1200">
                <a:solidFill>
                  <a:srgbClr val="CC0000"/>
                </a:solidFill>
                <a:latin typeface="Lato"/>
                <a:ea typeface="Lato"/>
                <a:cs typeface="Lato"/>
                <a:sym typeface="Lato"/>
              </a:rPr>
              <a:t> Do-Document-Fix loop.</a:t>
            </a:r>
            <a:r>
              <a:rPr lang="en" sz="1200">
                <a:solidFill>
                  <a:srgbClr val="CC0000"/>
                </a:solidFill>
                <a:latin typeface="Lato"/>
                <a:ea typeface="Lato"/>
                <a:cs typeface="Lato"/>
                <a:sym typeface="Lato"/>
              </a:rPr>
              <a:t> If they skip the documentation, they won't have the "receipts" needed for their </a:t>
            </a:r>
            <a:r>
              <a:rPr lang="en" sz="1200">
                <a:solidFill>
                  <a:srgbClr val="CC0000"/>
                </a:solidFill>
                <a:latin typeface="Lato"/>
                <a:ea typeface="Lato"/>
                <a:cs typeface="Lato"/>
                <a:sym typeface="Lato"/>
              </a:rPr>
              <a:t>prompt</a:t>
            </a:r>
            <a:r>
              <a:rPr lang="en" sz="1200">
                <a:solidFill>
                  <a:srgbClr val="CC0000"/>
                </a:solidFill>
                <a:latin typeface="Lato"/>
                <a:ea typeface="Lato"/>
                <a:cs typeface="Lato"/>
                <a:sym typeface="Lato"/>
              </a:rPr>
              <a:t> library.</a:t>
            </a:r>
            <a:endParaRPr sz="1200">
              <a:solidFill>
                <a:srgbClr val="CC0000"/>
              </a:solidFill>
              <a:latin typeface="Lato"/>
              <a:ea typeface="Lato"/>
              <a:cs typeface="Lato"/>
              <a:sym typeface="Lato"/>
            </a:endParaRPr>
          </a:p>
          <a:p>
            <a:pPr indent="0" lvl="0" marL="0" rtl="0" algn="just">
              <a:lnSpc>
                <a:spcPct val="115000"/>
              </a:lnSpc>
              <a:spcBef>
                <a:spcPts val="0"/>
              </a:spcBef>
              <a:spcAft>
                <a:spcPts val="0"/>
              </a:spcAft>
              <a:buNone/>
            </a:pPr>
            <a:r>
              <a:t/>
            </a:r>
            <a:endParaRPr b="1" sz="1200">
              <a:solidFill>
                <a:schemeClr val="dk1"/>
              </a:solidFill>
              <a:latin typeface="Lato"/>
              <a:ea typeface="Lato"/>
              <a:cs typeface="Lato"/>
              <a:sym typeface="Lato"/>
            </a:endParaRPr>
          </a:p>
          <a:p>
            <a:pPr indent="0" lvl="0" marL="0" rtl="0" algn="just">
              <a:lnSpc>
                <a:spcPct val="115000"/>
              </a:lnSpc>
              <a:spcBef>
                <a:spcPts val="0"/>
              </a:spcBef>
              <a:spcAft>
                <a:spcPts val="0"/>
              </a:spcAft>
              <a:buNone/>
            </a:pPr>
            <a:r>
              <a:rPr b="1" lang="en" sz="1200">
                <a:solidFill>
                  <a:schemeClr val="dk1"/>
                </a:solidFill>
                <a:latin typeface="Lato"/>
                <a:ea typeface="Lato"/>
                <a:cs typeface="Lato"/>
                <a:sym typeface="Lato"/>
              </a:rPr>
              <a:t>Scenario:</a:t>
            </a:r>
            <a:r>
              <a:rPr lang="en" sz="1200">
                <a:solidFill>
                  <a:schemeClr val="dk1"/>
                </a:solidFill>
                <a:latin typeface="Lato"/>
                <a:ea typeface="Lato"/>
                <a:cs typeface="Lato"/>
                <a:sym typeface="Lato"/>
              </a:rPr>
              <a:t> </a:t>
            </a:r>
            <a:r>
              <a:rPr lang="en" sz="1200">
                <a:solidFill>
                  <a:schemeClr val="dk1"/>
                </a:solidFill>
                <a:latin typeface="Lato"/>
                <a:ea typeface="Lato"/>
                <a:cs typeface="Lato"/>
                <a:sym typeface="Lato"/>
              </a:rPr>
              <a:t>In this hands-on lab, students will deploy their three-step chain and prove they can handle complex state management and multi-screen flows at high speed. Success is a prototype that feels like a finished product, supported by a documented logic chain..</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None/>
            </a:pPr>
            <a:r>
              <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None/>
            </a:pPr>
            <a:r>
              <a:rPr b="1" lang="en" sz="1200">
                <a:solidFill>
                  <a:schemeClr val="dk1"/>
                </a:solidFill>
                <a:latin typeface="Lato"/>
                <a:ea typeface="Lato"/>
                <a:cs typeface="Lato"/>
                <a:sym typeface="Lato"/>
              </a:rPr>
              <a:t>IMPORTANT: </a:t>
            </a:r>
            <a:r>
              <a:rPr lang="en" sz="1200">
                <a:solidFill>
                  <a:schemeClr val="dk1"/>
                </a:solidFill>
                <a:latin typeface="Lato"/>
                <a:ea typeface="Lato"/>
                <a:cs typeface="Lato"/>
                <a:sym typeface="Lato"/>
              </a:rPr>
              <a:t>👉Remind students to return to their exercise guide from earlier and move to the Hands-On Lab section.</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None/>
            </a:pPr>
            <a:r>
              <a:rPr b="1" lang="en" sz="1200">
                <a:solidFill>
                  <a:schemeClr val="dk1"/>
                </a:solidFill>
                <a:latin typeface="Lato"/>
                <a:ea typeface="Lato"/>
                <a:cs typeface="Lato"/>
                <a:sym typeface="Lato"/>
              </a:rPr>
              <a:t>Instructions:</a:t>
            </a:r>
            <a:endParaRPr b="1" sz="1200">
              <a:solidFill>
                <a:schemeClr val="dk1"/>
              </a:solidFill>
              <a:latin typeface="Lato"/>
              <a:ea typeface="Lato"/>
              <a:cs typeface="Lato"/>
              <a:sym typeface="Lato"/>
            </a:endParaRPr>
          </a:p>
          <a:p>
            <a:pPr indent="-304800" lvl="0" marL="457200" rtl="0" algn="just">
              <a:lnSpc>
                <a:spcPct val="115000"/>
              </a:lnSpc>
              <a:spcBef>
                <a:spcPts val="0"/>
              </a:spcBef>
              <a:spcAft>
                <a:spcPts val="0"/>
              </a:spcAft>
              <a:buClr>
                <a:schemeClr val="dk1"/>
              </a:buClr>
              <a:buSzPts val="1200"/>
              <a:buFont typeface="Lato"/>
              <a:buAutoNum type="arabicPeriod"/>
            </a:pPr>
            <a:r>
              <a:rPr lang="en" sz="1200">
                <a:solidFill>
                  <a:schemeClr val="dk1"/>
                </a:solidFill>
                <a:latin typeface="Lato"/>
                <a:ea typeface="Lato"/>
                <a:cs typeface="Lato"/>
                <a:sym typeface="Lato"/>
              </a:rPr>
              <a:t>Instruct students to open </a:t>
            </a:r>
            <a:r>
              <a:rPr lang="en" sz="1200" u="sng">
                <a:solidFill>
                  <a:schemeClr val="hlink"/>
                </a:solidFill>
                <a:latin typeface="Lato"/>
                <a:ea typeface="Lato"/>
                <a:cs typeface="Lato"/>
                <a:sym typeface="Lato"/>
                <a:hlinkClick r:id="rId2"/>
              </a:rPr>
              <a:t>Lovable</a:t>
            </a:r>
            <a:r>
              <a:rPr lang="en" sz="1200">
                <a:solidFill>
                  <a:schemeClr val="dk1"/>
                </a:solidFill>
                <a:latin typeface="Lato"/>
                <a:ea typeface="Lato"/>
                <a:cs typeface="Lato"/>
                <a:sym typeface="Lato"/>
              </a:rPr>
              <a:t> and set a hard timer for 30 minutes.</a:t>
            </a:r>
            <a:endParaRPr sz="1200">
              <a:solidFill>
                <a:schemeClr val="dk1"/>
              </a:solidFill>
              <a:latin typeface="Lato"/>
              <a:ea typeface="Lato"/>
              <a:cs typeface="Lato"/>
              <a:sym typeface="Lato"/>
            </a:endParaRPr>
          </a:p>
          <a:p>
            <a:pPr indent="-304800" lvl="0" marL="457200" rtl="0" algn="just">
              <a:lnSpc>
                <a:spcPct val="115000"/>
              </a:lnSpc>
              <a:spcBef>
                <a:spcPts val="0"/>
              </a:spcBef>
              <a:spcAft>
                <a:spcPts val="0"/>
              </a:spcAft>
              <a:buClr>
                <a:schemeClr val="dk1"/>
              </a:buClr>
              <a:buSzPts val="1200"/>
              <a:buFont typeface="Lato"/>
              <a:buAutoNum type="arabicPeriod"/>
            </a:pPr>
            <a:r>
              <a:rPr lang="en" sz="1200">
                <a:solidFill>
                  <a:schemeClr val="dk1"/>
                </a:solidFill>
                <a:latin typeface="Lato"/>
                <a:ea typeface="Lato"/>
                <a:cs typeface="Lato"/>
                <a:sym typeface="Lato"/>
              </a:rPr>
              <a:t>Remind them of the sequence for each of the three prompts:</a:t>
            </a:r>
            <a:endParaRPr sz="1200">
              <a:solidFill>
                <a:schemeClr val="dk1"/>
              </a:solidFill>
              <a:latin typeface="Lato"/>
              <a:ea typeface="Lato"/>
              <a:cs typeface="Lato"/>
              <a:sym typeface="Lato"/>
            </a:endParaRPr>
          </a:p>
          <a:p>
            <a:pPr indent="-304800" lvl="0" marL="914400" rtl="0" algn="just">
              <a:lnSpc>
                <a:spcPct val="115000"/>
              </a:lnSpc>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Execute: Paste your drafted prompt.</a:t>
            </a:r>
            <a:endParaRPr sz="1200">
              <a:solidFill>
                <a:schemeClr val="dk1"/>
              </a:solidFill>
              <a:latin typeface="Lato"/>
              <a:ea typeface="Lato"/>
              <a:cs typeface="Lato"/>
              <a:sym typeface="Lato"/>
            </a:endParaRPr>
          </a:p>
          <a:p>
            <a:pPr indent="-304800" lvl="1" marL="1371600" rtl="0" algn="just">
              <a:lnSpc>
                <a:spcPct val="115000"/>
              </a:lnSpc>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Document: Record the output in your Planner.</a:t>
            </a:r>
            <a:endParaRPr sz="1200">
              <a:solidFill>
                <a:schemeClr val="dk1"/>
              </a:solidFill>
              <a:latin typeface="Lato"/>
              <a:ea typeface="Lato"/>
              <a:cs typeface="Lato"/>
              <a:sym typeface="Lato"/>
            </a:endParaRPr>
          </a:p>
          <a:p>
            <a:pPr indent="-304800" lvl="1" marL="1371600" rtl="0" algn="just">
              <a:lnSpc>
                <a:spcPct val="115000"/>
              </a:lnSpc>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Fix: Ensure the result is stable and navigation works.</a:t>
            </a:r>
            <a:endParaRPr sz="1200">
              <a:solidFill>
                <a:schemeClr val="dk1"/>
              </a:solidFill>
              <a:latin typeface="Lato"/>
              <a:ea typeface="Lato"/>
              <a:cs typeface="Lato"/>
              <a:sym typeface="Lato"/>
            </a:endParaRPr>
          </a:p>
          <a:p>
            <a:pPr indent="-304800" lvl="0" marL="914400" rtl="0" algn="just">
              <a:lnSpc>
                <a:spcPct val="115000"/>
              </a:lnSpc>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Move On: Only move to the next prompt in the chain once the previous one is "anchored."</a:t>
            </a:r>
            <a:endParaRPr sz="1200">
              <a:solidFill>
                <a:schemeClr val="dk1"/>
              </a:solidFill>
              <a:latin typeface="Lato"/>
              <a:ea typeface="Lato"/>
              <a:cs typeface="Lato"/>
              <a:sym typeface="Lato"/>
            </a:endParaRPr>
          </a:p>
          <a:p>
            <a:pPr indent="-304800" lvl="0" marL="914400" rtl="0" algn="just">
              <a:lnSpc>
                <a:spcPct val="115000"/>
              </a:lnSpc>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Remind them that Prompt 3 (Refine) is their scalpel. Use it to tighten the UI so the final product looks like a finished app, not a rough draft.</a:t>
            </a:r>
            <a:endParaRPr sz="1200">
              <a:solidFill>
                <a:schemeClr val="dk1"/>
              </a:solidFill>
              <a:latin typeface="Lato"/>
              <a:ea typeface="Lato"/>
              <a:cs typeface="Lato"/>
              <a:sym typeface="Lato"/>
            </a:endParaRPr>
          </a:p>
          <a:p>
            <a:pPr indent="-304800" lvl="0" marL="457200" rtl="0" algn="just">
              <a:lnSpc>
                <a:spcPct val="115000"/>
              </a:lnSpc>
              <a:spcBef>
                <a:spcPts val="0"/>
              </a:spcBef>
              <a:spcAft>
                <a:spcPts val="0"/>
              </a:spcAft>
              <a:buClr>
                <a:schemeClr val="dk1"/>
              </a:buClr>
              <a:buSzPts val="1200"/>
              <a:buFont typeface="Lato"/>
              <a:buAutoNum type="arabicPeriod"/>
            </a:pPr>
            <a:r>
              <a:rPr lang="en" sz="1200">
                <a:solidFill>
                  <a:schemeClr val="dk1"/>
                </a:solidFill>
                <a:latin typeface="Lato"/>
                <a:ea typeface="Lato"/>
                <a:cs typeface="Lato"/>
                <a:sym typeface="Lato"/>
              </a:rPr>
              <a:t>If they finish the initial 3-prompt cycle, tell them to start again. Find the next "Flow Gap" and run a second chain to add even more depth.</a:t>
            </a:r>
            <a:endParaRPr sz="1200">
              <a:solidFill>
                <a:schemeClr val="dk1"/>
              </a:solidFill>
              <a:latin typeface="Lato"/>
              <a:ea typeface="Lato"/>
              <a:cs typeface="Lato"/>
              <a:sym typeface="Lato"/>
            </a:endParaRPr>
          </a:p>
          <a:p>
            <a:pPr indent="-304800" lvl="0" marL="457200" rtl="0" algn="just">
              <a:lnSpc>
                <a:spcPct val="115000"/>
              </a:lnSpc>
              <a:spcBef>
                <a:spcPts val="0"/>
              </a:spcBef>
              <a:spcAft>
                <a:spcPts val="0"/>
              </a:spcAft>
              <a:buClr>
                <a:schemeClr val="dk1"/>
              </a:buClr>
              <a:buSzPts val="1200"/>
              <a:buFont typeface="Lato"/>
              <a:buAutoNum type="arabicPeriod"/>
            </a:pPr>
            <a:r>
              <a:rPr lang="en" sz="1200">
                <a:solidFill>
                  <a:schemeClr val="dk1"/>
                </a:solidFill>
                <a:latin typeface="Lato"/>
                <a:ea typeface="Lato"/>
                <a:cs typeface="Lato"/>
                <a:sym typeface="Lato"/>
              </a:rPr>
              <a:t>Pop into breakout groups periodically to see how things are going.</a:t>
            </a:r>
            <a:br>
              <a:rPr lang="en" sz="1200">
                <a:solidFill>
                  <a:schemeClr val="dk1"/>
                </a:solidFill>
                <a:latin typeface="Lato"/>
                <a:ea typeface="Lato"/>
                <a:cs typeface="Lato"/>
                <a:sym typeface="Lato"/>
              </a:rPr>
            </a:br>
            <a:endParaRPr sz="1200">
              <a:solidFill>
                <a:schemeClr val="dk1"/>
              </a:solidFill>
              <a:latin typeface="Lato"/>
              <a:ea typeface="Lato"/>
              <a:cs typeface="Lato"/>
              <a:sym typeface="Lato"/>
            </a:endParaRPr>
          </a:p>
          <a:p>
            <a:pPr indent="0" lvl="0" marL="0" rtl="0" algn="l">
              <a:lnSpc>
                <a:spcPct val="115000"/>
              </a:lnSpc>
              <a:spcBef>
                <a:spcPts val="0"/>
              </a:spcBef>
              <a:spcAft>
                <a:spcPts val="0"/>
              </a:spcAft>
              <a:buNone/>
            </a:pPr>
            <a:r>
              <a:rPr lang="en" sz="1200">
                <a:solidFill>
                  <a:schemeClr val="dk1"/>
                </a:solidFill>
                <a:latin typeface="Lato"/>
                <a:ea typeface="Lato"/>
                <a:cs typeface="Lato"/>
                <a:sym typeface="Lato"/>
              </a:rPr>
              <a:t>➡️</a:t>
            </a:r>
            <a:r>
              <a:rPr b="1" lang="en" sz="1200">
                <a:solidFill>
                  <a:schemeClr val="dk1"/>
                </a:solidFill>
                <a:latin typeface="Lato"/>
                <a:ea typeface="Lato"/>
                <a:cs typeface="Lato"/>
                <a:sym typeface="Lato"/>
              </a:rPr>
              <a:t> Reminder to create Breakout Groups in Zoom</a:t>
            </a:r>
            <a:endParaRPr b="1" sz="1200">
              <a:solidFill>
                <a:schemeClr val="dk1"/>
              </a:solidFill>
              <a:latin typeface="Lato"/>
              <a:ea typeface="Lato"/>
              <a:cs typeface="Lato"/>
              <a:sym typeface="Lato"/>
            </a:endParaRPr>
          </a:p>
          <a:p>
            <a:pPr indent="0" lvl="0" marL="0" rtl="0" algn="just">
              <a:lnSpc>
                <a:spcPct val="115000"/>
              </a:lnSpc>
              <a:spcBef>
                <a:spcPts val="0"/>
              </a:spcBef>
              <a:spcAft>
                <a:spcPts val="0"/>
              </a:spcAft>
              <a:buNone/>
            </a:pPr>
            <a:r>
              <a:t/>
            </a:r>
            <a:endParaRPr sz="1200">
              <a:solidFill>
                <a:schemeClr val="dk1"/>
              </a:solidFill>
              <a:latin typeface="Lato"/>
              <a:ea typeface="Lato"/>
              <a:cs typeface="Lato"/>
              <a:sym typeface="Lato"/>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1" name="Shape 2851"/>
        <p:cNvGrpSpPr/>
        <p:nvPr/>
      </p:nvGrpSpPr>
      <p:grpSpPr>
        <a:xfrm>
          <a:off x="0" y="0"/>
          <a:ext cx="0" cy="0"/>
          <a:chOff x="0" y="0"/>
          <a:chExt cx="0" cy="0"/>
        </a:xfrm>
      </p:grpSpPr>
      <p:sp>
        <p:nvSpPr>
          <p:cNvPr id="2852" name="Google Shape;2852;g3c96a825e4a_7_682:notes"/>
          <p:cNvSpPr/>
          <p:nvPr>
            <p:ph idx="2" type="sldImg"/>
          </p:nvPr>
        </p:nvSpPr>
        <p:spPr>
          <a:xfrm>
            <a:off x="1371600" y="685800"/>
            <a:ext cx="4114800" cy="3429000"/>
          </a:xfrm>
          <a:custGeom>
            <a:rect b="b" l="l" r="r" t="t"/>
            <a:pathLst>
              <a:path extrusionOk="0" h="120000" w="120000">
                <a:moveTo>
                  <a:pt x="0" y="0"/>
                </a:moveTo>
                <a:lnTo>
                  <a:pt x="120000" y="0"/>
                </a:lnTo>
                <a:lnTo>
                  <a:pt x="120000" y="120000"/>
                </a:lnTo>
                <a:lnTo>
                  <a:pt x="0" y="120000"/>
                </a:lnTo>
                <a:close/>
              </a:path>
            </a:pathLst>
          </a:custGeom>
        </p:spPr>
      </p:sp>
      <p:sp>
        <p:nvSpPr>
          <p:cNvPr id="2853" name="Google Shape;2853;g3c96a825e4a_7_682: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rgbClr val="7F7F7F"/>
                </a:solidFill>
                <a:latin typeface="Poppins SemiBold"/>
                <a:ea typeface="Poppins SemiBold"/>
                <a:cs typeface="Poppins SemiBold"/>
                <a:sym typeface="Poppins SemiBold"/>
              </a:rPr>
              <a:t>Notes</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None/>
            </a:pPr>
            <a:r>
              <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rPr lang="en" sz="1200">
                <a:solidFill>
                  <a:schemeClr val="dk1"/>
                </a:solidFill>
                <a:latin typeface="Lato"/>
                <a:ea typeface="Lato"/>
                <a:cs typeface="Lato"/>
                <a:sym typeface="Lato"/>
              </a:rPr>
              <a:t>💥</a:t>
            </a:r>
            <a:r>
              <a:rPr b="1" lang="en" sz="1200">
                <a:solidFill>
                  <a:schemeClr val="dk1"/>
                </a:solidFill>
                <a:latin typeface="Lato"/>
                <a:ea typeface="Lato"/>
                <a:cs typeface="Lato"/>
                <a:sym typeface="Lato"/>
              </a:rPr>
              <a:t>Activity</a:t>
            </a:r>
            <a:r>
              <a:rPr lang="en" sz="1200">
                <a:solidFill>
                  <a:schemeClr val="dk1"/>
                </a:solidFill>
                <a:latin typeface="Lato"/>
                <a:ea typeface="Lato"/>
                <a:cs typeface="Lato"/>
                <a:sym typeface="Lato"/>
              </a:rPr>
              <a:t>: Quick Debrief</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Clr>
                <a:schemeClr val="dk1"/>
              </a:buClr>
              <a:buSzPts val="1100"/>
              <a:buFont typeface="Arial"/>
              <a:buNone/>
            </a:pPr>
            <a:r>
              <a:rPr b="1" lang="en" sz="1200">
                <a:solidFill>
                  <a:schemeClr val="dk1"/>
                </a:solidFill>
                <a:latin typeface="Lato"/>
                <a:ea typeface="Lato"/>
                <a:cs typeface="Lato"/>
                <a:sym typeface="Lato"/>
              </a:rPr>
              <a:t>💬Topic: </a:t>
            </a:r>
            <a:r>
              <a:rPr lang="en" sz="1200">
                <a:solidFill>
                  <a:schemeClr val="dk1"/>
                </a:solidFill>
                <a:latin typeface="Lato"/>
                <a:ea typeface="Lato"/>
                <a:cs typeface="Lato"/>
                <a:sym typeface="Lato"/>
              </a:rPr>
              <a:t>Accountability</a:t>
            </a:r>
            <a:r>
              <a:rPr lang="en" sz="1200">
                <a:solidFill>
                  <a:schemeClr val="dk1"/>
                </a:solidFill>
                <a:latin typeface="Lato"/>
                <a:ea typeface="Lato"/>
                <a:cs typeface="Lato"/>
                <a:sym typeface="Lato"/>
              </a:rPr>
              <a:t> Statement</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Clr>
                <a:schemeClr val="dk1"/>
              </a:buClr>
              <a:buSzPts val="1100"/>
              <a:buFont typeface="Arial"/>
              <a:buNone/>
            </a:pPr>
            <a:r>
              <a:rPr b="1" lang="en" sz="1200">
                <a:solidFill>
                  <a:schemeClr val="dk1"/>
                </a:solidFill>
                <a:latin typeface="Lato"/>
                <a:ea typeface="Lato"/>
                <a:cs typeface="Lato"/>
                <a:sym typeface="Lato"/>
              </a:rPr>
              <a:t>⏱️Time: </a:t>
            </a:r>
            <a:r>
              <a:rPr lang="en" sz="1200">
                <a:solidFill>
                  <a:schemeClr val="dk1"/>
                </a:solidFill>
                <a:latin typeface="Lato"/>
                <a:ea typeface="Lato"/>
                <a:cs typeface="Lato"/>
                <a:sym typeface="Lato"/>
              </a:rPr>
              <a:t>2 Minutes</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None/>
            </a:pPr>
            <a:r>
              <a:t/>
            </a:r>
            <a:endParaRPr sz="1400">
              <a:solidFill>
                <a:srgbClr val="7F7F7F"/>
              </a:solidFill>
              <a:latin typeface="Poppins SemiBold"/>
              <a:ea typeface="Poppins SemiBold"/>
              <a:cs typeface="Poppins SemiBold"/>
              <a:sym typeface="Poppins SemiBold"/>
            </a:endParaRPr>
          </a:p>
          <a:p>
            <a:pPr indent="0" lvl="0" marL="0" rtl="0" algn="l">
              <a:lnSpc>
                <a:spcPct val="115000"/>
              </a:lnSpc>
              <a:spcBef>
                <a:spcPts val="0"/>
              </a:spcBef>
              <a:spcAft>
                <a:spcPts val="0"/>
              </a:spcAft>
              <a:buNone/>
            </a:pPr>
            <a:r>
              <a:rPr b="1" lang="en" sz="1200">
                <a:latin typeface="Lato"/>
                <a:ea typeface="Lato"/>
                <a:cs typeface="Lato"/>
                <a:sym typeface="Lato"/>
              </a:rPr>
              <a:t>Instructions: </a:t>
            </a:r>
            <a:r>
              <a:rPr lang="en" sz="1200">
                <a:latin typeface="Lato"/>
                <a:ea typeface="Lato"/>
                <a:cs typeface="Lato"/>
                <a:sym typeface="Lato"/>
              </a:rPr>
              <a:t>Ask students to post their one-sentence learning in the Slack channel by answering “What is one thing they learned about their product idea that they didn’t know 60 minutes ago?” Once they've posted, have them read through the channel and reply to at least two of their peers' sentences.</a:t>
            </a:r>
            <a:r>
              <a:rPr lang="en" sz="1200">
                <a:latin typeface="Lato"/>
                <a:ea typeface="Lato"/>
                <a:cs typeface="Lato"/>
                <a:sym typeface="Lato"/>
              </a:rPr>
              <a:t> As the responses come in, read them aloud and comment on what are some similar key messages and learnings. </a:t>
            </a:r>
            <a:endParaRPr sz="1200">
              <a:latin typeface="Lato"/>
              <a:ea typeface="Lato"/>
              <a:cs typeface="Lato"/>
              <a:sym typeface="Lato"/>
            </a:endParaRPr>
          </a:p>
          <a:p>
            <a:pPr indent="-304800" lvl="0" marL="457200" rtl="0" algn="l">
              <a:lnSpc>
                <a:spcPct val="115000"/>
              </a:lnSpc>
              <a:spcBef>
                <a:spcPts val="0"/>
              </a:spcBef>
              <a:spcAft>
                <a:spcPts val="0"/>
              </a:spcAft>
              <a:buSzPts val="1200"/>
              <a:buFont typeface="Lato"/>
              <a:buChar char="●"/>
            </a:pPr>
            <a:r>
              <a:rPr lang="en" sz="1200">
                <a:latin typeface="Lato"/>
                <a:ea typeface="Lato"/>
                <a:cs typeface="Lato"/>
                <a:sym typeface="Lato"/>
              </a:rPr>
              <a:t>Stress that this isn't about "liking" a post; it's about acknowledging the insights others found.</a:t>
            </a:r>
            <a:endParaRPr sz="1200">
              <a:latin typeface="Lato"/>
              <a:ea typeface="Lato"/>
              <a:cs typeface="Lato"/>
              <a:sym typeface="Lato"/>
            </a:endParaRPr>
          </a:p>
          <a:p>
            <a:pPr indent="0" lvl="0" marL="0" rtl="0" algn="l">
              <a:lnSpc>
                <a:spcPct val="115000"/>
              </a:lnSpc>
              <a:spcBef>
                <a:spcPts val="0"/>
              </a:spcBef>
              <a:spcAft>
                <a:spcPts val="0"/>
              </a:spcAft>
              <a:buNone/>
            </a:pPr>
            <a:r>
              <a:t/>
            </a:r>
            <a:endParaRPr b="1">
              <a:latin typeface="Lato"/>
              <a:ea typeface="Lato"/>
              <a:cs typeface="Lato"/>
              <a:sym typeface="Lato"/>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5" name="Shape 2865"/>
        <p:cNvGrpSpPr/>
        <p:nvPr/>
      </p:nvGrpSpPr>
      <p:grpSpPr>
        <a:xfrm>
          <a:off x="0" y="0"/>
          <a:ext cx="0" cy="0"/>
          <a:chOff x="0" y="0"/>
          <a:chExt cx="0" cy="0"/>
        </a:xfrm>
      </p:grpSpPr>
      <p:sp>
        <p:nvSpPr>
          <p:cNvPr id="2866" name="Google Shape;2866;g3cf5aa6feed_1_1347:notes"/>
          <p:cNvSpPr/>
          <p:nvPr>
            <p:ph idx="2" type="sldImg"/>
          </p:nvPr>
        </p:nvSpPr>
        <p:spPr>
          <a:xfrm>
            <a:off x="686100" y="685800"/>
            <a:ext cx="5486400" cy="3429000"/>
          </a:xfrm>
          <a:custGeom>
            <a:rect b="b" l="l" r="r" t="t"/>
            <a:pathLst>
              <a:path extrusionOk="0" h="120000" w="120000">
                <a:moveTo>
                  <a:pt x="0" y="0"/>
                </a:moveTo>
                <a:lnTo>
                  <a:pt x="120000" y="0"/>
                </a:lnTo>
                <a:lnTo>
                  <a:pt x="120000" y="120000"/>
                </a:lnTo>
                <a:lnTo>
                  <a:pt x="0" y="120000"/>
                </a:lnTo>
                <a:close/>
              </a:path>
            </a:pathLst>
          </a:custGeom>
        </p:spPr>
      </p:sp>
      <p:sp>
        <p:nvSpPr>
          <p:cNvPr id="2867" name="Google Shape;2867;g3cf5aa6feed_1_13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rPr lang="en" sz="1200">
                <a:solidFill>
                  <a:schemeClr val="dk1"/>
                </a:solidFill>
                <a:latin typeface="Lato"/>
                <a:ea typeface="Lato"/>
                <a:cs typeface="Lato"/>
                <a:sym typeface="Lato"/>
              </a:rPr>
              <a:t>When you are in the middle of a build, it is tempting to think that the next prompt will be the one that finally fixes it. But throwing more prompts at a broken chain doesn't solve the problem. In fact, it compounds the error. As a Senior PM, you need to recognize that if you’re 5+ prompts deep on the same issue, the problem isn't the tool; it’s your framing. You need to stop rage prompting and move into a diagnostic mindset. When your chain goes off-rails, follow this sequence to regain control of your build:</a:t>
            </a:r>
            <a:endParaRPr sz="1200">
              <a:solidFill>
                <a:schemeClr val="dk1"/>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Poppins SemiBold"/>
              <a:buAutoNum type="arabicPeriod"/>
            </a:pPr>
            <a:r>
              <a:rPr b="1" lang="en" sz="1200">
                <a:solidFill>
                  <a:schemeClr val="dk1"/>
                </a:solidFill>
                <a:latin typeface="Lato"/>
                <a:ea typeface="Lato"/>
                <a:cs typeface="Lato"/>
                <a:sym typeface="Lato"/>
              </a:rPr>
              <a:t>Read the Chain: </a:t>
            </a:r>
            <a:r>
              <a:rPr lang="en" sz="1200">
                <a:solidFill>
                  <a:schemeClr val="dk1"/>
                </a:solidFill>
                <a:latin typeface="Lato"/>
                <a:ea typeface="Lato"/>
                <a:cs typeface="Lato"/>
                <a:sym typeface="Lato"/>
              </a:rPr>
              <a:t>Go back and look at the actual text of your previous three prompts. Often, you’ll find that you gave the AI a "Never" rule in Prompt 1 that is now directly contradicting what you're asking for in Prompt 3.</a:t>
            </a:r>
            <a:endParaRPr sz="1200">
              <a:solidFill>
                <a:schemeClr val="dk1"/>
              </a:solidFill>
              <a:latin typeface="Lato"/>
              <a:ea typeface="Lato"/>
              <a:cs typeface="Lato"/>
              <a:sym typeface="Lato"/>
            </a:endParaRPr>
          </a:p>
          <a:p>
            <a:pPr indent="-304800" lvl="0" marL="457200" rtl="0" algn="l">
              <a:spcBef>
                <a:spcPts val="1000"/>
              </a:spcBef>
              <a:spcAft>
                <a:spcPts val="0"/>
              </a:spcAft>
              <a:buClr>
                <a:schemeClr val="dk1"/>
              </a:buClr>
              <a:buSzPts val="1200"/>
              <a:buFont typeface="Poppins SemiBold"/>
              <a:buAutoNum type="arabicPeriod"/>
            </a:pPr>
            <a:r>
              <a:rPr b="1" lang="en" sz="1200">
                <a:solidFill>
                  <a:schemeClr val="dk1"/>
                </a:solidFill>
                <a:latin typeface="Lato"/>
                <a:ea typeface="Lato"/>
                <a:cs typeface="Lato"/>
                <a:sym typeface="Lato"/>
              </a:rPr>
              <a:t>Compare the Output:</a:t>
            </a:r>
            <a:r>
              <a:rPr lang="en" sz="1200">
                <a:solidFill>
                  <a:schemeClr val="dk1"/>
                </a:solidFill>
                <a:latin typeface="Lato"/>
                <a:ea typeface="Lato"/>
                <a:cs typeface="Lato"/>
                <a:sym typeface="Lato"/>
              </a:rPr>
              <a:t> Look at the delta between what you asked for and what was produced. Is the AI failing because it doesn't understand the Logic, or because the Context is too cluttered?</a:t>
            </a:r>
            <a:endParaRPr sz="1200">
              <a:solidFill>
                <a:schemeClr val="dk1"/>
              </a:solidFill>
              <a:latin typeface="Lato"/>
              <a:ea typeface="Lato"/>
              <a:cs typeface="Lato"/>
              <a:sym typeface="Lato"/>
            </a:endParaRPr>
          </a:p>
          <a:p>
            <a:pPr indent="-304800" lvl="0" marL="457200" rtl="0" algn="l">
              <a:spcBef>
                <a:spcPts val="1000"/>
              </a:spcBef>
              <a:spcAft>
                <a:spcPts val="0"/>
              </a:spcAft>
              <a:buClr>
                <a:schemeClr val="dk1"/>
              </a:buClr>
              <a:buSzPts val="1200"/>
              <a:buFont typeface="Poppins SemiBold"/>
              <a:buAutoNum type="arabicPeriod"/>
            </a:pPr>
            <a:r>
              <a:rPr b="1" lang="en" sz="1200">
                <a:solidFill>
                  <a:schemeClr val="dk1"/>
                </a:solidFill>
                <a:latin typeface="Lato"/>
                <a:ea typeface="Lato"/>
                <a:cs typeface="Lato"/>
                <a:sym typeface="Lato"/>
              </a:rPr>
              <a:t>Diagnose:</a:t>
            </a:r>
            <a:r>
              <a:rPr lang="en" sz="1200">
                <a:solidFill>
                  <a:schemeClr val="dk1"/>
                </a:solidFill>
                <a:latin typeface="Lato"/>
                <a:ea typeface="Lato"/>
                <a:cs typeface="Lato"/>
                <a:sym typeface="Lato"/>
              </a:rPr>
              <a:t> Identify the specific point of failure. Did the AI ignore a constraint? Did it lose the thread of the design system? Isolate the one variable that is causing the drift.</a:t>
            </a:r>
            <a:endParaRPr sz="1200">
              <a:solidFill>
                <a:schemeClr val="dk1"/>
              </a:solidFill>
              <a:latin typeface="Lato"/>
              <a:ea typeface="Lato"/>
              <a:cs typeface="Lato"/>
              <a:sym typeface="Lato"/>
            </a:endParaRPr>
          </a:p>
          <a:p>
            <a:pPr indent="-304800" lvl="0" marL="457200" rtl="0" algn="l">
              <a:spcBef>
                <a:spcPts val="1000"/>
              </a:spcBef>
              <a:spcAft>
                <a:spcPts val="0"/>
              </a:spcAft>
              <a:buClr>
                <a:schemeClr val="dk1"/>
              </a:buClr>
              <a:buSzPts val="1200"/>
              <a:buFont typeface="Poppins SemiBold"/>
              <a:buAutoNum type="arabicPeriod"/>
            </a:pPr>
            <a:r>
              <a:rPr b="1" lang="en" sz="1200">
                <a:solidFill>
                  <a:schemeClr val="dk1"/>
                </a:solidFill>
                <a:latin typeface="Lato"/>
                <a:ea typeface="Lato"/>
                <a:cs typeface="Lato"/>
                <a:sym typeface="Lato"/>
              </a:rPr>
              <a:t>Fix It:</a:t>
            </a:r>
            <a:r>
              <a:rPr lang="en" sz="1200">
                <a:solidFill>
                  <a:schemeClr val="dk1"/>
                </a:solidFill>
                <a:latin typeface="Lato"/>
                <a:ea typeface="Lato"/>
                <a:cs typeface="Lato"/>
                <a:sym typeface="Lato"/>
              </a:rPr>
              <a:t> Once you’ve diagnosed the root cause, don't just keep going. Revert to the last stable state and re-prompt with a cleaner, more targeted instruction that addresses the specific framing error you identified.</a:t>
            </a:r>
            <a:endParaRPr sz="1200">
              <a:solidFill>
                <a:schemeClr val="dk1"/>
              </a:solidFill>
              <a:latin typeface="Lato"/>
              <a:ea typeface="Lato"/>
              <a:cs typeface="Lato"/>
              <a:sym typeface="Lato"/>
            </a:endParaRPr>
          </a:p>
          <a:p>
            <a:pPr indent="0" lvl="0" marL="0" rtl="0" algn="l">
              <a:spcBef>
                <a:spcPts val="1000"/>
              </a:spcBef>
              <a:spcAft>
                <a:spcPts val="0"/>
              </a:spcAft>
              <a:buClr>
                <a:schemeClr val="dk1"/>
              </a:buClr>
              <a:buSzPts val="1100"/>
              <a:buFont typeface="Arial"/>
              <a:buNone/>
            </a:pPr>
            <a:r>
              <a:rPr lang="en" sz="1200">
                <a:solidFill>
                  <a:schemeClr val="dk1"/>
                </a:solidFill>
                <a:latin typeface="Lato"/>
                <a:ea typeface="Lato"/>
                <a:cs typeface="Lato"/>
                <a:sym typeface="Lato"/>
              </a:rPr>
              <a:t>The goal of this “break It" mindset is to realize that </a:t>
            </a:r>
            <a:r>
              <a:rPr b="1" lang="en" sz="1200">
                <a:solidFill>
                  <a:schemeClr val="dk1"/>
                </a:solidFill>
                <a:latin typeface="Lato"/>
                <a:ea typeface="Lato"/>
                <a:cs typeface="Lato"/>
                <a:sym typeface="Lato"/>
              </a:rPr>
              <a:t>diagnostic time is not lost time</a:t>
            </a:r>
            <a:r>
              <a:rPr lang="en" sz="1200">
                <a:solidFill>
                  <a:schemeClr val="dk1"/>
                </a:solidFill>
                <a:latin typeface="Lato"/>
                <a:ea typeface="Lato"/>
                <a:cs typeface="Lato"/>
                <a:sym typeface="Lato"/>
              </a:rPr>
              <a:t>. It is the only way to prevent a total build collapse. When you diagnose the framing before you re-prompt, you ensure your chain remains a precision tool rather than a pile of conflicting instructions.</a:t>
            </a:r>
            <a:endParaRPr sz="1200">
              <a:solidFill>
                <a:schemeClr val="dk1"/>
              </a:solidFill>
              <a:latin typeface="Lato"/>
              <a:ea typeface="Lato"/>
              <a:cs typeface="Lato"/>
              <a:sym typeface="Lato"/>
            </a:endParaRPr>
          </a:p>
          <a:p>
            <a:pPr indent="0" lvl="0" marL="0" rtl="0" algn="l">
              <a:spcBef>
                <a:spcPts val="0"/>
              </a:spcBef>
              <a:spcAft>
                <a:spcPts val="0"/>
              </a:spcAft>
              <a:buNone/>
            </a:pPr>
            <a:r>
              <a:t/>
            </a:r>
            <a:endParaRPr sz="1200">
              <a:solidFill>
                <a:schemeClr val="dk1"/>
              </a:solidFill>
              <a:latin typeface="Lato"/>
              <a:ea typeface="Lato"/>
              <a:cs typeface="Lato"/>
              <a:sym typeface="Lato"/>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1" name="Shape 2891"/>
        <p:cNvGrpSpPr/>
        <p:nvPr/>
      </p:nvGrpSpPr>
      <p:grpSpPr>
        <a:xfrm>
          <a:off x="0" y="0"/>
          <a:ext cx="0" cy="0"/>
          <a:chOff x="0" y="0"/>
          <a:chExt cx="0" cy="0"/>
        </a:xfrm>
      </p:grpSpPr>
      <p:sp>
        <p:nvSpPr>
          <p:cNvPr id="2892" name="Google Shape;2892;g3ce17d8fd53_0_2040:notes"/>
          <p:cNvSpPr/>
          <p:nvPr>
            <p:ph idx="2" type="sldImg"/>
          </p:nvPr>
        </p:nvSpPr>
        <p:spPr>
          <a:xfrm>
            <a:off x="686100" y="685800"/>
            <a:ext cx="5486400" cy="3429000"/>
          </a:xfrm>
          <a:custGeom>
            <a:rect b="b" l="l" r="r" t="t"/>
            <a:pathLst>
              <a:path extrusionOk="0" h="120000" w="120000">
                <a:moveTo>
                  <a:pt x="0" y="0"/>
                </a:moveTo>
                <a:lnTo>
                  <a:pt x="120000" y="0"/>
                </a:lnTo>
                <a:lnTo>
                  <a:pt x="120000" y="120000"/>
                </a:lnTo>
                <a:lnTo>
                  <a:pt x="0" y="120000"/>
                </a:lnTo>
                <a:close/>
              </a:path>
            </a:pathLst>
          </a:custGeom>
        </p:spPr>
      </p:sp>
      <p:sp>
        <p:nvSpPr>
          <p:cNvPr id="2893" name="Google Shape;2893;g3ce17d8fd53_0_20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a:solidFill>
                <a:srgbClr val="103869"/>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t/>
            </a:r>
            <a:endParaRPr sz="1200">
              <a:solidFill>
                <a:schemeClr val="dk1"/>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rPr lang="en" sz="1200">
                <a:solidFill>
                  <a:schemeClr val="dk1"/>
                </a:solidFill>
                <a:latin typeface="Lato"/>
                <a:ea typeface="Lato"/>
                <a:cs typeface="Lato"/>
                <a:sym typeface="Lato"/>
              </a:rPr>
              <a:t>So where so you store </a:t>
            </a:r>
            <a:r>
              <a:rPr lang="en" sz="1200">
                <a:solidFill>
                  <a:schemeClr val="dk1"/>
                </a:solidFill>
                <a:latin typeface="Lato"/>
                <a:ea typeface="Lato"/>
                <a:cs typeface="Lato"/>
                <a:sym typeface="Lato"/>
              </a:rPr>
              <a:t>your work from your prompt chain? In a Living Prompt Pack. Think of it as a 'Skill File' you’ve built yourself that makes your product logic portable.</a:t>
            </a:r>
            <a:endParaRPr sz="1200">
              <a:solidFill>
                <a:schemeClr val="dk1"/>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AutoNum type="arabicPeriod"/>
            </a:pPr>
            <a:r>
              <a:rPr b="1" lang="en" sz="1200">
                <a:solidFill>
                  <a:schemeClr val="dk1"/>
                </a:solidFill>
                <a:latin typeface="Lato"/>
                <a:ea typeface="Lato"/>
                <a:cs typeface="Lato"/>
                <a:sym typeface="Lato"/>
              </a:rPr>
              <a:t>The Anatomy (The DNA): This pack encodes your product's DNA into a Markdown asset. It’s built on four pillars:</a:t>
            </a:r>
            <a:endParaRPr b="1" sz="1200">
              <a:solidFill>
                <a:schemeClr val="dk1"/>
              </a:solidFill>
              <a:latin typeface="Lato"/>
              <a:ea typeface="Lato"/>
              <a:cs typeface="Lato"/>
              <a:sym typeface="Lato"/>
            </a:endParaRPr>
          </a:p>
          <a:p>
            <a:pPr indent="-304800" lvl="0" marL="914400" rtl="0" algn="l">
              <a:spcBef>
                <a:spcPts val="0"/>
              </a:spcBef>
              <a:spcAft>
                <a:spcPts val="0"/>
              </a:spcAft>
              <a:buClr>
                <a:schemeClr val="dk1"/>
              </a:buClr>
              <a:buSzPts val="1200"/>
              <a:buFont typeface="Lato"/>
              <a:buChar char="●"/>
            </a:pPr>
            <a:r>
              <a:rPr b="1" lang="en" sz="1200">
                <a:solidFill>
                  <a:schemeClr val="dk1"/>
                </a:solidFill>
                <a:latin typeface="Lato"/>
                <a:ea typeface="Lato"/>
                <a:cs typeface="Lato"/>
                <a:sym typeface="Lato"/>
              </a:rPr>
              <a:t>Product Context: </a:t>
            </a:r>
            <a:r>
              <a:rPr lang="en" sz="1200">
                <a:solidFill>
                  <a:schemeClr val="dk1"/>
                </a:solidFill>
                <a:latin typeface="Lato"/>
                <a:ea typeface="Lato"/>
                <a:cs typeface="Lato"/>
                <a:sym typeface="Lato"/>
              </a:rPr>
              <a:t>This is your source of truth. Instead of re-explaining your product every time you open a new tab, you paste this block to instantly align the AI on your mission, user personas, and core value prop.</a:t>
            </a:r>
            <a:endParaRPr sz="1200">
              <a:solidFill>
                <a:schemeClr val="dk1"/>
              </a:solidFill>
              <a:latin typeface="Lato"/>
              <a:ea typeface="Lato"/>
              <a:cs typeface="Lato"/>
              <a:sym typeface="Lato"/>
            </a:endParaRPr>
          </a:p>
          <a:p>
            <a:pPr indent="-304800" lvl="0" marL="914400" rtl="0" algn="l">
              <a:spcBef>
                <a:spcPts val="0"/>
              </a:spcBef>
              <a:spcAft>
                <a:spcPts val="0"/>
              </a:spcAft>
              <a:buClr>
                <a:schemeClr val="dk1"/>
              </a:buClr>
              <a:buSzPts val="1200"/>
              <a:buFont typeface="Lato"/>
              <a:buChar char="●"/>
            </a:pPr>
            <a:r>
              <a:rPr b="1" lang="en" sz="1200">
                <a:solidFill>
                  <a:schemeClr val="dk1"/>
                </a:solidFill>
                <a:latin typeface="Lato"/>
                <a:ea typeface="Lato"/>
                <a:cs typeface="Lato"/>
                <a:sym typeface="Lato"/>
              </a:rPr>
              <a:t>Design Reference: </a:t>
            </a:r>
            <a:r>
              <a:rPr lang="en" sz="1200">
                <a:solidFill>
                  <a:schemeClr val="dk1"/>
                </a:solidFill>
                <a:latin typeface="Lato"/>
                <a:ea typeface="Lato"/>
                <a:cs typeface="Lato"/>
                <a:sym typeface="Lato"/>
              </a:rPr>
              <a:t>This is your visual DNA. Whether it's an company-style anchor, a Figma link, or specific CSS variables, this ensures the AI doesn't default to 'generic web style' but stays on-brand.</a:t>
            </a:r>
            <a:endParaRPr sz="1200">
              <a:solidFill>
                <a:schemeClr val="dk1"/>
              </a:solidFill>
              <a:latin typeface="Lato"/>
              <a:ea typeface="Lato"/>
              <a:cs typeface="Lato"/>
              <a:sym typeface="Lato"/>
            </a:endParaRPr>
          </a:p>
          <a:p>
            <a:pPr indent="-304800" lvl="0" marL="914400" rtl="0" algn="l">
              <a:spcBef>
                <a:spcPts val="0"/>
              </a:spcBef>
              <a:spcAft>
                <a:spcPts val="0"/>
              </a:spcAft>
              <a:buClr>
                <a:schemeClr val="dk1"/>
              </a:buClr>
              <a:buSzPts val="1200"/>
              <a:buFont typeface="Lato"/>
              <a:buChar char="●"/>
            </a:pPr>
            <a:r>
              <a:rPr b="1" lang="en" sz="1200">
                <a:solidFill>
                  <a:schemeClr val="dk1"/>
                </a:solidFill>
                <a:latin typeface="Lato"/>
                <a:ea typeface="Lato"/>
                <a:cs typeface="Lato"/>
                <a:sym typeface="Lato"/>
              </a:rPr>
              <a:t>Constraint Templates:</a:t>
            </a:r>
            <a:r>
              <a:rPr lang="en" sz="1200">
                <a:solidFill>
                  <a:schemeClr val="dk1"/>
                </a:solidFill>
                <a:latin typeface="Lato"/>
                <a:ea typeface="Lato"/>
                <a:cs typeface="Lato"/>
                <a:sym typeface="Lato"/>
              </a:rPr>
              <a:t> These are your 'Always/Never' rules. You’re hard-coding your standards like 'always use skeleton loaders' or 'never use pop-ups' so the AI doesn't have to guess how to handle edge cases.</a:t>
            </a:r>
            <a:endParaRPr sz="1200">
              <a:solidFill>
                <a:schemeClr val="dk1"/>
              </a:solidFill>
              <a:latin typeface="Lato"/>
              <a:ea typeface="Lato"/>
              <a:cs typeface="Lato"/>
              <a:sym typeface="Lato"/>
            </a:endParaRPr>
          </a:p>
          <a:p>
            <a:pPr indent="-304800" lvl="0" marL="914400" rtl="0" algn="l">
              <a:spcBef>
                <a:spcPts val="0"/>
              </a:spcBef>
              <a:spcAft>
                <a:spcPts val="0"/>
              </a:spcAft>
              <a:buClr>
                <a:schemeClr val="dk1"/>
              </a:buClr>
              <a:buSzPts val="1200"/>
              <a:buFont typeface="Lato"/>
              <a:buChar char="●"/>
            </a:pPr>
            <a:r>
              <a:rPr b="1" lang="en" sz="1200">
                <a:solidFill>
                  <a:schemeClr val="dk1"/>
                </a:solidFill>
                <a:latin typeface="Lato"/>
                <a:ea typeface="Lato"/>
                <a:cs typeface="Lato"/>
                <a:sym typeface="Lato"/>
              </a:rPr>
              <a:t>Output Templates</a:t>
            </a:r>
            <a:r>
              <a:rPr lang="en" sz="1200">
                <a:solidFill>
                  <a:schemeClr val="dk1"/>
                </a:solidFill>
                <a:latin typeface="Lato"/>
                <a:ea typeface="Lato"/>
                <a:cs typeface="Lato"/>
                <a:sym typeface="Lato"/>
              </a:rPr>
              <a:t>: These are your repeatable blueprints. Once you find a component or navigation flow that works, you turn it into a template so you can generate similar features in seconds rather than starting from a blank prompt.</a:t>
            </a:r>
            <a:endParaRPr sz="1200">
              <a:solidFill>
                <a:schemeClr val="dk1"/>
              </a:solidFill>
              <a:latin typeface="Lato"/>
              <a:ea typeface="Lato"/>
              <a:cs typeface="Lato"/>
              <a:sym typeface="Lato"/>
            </a:endParaRPr>
          </a:p>
          <a:p>
            <a:pPr indent="0" lvl="0" marL="0" rtl="0" algn="l">
              <a:spcBef>
                <a:spcPts val="0"/>
              </a:spcBef>
              <a:spcAft>
                <a:spcPts val="0"/>
              </a:spcAft>
              <a:buNone/>
            </a:pPr>
            <a:r>
              <a:t/>
            </a:r>
            <a:endParaRPr i="1"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AutoNum type="arabicPeriod"/>
            </a:pPr>
            <a:r>
              <a:rPr b="1" lang="en" sz="1200">
                <a:solidFill>
                  <a:schemeClr val="dk1"/>
                </a:solidFill>
                <a:latin typeface="Lato"/>
                <a:ea typeface="Lato"/>
                <a:cs typeface="Lato"/>
                <a:sym typeface="Lato"/>
              </a:rPr>
              <a:t>The ROI (Precision at Scale): By securing your logic in a tool-agnostic format, you get:</a:t>
            </a:r>
            <a:endParaRPr b="1" sz="1200">
              <a:solidFill>
                <a:schemeClr val="dk1"/>
              </a:solidFill>
              <a:latin typeface="Lato"/>
              <a:ea typeface="Lato"/>
              <a:cs typeface="Lato"/>
              <a:sym typeface="Lato"/>
            </a:endParaRPr>
          </a:p>
          <a:p>
            <a:pPr indent="-304800" lvl="0" marL="914400" rtl="0" algn="l">
              <a:spcBef>
                <a:spcPts val="0"/>
              </a:spcBef>
              <a:spcAft>
                <a:spcPts val="0"/>
              </a:spcAft>
              <a:buClr>
                <a:schemeClr val="dk1"/>
              </a:buClr>
              <a:buSzPts val="1200"/>
              <a:buFont typeface="Lato"/>
              <a:buChar char="●"/>
            </a:pPr>
            <a:r>
              <a:rPr b="1" lang="en" sz="1200">
                <a:solidFill>
                  <a:schemeClr val="dk1"/>
                </a:solidFill>
                <a:latin typeface="Lato"/>
                <a:ea typeface="Lato"/>
                <a:cs typeface="Lato"/>
                <a:sym typeface="Lato"/>
              </a:rPr>
              <a:t>Cross-Tool Portability:</a:t>
            </a:r>
            <a:r>
              <a:rPr lang="en" sz="1200">
                <a:solidFill>
                  <a:schemeClr val="dk1"/>
                </a:solidFill>
                <a:latin typeface="Lato"/>
                <a:ea typeface="Lato"/>
                <a:cs typeface="Lato"/>
                <a:sym typeface="Lato"/>
              </a:rPr>
              <a:t> You aren't locked into one vendor. You can take your core logic from Lovable to Bolt or v0 without losing any of your product brain or starting from scratch.</a:t>
            </a:r>
            <a:endParaRPr sz="1200">
              <a:solidFill>
                <a:schemeClr val="dk1"/>
              </a:solidFill>
              <a:latin typeface="Lato"/>
              <a:ea typeface="Lato"/>
              <a:cs typeface="Lato"/>
              <a:sym typeface="Lato"/>
            </a:endParaRPr>
          </a:p>
          <a:p>
            <a:pPr indent="-304800" lvl="0" marL="914400" rtl="0" algn="l">
              <a:spcBef>
                <a:spcPts val="0"/>
              </a:spcBef>
              <a:spcAft>
                <a:spcPts val="0"/>
              </a:spcAft>
              <a:buClr>
                <a:schemeClr val="dk1"/>
              </a:buClr>
              <a:buSzPts val="1200"/>
              <a:buFont typeface="Lato"/>
              <a:buChar char="●"/>
            </a:pPr>
            <a:r>
              <a:rPr b="1" lang="en" sz="1200">
                <a:solidFill>
                  <a:schemeClr val="dk1"/>
                </a:solidFill>
                <a:latin typeface="Lato"/>
                <a:ea typeface="Lato"/>
                <a:cs typeface="Lato"/>
                <a:sym typeface="Lato"/>
              </a:rPr>
              <a:t>Guaranteed Reproducibility: </a:t>
            </a:r>
            <a:r>
              <a:rPr lang="en" sz="1200">
                <a:solidFill>
                  <a:schemeClr val="dk1"/>
                </a:solidFill>
                <a:latin typeface="Lato"/>
                <a:ea typeface="Lato"/>
                <a:cs typeface="Lato"/>
                <a:sym typeface="Lato"/>
              </a:rPr>
              <a:t>You’re eliminating the 'it worked for me but not for them' problem. Any stakeholder or teammate can pick up this pack, run the chain, and get the exact same 95% polish you achieved because the constraints are locked in.</a:t>
            </a:r>
            <a:endParaRPr sz="1200">
              <a:solidFill>
                <a:schemeClr val="dk1"/>
              </a:solidFill>
              <a:latin typeface="Lato"/>
              <a:ea typeface="Lato"/>
              <a:cs typeface="Lato"/>
              <a:sym typeface="Lato"/>
            </a:endParaRPr>
          </a:p>
          <a:p>
            <a:pPr indent="-304800" lvl="0" marL="914400" rtl="0" algn="l">
              <a:spcBef>
                <a:spcPts val="0"/>
              </a:spcBef>
              <a:spcAft>
                <a:spcPts val="0"/>
              </a:spcAft>
              <a:buClr>
                <a:schemeClr val="dk1"/>
              </a:buClr>
              <a:buSzPts val="1200"/>
              <a:buFont typeface="Lato"/>
              <a:buChar char="●"/>
            </a:pPr>
            <a:r>
              <a:rPr b="1" lang="en" sz="1200">
                <a:solidFill>
                  <a:schemeClr val="dk1"/>
                </a:solidFill>
                <a:latin typeface="Lato"/>
                <a:ea typeface="Lato"/>
                <a:cs typeface="Lato"/>
                <a:sym typeface="Lato"/>
              </a:rPr>
              <a:t>Cumulative Precision</a:t>
            </a:r>
            <a:r>
              <a:rPr lang="en" sz="1200">
                <a:solidFill>
                  <a:schemeClr val="dk1"/>
                </a:solidFill>
                <a:latin typeface="Lato"/>
                <a:ea typeface="Lato"/>
                <a:cs typeface="Lato"/>
                <a:sym typeface="Lato"/>
              </a:rPr>
              <a:t>: Stop solving the same problems twice. Every time you refine a prompt or fix a bug, you update the pack. It becomes a permanent, reusable Skill that gets smarter over time.</a:t>
            </a:r>
            <a:endParaRPr sz="1200">
              <a:solidFill>
                <a:schemeClr val="dk1"/>
              </a:solidFill>
              <a:latin typeface="Lato"/>
              <a:ea typeface="Lato"/>
              <a:cs typeface="Lato"/>
              <a:sym typeface="Lato"/>
            </a:endParaRPr>
          </a:p>
          <a:p>
            <a:pPr indent="0" lvl="0" marL="0" rtl="0" algn="l">
              <a:spcBef>
                <a:spcPts val="0"/>
              </a:spcBef>
              <a:spcAft>
                <a:spcPts val="0"/>
              </a:spcAft>
              <a:buNone/>
            </a:pPr>
            <a:r>
              <a:t/>
            </a:r>
            <a:endParaRPr sz="1200">
              <a:solidFill>
                <a:schemeClr val="dk1"/>
              </a:solidFill>
              <a:latin typeface="Lato"/>
              <a:ea typeface="Lato"/>
              <a:cs typeface="Lato"/>
              <a:sym typeface="Lato"/>
            </a:endParaRPr>
          </a:p>
          <a:p>
            <a:pPr indent="0" lvl="0" marL="0" rtl="0" algn="l">
              <a:spcBef>
                <a:spcPts val="0"/>
              </a:spcBef>
              <a:spcAft>
                <a:spcPts val="0"/>
              </a:spcAft>
              <a:buNone/>
            </a:pPr>
            <a:r>
              <a:rPr lang="en" sz="1200">
                <a:solidFill>
                  <a:schemeClr val="dk1"/>
                </a:solidFill>
                <a:latin typeface="Lato"/>
                <a:ea typeface="Lato"/>
                <a:cs typeface="Lato"/>
                <a:sym typeface="Lato"/>
              </a:rPr>
              <a:t>In Module 1, you learned that AI Skills existed in a marketplace. Now, you’re architecting them yourself. You don't need to shop for solutions or wait for someone else to build a tool; you're driving the execution from scratch. This is the vibe-coding mindset: you own the logic, and the Prompt Pack is how you deploy it.</a:t>
            </a:r>
            <a:endParaRPr sz="1200">
              <a:solidFill>
                <a:schemeClr val="dk1"/>
              </a:solidFill>
              <a:latin typeface="Lato"/>
              <a:ea typeface="Lato"/>
              <a:cs typeface="Lato"/>
              <a:sym typeface="Lato"/>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2" name="Shape 2902"/>
        <p:cNvGrpSpPr/>
        <p:nvPr/>
      </p:nvGrpSpPr>
      <p:grpSpPr>
        <a:xfrm>
          <a:off x="0" y="0"/>
          <a:ext cx="0" cy="0"/>
          <a:chOff x="0" y="0"/>
          <a:chExt cx="0" cy="0"/>
        </a:xfrm>
      </p:grpSpPr>
      <p:sp>
        <p:nvSpPr>
          <p:cNvPr id="2903" name="Google Shape;2903;g3cf5aa6feed_1_1866:notes"/>
          <p:cNvSpPr/>
          <p:nvPr>
            <p:ph idx="2" type="sldImg"/>
          </p:nvPr>
        </p:nvSpPr>
        <p:spPr>
          <a:xfrm>
            <a:off x="686100" y="685800"/>
            <a:ext cx="5486400" cy="3429000"/>
          </a:xfrm>
          <a:custGeom>
            <a:rect b="b" l="l" r="r" t="t"/>
            <a:pathLst>
              <a:path extrusionOk="0" h="120000" w="120000">
                <a:moveTo>
                  <a:pt x="0" y="0"/>
                </a:moveTo>
                <a:lnTo>
                  <a:pt x="120000" y="0"/>
                </a:lnTo>
                <a:lnTo>
                  <a:pt x="120000" y="120000"/>
                </a:lnTo>
                <a:lnTo>
                  <a:pt x="0" y="120000"/>
                </a:lnTo>
                <a:close/>
              </a:path>
            </a:pathLst>
          </a:custGeom>
        </p:spPr>
      </p:sp>
      <p:sp>
        <p:nvSpPr>
          <p:cNvPr id="2904" name="Google Shape;2904;g3cf5aa6feed_1_18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rPr b="1" lang="en" sz="1200">
                <a:solidFill>
                  <a:srgbClr val="CC0000"/>
                </a:solidFill>
                <a:latin typeface="Lato"/>
                <a:ea typeface="Lato"/>
                <a:cs typeface="Lato"/>
                <a:sym typeface="Lato"/>
              </a:rPr>
              <a:t>📌 Note for instructor: </a:t>
            </a:r>
            <a:r>
              <a:rPr lang="en" sz="1200">
                <a:solidFill>
                  <a:srgbClr val="CC0000"/>
                </a:solidFill>
                <a:latin typeface="Lato"/>
                <a:ea typeface="Lato"/>
                <a:cs typeface="Lato"/>
                <a:sym typeface="Lato"/>
              </a:rPr>
              <a:t>Use this slide as a way to not only share today’s accomplishments but get students excited about what’s to come! This is the "landing the plane" moment where you shift their identity from someone who sends </a:t>
            </a:r>
            <a:r>
              <a:rPr lang="en" sz="1200">
                <a:solidFill>
                  <a:srgbClr val="CC0000"/>
                </a:solidFill>
                <a:latin typeface="Lato"/>
                <a:ea typeface="Lato"/>
                <a:cs typeface="Lato"/>
                <a:sym typeface="Lato"/>
              </a:rPr>
              <a:t>prompts and expect the AI to fill in the gaps to someone who knows exactly how to get the precision they need</a:t>
            </a:r>
            <a:r>
              <a:rPr lang="en" sz="1200">
                <a:solidFill>
                  <a:srgbClr val="CC0000"/>
                </a:solidFill>
                <a:latin typeface="Lato"/>
                <a:ea typeface="Lato"/>
                <a:cs typeface="Lato"/>
                <a:sym typeface="Lato"/>
              </a:rPr>
              <a:t>. </a:t>
            </a:r>
            <a:endParaRPr sz="1200">
              <a:solidFill>
                <a:srgbClr val="CC0000"/>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t/>
            </a:r>
            <a:endParaRPr sz="1200">
              <a:solidFill>
                <a:srgbClr val="CC0000"/>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rPr lang="en" sz="1200">
                <a:solidFill>
                  <a:schemeClr val="dk1"/>
                </a:solidFill>
                <a:latin typeface="Lato"/>
                <a:ea typeface="Lato"/>
                <a:cs typeface="Lato"/>
                <a:sym typeface="Lato"/>
              </a:rPr>
              <a:t>As we wrap up today, let’s look at the math of your new operating model. You’ve moved from guessing to sequential execution. In your day job, how often does a project stall because the happy path looked great in a design review, but the whole thing fell apart when you actually had to think about edge cases, error states, or loading logic? Usually, that’s a conversation that happens weeks too late with an engineer. But look at what you did today. </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You closed the Fragility Gap by engineering a resilient machine that anticipates failure. You baked in loading skeletons and error handling from the start and moved past the "Vibe Ceiling" to build something that actually behaves like a shipped, professional product.</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Most importantly, you have secured your portable assets. You’ve realized that the gold isn't any one specific screen you’ve built—it’s the Prompt Framework you used to get there. You now have a Living Library of reusable skeletons for Expansion, Behavior, and Refinement that you can port into any future product challenge, no matter the industry or the metric.</a:t>
            </a:r>
            <a:endParaRPr sz="1200">
              <a:solidFill>
                <a:schemeClr val="dk1"/>
              </a:solidFill>
              <a:latin typeface="Lato"/>
              <a:ea typeface="Lato"/>
              <a:cs typeface="Lato"/>
              <a:sym typeface="Lato"/>
            </a:endParaRPr>
          </a:p>
          <a:p>
            <a:pPr indent="-304800" lvl="1" marL="9144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You have turned the AI into a partner that understands your architectural intent as well as you do.</a:t>
            </a:r>
            <a:endParaRPr sz="1200">
              <a:solidFill>
                <a:schemeClr val="dk1"/>
              </a:solidFill>
              <a:latin typeface="Lato"/>
              <a:ea typeface="Lato"/>
              <a:cs typeface="Lato"/>
              <a:sym typeface="Lato"/>
            </a:endParaRPr>
          </a:p>
          <a:p>
            <a:pPr indent="0" lvl="0" marL="0" rtl="0" algn="l">
              <a:spcBef>
                <a:spcPts val="0"/>
              </a:spcBef>
              <a:spcAft>
                <a:spcPts val="0"/>
              </a:spcAft>
              <a:buNone/>
            </a:pPr>
            <a:br>
              <a:rPr lang="en" sz="1200">
                <a:solidFill>
                  <a:schemeClr val="dk1"/>
                </a:solidFill>
                <a:latin typeface="Lato"/>
                <a:ea typeface="Lato"/>
                <a:cs typeface="Lato"/>
                <a:sym typeface="Lato"/>
              </a:rPr>
            </a:br>
            <a:r>
              <a:rPr b="1" lang="en" sz="1200">
                <a:solidFill>
                  <a:schemeClr val="dk1"/>
                </a:solidFill>
                <a:latin typeface="Lato"/>
                <a:ea typeface="Lato"/>
                <a:cs typeface="Lato"/>
                <a:sym typeface="Lato"/>
              </a:rPr>
              <a:t>Project Reminder: </a:t>
            </a:r>
            <a:r>
              <a:rPr lang="en" sz="1200">
                <a:solidFill>
                  <a:schemeClr val="dk1"/>
                </a:solidFill>
                <a:latin typeface="Lato"/>
                <a:ea typeface="Lato"/>
                <a:cs typeface="Lato"/>
                <a:sym typeface="Lato"/>
              </a:rPr>
              <a:t>Take a moment today to copy your successful “gold standard” prompts into Slide 8 of your final project deck. That is your intellectual property—don't lose it.</a:t>
            </a:r>
            <a:br>
              <a:rPr lang="en" sz="1200">
                <a:solidFill>
                  <a:schemeClr val="dk1"/>
                </a:solidFill>
                <a:latin typeface="Lato"/>
                <a:ea typeface="Lato"/>
                <a:cs typeface="Lato"/>
                <a:sym typeface="Lato"/>
              </a:rPr>
            </a:br>
            <a:br>
              <a:rPr lang="en" sz="1200">
                <a:solidFill>
                  <a:schemeClr val="dk1"/>
                </a:solidFill>
                <a:latin typeface="Lato"/>
                <a:ea typeface="Lato"/>
                <a:cs typeface="Lato"/>
                <a:sym typeface="Lato"/>
              </a:rPr>
            </a:br>
            <a:r>
              <a:rPr lang="en" sz="1200">
                <a:solidFill>
                  <a:schemeClr val="dk1"/>
                </a:solidFill>
                <a:latin typeface="Lato"/>
                <a:ea typeface="Lato"/>
                <a:cs typeface="Lato"/>
                <a:sym typeface="Lato"/>
              </a:rPr>
              <a:t>Coming up in Module 4, we are going to graduate this build. You've built fast, smart, and precise. Now, we’re going to make the jump from prototype to production. We’re going to extract a real PRD from your logic and refactor this code into a clean, maintainable architecture.</a:t>
            </a:r>
            <a:endParaRPr sz="1200">
              <a:solidFill>
                <a:schemeClr val="dk1"/>
              </a:solidFill>
              <a:latin typeface="Lato"/>
              <a:ea typeface="Lato"/>
              <a:cs typeface="Lato"/>
              <a:sym typeface="Lato"/>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9" name="Shape 2939"/>
        <p:cNvGrpSpPr/>
        <p:nvPr/>
      </p:nvGrpSpPr>
      <p:grpSpPr>
        <a:xfrm>
          <a:off x="0" y="0"/>
          <a:ext cx="0" cy="0"/>
          <a:chOff x="0" y="0"/>
          <a:chExt cx="0" cy="0"/>
        </a:xfrm>
      </p:grpSpPr>
      <p:sp>
        <p:nvSpPr>
          <p:cNvPr id="2940" name="Google Shape;2940;g3c8f5b7a131_0_5162:notes"/>
          <p:cNvSpPr/>
          <p:nvPr>
            <p:ph idx="2" type="sldImg"/>
          </p:nvPr>
        </p:nvSpPr>
        <p:spPr>
          <a:xfrm>
            <a:off x="686100" y="685800"/>
            <a:ext cx="5486400" cy="3429000"/>
          </a:xfrm>
          <a:custGeom>
            <a:rect b="b" l="l" r="r" t="t"/>
            <a:pathLst>
              <a:path extrusionOk="0" h="120000" w="120000">
                <a:moveTo>
                  <a:pt x="0" y="0"/>
                </a:moveTo>
                <a:lnTo>
                  <a:pt x="120000" y="0"/>
                </a:lnTo>
                <a:lnTo>
                  <a:pt x="120000" y="120000"/>
                </a:lnTo>
                <a:lnTo>
                  <a:pt x="0" y="120000"/>
                </a:lnTo>
                <a:close/>
              </a:path>
            </a:pathLst>
          </a:custGeom>
        </p:spPr>
      </p:sp>
      <p:sp>
        <p:nvSpPr>
          <p:cNvPr id="2941" name="Google Shape;2941;g3c8f5b7a131_0_5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rPr b="1" lang="en" sz="1200">
                <a:solidFill>
                  <a:schemeClr val="dk1"/>
                </a:solidFill>
                <a:latin typeface="Lato"/>
                <a:ea typeface="Lato"/>
                <a:cs typeface="Lato"/>
                <a:sym typeface="Lato"/>
              </a:rPr>
              <a:t>At the end of each module, recap key concepts and content covered in today’s lesson.</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9" name="Shape 2949"/>
        <p:cNvGrpSpPr/>
        <p:nvPr/>
      </p:nvGrpSpPr>
      <p:grpSpPr>
        <a:xfrm>
          <a:off x="0" y="0"/>
          <a:ext cx="0" cy="0"/>
          <a:chOff x="0" y="0"/>
          <a:chExt cx="0" cy="0"/>
        </a:xfrm>
      </p:grpSpPr>
      <p:sp>
        <p:nvSpPr>
          <p:cNvPr id="2950" name="Google Shape;2950;g3c8f5b7a131_0_5171:notes"/>
          <p:cNvSpPr/>
          <p:nvPr>
            <p:ph idx="2" type="sldImg"/>
          </p:nvPr>
        </p:nvSpPr>
        <p:spPr>
          <a:xfrm>
            <a:off x="960123" y="1143000"/>
            <a:ext cx="4937700" cy="3086100"/>
          </a:xfrm>
          <a:custGeom>
            <a:rect b="b" l="l" r="r" t="t"/>
            <a:pathLst>
              <a:path extrusionOk="0" h="120000" w="120000">
                <a:moveTo>
                  <a:pt x="0" y="0"/>
                </a:moveTo>
                <a:lnTo>
                  <a:pt x="120000" y="0"/>
                </a:lnTo>
                <a:lnTo>
                  <a:pt x="120000" y="120000"/>
                </a:lnTo>
                <a:lnTo>
                  <a:pt x="0" y="120000"/>
                </a:lnTo>
                <a:close/>
              </a:path>
            </a:pathLst>
          </a:custGeom>
        </p:spPr>
      </p:sp>
      <p:sp>
        <p:nvSpPr>
          <p:cNvPr id="2951" name="Google Shape;2951;g3c8f5b7a131_0_517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b="1" sz="1200">
              <a:solidFill>
                <a:schemeClr val="dk1"/>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br>
              <a:rPr b="1" lang="en" sz="1200">
                <a:solidFill>
                  <a:schemeClr val="dk1"/>
                </a:solidFill>
                <a:latin typeface="Lato"/>
                <a:ea typeface="Lato"/>
                <a:cs typeface="Lato"/>
                <a:sym typeface="Lato"/>
              </a:rPr>
            </a:br>
            <a:r>
              <a:rPr b="1" lang="en" sz="1200">
                <a:solidFill>
                  <a:schemeClr val="dk1"/>
                </a:solidFill>
                <a:latin typeface="Lato"/>
                <a:ea typeface="Lato"/>
                <a:cs typeface="Lato"/>
                <a:sym typeface="Lato"/>
              </a:rPr>
              <a:t>📌 Note: that the “Dig Deeper” section is optional for students who want to get additional practice with more advanced topics or explore further </a:t>
            </a:r>
            <a:r>
              <a:rPr b="1" lang="en" sz="1200" u="sng">
                <a:solidFill>
                  <a:schemeClr val="dk1"/>
                </a:solidFill>
                <a:latin typeface="Lato"/>
                <a:ea typeface="Lato"/>
                <a:cs typeface="Lato"/>
                <a:sym typeface="Lato"/>
              </a:rPr>
              <a:t>on their own time.</a:t>
            </a:r>
            <a:endParaRPr sz="1200" u="sng">
              <a:solidFill>
                <a:schemeClr val="dk1"/>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Char char="●"/>
            </a:pPr>
            <a:r>
              <a:rPr b="1" lang="en" sz="1200">
                <a:solidFill>
                  <a:schemeClr val="dk1"/>
                </a:solidFill>
                <a:latin typeface="Lato"/>
                <a:ea typeface="Lato"/>
                <a:cs typeface="Lato"/>
                <a:sym typeface="Lato"/>
              </a:rPr>
              <a:t>Next Session:</a:t>
            </a:r>
            <a:r>
              <a:rPr lang="en" sz="1200">
                <a:solidFill>
                  <a:schemeClr val="dk1"/>
                </a:solidFill>
                <a:latin typeface="Lato"/>
                <a:ea typeface="Lato"/>
                <a:cs typeface="Lato"/>
                <a:sym typeface="Lato"/>
              </a:rPr>
              <a:t> Give a brief overview of what students can expect during the next session.</a:t>
            </a:r>
            <a:endParaRPr b="1">
              <a:solidFill>
                <a:schemeClr val="dk1"/>
              </a:solidFill>
              <a:latin typeface="Inter"/>
              <a:ea typeface="Inter"/>
              <a:cs typeface="Inter"/>
              <a:sym typeface="Inter"/>
            </a:endParaRPr>
          </a:p>
          <a:p>
            <a:pPr indent="0" lvl="0" marL="0" rtl="0" algn="l">
              <a:spcBef>
                <a:spcPts val="0"/>
              </a:spcBef>
              <a:spcAft>
                <a:spcPts val="0"/>
              </a:spcAft>
              <a:buNone/>
            </a:pPr>
            <a:r>
              <a:t/>
            </a:r>
            <a:endParaRPr>
              <a:latin typeface="Lato"/>
              <a:ea typeface="Lato"/>
              <a:cs typeface="Lato"/>
              <a:sym typeface="Lato"/>
            </a:endParaRPr>
          </a:p>
        </p:txBody>
      </p:sp>
      <p:sp>
        <p:nvSpPr>
          <p:cNvPr id="2952" name="Google Shape;2952;g3c8f5b7a131_0_5171: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8" name="Shape 2958"/>
        <p:cNvGrpSpPr/>
        <p:nvPr/>
      </p:nvGrpSpPr>
      <p:grpSpPr>
        <a:xfrm>
          <a:off x="0" y="0"/>
          <a:ext cx="0" cy="0"/>
          <a:chOff x="0" y="0"/>
          <a:chExt cx="0" cy="0"/>
        </a:xfrm>
      </p:grpSpPr>
      <p:sp>
        <p:nvSpPr>
          <p:cNvPr id="2959" name="Google Shape;2959;g3c8f5b7a131_0_5179:notes"/>
          <p:cNvSpPr/>
          <p:nvPr>
            <p:ph idx="2" type="sldImg"/>
          </p:nvPr>
        </p:nvSpPr>
        <p:spPr>
          <a:xfrm>
            <a:off x="1371600" y="685800"/>
            <a:ext cx="4114800" cy="3429000"/>
          </a:xfrm>
          <a:custGeom>
            <a:rect b="b" l="l" r="r" t="t"/>
            <a:pathLst>
              <a:path extrusionOk="0" h="120000" w="120000">
                <a:moveTo>
                  <a:pt x="0" y="0"/>
                </a:moveTo>
                <a:lnTo>
                  <a:pt x="120000" y="0"/>
                </a:lnTo>
                <a:lnTo>
                  <a:pt x="120000" y="120000"/>
                </a:lnTo>
                <a:lnTo>
                  <a:pt x="0" y="120000"/>
                </a:lnTo>
                <a:close/>
              </a:path>
            </a:pathLst>
          </a:custGeom>
        </p:spPr>
      </p:sp>
      <p:sp>
        <p:nvSpPr>
          <p:cNvPr id="2960" name="Google Shape;2960;g3c8f5b7a131_0_5179: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b="1">
              <a:solidFill>
                <a:schemeClr val="dk1"/>
              </a:solidFill>
              <a:latin typeface="Inter"/>
              <a:ea typeface="Inter"/>
              <a:cs typeface="Inter"/>
              <a:sym typeface="Inter"/>
            </a:endParaRPr>
          </a:p>
          <a:p>
            <a:pPr indent="0" lvl="0" marL="0" rtl="0" algn="l">
              <a:lnSpc>
                <a:spcPct val="115000"/>
              </a:lnSpc>
              <a:spcBef>
                <a:spcPts val="1200"/>
              </a:spcBef>
              <a:spcAft>
                <a:spcPts val="0"/>
              </a:spcAft>
              <a:buClr>
                <a:schemeClr val="dk1"/>
              </a:buClr>
              <a:buSzPts val="1100"/>
              <a:buFont typeface="Arial"/>
              <a:buNone/>
            </a:pPr>
            <a:r>
              <a:rPr lang="en" sz="1200">
                <a:solidFill>
                  <a:schemeClr val="dk1"/>
                </a:solidFill>
                <a:latin typeface="Lato"/>
                <a:ea typeface="Lato"/>
                <a:cs typeface="Lato"/>
                <a:sym typeface="Lato"/>
              </a:rPr>
              <a:t>We will be having daily surveys at the end of each class, and your opinion matters to us. </a:t>
            </a:r>
            <a:endParaRPr sz="1200">
              <a:solidFill>
                <a:schemeClr val="dk1"/>
              </a:solidFill>
              <a:latin typeface="Lato"/>
              <a:ea typeface="Lato"/>
              <a:cs typeface="Lato"/>
              <a:sym typeface="Lato"/>
            </a:endParaRPr>
          </a:p>
          <a:p>
            <a:pPr indent="-304800" lvl="0" marL="457200" rtl="0" algn="l">
              <a:lnSpc>
                <a:spcPct val="115000"/>
              </a:lnSpc>
              <a:spcBef>
                <a:spcPts val="1200"/>
              </a:spcBef>
              <a:spcAft>
                <a:spcPts val="0"/>
              </a:spcAft>
              <a:buClr>
                <a:schemeClr val="dk1"/>
              </a:buClr>
              <a:buSzPts val="1200"/>
              <a:buFont typeface="Lato"/>
              <a:buChar char="●"/>
            </a:pPr>
            <a:r>
              <a:rPr lang="en" sz="1200">
                <a:solidFill>
                  <a:schemeClr val="dk1"/>
                </a:solidFill>
                <a:latin typeface="Lato"/>
                <a:ea typeface="Lato"/>
                <a:cs typeface="Lato"/>
                <a:sym typeface="Lato"/>
              </a:rPr>
              <a:t>This is crucial in making sure our team can learn the best way to support you, and if we are also hitting the mark, Like real product managers, we would want to iterate and adjust so that we can support your needs. </a:t>
            </a:r>
            <a:endParaRPr sz="1200">
              <a:solidFill>
                <a:schemeClr val="dk1"/>
              </a:solidFill>
              <a:latin typeface="Lato"/>
              <a:ea typeface="Lato"/>
              <a:cs typeface="Lato"/>
              <a:sym typeface="Lato"/>
            </a:endParaRPr>
          </a:p>
          <a:p>
            <a:pPr indent="0" lvl="0" marL="0" rtl="0" algn="l">
              <a:spcBef>
                <a:spcPts val="1200"/>
              </a:spcBef>
              <a:spcAft>
                <a:spcPts val="0"/>
              </a:spcAft>
              <a:buNone/>
            </a:pPr>
            <a:r>
              <a:t/>
            </a:r>
            <a:endParaRPr>
              <a:latin typeface="Inter"/>
              <a:ea typeface="Inter"/>
              <a:cs typeface="Inter"/>
              <a:sym typeface="Inte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9" name="Shape 2969"/>
        <p:cNvGrpSpPr/>
        <p:nvPr/>
      </p:nvGrpSpPr>
      <p:grpSpPr>
        <a:xfrm>
          <a:off x="0" y="0"/>
          <a:ext cx="0" cy="0"/>
          <a:chOff x="0" y="0"/>
          <a:chExt cx="0" cy="0"/>
        </a:xfrm>
      </p:grpSpPr>
      <p:sp>
        <p:nvSpPr>
          <p:cNvPr id="2970" name="Google Shape;2970;g3c8f5b7a131_0_5189:notes"/>
          <p:cNvSpPr/>
          <p:nvPr>
            <p:ph idx="2" type="sldImg"/>
          </p:nvPr>
        </p:nvSpPr>
        <p:spPr>
          <a:xfrm>
            <a:off x="686100" y="685800"/>
            <a:ext cx="5486400" cy="3429000"/>
          </a:xfrm>
          <a:custGeom>
            <a:rect b="b" l="l" r="r" t="t"/>
            <a:pathLst>
              <a:path extrusionOk="0" h="120000" w="120000">
                <a:moveTo>
                  <a:pt x="0" y="0"/>
                </a:moveTo>
                <a:lnTo>
                  <a:pt x="120000" y="0"/>
                </a:lnTo>
                <a:lnTo>
                  <a:pt x="120000" y="120000"/>
                </a:lnTo>
                <a:lnTo>
                  <a:pt x="0" y="120000"/>
                </a:lnTo>
                <a:close/>
              </a:path>
            </a:pathLst>
          </a:custGeom>
        </p:spPr>
      </p:sp>
      <p:sp>
        <p:nvSpPr>
          <p:cNvPr id="2971" name="Google Shape;2971;g3c8f5b7a131_0_5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b="1" lang="en" sz="1200">
                <a:solidFill>
                  <a:schemeClr val="dk1"/>
                </a:solidFill>
                <a:latin typeface="Lato"/>
                <a:ea typeface="Lato"/>
                <a:cs typeface="Lato"/>
                <a:sym typeface="Lato"/>
              </a:rPr>
              <a:t>🗂 </a:t>
            </a:r>
            <a:r>
              <a:rPr lang="en" sz="1400">
                <a:solidFill>
                  <a:srgbClr val="7F7F7F"/>
                </a:solidFill>
                <a:latin typeface="Poppins SemiBold"/>
                <a:ea typeface="Poppins SemiBold"/>
                <a:cs typeface="Poppins SemiBold"/>
                <a:sym typeface="Poppins SemiBold"/>
              </a:rPr>
              <a:t>More Resources</a:t>
            </a:r>
            <a:endParaRPr b="1" sz="1200">
              <a:solidFill>
                <a:schemeClr val="dk1"/>
              </a:solidFill>
            </a:endParaRPr>
          </a:p>
          <a:p>
            <a:pPr indent="0" lvl="0" marL="0" rtl="0" algn="l">
              <a:spcBef>
                <a:spcPts val="0"/>
              </a:spcBef>
              <a:spcAft>
                <a:spcPts val="0"/>
              </a:spcAft>
              <a:buClr>
                <a:schemeClr val="dk1"/>
              </a:buClr>
              <a:buSzPts val="1100"/>
              <a:buFont typeface="Arial"/>
              <a:buNone/>
            </a:pPr>
            <a:r>
              <a:t/>
            </a:r>
            <a:endParaRPr sz="1200">
              <a:solidFill>
                <a:schemeClr val="dk1"/>
              </a:solidFill>
            </a:endParaRPr>
          </a:p>
          <a:p>
            <a:pPr indent="0" lvl="0" marL="0" rtl="0" algn="just">
              <a:spcBef>
                <a:spcPts val="0"/>
              </a:spcBef>
              <a:spcAft>
                <a:spcPts val="0"/>
              </a:spcAft>
              <a:buClr>
                <a:schemeClr val="dk1"/>
              </a:buClr>
              <a:buSzPts val="1100"/>
              <a:buFont typeface="Arial"/>
              <a:buNone/>
            </a:pPr>
            <a:r>
              <a:rPr lang="en" sz="1200">
                <a:solidFill>
                  <a:schemeClr val="dk1"/>
                </a:solidFill>
                <a:latin typeface="Lato"/>
                <a:ea typeface="Lato"/>
                <a:cs typeface="Lato"/>
                <a:sym typeface="Lato"/>
              </a:rPr>
              <a:t>Here are some additional resources students can learn to deepen their knowledge of what we have covered in this section.</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5" name="Shape 2985"/>
        <p:cNvGrpSpPr/>
        <p:nvPr/>
      </p:nvGrpSpPr>
      <p:grpSpPr>
        <a:xfrm>
          <a:off x="0" y="0"/>
          <a:ext cx="0" cy="0"/>
          <a:chOff x="0" y="0"/>
          <a:chExt cx="0" cy="0"/>
        </a:xfrm>
      </p:grpSpPr>
      <p:sp>
        <p:nvSpPr>
          <p:cNvPr id="2986" name="Google Shape;2986;g3c8f5b7a131_0_5209:notes"/>
          <p:cNvSpPr/>
          <p:nvPr>
            <p:ph idx="2" type="sldImg"/>
          </p:nvPr>
        </p:nvSpPr>
        <p:spPr>
          <a:xfrm>
            <a:off x="685800" y="685800"/>
            <a:ext cx="54864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87" name="Google Shape;2987;g3c8f5b7a131_0_520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sz="1400">
              <a:solidFill>
                <a:srgbClr val="3C4856"/>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t/>
            </a:r>
            <a:endParaRPr b="1" sz="1200">
              <a:solidFill>
                <a:schemeClr val="dk1"/>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rPr b="1" lang="en" sz="1200">
                <a:solidFill>
                  <a:schemeClr val="dk1"/>
                </a:solidFill>
                <a:latin typeface="Lato"/>
                <a:ea typeface="Lato"/>
                <a:cs typeface="Lato"/>
                <a:sym typeface="Lato"/>
              </a:rPr>
              <a:t>💥Activity:</a:t>
            </a:r>
            <a:r>
              <a:rPr lang="en" sz="1200">
                <a:solidFill>
                  <a:schemeClr val="dk1"/>
                </a:solidFill>
                <a:latin typeface="Lato"/>
                <a:ea typeface="Lato"/>
                <a:cs typeface="Lato"/>
                <a:sym typeface="Lato"/>
              </a:rPr>
              <a:t> Q&amp;A</a:t>
            </a:r>
            <a:endParaRPr sz="1200">
              <a:solidFill>
                <a:schemeClr val="dk1"/>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t/>
            </a:r>
            <a:endParaRPr sz="1200">
              <a:solidFill>
                <a:schemeClr val="dk1"/>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rPr lang="en" sz="1200">
                <a:solidFill>
                  <a:schemeClr val="dk1"/>
                </a:solidFill>
                <a:latin typeface="Lato"/>
                <a:ea typeface="Lato"/>
                <a:cs typeface="Lato"/>
                <a:sym typeface="Lato"/>
              </a:rPr>
              <a:t>This is a chance to dive deeper into the topics covered and answer any additional questions students may have!</a:t>
            </a:r>
            <a:endParaRPr b="1">
              <a:solidFill>
                <a:schemeClr val="dk1"/>
              </a:solidFill>
              <a:latin typeface="Inter"/>
              <a:ea typeface="Inter"/>
              <a:cs typeface="Inter"/>
              <a:sym typeface="Inte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0" name="Shape 2990"/>
        <p:cNvGrpSpPr/>
        <p:nvPr/>
      </p:nvGrpSpPr>
      <p:grpSpPr>
        <a:xfrm>
          <a:off x="0" y="0"/>
          <a:ext cx="0" cy="0"/>
          <a:chOff x="0" y="0"/>
          <a:chExt cx="0" cy="0"/>
        </a:xfrm>
      </p:grpSpPr>
      <p:sp>
        <p:nvSpPr>
          <p:cNvPr id="2991" name="Google Shape;2991;g3c8f5b7a131_0_5213:notes"/>
          <p:cNvSpPr/>
          <p:nvPr>
            <p:ph idx="2" type="sldImg"/>
          </p:nvPr>
        </p:nvSpPr>
        <p:spPr>
          <a:xfrm>
            <a:off x="686100" y="685800"/>
            <a:ext cx="5486400" cy="3429000"/>
          </a:xfrm>
          <a:custGeom>
            <a:rect b="b" l="l" r="r" t="t"/>
            <a:pathLst>
              <a:path extrusionOk="0" h="120000" w="120000">
                <a:moveTo>
                  <a:pt x="0" y="0"/>
                </a:moveTo>
                <a:lnTo>
                  <a:pt x="120000" y="0"/>
                </a:lnTo>
                <a:lnTo>
                  <a:pt x="120000" y="120000"/>
                </a:lnTo>
                <a:lnTo>
                  <a:pt x="0" y="120000"/>
                </a:lnTo>
                <a:close/>
              </a:path>
            </a:pathLst>
          </a:custGeom>
        </p:spPr>
      </p:sp>
      <p:sp>
        <p:nvSpPr>
          <p:cNvPr id="2992" name="Google Shape;2992;g3c8f5b7a131_0_5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Thank you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2.gi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1.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1.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1.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1.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1.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1.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1.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1.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1.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1.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 Id="rId3" Type="http://schemas.openxmlformats.org/officeDocument/2006/relationships/image" Target="../media/image4.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2.gif"/></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3.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2.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 Id="rId3" Type="http://schemas.openxmlformats.org/officeDocument/2006/relationships/image" Target="../media/image4.pn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 Id="rId3" Type="http://schemas.openxmlformats.org/officeDocument/2006/relationships/image" Target="../media/image4.pn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 Id="rId3" Type="http://schemas.openxmlformats.org/officeDocument/2006/relationships/image" Target="../media/image4.png"/></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 Id="rId3" Type="http://schemas.openxmlformats.org/officeDocument/2006/relationships/image" Target="../media/image4.png"/></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 Id="rId3" Type="http://schemas.openxmlformats.org/officeDocument/2006/relationships/image" Target="../media/image4.png"/></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 Id="rId3" Type="http://schemas.openxmlformats.org/officeDocument/2006/relationships/image" Target="../media/image4.png"/></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2.gif"/></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3.png"/></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2.png"/></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 Id="rId3" Type="http://schemas.openxmlformats.org/officeDocument/2006/relationships/image" Target="../media/image4.png"/></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 Id="rId3" Type="http://schemas.openxmlformats.org/officeDocument/2006/relationships/image" Target="../media/image4.png"/></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1.png"/></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1.png"/></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1.png"/></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3.png"/><Relationship Id="rId3" Type="http://schemas.openxmlformats.org/officeDocument/2006/relationships/image" Target="../media/image4.png"/></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3.png"/><Relationship Id="rId3" Type="http://schemas.openxmlformats.org/officeDocument/2006/relationships/image" Target="../media/image4.png"/></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2.gif"/></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png"/></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3.png"/></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2.png"/></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3.png"/><Relationship Id="rId3" Type="http://schemas.openxmlformats.org/officeDocument/2006/relationships/image" Target="../media/image4.png"/></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3.png"/><Relationship Id="rId3" Type="http://schemas.openxmlformats.org/officeDocument/2006/relationships/image" Target="../media/image4.png"/></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3.png"/></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1.png"/></Relationships>
</file>

<file path=ppt/slideLayouts/_rels/slideLayout35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1.png"/></Relationships>
</file>

<file path=ppt/slideLayouts/_rels/slideLayout35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1.png"/></Relationships>
</file>

<file path=ppt/slideLayouts/_rels/slideLayout35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1.png"/></Relationships>
</file>

<file path=ppt/slideLayouts/_rels/slideLayout35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1.png"/></Relationships>
</file>

<file path=ppt/slideLayouts/_rels/slideLayout36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3.png"/><Relationship Id="rId3" Type="http://schemas.openxmlformats.org/officeDocument/2006/relationships/image" Target="../media/image4.png"/></Relationships>
</file>

<file path=ppt/slideLayouts/_rels/slideLayout36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3.png"/><Relationship Id="rId3" Type="http://schemas.openxmlformats.org/officeDocument/2006/relationships/image" Target="../media/image4.png"/></Relationships>
</file>

<file path=ppt/slideLayouts/_rels/slideLayout36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png"/></Relationships>
</file>

<file path=ppt/slideLayouts/_rels/slideLayout36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2.gif"/></Relationships>
</file>

<file path=ppt/slideLayouts/_rels/slideLayout3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png"/></Relationships>
</file>

<file path=ppt/slideLayouts/_rels/slideLayout3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73.png"/></Relationships>
</file>

<file path=ppt/slideLayouts/_rels/slideLayout3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82.png"/></Relationships>
</file>

<file path=ppt/slideLayouts/_rels/slideLayout38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0.png"/></Relationships>
</file>

<file path=ppt/slideLayouts/_rels/slideLayout3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1.png"/></Relationships>
</file>

<file path=ppt/slideLayouts/_rels/slideLayout39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3.png"/><Relationship Id="rId3" Type="http://schemas.openxmlformats.org/officeDocument/2006/relationships/image" Target="../media/image4.png"/></Relationships>
</file>

<file path=ppt/slideLayouts/_rels/slideLayout3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3.png"/><Relationship Id="rId3" Type="http://schemas.openxmlformats.org/officeDocument/2006/relationships/image" Target="../media/image4.png"/></Relationships>
</file>

<file path=ppt/slideLayouts/_rels/slideLayout3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3.png"/></Relationships>
</file>

<file path=ppt/slideLayouts/_rels/slideLayout4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1.png"/></Relationships>
</file>

<file path=ppt/slideLayouts/_rels/slideLayout45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1.png"/></Relationships>
</file>

<file path=ppt/slideLayouts/_rels/slideLayout45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1.png"/></Relationships>
</file>

<file path=ppt/slideLayouts/_rels/slideLayout45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1.png"/></Relationships>
</file>

<file path=ppt/slideLayouts/_rels/slideLayout45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1.png"/></Relationships>
</file>

<file path=ppt/slideLayouts/_rels/slideLayout45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3.png"/><Relationship Id="rId3" Type="http://schemas.openxmlformats.org/officeDocument/2006/relationships/image" Target="../media/image4.png"/></Relationships>
</file>

<file path=ppt/slideLayouts/_rels/slideLayout45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3.png"/><Relationship Id="rId3" Type="http://schemas.openxmlformats.org/officeDocument/2006/relationships/image" Target="../media/image4.png"/></Relationships>
</file>

<file path=ppt/slideLayouts/_rels/slideLayout45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png"/></Relationships>
</file>

<file path=ppt/slideLayouts/_rels/slideLayout45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2.gif"/></Relationships>
</file>

<file path=ppt/slideLayouts/_rels/slideLayout4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6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6.png"/></Relationships>
</file>

<file path=ppt/slideLayouts/_rels/slideLayout4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6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73.png"/></Relationships>
</file>

<file path=ppt/slideLayouts/_rels/slideLayout4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7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82.png"/></Relationships>
</file>

<file path=ppt/slideLayouts/_rels/slideLayout4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0.png"/></Relationships>
</file>

<file path=ppt/slideLayouts/_rels/slideLayout4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1.png"/></Relationships>
</file>

<file path=ppt/slideLayouts/_rels/slideLayout48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3.png"/><Relationship Id="rId3" Type="http://schemas.openxmlformats.org/officeDocument/2006/relationships/image" Target="../media/image4.png"/></Relationships>
</file>

<file path=ppt/slideLayouts/_rels/slideLayout48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96.png"/></Relationships>
</file>

<file path=ppt/slideLayouts/_rels/slideLayout49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2.gif"/></Relationships>
</file>

<file path=ppt/slideLayouts/_rels/slideLayout505.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3.png"/><Relationship Id="rId3" Type="http://schemas.openxmlformats.org/officeDocument/2006/relationships/image" Target="../media/image4.png"/></Relationships>
</file>

<file path=ppt/slideLayouts/_rels/slideLayout506.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3.png"/><Relationship Id="rId3" Type="http://schemas.openxmlformats.org/officeDocument/2006/relationships/image" Target="../media/image4.png"/></Relationships>
</file>

<file path=ppt/slideLayouts/_rels/slideLayout507.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png"/></Relationships>
</file>

<file path=ppt/slideLayouts/_rels/slideLayout508.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2.gif"/></Relationships>
</file>

<file path=ppt/slideLayouts/_rels/slideLayout50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1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1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1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13.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6.png"/></Relationships>
</file>

<file path=ppt/slideLayouts/_rels/slideLayout51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1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1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1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19.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73.png"/></Relationships>
</file>

<file path=ppt/slideLayouts/_rels/slideLayout52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2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2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2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2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2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2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27.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82.png"/></Relationships>
</file>

<file path=ppt/slideLayouts/_rels/slideLayout52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2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3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3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32.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0.png"/></Relationships>
</file>

<file path=ppt/slideLayouts/_rels/slideLayout53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35.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1.png"/></Relationships>
</file>

<file path=ppt/slideLayouts/_rels/slideLayout536.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3.png"/><Relationship Id="rId3" Type="http://schemas.openxmlformats.org/officeDocument/2006/relationships/image" Target="../media/image4.png"/></Relationships>
</file>

<file path=ppt/slideLayouts/_rels/slideLayout5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4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4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4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4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4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5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5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5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5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5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5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5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5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5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5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6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6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6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6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pic>
        <p:nvPicPr>
          <p:cNvPr id="9" name="Google Shape;9;p2" title="Mesh Holographic Gradients - Dark Gradient 22.png"/>
          <p:cNvPicPr preferRelativeResize="0"/>
          <p:nvPr/>
        </p:nvPicPr>
        <p:blipFill rotWithShape="1">
          <a:blip r:embed="rId2">
            <a:alphaModFix/>
          </a:blip>
          <a:srcRect b="0" l="0" r="9999" t="0"/>
          <a:stretch/>
        </p:blipFill>
        <p:spPr>
          <a:xfrm>
            <a:off x="0" y="0"/>
            <a:ext cx="9143997" cy="5715000"/>
          </a:xfrm>
          <a:prstGeom prst="rect">
            <a:avLst/>
          </a:prstGeom>
          <a:noFill/>
          <a:ln>
            <a:noFill/>
          </a:ln>
        </p:spPr>
      </p:pic>
      <p:pic>
        <p:nvPicPr>
          <p:cNvPr id="10" name="Google Shape;10;p2"/>
          <p:cNvPicPr preferRelativeResize="0"/>
          <p:nvPr/>
        </p:nvPicPr>
        <p:blipFill rotWithShape="1">
          <a:blip r:embed="rId3">
            <a:alphaModFix/>
          </a:blip>
          <a:srcRect b="0" l="0" r="0" t="0"/>
          <a:stretch/>
        </p:blipFill>
        <p:spPr>
          <a:xfrm>
            <a:off x="457200" y="457209"/>
            <a:ext cx="316413" cy="390600"/>
          </a:xfrm>
          <a:prstGeom prst="rect">
            <a:avLst/>
          </a:prstGeom>
          <a:noFill/>
          <a:ln>
            <a:noFill/>
          </a:ln>
        </p:spPr>
      </p:pic>
      <p:sp>
        <p:nvSpPr>
          <p:cNvPr id="11" name="Google Shape;11;p2"/>
          <p:cNvSpPr/>
          <p:nvPr/>
        </p:nvSpPr>
        <p:spPr>
          <a:xfrm>
            <a:off x="984762" y="561375"/>
            <a:ext cx="203100" cy="225600"/>
          </a:xfrm>
          <a:prstGeom prst="plus">
            <a:avLst>
              <a:gd fmla="val 43366" name="adj"/>
            </a:avLst>
          </a:prstGeom>
          <a:solidFill>
            <a:srgbClr val="60A5FA"/>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Lato"/>
              <a:ea typeface="Lato"/>
              <a:cs typeface="Lato"/>
              <a:sym typeface="Lato"/>
            </a:endParaRPr>
          </a:p>
        </p:txBody>
      </p:sp>
      <p:sp>
        <p:nvSpPr>
          <p:cNvPr id="12" name="Google Shape;12;p2"/>
          <p:cNvSpPr txBox="1"/>
          <p:nvPr/>
        </p:nvSpPr>
        <p:spPr>
          <a:xfrm>
            <a:off x="8081975" y="4984033"/>
            <a:ext cx="614100" cy="2463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lang="en" sz="1600">
                <a:solidFill>
                  <a:schemeClr val="accent4"/>
                </a:solidFill>
                <a:latin typeface="Poppins Medium"/>
                <a:ea typeface="Poppins Medium"/>
                <a:cs typeface="Poppins Medium"/>
                <a:sym typeface="Poppins Medium"/>
              </a:rPr>
              <a:t>2025</a:t>
            </a:r>
            <a:endParaRPr sz="1600">
              <a:solidFill>
                <a:schemeClr val="accent4"/>
              </a:solidFill>
              <a:latin typeface="Poppins Medium"/>
              <a:ea typeface="Poppins Medium"/>
              <a:cs typeface="Poppins Medium"/>
              <a:sym typeface="Poppins Medium"/>
            </a:endParaRPr>
          </a:p>
        </p:txBody>
      </p:sp>
      <p:sp>
        <p:nvSpPr>
          <p:cNvPr id="13" name="Google Shape;13;p2"/>
          <p:cNvSpPr txBox="1"/>
          <p:nvPr>
            <p:ph type="title"/>
          </p:nvPr>
        </p:nvSpPr>
        <p:spPr>
          <a:xfrm>
            <a:off x="457200" y="3038000"/>
            <a:ext cx="6862800" cy="1734900"/>
          </a:xfrm>
          <a:prstGeom prst="rect">
            <a:avLst/>
          </a:prstGeom>
        </p:spPr>
        <p:txBody>
          <a:bodyPr anchorCtr="0" anchor="b" bIns="0" lIns="0" spcFirstLastPara="1" rIns="0" wrap="square" tIns="0">
            <a:noAutofit/>
          </a:bodyPr>
          <a:lstStyle>
            <a:lvl1pPr indent="0" lvl="0" marL="0" marR="0" rtl="0" algn="l">
              <a:lnSpc>
                <a:spcPct val="80000"/>
              </a:lnSpc>
              <a:spcBef>
                <a:spcPts val="0"/>
              </a:spcBef>
              <a:spcAft>
                <a:spcPts val="0"/>
              </a:spcAft>
              <a:buNone/>
              <a:defRPr sz="48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4" name="Google Shape;14;p2"/>
          <p:cNvSpPr txBox="1"/>
          <p:nvPr>
            <p:ph idx="1" type="subTitle"/>
          </p:nvPr>
        </p:nvSpPr>
        <p:spPr>
          <a:xfrm>
            <a:off x="457200" y="4823700"/>
            <a:ext cx="6862800" cy="434100"/>
          </a:xfrm>
          <a:prstGeom prst="rect">
            <a:avLst/>
          </a:prstGeom>
        </p:spPr>
        <p:txBody>
          <a:bodyPr anchorCtr="0" anchor="b" bIns="0" lIns="0" spcFirstLastPara="1" rIns="0" wrap="square" tIns="0">
            <a:noAutofit/>
          </a:bodyPr>
          <a:lstStyle>
            <a:lvl1pPr indent="0" lvl="0" marL="0" marR="0" rtl="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rtl="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rtl="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rtl="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rtl="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rtl="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rtl="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rtl="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rtl="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rtification covers">
  <p:cSld name="TITLE_1">
    <p:spTree>
      <p:nvGrpSpPr>
        <p:cNvPr id="15" name="Shape 15"/>
        <p:cNvGrpSpPr/>
        <p:nvPr/>
      </p:nvGrpSpPr>
      <p:grpSpPr>
        <a:xfrm>
          <a:off x="0" y="0"/>
          <a:ext cx="0" cy="0"/>
          <a:chOff x="0" y="0"/>
          <a:chExt cx="0" cy="0"/>
        </a:xfrm>
      </p:grpSpPr>
      <p:pic>
        <p:nvPicPr>
          <p:cNvPr id="16" name="Google Shape;16;p3" title="Mesh Holographic Gradients - Dark Gradient 22.png"/>
          <p:cNvPicPr preferRelativeResize="0"/>
          <p:nvPr/>
        </p:nvPicPr>
        <p:blipFill rotWithShape="1">
          <a:blip r:embed="rId2">
            <a:alphaModFix/>
          </a:blip>
          <a:srcRect b="0" l="0" r="9999" t="0"/>
          <a:stretch/>
        </p:blipFill>
        <p:spPr>
          <a:xfrm flipH="1" rot="10800000">
            <a:off x="0" y="0"/>
            <a:ext cx="9144003" cy="5715000"/>
          </a:xfrm>
          <a:prstGeom prst="rect">
            <a:avLst/>
          </a:prstGeom>
          <a:noFill/>
          <a:ln>
            <a:noFill/>
          </a:ln>
        </p:spPr>
      </p:pic>
      <p:pic>
        <p:nvPicPr>
          <p:cNvPr id="17" name="Google Shape;17;p3"/>
          <p:cNvPicPr preferRelativeResize="0"/>
          <p:nvPr/>
        </p:nvPicPr>
        <p:blipFill rotWithShape="1">
          <a:blip r:embed="rId3">
            <a:alphaModFix/>
          </a:blip>
          <a:srcRect b="0" l="0" r="0" t="0"/>
          <a:stretch/>
        </p:blipFill>
        <p:spPr>
          <a:xfrm>
            <a:off x="457200" y="531584"/>
            <a:ext cx="316413" cy="390600"/>
          </a:xfrm>
          <a:prstGeom prst="rect">
            <a:avLst/>
          </a:prstGeom>
          <a:noFill/>
          <a:ln>
            <a:noFill/>
          </a:ln>
        </p:spPr>
      </p:pic>
      <p:sp>
        <p:nvSpPr>
          <p:cNvPr id="18" name="Google Shape;18;p3"/>
          <p:cNvSpPr txBox="1"/>
          <p:nvPr>
            <p:ph type="title"/>
          </p:nvPr>
        </p:nvSpPr>
        <p:spPr>
          <a:xfrm>
            <a:off x="457200" y="3038000"/>
            <a:ext cx="6862800" cy="1734900"/>
          </a:xfrm>
          <a:prstGeom prst="rect">
            <a:avLst/>
          </a:prstGeom>
        </p:spPr>
        <p:txBody>
          <a:bodyPr anchorCtr="0" anchor="b"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9" name="Google Shape;19;p3"/>
          <p:cNvSpPr txBox="1"/>
          <p:nvPr>
            <p:ph idx="1" type="subTitle"/>
          </p:nvPr>
        </p:nvSpPr>
        <p:spPr>
          <a:xfrm>
            <a:off x="457200" y="4823700"/>
            <a:ext cx="68628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type="secHead">
  <p:cSld name="SECTION_HEADER">
    <p:spTree>
      <p:nvGrpSpPr>
        <p:cNvPr id="20" name="Shape 20"/>
        <p:cNvGrpSpPr/>
        <p:nvPr/>
      </p:nvGrpSpPr>
      <p:grpSpPr>
        <a:xfrm>
          <a:off x="0" y="0"/>
          <a:ext cx="0" cy="0"/>
          <a:chOff x="0" y="0"/>
          <a:chExt cx="0" cy="0"/>
        </a:xfrm>
      </p:grpSpPr>
      <p:pic>
        <p:nvPicPr>
          <p:cNvPr id="21" name="Google Shape;21;p4" title="Mesh Holographic Gradients - Dark Gradient 22.png"/>
          <p:cNvPicPr preferRelativeResize="0"/>
          <p:nvPr/>
        </p:nvPicPr>
        <p:blipFill rotWithShape="1">
          <a:blip r:embed="rId2">
            <a:alphaModFix/>
          </a:blip>
          <a:srcRect b="0" l="0" r="9999" t="0"/>
          <a:stretch/>
        </p:blipFill>
        <p:spPr>
          <a:xfrm>
            <a:off x="0" y="0"/>
            <a:ext cx="9144003" cy="5715000"/>
          </a:xfrm>
          <a:prstGeom prst="rect">
            <a:avLst/>
          </a:prstGeom>
          <a:noFill/>
          <a:ln>
            <a:noFill/>
          </a:ln>
        </p:spPr>
      </p:pic>
      <p:sp>
        <p:nvSpPr>
          <p:cNvPr id="22" name="Google Shape;22;p4"/>
          <p:cNvSpPr txBox="1"/>
          <p:nvPr>
            <p:ph type="title"/>
          </p:nvPr>
        </p:nvSpPr>
        <p:spPr>
          <a:xfrm>
            <a:off x="457200" y="4271667"/>
            <a:ext cx="5023800" cy="935400"/>
          </a:xfrm>
          <a:prstGeom prst="rect">
            <a:avLst/>
          </a:prstGeom>
        </p:spPr>
        <p:txBody>
          <a:bodyPr anchorCtr="0" anchor="b" bIns="0" lIns="0" spcFirstLastPara="1" rIns="0" wrap="square" tIns="0">
            <a:sp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eak slide">
  <p:cSld name="CUSTOM">
    <p:spTree>
      <p:nvGrpSpPr>
        <p:cNvPr id="23" name="Shape 23"/>
        <p:cNvGrpSpPr/>
        <p:nvPr/>
      </p:nvGrpSpPr>
      <p:grpSpPr>
        <a:xfrm>
          <a:off x="0" y="0"/>
          <a:ext cx="0" cy="0"/>
          <a:chOff x="0" y="0"/>
          <a:chExt cx="0" cy="0"/>
        </a:xfrm>
      </p:grpSpPr>
      <p:grpSp>
        <p:nvGrpSpPr>
          <p:cNvPr id="24" name="Google Shape;24;p5"/>
          <p:cNvGrpSpPr/>
          <p:nvPr/>
        </p:nvGrpSpPr>
        <p:grpSpPr>
          <a:xfrm>
            <a:off x="0" y="0"/>
            <a:ext cx="9143998" cy="5714776"/>
            <a:chOff x="0" y="-2"/>
            <a:chExt cx="10973237" cy="6858005"/>
          </a:xfrm>
        </p:grpSpPr>
        <p:pic>
          <p:nvPicPr>
            <p:cNvPr id="25" name="Google Shape;25;p5" title="Break.png"/>
            <p:cNvPicPr preferRelativeResize="0"/>
            <p:nvPr/>
          </p:nvPicPr>
          <p:blipFill rotWithShape="1">
            <a:blip r:embed="rId2">
              <a:alphaModFix/>
            </a:blip>
            <a:srcRect b="0" l="0" r="9999" t="0"/>
            <a:stretch/>
          </p:blipFill>
          <p:spPr>
            <a:xfrm>
              <a:off x="0" y="-2"/>
              <a:ext cx="10973237" cy="6858005"/>
            </a:xfrm>
            <a:prstGeom prst="rect">
              <a:avLst/>
            </a:prstGeom>
            <a:noFill/>
            <a:ln>
              <a:noFill/>
            </a:ln>
          </p:spPr>
        </p:pic>
        <p:pic>
          <p:nvPicPr>
            <p:cNvPr id="26" name="Google Shape;26;p5" title="Shapes01.png"/>
            <p:cNvPicPr preferRelativeResize="0"/>
            <p:nvPr/>
          </p:nvPicPr>
          <p:blipFill rotWithShape="1">
            <a:blip r:embed="rId3">
              <a:alphaModFix amt="64000"/>
            </a:blip>
            <a:srcRect b="0" l="0" r="9999" t="0"/>
            <a:stretch/>
          </p:blipFill>
          <p:spPr>
            <a:xfrm>
              <a:off x="0" y="-2"/>
              <a:ext cx="10973237" cy="6858005"/>
            </a:xfrm>
            <a:prstGeom prst="rect">
              <a:avLst/>
            </a:prstGeom>
            <a:noFill/>
            <a:ln>
              <a:noFill/>
            </a:ln>
          </p:spPr>
        </p:pic>
      </p:grpSp>
      <p:sp>
        <p:nvSpPr>
          <p:cNvPr id="27" name="Google Shape;27;p5"/>
          <p:cNvSpPr txBox="1"/>
          <p:nvPr/>
        </p:nvSpPr>
        <p:spPr>
          <a:xfrm>
            <a:off x="1367072" y="2080750"/>
            <a:ext cx="5486400" cy="738900"/>
          </a:xfrm>
          <a:prstGeom prst="rect">
            <a:avLst/>
          </a:prstGeom>
          <a:noFill/>
          <a:ln>
            <a:noFill/>
          </a:ln>
        </p:spPr>
        <p:txBody>
          <a:bodyPr anchorCtr="0" anchor="t" bIns="0" lIns="0" spcFirstLastPara="1" rIns="0" wrap="square" tIns="0">
            <a:spAutoFit/>
          </a:bodyPr>
          <a:lstStyle/>
          <a:p>
            <a:pPr indent="-304800" lvl="0" marL="0" marR="0" rtl="0" algn="l">
              <a:lnSpc>
                <a:spcPct val="100000"/>
              </a:lnSpc>
              <a:spcBef>
                <a:spcPts val="0"/>
              </a:spcBef>
              <a:spcAft>
                <a:spcPts val="0"/>
              </a:spcAft>
              <a:buClr>
                <a:schemeClr val="accent2"/>
              </a:buClr>
              <a:buSzPts val="4800"/>
              <a:buFont typeface="Poppins SemiBold"/>
              <a:buNone/>
            </a:pPr>
            <a:r>
              <a:rPr lang="en" sz="4800">
                <a:solidFill>
                  <a:schemeClr val="accent2"/>
                </a:solidFill>
                <a:latin typeface="Poppins SemiBold"/>
                <a:ea typeface="Poppins SemiBold"/>
                <a:cs typeface="Poppins SemiBold"/>
                <a:sym typeface="Poppins SemiBold"/>
              </a:rPr>
              <a:t>Break</a:t>
            </a:r>
            <a:endParaRPr sz="4800">
              <a:solidFill>
                <a:schemeClr val="accent2"/>
              </a:solidFill>
              <a:latin typeface="Poppins SemiBold"/>
              <a:ea typeface="Poppins SemiBold"/>
              <a:cs typeface="Poppins SemiBold"/>
              <a:sym typeface="Poppins SemiBold"/>
            </a:endParaRPr>
          </a:p>
        </p:txBody>
      </p:sp>
      <p:pic>
        <p:nvPicPr>
          <p:cNvPr id="28" name="Google Shape;28;p5"/>
          <p:cNvPicPr preferRelativeResize="0"/>
          <p:nvPr/>
        </p:nvPicPr>
        <p:blipFill rotWithShape="1">
          <a:blip r:embed="rId4">
            <a:alphaModFix/>
          </a:blip>
          <a:srcRect b="0" l="0" r="0" t="0"/>
          <a:stretch/>
        </p:blipFill>
        <p:spPr>
          <a:xfrm>
            <a:off x="1367087" y="2986403"/>
            <a:ext cx="277007" cy="276975"/>
          </a:xfrm>
          <a:prstGeom prst="rect">
            <a:avLst/>
          </a:prstGeom>
          <a:noFill/>
          <a:ln>
            <a:noFill/>
          </a:ln>
        </p:spPr>
      </p:pic>
      <p:sp>
        <p:nvSpPr>
          <p:cNvPr id="29" name="Google Shape;29;p5"/>
          <p:cNvSpPr txBox="1"/>
          <p:nvPr>
            <p:ph idx="1" type="body"/>
          </p:nvPr>
        </p:nvSpPr>
        <p:spPr>
          <a:xfrm>
            <a:off x="1810375" y="2900778"/>
            <a:ext cx="5043000" cy="479100"/>
          </a:xfrm>
          <a:prstGeom prst="rect">
            <a:avLst/>
          </a:prstGeom>
        </p:spPr>
        <p:txBody>
          <a:bodyPr anchorCtr="0" anchor="ctr" bIns="0" lIns="0" spcFirstLastPara="1" rIns="0" wrap="square" tIns="0">
            <a:sp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0" name="Shape 30"/>
        <p:cNvGrpSpPr/>
        <p:nvPr/>
      </p:nvGrpSpPr>
      <p:grpSpPr>
        <a:xfrm>
          <a:off x="0" y="0"/>
          <a:ext cx="0" cy="0"/>
          <a:chOff x="0" y="0"/>
          <a:chExt cx="0" cy="0"/>
        </a:xfrm>
      </p:grpSpPr>
      <p:sp>
        <p:nvSpPr>
          <p:cNvPr id="31" name="Google Shape;31;p6"/>
          <p:cNvSpPr txBox="1"/>
          <p:nvPr>
            <p:ph idx="1" type="body"/>
          </p:nvPr>
        </p:nvSpPr>
        <p:spPr>
          <a:xfrm>
            <a:off x="457200" y="1524425"/>
            <a:ext cx="3650100" cy="37335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32" name="Google Shape;32;p6"/>
          <p:cNvSpPr txBox="1"/>
          <p:nvPr>
            <p:ph type="title"/>
          </p:nvPr>
        </p:nvSpPr>
        <p:spPr>
          <a:xfrm>
            <a:off x="457200" y="457200"/>
            <a:ext cx="3650100" cy="10671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lumns" type="twoColTx">
  <p:cSld name="TITLE_AND_TWO_COLUMNS">
    <p:spTree>
      <p:nvGrpSpPr>
        <p:cNvPr id="33" name="Shape 33"/>
        <p:cNvGrpSpPr/>
        <p:nvPr/>
      </p:nvGrpSpPr>
      <p:grpSpPr>
        <a:xfrm>
          <a:off x="0" y="0"/>
          <a:ext cx="0" cy="0"/>
          <a:chOff x="0" y="0"/>
          <a:chExt cx="0" cy="0"/>
        </a:xfrm>
      </p:grpSpPr>
      <p:sp>
        <p:nvSpPr>
          <p:cNvPr id="34" name="Google Shape;34;p7"/>
          <p:cNvSpPr txBox="1"/>
          <p:nvPr>
            <p:ph idx="1" type="body"/>
          </p:nvPr>
        </p:nvSpPr>
        <p:spPr>
          <a:xfrm>
            <a:off x="4572000" y="1524425"/>
            <a:ext cx="3650100" cy="3733500"/>
          </a:xfrm>
          <a:prstGeom prst="rect">
            <a:avLst/>
          </a:prstGeom>
        </p:spPr>
        <p:txBody>
          <a:bodyPr anchorCtr="0" anchor="t" bIns="0" lIns="0" spcFirstLastPara="1" rIns="0" wrap="square" tIns="0">
            <a:spAutoFit/>
          </a:bodyPr>
          <a:lstStyle>
            <a:lvl1pPr indent="-317500" lvl="0" marL="457200" rtl="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rtl="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rtl="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rtl="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rtl="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rtl="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rtl="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rtl="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rtl="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35" name="Google Shape;35;p7"/>
          <p:cNvSpPr txBox="1"/>
          <p:nvPr>
            <p:ph idx="2" type="body"/>
          </p:nvPr>
        </p:nvSpPr>
        <p:spPr>
          <a:xfrm>
            <a:off x="457200" y="1524425"/>
            <a:ext cx="3650100" cy="37335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36" name="Google Shape;36;p7"/>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guide id="2" pos="2587">
          <p15:clr>
            <a:srgbClr val="E46962"/>
          </p15:clr>
        </p15:guide>
        <p15:guide id="3" pos="2880">
          <p15:clr>
            <a:srgbClr val="E46962"/>
          </p15:clr>
        </p15:guide>
        <p15:guide id="4" pos="5179">
          <p15:clr>
            <a:srgbClr val="E46962"/>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7" name="Shape 37"/>
        <p:cNvGrpSpPr/>
        <p:nvPr/>
      </p:nvGrpSpPr>
      <p:grpSpPr>
        <a:xfrm>
          <a:off x="0" y="0"/>
          <a:ext cx="0" cy="0"/>
          <a:chOff x="0" y="0"/>
          <a:chExt cx="0" cy="0"/>
        </a:xfrm>
      </p:grpSpPr>
      <p:sp>
        <p:nvSpPr>
          <p:cNvPr id="38" name="Google Shape;38;p8"/>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column">
  <p:cSld name="ONE_COLUMN_TEXT">
    <p:spTree>
      <p:nvGrpSpPr>
        <p:cNvPr id="39" name="Shape 39"/>
        <p:cNvGrpSpPr/>
        <p:nvPr/>
      </p:nvGrpSpPr>
      <p:grpSpPr>
        <a:xfrm>
          <a:off x="0" y="0"/>
          <a:ext cx="0" cy="0"/>
          <a:chOff x="0" y="0"/>
          <a:chExt cx="0" cy="0"/>
        </a:xfrm>
      </p:grpSpPr>
      <p:sp>
        <p:nvSpPr>
          <p:cNvPr id="40" name="Google Shape;40;p9"/>
          <p:cNvSpPr txBox="1"/>
          <p:nvPr>
            <p:ph idx="1" type="body"/>
          </p:nvPr>
        </p:nvSpPr>
        <p:spPr>
          <a:xfrm>
            <a:off x="457200" y="1524425"/>
            <a:ext cx="3204600" cy="37335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41" name="Google Shape;41;p9"/>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307">
          <p15:clr>
            <a:srgbClr val="E46962"/>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blipFill>
          <a:blip r:embed="rId2">
            <a:alphaModFix/>
          </a:blip>
          <a:stretch>
            <a:fillRect/>
          </a:stretch>
        </a:blipFill>
      </p:bgPr>
    </p:bg>
    <p:spTree>
      <p:nvGrpSpPr>
        <p:cNvPr id="42" name="Shape 42"/>
        <p:cNvGrpSpPr/>
        <p:nvPr/>
      </p:nvGrpSpPr>
      <p:grpSpPr>
        <a:xfrm>
          <a:off x="0" y="0"/>
          <a:ext cx="0" cy="0"/>
          <a:chOff x="0" y="0"/>
          <a:chExt cx="0" cy="0"/>
        </a:xfrm>
      </p:grpSpPr>
      <p:sp>
        <p:nvSpPr>
          <p:cNvPr id="43" name="Google Shape;43;p10"/>
          <p:cNvSpPr txBox="1"/>
          <p:nvPr>
            <p:ph type="title"/>
          </p:nvPr>
        </p:nvSpPr>
        <p:spPr>
          <a:xfrm>
            <a:off x="1378150" y="500167"/>
            <a:ext cx="6387600" cy="47067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4800"/>
              <a:buNone/>
              <a:defRPr sz="4800">
                <a:solidFill>
                  <a:schemeClr val="lt1"/>
                </a:solidFill>
              </a:defRPr>
            </a:lvl1pPr>
            <a:lvl2pPr lvl="1" algn="ctr">
              <a:spcBef>
                <a:spcPts val="0"/>
              </a:spcBef>
              <a:spcAft>
                <a:spcPts val="0"/>
              </a:spcAft>
              <a:buClr>
                <a:schemeClr val="lt1"/>
              </a:buClr>
              <a:buSzPts val="4800"/>
              <a:buNone/>
              <a:defRPr sz="4800">
                <a:solidFill>
                  <a:schemeClr val="lt1"/>
                </a:solidFill>
              </a:defRPr>
            </a:lvl2pPr>
            <a:lvl3pPr lvl="2" algn="ctr">
              <a:spcBef>
                <a:spcPts val="0"/>
              </a:spcBef>
              <a:spcAft>
                <a:spcPts val="0"/>
              </a:spcAft>
              <a:buClr>
                <a:schemeClr val="lt1"/>
              </a:buClr>
              <a:buSzPts val="4800"/>
              <a:buNone/>
              <a:defRPr sz="4800">
                <a:solidFill>
                  <a:schemeClr val="lt1"/>
                </a:solidFill>
              </a:defRPr>
            </a:lvl3pPr>
            <a:lvl4pPr lvl="3" algn="ctr">
              <a:spcBef>
                <a:spcPts val="0"/>
              </a:spcBef>
              <a:spcAft>
                <a:spcPts val="0"/>
              </a:spcAft>
              <a:buClr>
                <a:schemeClr val="lt1"/>
              </a:buClr>
              <a:buSzPts val="4800"/>
              <a:buNone/>
              <a:defRPr sz="4800">
                <a:solidFill>
                  <a:schemeClr val="lt1"/>
                </a:solidFill>
              </a:defRPr>
            </a:lvl4pPr>
            <a:lvl5pPr lvl="4" algn="ctr">
              <a:spcBef>
                <a:spcPts val="0"/>
              </a:spcBef>
              <a:spcAft>
                <a:spcPts val="0"/>
              </a:spcAft>
              <a:buClr>
                <a:schemeClr val="lt1"/>
              </a:buClr>
              <a:buSzPts val="4800"/>
              <a:buNone/>
              <a:defRPr sz="4800">
                <a:solidFill>
                  <a:schemeClr val="lt1"/>
                </a:solidFill>
              </a:defRPr>
            </a:lvl5pPr>
            <a:lvl6pPr lvl="5" algn="ctr">
              <a:spcBef>
                <a:spcPts val="0"/>
              </a:spcBef>
              <a:spcAft>
                <a:spcPts val="0"/>
              </a:spcAft>
              <a:buClr>
                <a:schemeClr val="lt1"/>
              </a:buClr>
              <a:buSzPts val="4800"/>
              <a:buNone/>
              <a:defRPr sz="4800">
                <a:solidFill>
                  <a:schemeClr val="lt1"/>
                </a:solidFill>
              </a:defRPr>
            </a:lvl6pPr>
            <a:lvl7pPr lvl="6" algn="ctr">
              <a:spcBef>
                <a:spcPts val="0"/>
              </a:spcBef>
              <a:spcAft>
                <a:spcPts val="0"/>
              </a:spcAft>
              <a:buClr>
                <a:schemeClr val="lt1"/>
              </a:buClr>
              <a:buSzPts val="4800"/>
              <a:buNone/>
              <a:defRPr sz="4800">
                <a:solidFill>
                  <a:schemeClr val="lt1"/>
                </a:solidFill>
              </a:defRPr>
            </a:lvl7pPr>
            <a:lvl8pPr lvl="7" algn="ctr">
              <a:spcBef>
                <a:spcPts val="0"/>
              </a:spcBef>
              <a:spcAft>
                <a:spcPts val="0"/>
              </a:spcAft>
              <a:buClr>
                <a:schemeClr val="lt1"/>
              </a:buClr>
              <a:buSzPts val="4800"/>
              <a:buNone/>
              <a:defRPr sz="4800">
                <a:solidFill>
                  <a:schemeClr val="lt1"/>
                </a:solidFill>
              </a:defRPr>
            </a:lvl8pPr>
            <a:lvl9pPr lvl="8" algn="ctr">
              <a:spcBef>
                <a:spcPts val="0"/>
              </a:spcBef>
              <a:spcAft>
                <a:spcPts val="0"/>
              </a:spcAft>
              <a:buClr>
                <a:schemeClr val="lt1"/>
              </a:buClr>
              <a:buSzPts val="4800"/>
              <a:buNone/>
              <a:defRPr sz="4800">
                <a:solidFill>
                  <a:schemeClr val="lt1"/>
                </a:solidFill>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Section message">
  <p:cSld name="SECTION_TITLE_AND_DESCRIPTION">
    <p:spTree>
      <p:nvGrpSpPr>
        <p:cNvPr id="44" name="Shape 44"/>
        <p:cNvGrpSpPr/>
        <p:nvPr/>
      </p:nvGrpSpPr>
      <p:grpSpPr>
        <a:xfrm>
          <a:off x="0" y="0"/>
          <a:ext cx="0" cy="0"/>
          <a:chOff x="0" y="0"/>
          <a:chExt cx="0" cy="0"/>
        </a:xfrm>
      </p:grpSpPr>
      <p:sp>
        <p:nvSpPr>
          <p:cNvPr id="45" name="Google Shape;45;p11"/>
          <p:cNvSpPr/>
          <p:nvPr/>
        </p:nvSpPr>
        <p:spPr>
          <a:xfrm>
            <a:off x="4572000" y="457200"/>
            <a:ext cx="4114800" cy="4800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11"/>
          <p:cNvSpPr txBox="1"/>
          <p:nvPr>
            <p:ph idx="1" type="body"/>
          </p:nvPr>
        </p:nvSpPr>
        <p:spPr>
          <a:xfrm>
            <a:off x="4572000" y="457200"/>
            <a:ext cx="4114800" cy="4800600"/>
          </a:xfrm>
          <a:prstGeom prst="rect">
            <a:avLst/>
          </a:prstGeom>
        </p:spPr>
        <p:txBody>
          <a:bodyPr anchorCtr="0" anchor="ctr" bIns="182875" lIns="182875" spcFirstLastPara="1" rIns="182875" wrap="square" tIns="182875">
            <a:spAutoFit/>
          </a:bodyPr>
          <a:lstStyle>
            <a:lvl1pPr indent="-317500" lvl="0" marL="457200">
              <a:spcBef>
                <a:spcPts val="0"/>
              </a:spcBef>
              <a:spcAft>
                <a:spcPts val="0"/>
              </a:spcAft>
              <a:buClr>
                <a:schemeClr val="accent1"/>
              </a:buClr>
              <a:buSzPts val="1400"/>
              <a:buChar char="●"/>
              <a:defRPr>
                <a:solidFill>
                  <a:schemeClr val="accent1"/>
                </a:solidFill>
              </a:defRPr>
            </a:lvl1pPr>
            <a:lvl2pPr indent="-317500" lvl="1" marL="914400">
              <a:spcBef>
                <a:spcPts val="0"/>
              </a:spcBef>
              <a:spcAft>
                <a:spcPts val="0"/>
              </a:spcAft>
              <a:buClr>
                <a:schemeClr val="accent1"/>
              </a:buClr>
              <a:buSzPts val="1400"/>
              <a:buChar char="○"/>
              <a:defRPr>
                <a:solidFill>
                  <a:schemeClr val="accent1"/>
                </a:solidFill>
              </a:defRPr>
            </a:lvl2pPr>
            <a:lvl3pPr indent="-317500" lvl="2" marL="1371600">
              <a:spcBef>
                <a:spcPts val="0"/>
              </a:spcBef>
              <a:spcAft>
                <a:spcPts val="0"/>
              </a:spcAft>
              <a:buClr>
                <a:schemeClr val="accent1"/>
              </a:buClr>
              <a:buSzPts val="1400"/>
              <a:buChar char="■"/>
              <a:defRPr>
                <a:solidFill>
                  <a:schemeClr val="accent1"/>
                </a:solidFill>
              </a:defRPr>
            </a:lvl3pPr>
            <a:lvl4pPr indent="-317500" lvl="3" marL="1828800">
              <a:spcBef>
                <a:spcPts val="0"/>
              </a:spcBef>
              <a:spcAft>
                <a:spcPts val="0"/>
              </a:spcAft>
              <a:buClr>
                <a:schemeClr val="accent1"/>
              </a:buClr>
              <a:buSzPts val="1400"/>
              <a:buChar char="●"/>
              <a:defRPr>
                <a:solidFill>
                  <a:schemeClr val="accent1"/>
                </a:solidFill>
              </a:defRPr>
            </a:lvl4pPr>
            <a:lvl5pPr indent="-317500" lvl="4" marL="2286000">
              <a:spcBef>
                <a:spcPts val="0"/>
              </a:spcBef>
              <a:spcAft>
                <a:spcPts val="0"/>
              </a:spcAft>
              <a:buClr>
                <a:schemeClr val="accent1"/>
              </a:buClr>
              <a:buSzPts val="1400"/>
              <a:buChar char="○"/>
              <a:defRPr>
                <a:solidFill>
                  <a:schemeClr val="accent1"/>
                </a:solidFill>
              </a:defRPr>
            </a:lvl5pPr>
            <a:lvl6pPr indent="-317500" lvl="5" marL="2743200">
              <a:spcBef>
                <a:spcPts val="0"/>
              </a:spcBef>
              <a:spcAft>
                <a:spcPts val="0"/>
              </a:spcAft>
              <a:buClr>
                <a:schemeClr val="accent1"/>
              </a:buClr>
              <a:buSzPts val="1400"/>
              <a:buChar char="■"/>
              <a:defRPr>
                <a:solidFill>
                  <a:schemeClr val="accent1"/>
                </a:solidFill>
              </a:defRPr>
            </a:lvl6pPr>
            <a:lvl7pPr indent="-317500" lvl="6" marL="3200400">
              <a:spcBef>
                <a:spcPts val="0"/>
              </a:spcBef>
              <a:spcAft>
                <a:spcPts val="0"/>
              </a:spcAft>
              <a:buClr>
                <a:schemeClr val="accent1"/>
              </a:buClr>
              <a:buSzPts val="1400"/>
              <a:buChar char="●"/>
              <a:defRPr>
                <a:solidFill>
                  <a:schemeClr val="accent1"/>
                </a:solidFill>
              </a:defRPr>
            </a:lvl7pPr>
            <a:lvl8pPr indent="-317500" lvl="7" marL="3657600">
              <a:spcBef>
                <a:spcPts val="0"/>
              </a:spcBef>
              <a:spcAft>
                <a:spcPts val="0"/>
              </a:spcAft>
              <a:buClr>
                <a:schemeClr val="accent1"/>
              </a:buClr>
              <a:buSzPts val="1400"/>
              <a:buChar char="○"/>
              <a:defRPr>
                <a:solidFill>
                  <a:schemeClr val="accent1"/>
                </a:solidFill>
              </a:defRPr>
            </a:lvl8pPr>
            <a:lvl9pPr indent="-317500" lvl="8" marL="4114800">
              <a:spcBef>
                <a:spcPts val="0"/>
              </a:spcBef>
              <a:spcAft>
                <a:spcPts val="0"/>
              </a:spcAft>
              <a:buClr>
                <a:schemeClr val="accent1"/>
              </a:buClr>
              <a:buSzPts val="1400"/>
              <a:buChar char="■"/>
              <a:defRPr>
                <a:solidFill>
                  <a:schemeClr val="accent1"/>
                </a:solidFill>
              </a:defRPr>
            </a:lvl9pPr>
          </a:lstStyle>
          <a:p/>
        </p:txBody>
      </p:sp>
      <p:sp>
        <p:nvSpPr>
          <p:cNvPr id="47" name="Google Shape;47;p11"/>
          <p:cNvSpPr txBox="1"/>
          <p:nvPr>
            <p:ph type="title"/>
          </p:nvPr>
        </p:nvSpPr>
        <p:spPr>
          <a:xfrm>
            <a:off x="457200" y="457200"/>
            <a:ext cx="3656700" cy="2568000"/>
          </a:xfrm>
          <a:prstGeom prst="rect">
            <a:avLst/>
          </a:prstGeom>
          <a:noFill/>
          <a:ln>
            <a:noFill/>
          </a:ln>
        </p:spPr>
        <p:txBody>
          <a:bodyPr anchorCtr="0" anchor="t" bIns="0" lIns="0" spcFirstLastPara="1" rIns="0" wrap="square" tIns="0">
            <a:noAutofit/>
          </a:bodyPr>
          <a:lstStyle>
            <a:lvl1pPr lvl="0">
              <a:lnSpc>
                <a:spcPct val="80000"/>
              </a:lnSpc>
              <a:spcBef>
                <a:spcPts val="0"/>
              </a:spcBef>
              <a:spcAft>
                <a:spcPts val="0"/>
              </a:spcAft>
              <a:buSzPts val="4800"/>
              <a:buNone/>
              <a:defRPr sz="4800"/>
            </a:lvl1pPr>
            <a:lvl2pPr lvl="1">
              <a:lnSpc>
                <a:spcPct val="100000"/>
              </a:lnSpc>
              <a:spcBef>
                <a:spcPts val="0"/>
              </a:spcBef>
              <a:spcAft>
                <a:spcPts val="0"/>
              </a:spcAft>
              <a:buSzPts val="4400"/>
              <a:buNone/>
              <a:defRPr sz="4400"/>
            </a:lvl2pPr>
            <a:lvl3pPr lvl="2">
              <a:lnSpc>
                <a:spcPct val="100000"/>
              </a:lnSpc>
              <a:spcBef>
                <a:spcPts val="0"/>
              </a:spcBef>
              <a:spcAft>
                <a:spcPts val="0"/>
              </a:spcAft>
              <a:buSzPts val="4400"/>
              <a:buNone/>
              <a:defRPr sz="4400"/>
            </a:lvl3pPr>
            <a:lvl4pPr lvl="3">
              <a:lnSpc>
                <a:spcPct val="100000"/>
              </a:lnSpc>
              <a:spcBef>
                <a:spcPts val="0"/>
              </a:spcBef>
              <a:spcAft>
                <a:spcPts val="0"/>
              </a:spcAft>
              <a:buSzPts val="4400"/>
              <a:buNone/>
              <a:defRPr sz="4400"/>
            </a:lvl4pPr>
            <a:lvl5pPr lvl="4">
              <a:lnSpc>
                <a:spcPct val="100000"/>
              </a:lnSpc>
              <a:spcBef>
                <a:spcPts val="0"/>
              </a:spcBef>
              <a:spcAft>
                <a:spcPts val="0"/>
              </a:spcAft>
              <a:buSzPts val="4400"/>
              <a:buNone/>
              <a:defRPr sz="4400"/>
            </a:lvl5pPr>
            <a:lvl6pPr lvl="5">
              <a:lnSpc>
                <a:spcPct val="100000"/>
              </a:lnSpc>
              <a:spcBef>
                <a:spcPts val="0"/>
              </a:spcBef>
              <a:spcAft>
                <a:spcPts val="0"/>
              </a:spcAft>
              <a:buSzPts val="4400"/>
              <a:buNone/>
              <a:defRPr sz="4400"/>
            </a:lvl6pPr>
            <a:lvl7pPr lvl="6">
              <a:lnSpc>
                <a:spcPct val="100000"/>
              </a:lnSpc>
              <a:spcBef>
                <a:spcPts val="0"/>
              </a:spcBef>
              <a:spcAft>
                <a:spcPts val="0"/>
              </a:spcAft>
              <a:buSzPts val="4400"/>
              <a:buNone/>
              <a:defRPr sz="4400"/>
            </a:lvl7pPr>
            <a:lvl8pPr lvl="7">
              <a:lnSpc>
                <a:spcPct val="100000"/>
              </a:lnSpc>
              <a:spcBef>
                <a:spcPts val="0"/>
              </a:spcBef>
              <a:spcAft>
                <a:spcPts val="0"/>
              </a:spcAft>
              <a:buSzPts val="4400"/>
              <a:buNone/>
              <a:defRPr sz="4400"/>
            </a:lvl8pPr>
            <a:lvl9pPr lvl="8">
              <a:lnSpc>
                <a:spcPct val="100000"/>
              </a:lnSpc>
              <a:spcBef>
                <a:spcPts val="0"/>
              </a:spcBef>
              <a:spcAft>
                <a:spcPts val="0"/>
              </a:spcAft>
              <a:buSzPts val="4400"/>
              <a:buNone/>
              <a:defRPr sz="4400"/>
            </a:lvl9pPr>
          </a:lstStyle>
          <a:p/>
        </p:txBody>
      </p:sp>
      <p:sp>
        <p:nvSpPr>
          <p:cNvPr id="48" name="Google Shape;48;p11"/>
          <p:cNvSpPr txBox="1"/>
          <p:nvPr>
            <p:ph idx="2" type="subTitle"/>
          </p:nvPr>
        </p:nvSpPr>
        <p:spPr>
          <a:xfrm>
            <a:off x="457200" y="3025250"/>
            <a:ext cx="3656700" cy="2232600"/>
          </a:xfrm>
          <a:prstGeom prst="rect">
            <a:avLst/>
          </a:prstGeom>
        </p:spPr>
        <p:txBody>
          <a:bodyPr anchorCtr="0" anchor="t" bIns="0" lIns="0" spcFirstLastPara="1" rIns="0" wrap="square" tIns="0">
            <a:noAutofit/>
          </a:bodyPr>
          <a:lstStyle>
            <a:lvl1pPr indent="0" lvl="0"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Tree>
  </p:cSld>
  <p:clrMapOvr>
    <a:masterClrMapping/>
  </p:clrMapOvr>
  <p:extLst>
    <p:ext uri="{DCECCB84-F9BA-43D5-87BE-67443E8EF086}">
      <p15:sldGuideLst>
        <p15:guide id="1" orient="horz" pos="1906">
          <p15:clr>
            <a:srgbClr val="E46962"/>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dark)">
  <p:cSld name="TITLE_AND_BODY_1">
    <p:bg>
      <p:bgPr>
        <a:solidFill>
          <a:schemeClr val="dk1"/>
        </a:solidFill>
      </p:bgPr>
    </p:bg>
    <p:spTree>
      <p:nvGrpSpPr>
        <p:cNvPr id="50" name="Shape 50"/>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Body">
  <p:cSld name="Title + Body 1">
    <p:spTree>
      <p:nvGrpSpPr>
        <p:cNvPr id="51" name="Shape 51"/>
        <p:cNvGrpSpPr/>
        <p:nvPr/>
      </p:nvGrpSpPr>
      <p:grpSpPr>
        <a:xfrm>
          <a:off x="0" y="0"/>
          <a:ext cx="0" cy="0"/>
          <a:chOff x="0" y="0"/>
          <a:chExt cx="0" cy="0"/>
        </a:xfrm>
      </p:grpSpPr>
      <p:sp>
        <p:nvSpPr>
          <p:cNvPr id="52" name="Google Shape;52;p14"/>
          <p:cNvSpPr txBox="1"/>
          <p:nvPr>
            <p:ph type="title"/>
          </p:nvPr>
        </p:nvSpPr>
        <p:spPr>
          <a:xfrm>
            <a:off x="457200" y="1694917"/>
            <a:ext cx="41148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b="1"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None/>
              <a:defRPr sz="1200">
                <a:solidFill>
                  <a:schemeClr val="accent1"/>
                </a:solidFill>
              </a:defRPr>
            </a:lvl2pPr>
            <a:lvl3pPr lvl="2" algn="l">
              <a:lnSpc>
                <a:spcPct val="115000"/>
              </a:lnSpc>
              <a:spcBef>
                <a:spcPts val="0"/>
              </a:spcBef>
              <a:spcAft>
                <a:spcPts val="0"/>
              </a:spcAft>
              <a:buClr>
                <a:schemeClr val="accent1"/>
              </a:buClr>
              <a:buSzPts val="1200"/>
              <a:buNone/>
              <a:defRPr sz="1200">
                <a:solidFill>
                  <a:schemeClr val="accent1"/>
                </a:solidFill>
              </a:defRPr>
            </a:lvl3pPr>
            <a:lvl4pPr lvl="3" algn="l">
              <a:lnSpc>
                <a:spcPct val="115000"/>
              </a:lnSpc>
              <a:spcBef>
                <a:spcPts val="0"/>
              </a:spcBef>
              <a:spcAft>
                <a:spcPts val="0"/>
              </a:spcAft>
              <a:buClr>
                <a:schemeClr val="accent1"/>
              </a:buClr>
              <a:buSzPts val="1200"/>
              <a:buNone/>
              <a:defRPr sz="1200">
                <a:solidFill>
                  <a:schemeClr val="accent1"/>
                </a:solidFill>
              </a:defRPr>
            </a:lvl4pPr>
            <a:lvl5pPr lvl="4" algn="l">
              <a:lnSpc>
                <a:spcPct val="115000"/>
              </a:lnSpc>
              <a:spcBef>
                <a:spcPts val="0"/>
              </a:spcBef>
              <a:spcAft>
                <a:spcPts val="0"/>
              </a:spcAft>
              <a:buClr>
                <a:schemeClr val="accent1"/>
              </a:buClr>
              <a:buSzPts val="1200"/>
              <a:buNone/>
              <a:defRPr sz="1200">
                <a:solidFill>
                  <a:schemeClr val="accent1"/>
                </a:solidFill>
              </a:defRPr>
            </a:lvl5pPr>
            <a:lvl6pPr lvl="5" algn="l">
              <a:lnSpc>
                <a:spcPct val="115000"/>
              </a:lnSpc>
              <a:spcBef>
                <a:spcPts val="0"/>
              </a:spcBef>
              <a:spcAft>
                <a:spcPts val="0"/>
              </a:spcAft>
              <a:buClr>
                <a:schemeClr val="accent1"/>
              </a:buClr>
              <a:buSzPts val="1200"/>
              <a:buNone/>
              <a:defRPr sz="1200">
                <a:solidFill>
                  <a:schemeClr val="accent1"/>
                </a:solidFill>
              </a:defRPr>
            </a:lvl6pPr>
            <a:lvl7pPr lvl="6" algn="l">
              <a:lnSpc>
                <a:spcPct val="115000"/>
              </a:lnSpc>
              <a:spcBef>
                <a:spcPts val="0"/>
              </a:spcBef>
              <a:spcAft>
                <a:spcPts val="0"/>
              </a:spcAft>
              <a:buClr>
                <a:schemeClr val="accent1"/>
              </a:buClr>
              <a:buSzPts val="1200"/>
              <a:buNone/>
              <a:defRPr sz="1200">
                <a:solidFill>
                  <a:schemeClr val="accent1"/>
                </a:solidFill>
              </a:defRPr>
            </a:lvl7pPr>
            <a:lvl8pPr lvl="7" algn="l">
              <a:lnSpc>
                <a:spcPct val="115000"/>
              </a:lnSpc>
              <a:spcBef>
                <a:spcPts val="0"/>
              </a:spcBef>
              <a:spcAft>
                <a:spcPts val="0"/>
              </a:spcAft>
              <a:buClr>
                <a:schemeClr val="accent1"/>
              </a:buClr>
              <a:buSzPts val="1200"/>
              <a:buNone/>
              <a:defRPr sz="1200">
                <a:solidFill>
                  <a:schemeClr val="accent1"/>
                </a:solidFill>
              </a:defRPr>
            </a:lvl8pPr>
            <a:lvl9pPr lvl="8" algn="l">
              <a:lnSpc>
                <a:spcPct val="115000"/>
              </a:lnSpc>
              <a:spcBef>
                <a:spcPts val="0"/>
              </a:spcBef>
              <a:spcAft>
                <a:spcPts val="0"/>
              </a:spcAft>
              <a:buClr>
                <a:schemeClr val="accent1"/>
              </a:buClr>
              <a:buSzPts val="1200"/>
              <a:buNone/>
              <a:defRPr sz="1200">
                <a:solidFill>
                  <a:schemeClr val="accent1"/>
                </a:solidFill>
              </a:defRPr>
            </a:lvl9pPr>
          </a:lstStyle>
          <a:p/>
        </p:txBody>
      </p:sp>
      <p:sp>
        <p:nvSpPr>
          <p:cNvPr id="53" name="Google Shape;53;p14"/>
          <p:cNvSpPr txBox="1"/>
          <p:nvPr>
            <p:ph idx="1" type="subTitle"/>
          </p:nvPr>
        </p:nvSpPr>
        <p:spPr>
          <a:xfrm>
            <a:off x="457200" y="457175"/>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54" name="Google Shape;54;p14"/>
          <p:cNvSpPr txBox="1"/>
          <p:nvPr>
            <p:ph idx="2" type="body"/>
          </p:nvPr>
        </p:nvSpPr>
        <p:spPr>
          <a:xfrm>
            <a:off x="457200" y="2139575"/>
            <a:ext cx="41148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55" name="Google Shape;55;p14"/>
          <p:cNvSpPr txBox="1"/>
          <p:nvPr>
            <p:ph idx="3" type="title"/>
          </p:nvPr>
        </p:nvSpPr>
        <p:spPr>
          <a:xfrm>
            <a:off x="457200" y="891285"/>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2 columns">
  <p:cSld name="Body 2 Columns ">
    <p:spTree>
      <p:nvGrpSpPr>
        <p:cNvPr id="56" name="Shape 56"/>
        <p:cNvGrpSpPr/>
        <p:nvPr/>
      </p:nvGrpSpPr>
      <p:grpSpPr>
        <a:xfrm>
          <a:off x="0" y="0"/>
          <a:ext cx="0" cy="0"/>
          <a:chOff x="0" y="0"/>
          <a:chExt cx="0" cy="0"/>
        </a:xfrm>
      </p:grpSpPr>
      <p:sp>
        <p:nvSpPr>
          <p:cNvPr id="57" name="Google Shape;57;p15"/>
          <p:cNvSpPr txBox="1"/>
          <p:nvPr>
            <p:ph idx="1" type="body"/>
          </p:nvPr>
        </p:nvSpPr>
        <p:spPr>
          <a:xfrm>
            <a:off x="457200" y="2139575"/>
            <a:ext cx="41148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58" name="Google Shape;58;p15"/>
          <p:cNvSpPr txBox="1"/>
          <p:nvPr>
            <p:ph idx="2" type="body"/>
          </p:nvPr>
        </p:nvSpPr>
        <p:spPr>
          <a:xfrm>
            <a:off x="4572000" y="2139575"/>
            <a:ext cx="41148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59" name="Google Shape;59;p15"/>
          <p:cNvSpPr txBox="1"/>
          <p:nvPr>
            <p:ph idx="3" type="subTitle"/>
          </p:nvPr>
        </p:nvSpPr>
        <p:spPr>
          <a:xfrm>
            <a:off x="457200" y="457175"/>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60" name="Google Shape;60;p15"/>
          <p:cNvSpPr txBox="1"/>
          <p:nvPr>
            <p:ph type="title"/>
          </p:nvPr>
        </p:nvSpPr>
        <p:spPr>
          <a:xfrm>
            <a:off x="457200" y="891285"/>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
        <p:nvSpPr>
          <p:cNvPr id="61" name="Google Shape;61;p15"/>
          <p:cNvSpPr txBox="1"/>
          <p:nvPr>
            <p:ph idx="4" type="title"/>
          </p:nvPr>
        </p:nvSpPr>
        <p:spPr>
          <a:xfrm>
            <a:off x="457200" y="1694917"/>
            <a:ext cx="41148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b="1"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None/>
              <a:defRPr sz="1200">
                <a:solidFill>
                  <a:schemeClr val="accent1"/>
                </a:solidFill>
              </a:defRPr>
            </a:lvl2pPr>
            <a:lvl3pPr lvl="2" algn="l">
              <a:lnSpc>
                <a:spcPct val="115000"/>
              </a:lnSpc>
              <a:spcBef>
                <a:spcPts val="0"/>
              </a:spcBef>
              <a:spcAft>
                <a:spcPts val="0"/>
              </a:spcAft>
              <a:buClr>
                <a:schemeClr val="accent1"/>
              </a:buClr>
              <a:buSzPts val="1200"/>
              <a:buNone/>
              <a:defRPr sz="1200">
                <a:solidFill>
                  <a:schemeClr val="accent1"/>
                </a:solidFill>
              </a:defRPr>
            </a:lvl3pPr>
            <a:lvl4pPr lvl="3" algn="l">
              <a:lnSpc>
                <a:spcPct val="115000"/>
              </a:lnSpc>
              <a:spcBef>
                <a:spcPts val="0"/>
              </a:spcBef>
              <a:spcAft>
                <a:spcPts val="0"/>
              </a:spcAft>
              <a:buClr>
                <a:schemeClr val="accent1"/>
              </a:buClr>
              <a:buSzPts val="1200"/>
              <a:buNone/>
              <a:defRPr sz="1200">
                <a:solidFill>
                  <a:schemeClr val="accent1"/>
                </a:solidFill>
              </a:defRPr>
            </a:lvl4pPr>
            <a:lvl5pPr lvl="4" algn="l">
              <a:lnSpc>
                <a:spcPct val="115000"/>
              </a:lnSpc>
              <a:spcBef>
                <a:spcPts val="0"/>
              </a:spcBef>
              <a:spcAft>
                <a:spcPts val="0"/>
              </a:spcAft>
              <a:buClr>
                <a:schemeClr val="accent1"/>
              </a:buClr>
              <a:buSzPts val="1200"/>
              <a:buNone/>
              <a:defRPr sz="1200">
                <a:solidFill>
                  <a:schemeClr val="accent1"/>
                </a:solidFill>
              </a:defRPr>
            </a:lvl5pPr>
            <a:lvl6pPr lvl="5" algn="l">
              <a:lnSpc>
                <a:spcPct val="115000"/>
              </a:lnSpc>
              <a:spcBef>
                <a:spcPts val="0"/>
              </a:spcBef>
              <a:spcAft>
                <a:spcPts val="0"/>
              </a:spcAft>
              <a:buClr>
                <a:schemeClr val="accent1"/>
              </a:buClr>
              <a:buSzPts val="1200"/>
              <a:buNone/>
              <a:defRPr sz="1200">
                <a:solidFill>
                  <a:schemeClr val="accent1"/>
                </a:solidFill>
              </a:defRPr>
            </a:lvl6pPr>
            <a:lvl7pPr lvl="6" algn="l">
              <a:lnSpc>
                <a:spcPct val="115000"/>
              </a:lnSpc>
              <a:spcBef>
                <a:spcPts val="0"/>
              </a:spcBef>
              <a:spcAft>
                <a:spcPts val="0"/>
              </a:spcAft>
              <a:buClr>
                <a:schemeClr val="accent1"/>
              </a:buClr>
              <a:buSzPts val="1200"/>
              <a:buNone/>
              <a:defRPr sz="1200">
                <a:solidFill>
                  <a:schemeClr val="accent1"/>
                </a:solidFill>
              </a:defRPr>
            </a:lvl7pPr>
            <a:lvl8pPr lvl="7" algn="l">
              <a:lnSpc>
                <a:spcPct val="115000"/>
              </a:lnSpc>
              <a:spcBef>
                <a:spcPts val="0"/>
              </a:spcBef>
              <a:spcAft>
                <a:spcPts val="0"/>
              </a:spcAft>
              <a:buClr>
                <a:schemeClr val="accent1"/>
              </a:buClr>
              <a:buSzPts val="1200"/>
              <a:buNone/>
              <a:defRPr sz="1200">
                <a:solidFill>
                  <a:schemeClr val="accent1"/>
                </a:solidFill>
              </a:defRPr>
            </a:lvl8pPr>
            <a:lvl9pPr lvl="8" algn="l">
              <a:lnSpc>
                <a:spcPct val="115000"/>
              </a:lnSpc>
              <a:spcBef>
                <a:spcPts val="0"/>
              </a:spcBef>
              <a:spcAft>
                <a:spcPts val="0"/>
              </a:spcAft>
              <a:buClr>
                <a:schemeClr val="accent1"/>
              </a:buClr>
              <a:buSzPts val="1200"/>
              <a:buNone/>
              <a:defRPr sz="1200">
                <a:solidFill>
                  <a:schemeClr val="accent1"/>
                </a:solidFill>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Section Cover">
    <p:bg>
      <p:bgPr>
        <a:blipFill>
          <a:blip r:embed="rId2">
            <a:alphaModFix/>
          </a:blip>
          <a:stretch>
            <a:fillRect/>
          </a:stretch>
        </a:blipFill>
      </p:bgPr>
    </p:bg>
    <p:spTree>
      <p:nvGrpSpPr>
        <p:cNvPr id="62" name="Shape 62"/>
        <p:cNvGrpSpPr/>
        <p:nvPr/>
      </p:nvGrpSpPr>
      <p:grpSpPr>
        <a:xfrm>
          <a:off x="0" y="0"/>
          <a:ext cx="0" cy="0"/>
          <a:chOff x="0" y="0"/>
          <a:chExt cx="0" cy="0"/>
        </a:xfrm>
      </p:grpSpPr>
      <p:sp>
        <p:nvSpPr>
          <p:cNvPr id="63" name="Google Shape;63;p16"/>
          <p:cNvSpPr txBox="1"/>
          <p:nvPr>
            <p:ph type="title"/>
          </p:nvPr>
        </p:nvSpPr>
        <p:spPr>
          <a:xfrm>
            <a:off x="457200" y="3522900"/>
            <a:ext cx="5010300" cy="17349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4800">
                <a:solidFill>
                  <a:schemeClr val="lt1"/>
                </a:solidFill>
              </a:defRPr>
            </a:lvl1pPr>
            <a:lvl2pPr lvl="1">
              <a:lnSpc>
                <a:spcPct val="100000"/>
              </a:lnSpc>
              <a:spcBef>
                <a:spcPts val="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
        <p:nvSpPr>
          <p:cNvPr id="64" name="Google Shape;64;p16"/>
          <p:cNvSpPr txBox="1"/>
          <p:nvPr>
            <p:ph idx="1" type="subTitle"/>
          </p:nvPr>
        </p:nvSpPr>
        <p:spPr>
          <a:xfrm>
            <a:off x="457200" y="3088800"/>
            <a:ext cx="5010300" cy="434100"/>
          </a:xfrm>
          <a:prstGeom prst="rect">
            <a:avLst/>
          </a:prstGeom>
        </p:spPr>
        <p:txBody>
          <a:bodyPr anchorCtr="0" anchor="ctr" bIns="0" lIns="0" spcFirstLastPara="1" rIns="0" wrap="square" tIns="0">
            <a:noAutofit/>
          </a:bodyPr>
          <a:lstStyle>
            <a:lvl1pPr indent="0" lvl="0" marL="0" marR="0" rtl="0" algn="l">
              <a:lnSpc>
                <a:spcPct val="115000"/>
              </a:lnSpc>
              <a:spcBef>
                <a:spcPts val="0"/>
              </a:spcBef>
              <a:spcAft>
                <a:spcPts val="0"/>
              </a:spcAft>
              <a:buNone/>
              <a:defRPr sz="2000">
                <a:solidFill>
                  <a:schemeClr val="lt1"/>
                </a:solidFill>
              </a:defRPr>
            </a:lvl1pPr>
            <a:lvl2pPr indent="0" lvl="1" marL="0" marR="0" rtl="0" algn="l">
              <a:lnSpc>
                <a:spcPct val="115000"/>
              </a:lnSpc>
              <a:spcBef>
                <a:spcPts val="0"/>
              </a:spcBef>
              <a:spcAft>
                <a:spcPts val="0"/>
              </a:spcAft>
              <a:buNone/>
              <a:defRPr sz="2000">
                <a:solidFill>
                  <a:schemeClr val="lt1"/>
                </a:solidFill>
              </a:defRPr>
            </a:lvl2pPr>
            <a:lvl3pPr indent="0" lvl="2" marL="0" marR="0" rtl="0" algn="l">
              <a:lnSpc>
                <a:spcPct val="115000"/>
              </a:lnSpc>
              <a:spcBef>
                <a:spcPts val="0"/>
              </a:spcBef>
              <a:spcAft>
                <a:spcPts val="0"/>
              </a:spcAft>
              <a:buNone/>
              <a:defRPr sz="2000">
                <a:solidFill>
                  <a:schemeClr val="lt1"/>
                </a:solidFill>
              </a:defRPr>
            </a:lvl3pPr>
            <a:lvl4pPr indent="0" lvl="3" marL="0" marR="0" rtl="0" algn="l">
              <a:lnSpc>
                <a:spcPct val="115000"/>
              </a:lnSpc>
              <a:spcBef>
                <a:spcPts val="0"/>
              </a:spcBef>
              <a:spcAft>
                <a:spcPts val="0"/>
              </a:spcAft>
              <a:buNone/>
              <a:defRPr sz="2000">
                <a:solidFill>
                  <a:schemeClr val="lt1"/>
                </a:solidFill>
              </a:defRPr>
            </a:lvl4pPr>
            <a:lvl5pPr indent="0" lvl="4" marL="0" marR="0" rtl="0" algn="l">
              <a:lnSpc>
                <a:spcPct val="115000"/>
              </a:lnSpc>
              <a:spcBef>
                <a:spcPts val="0"/>
              </a:spcBef>
              <a:spcAft>
                <a:spcPts val="0"/>
              </a:spcAft>
              <a:buNone/>
              <a:defRPr sz="2000">
                <a:solidFill>
                  <a:schemeClr val="lt1"/>
                </a:solidFill>
              </a:defRPr>
            </a:lvl5pPr>
            <a:lvl6pPr indent="0" lvl="5" marL="0" marR="0" rtl="0" algn="l">
              <a:lnSpc>
                <a:spcPct val="115000"/>
              </a:lnSpc>
              <a:spcBef>
                <a:spcPts val="0"/>
              </a:spcBef>
              <a:spcAft>
                <a:spcPts val="0"/>
              </a:spcAft>
              <a:buNone/>
              <a:defRPr sz="2000">
                <a:solidFill>
                  <a:schemeClr val="lt1"/>
                </a:solidFill>
              </a:defRPr>
            </a:lvl6pPr>
            <a:lvl7pPr indent="0" lvl="6" marL="0" marR="0" rtl="0" algn="l">
              <a:lnSpc>
                <a:spcPct val="115000"/>
              </a:lnSpc>
              <a:spcBef>
                <a:spcPts val="0"/>
              </a:spcBef>
              <a:spcAft>
                <a:spcPts val="0"/>
              </a:spcAft>
              <a:buNone/>
              <a:defRPr sz="2000">
                <a:solidFill>
                  <a:schemeClr val="lt1"/>
                </a:solidFill>
              </a:defRPr>
            </a:lvl7pPr>
            <a:lvl8pPr indent="0" lvl="7" marL="0" marR="0" rtl="0" algn="l">
              <a:lnSpc>
                <a:spcPct val="115000"/>
              </a:lnSpc>
              <a:spcBef>
                <a:spcPts val="0"/>
              </a:spcBef>
              <a:spcAft>
                <a:spcPts val="0"/>
              </a:spcAft>
              <a:buNone/>
              <a:defRPr sz="2000">
                <a:solidFill>
                  <a:schemeClr val="lt1"/>
                </a:solidFill>
              </a:defRPr>
            </a:lvl8pPr>
            <a:lvl9pPr indent="0" lvl="8" marL="0" marR="0" rtl="0" algn="l">
              <a:lnSpc>
                <a:spcPct val="115000"/>
              </a:lnSpc>
              <a:spcBef>
                <a:spcPts val="0"/>
              </a:spcBef>
              <a:spcAft>
                <a:spcPts val="0"/>
              </a:spcAft>
              <a:buNone/>
              <a:defRPr sz="2000">
                <a:solidFill>
                  <a:schemeClr val="lt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p:cSld name="Title + Subtitle">
    <p:spTree>
      <p:nvGrpSpPr>
        <p:cNvPr id="65" name="Shape 65"/>
        <p:cNvGrpSpPr/>
        <p:nvPr/>
      </p:nvGrpSpPr>
      <p:grpSpPr>
        <a:xfrm>
          <a:off x="0" y="0"/>
          <a:ext cx="0" cy="0"/>
          <a:chOff x="0" y="0"/>
          <a:chExt cx="0" cy="0"/>
        </a:xfrm>
      </p:grpSpPr>
      <p:sp>
        <p:nvSpPr>
          <p:cNvPr id="66" name="Google Shape;66;p17"/>
          <p:cNvSpPr txBox="1"/>
          <p:nvPr>
            <p:ph idx="1" type="subTitle"/>
          </p:nvPr>
        </p:nvSpPr>
        <p:spPr>
          <a:xfrm>
            <a:off x="457200" y="457175"/>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67" name="Google Shape;67;p17"/>
          <p:cNvSpPr txBox="1"/>
          <p:nvPr>
            <p:ph type="title"/>
          </p:nvPr>
        </p:nvSpPr>
        <p:spPr>
          <a:xfrm>
            <a:off x="457200" y="891285"/>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Left">
  <p:cSld name="Text + Image 1">
    <p:spTree>
      <p:nvGrpSpPr>
        <p:cNvPr id="68" name="Shape 68"/>
        <p:cNvGrpSpPr/>
        <p:nvPr/>
      </p:nvGrpSpPr>
      <p:grpSpPr>
        <a:xfrm>
          <a:off x="0" y="0"/>
          <a:ext cx="0" cy="0"/>
          <a:chOff x="0" y="0"/>
          <a:chExt cx="0" cy="0"/>
        </a:xfrm>
      </p:grpSpPr>
      <p:sp>
        <p:nvSpPr>
          <p:cNvPr id="69" name="Google Shape;69;p18"/>
          <p:cNvSpPr/>
          <p:nvPr>
            <p:ph idx="2" type="pic"/>
          </p:nvPr>
        </p:nvSpPr>
        <p:spPr>
          <a:xfrm>
            <a:off x="76200" y="91667"/>
            <a:ext cx="4495800" cy="5531700"/>
          </a:xfrm>
          <a:prstGeom prst="roundRect">
            <a:avLst>
              <a:gd fmla="val 16667" name="adj"/>
            </a:avLst>
          </a:prstGeom>
          <a:noFill/>
          <a:ln>
            <a:noFill/>
          </a:ln>
        </p:spPr>
      </p:sp>
      <p:sp>
        <p:nvSpPr>
          <p:cNvPr id="70" name="Google Shape;70;p18"/>
          <p:cNvSpPr txBox="1"/>
          <p:nvPr>
            <p:ph idx="1" type="body"/>
          </p:nvPr>
        </p:nvSpPr>
        <p:spPr>
          <a:xfrm>
            <a:off x="5025300" y="1836224"/>
            <a:ext cx="3661500" cy="34215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71" name="Google Shape;71;p18"/>
          <p:cNvSpPr txBox="1"/>
          <p:nvPr>
            <p:ph idx="3" type="subTitle"/>
          </p:nvPr>
        </p:nvSpPr>
        <p:spPr>
          <a:xfrm>
            <a:off x="5025300" y="457175"/>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72" name="Google Shape;72;p18"/>
          <p:cNvSpPr txBox="1"/>
          <p:nvPr>
            <p:ph type="title"/>
          </p:nvPr>
        </p:nvSpPr>
        <p:spPr>
          <a:xfrm>
            <a:off x="5025300" y="891281"/>
            <a:ext cx="3661500" cy="636300"/>
          </a:xfrm>
          <a:prstGeom prst="rect">
            <a:avLst/>
          </a:prstGeom>
        </p:spPr>
        <p:txBody>
          <a:bodyPr anchorCtr="0" anchor="t" bIns="0" lIns="0" spcFirstLastPara="1" rIns="0" wrap="square" tIns="0">
            <a:spAutoFit/>
          </a:bodyPr>
          <a:lstStyle>
            <a:lvl1pPr lvl="0">
              <a:lnSpc>
                <a:spcPct val="80000"/>
              </a:lnSpc>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Right">
  <p:cSld name="Text + Image">
    <p:spTree>
      <p:nvGrpSpPr>
        <p:cNvPr id="73" name="Shape 73"/>
        <p:cNvGrpSpPr/>
        <p:nvPr/>
      </p:nvGrpSpPr>
      <p:grpSpPr>
        <a:xfrm>
          <a:off x="0" y="0"/>
          <a:ext cx="0" cy="0"/>
          <a:chOff x="0" y="0"/>
          <a:chExt cx="0" cy="0"/>
        </a:xfrm>
      </p:grpSpPr>
      <p:sp>
        <p:nvSpPr>
          <p:cNvPr id="74" name="Google Shape;74;p19"/>
          <p:cNvSpPr/>
          <p:nvPr>
            <p:ph idx="2" type="pic"/>
          </p:nvPr>
        </p:nvSpPr>
        <p:spPr>
          <a:xfrm>
            <a:off x="4572000" y="91667"/>
            <a:ext cx="4495800" cy="5531700"/>
          </a:xfrm>
          <a:prstGeom prst="roundRect">
            <a:avLst>
              <a:gd fmla="val 16667" name="adj"/>
            </a:avLst>
          </a:prstGeom>
          <a:noFill/>
          <a:ln>
            <a:noFill/>
          </a:ln>
        </p:spPr>
      </p:sp>
      <p:sp>
        <p:nvSpPr>
          <p:cNvPr id="75" name="Google Shape;75;p19"/>
          <p:cNvSpPr txBox="1"/>
          <p:nvPr>
            <p:ph idx="1" type="body"/>
          </p:nvPr>
        </p:nvSpPr>
        <p:spPr>
          <a:xfrm>
            <a:off x="457200" y="1836224"/>
            <a:ext cx="3661500" cy="34215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76" name="Google Shape;76;p19"/>
          <p:cNvSpPr txBox="1"/>
          <p:nvPr>
            <p:ph idx="3" type="subTitle"/>
          </p:nvPr>
        </p:nvSpPr>
        <p:spPr>
          <a:xfrm>
            <a:off x="457200" y="457175"/>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77" name="Google Shape;77;p19"/>
          <p:cNvSpPr txBox="1"/>
          <p:nvPr>
            <p:ph type="title"/>
          </p:nvPr>
        </p:nvSpPr>
        <p:spPr>
          <a:xfrm>
            <a:off x="457200" y="891281"/>
            <a:ext cx="3661500" cy="63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Body: 1 column">
  <p:cSld name="Title + Body">
    <p:spTree>
      <p:nvGrpSpPr>
        <p:cNvPr id="78" name="Shape 78"/>
        <p:cNvGrpSpPr/>
        <p:nvPr/>
      </p:nvGrpSpPr>
      <p:grpSpPr>
        <a:xfrm>
          <a:off x="0" y="0"/>
          <a:ext cx="0" cy="0"/>
          <a:chOff x="0" y="0"/>
          <a:chExt cx="0" cy="0"/>
        </a:xfrm>
      </p:grpSpPr>
      <p:sp>
        <p:nvSpPr>
          <p:cNvPr id="79" name="Google Shape;79;p20"/>
          <p:cNvSpPr txBox="1"/>
          <p:nvPr>
            <p:ph idx="1" type="body"/>
          </p:nvPr>
        </p:nvSpPr>
        <p:spPr>
          <a:xfrm>
            <a:off x="457200" y="1836224"/>
            <a:ext cx="3661500" cy="34215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80" name="Google Shape;80;p20"/>
          <p:cNvSpPr txBox="1"/>
          <p:nvPr>
            <p:ph idx="2" type="subTitle"/>
          </p:nvPr>
        </p:nvSpPr>
        <p:spPr>
          <a:xfrm>
            <a:off x="457200" y="457175"/>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81" name="Google Shape;81;p20"/>
          <p:cNvSpPr txBox="1"/>
          <p:nvPr>
            <p:ph type="title"/>
          </p:nvPr>
        </p:nvSpPr>
        <p:spPr>
          <a:xfrm>
            <a:off x="457200" y="891281"/>
            <a:ext cx="3661500" cy="63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idea with notes">
  <p:cSld name="Slido">
    <p:spTree>
      <p:nvGrpSpPr>
        <p:cNvPr id="82" name="Shape 82"/>
        <p:cNvGrpSpPr/>
        <p:nvPr/>
      </p:nvGrpSpPr>
      <p:grpSpPr>
        <a:xfrm>
          <a:off x="0" y="0"/>
          <a:ext cx="0" cy="0"/>
          <a:chOff x="0" y="0"/>
          <a:chExt cx="0" cy="0"/>
        </a:xfrm>
      </p:grpSpPr>
      <p:sp>
        <p:nvSpPr>
          <p:cNvPr id="83" name="Google Shape;83;p21"/>
          <p:cNvSpPr txBox="1"/>
          <p:nvPr>
            <p:ph type="title"/>
          </p:nvPr>
        </p:nvSpPr>
        <p:spPr>
          <a:xfrm>
            <a:off x="5030100" y="457200"/>
            <a:ext cx="3656700" cy="2517300"/>
          </a:xfrm>
          <a:prstGeom prst="rect">
            <a:avLst/>
          </a:prstGeom>
          <a:noFill/>
          <a:ln>
            <a:noFill/>
          </a:ln>
        </p:spPr>
        <p:txBody>
          <a:bodyPr anchorCtr="0" anchor="t" bIns="0" lIns="0" spcFirstLastPara="1" rIns="0" wrap="square" tIns="0">
            <a:noAutofit/>
          </a:bodyPr>
          <a:lstStyle>
            <a:lvl1pPr lvl="0">
              <a:lnSpc>
                <a:spcPct val="80000"/>
              </a:lnSpc>
              <a:spcBef>
                <a:spcPts val="0"/>
              </a:spcBef>
              <a:spcAft>
                <a:spcPts val="0"/>
              </a:spcAft>
              <a:buSzPts val="4800"/>
              <a:buNone/>
              <a:defRPr sz="4800"/>
            </a:lvl1pPr>
            <a:lvl2pPr lvl="1">
              <a:lnSpc>
                <a:spcPct val="80000"/>
              </a:lnSpc>
              <a:spcBef>
                <a:spcPts val="0"/>
              </a:spcBef>
              <a:spcAft>
                <a:spcPts val="0"/>
              </a:spcAft>
              <a:buSzPts val="4800"/>
              <a:buNone/>
              <a:defRPr sz="4800"/>
            </a:lvl2pPr>
            <a:lvl3pPr lvl="2">
              <a:lnSpc>
                <a:spcPct val="80000"/>
              </a:lnSpc>
              <a:spcBef>
                <a:spcPts val="0"/>
              </a:spcBef>
              <a:spcAft>
                <a:spcPts val="0"/>
              </a:spcAft>
              <a:buSzPts val="4800"/>
              <a:buNone/>
              <a:defRPr sz="4800"/>
            </a:lvl3pPr>
            <a:lvl4pPr lvl="3">
              <a:lnSpc>
                <a:spcPct val="80000"/>
              </a:lnSpc>
              <a:spcBef>
                <a:spcPts val="0"/>
              </a:spcBef>
              <a:spcAft>
                <a:spcPts val="0"/>
              </a:spcAft>
              <a:buSzPts val="4800"/>
              <a:buNone/>
              <a:defRPr sz="4800"/>
            </a:lvl4pPr>
            <a:lvl5pPr lvl="4">
              <a:lnSpc>
                <a:spcPct val="80000"/>
              </a:lnSpc>
              <a:spcBef>
                <a:spcPts val="0"/>
              </a:spcBef>
              <a:spcAft>
                <a:spcPts val="0"/>
              </a:spcAft>
              <a:buSzPts val="4800"/>
              <a:buNone/>
              <a:defRPr sz="4800"/>
            </a:lvl5pPr>
            <a:lvl6pPr lvl="5">
              <a:lnSpc>
                <a:spcPct val="80000"/>
              </a:lnSpc>
              <a:spcBef>
                <a:spcPts val="0"/>
              </a:spcBef>
              <a:spcAft>
                <a:spcPts val="0"/>
              </a:spcAft>
              <a:buSzPts val="4800"/>
              <a:buNone/>
              <a:defRPr sz="4800"/>
            </a:lvl6pPr>
            <a:lvl7pPr lvl="6">
              <a:lnSpc>
                <a:spcPct val="80000"/>
              </a:lnSpc>
              <a:spcBef>
                <a:spcPts val="0"/>
              </a:spcBef>
              <a:spcAft>
                <a:spcPts val="0"/>
              </a:spcAft>
              <a:buSzPts val="4800"/>
              <a:buNone/>
              <a:defRPr sz="4800"/>
            </a:lvl7pPr>
            <a:lvl8pPr lvl="7">
              <a:lnSpc>
                <a:spcPct val="80000"/>
              </a:lnSpc>
              <a:spcBef>
                <a:spcPts val="0"/>
              </a:spcBef>
              <a:spcAft>
                <a:spcPts val="0"/>
              </a:spcAft>
              <a:buSzPts val="4800"/>
              <a:buNone/>
              <a:defRPr sz="4800"/>
            </a:lvl8pPr>
            <a:lvl9pPr lvl="8">
              <a:lnSpc>
                <a:spcPct val="80000"/>
              </a:lnSpc>
              <a:spcBef>
                <a:spcPts val="0"/>
              </a:spcBef>
              <a:spcAft>
                <a:spcPts val="0"/>
              </a:spcAft>
              <a:buSzPts val="4800"/>
              <a:buNone/>
              <a:defRPr sz="4800"/>
            </a:lvl9pPr>
          </a:lstStyle>
          <a:p/>
        </p:txBody>
      </p:sp>
      <p:sp>
        <p:nvSpPr>
          <p:cNvPr id="84" name="Google Shape;84;p21"/>
          <p:cNvSpPr txBox="1"/>
          <p:nvPr>
            <p:ph idx="1" type="subTitle"/>
          </p:nvPr>
        </p:nvSpPr>
        <p:spPr>
          <a:xfrm>
            <a:off x="5030100" y="3076200"/>
            <a:ext cx="3656700" cy="2181600"/>
          </a:xfrm>
          <a:prstGeom prst="rect">
            <a:avLst/>
          </a:prstGeom>
        </p:spPr>
        <p:txBody>
          <a:bodyPr anchorCtr="0" anchor="t" bIns="0" lIns="0" spcFirstLastPara="1" rIns="0" wrap="square" tIns="0">
            <a:noAutofit/>
          </a:bodyPr>
          <a:lstStyle>
            <a:lvl1pPr indent="0" lvl="0"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85" name="Google Shape;85;p21"/>
          <p:cNvSpPr/>
          <p:nvPr>
            <p:ph idx="2" type="pic"/>
          </p:nvPr>
        </p:nvSpPr>
        <p:spPr>
          <a:xfrm>
            <a:off x="76200" y="91667"/>
            <a:ext cx="4495800" cy="5531700"/>
          </a:xfrm>
          <a:prstGeom prst="roundRect">
            <a:avLst>
              <a:gd fmla="val 16667" name="adj"/>
            </a:avLst>
          </a:prstGeom>
          <a:no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mall Image + Text">
  <p:cSld name="Title + Small Image + Text">
    <p:spTree>
      <p:nvGrpSpPr>
        <p:cNvPr id="86" name="Shape 86"/>
        <p:cNvGrpSpPr/>
        <p:nvPr/>
      </p:nvGrpSpPr>
      <p:grpSpPr>
        <a:xfrm>
          <a:off x="0" y="0"/>
          <a:ext cx="0" cy="0"/>
          <a:chOff x="0" y="0"/>
          <a:chExt cx="0" cy="0"/>
        </a:xfrm>
      </p:grpSpPr>
      <p:sp>
        <p:nvSpPr>
          <p:cNvPr id="87" name="Google Shape;87;p22"/>
          <p:cNvSpPr/>
          <p:nvPr>
            <p:ph idx="2" type="pic"/>
          </p:nvPr>
        </p:nvSpPr>
        <p:spPr>
          <a:xfrm>
            <a:off x="0" y="2900000"/>
            <a:ext cx="9144000" cy="2814900"/>
          </a:xfrm>
          <a:prstGeom prst="roundRect">
            <a:avLst>
              <a:gd fmla="val 1254" name="adj"/>
            </a:avLst>
          </a:prstGeom>
          <a:noFill/>
          <a:ln>
            <a:noFill/>
          </a:ln>
        </p:spPr>
      </p:sp>
      <p:sp>
        <p:nvSpPr>
          <p:cNvPr id="88" name="Google Shape;88;p22"/>
          <p:cNvSpPr txBox="1"/>
          <p:nvPr>
            <p:ph type="title"/>
          </p:nvPr>
        </p:nvSpPr>
        <p:spPr>
          <a:xfrm>
            <a:off x="457200" y="1397679"/>
            <a:ext cx="3667500" cy="10803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89" name="Google Shape;89;p22"/>
          <p:cNvSpPr txBox="1"/>
          <p:nvPr>
            <p:ph idx="1" type="subTitle"/>
          </p:nvPr>
        </p:nvSpPr>
        <p:spPr>
          <a:xfrm>
            <a:off x="457200" y="879013"/>
            <a:ext cx="3667500" cy="434100"/>
          </a:xfrm>
          <a:prstGeom prst="rect">
            <a:avLst/>
          </a:prstGeom>
        </p:spPr>
        <p:txBody>
          <a:bodyPr anchorCtr="0" anchor="ctr" bIns="0" lIns="0" spcFirstLastPara="1" rIns="0" wrap="square" tIns="0">
            <a:no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90" name="Google Shape;90;p22"/>
          <p:cNvSpPr txBox="1"/>
          <p:nvPr>
            <p:ph idx="3" type="body"/>
          </p:nvPr>
        </p:nvSpPr>
        <p:spPr>
          <a:xfrm>
            <a:off x="4581600" y="457200"/>
            <a:ext cx="4105200" cy="24426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1830">
          <p15:clr>
            <a:srgbClr val="E46962"/>
          </p15:clr>
        </p15:guide>
        <p15:guide id="2" orient="horz" pos="1057">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Cover 2">
  <p:cSld name="Section Cover 2">
    <p:bg>
      <p:bgPr>
        <a:blipFill>
          <a:blip r:embed="rId2">
            <a:alphaModFix/>
          </a:blip>
          <a:stretch>
            <a:fillRect/>
          </a:stretch>
        </a:blipFill>
      </p:bgPr>
    </p:bg>
    <p:spTree>
      <p:nvGrpSpPr>
        <p:cNvPr id="91" name="Shape 91"/>
        <p:cNvGrpSpPr/>
        <p:nvPr/>
      </p:nvGrpSpPr>
      <p:grpSpPr>
        <a:xfrm>
          <a:off x="0" y="0"/>
          <a:ext cx="0" cy="0"/>
          <a:chOff x="0" y="0"/>
          <a:chExt cx="0" cy="0"/>
        </a:xfrm>
      </p:grpSpPr>
      <p:sp>
        <p:nvSpPr>
          <p:cNvPr id="92" name="Google Shape;92;p23"/>
          <p:cNvSpPr txBox="1"/>
          <p:nvPr>
            <p:ph type="title"/>
          </p:nvPr>
        </p:nvSpPr>
        <p:spPr>
          <a:xfrm>
            <a:off x="457200" y="4138500"/>
            <a:ext cx="5010300" cy="1119300"/>
          </a:xfrm>
          <a:prstGeom prst="rect">
            <a:avLst/>
          </a:prstGeom>
        </p:spPr>
        <p:txBody>
          <a:bodyPr anchorCtr="0" anchor="t" bIns="0" lIns="0" spcFirstLastPara="1" rIns="0" wrap="square" tIns="0">
            <a:spAutoFit/>
          </a:bodyPr>
          <a:lstStyle>
            <a:lvl1pPr indent="0" lvl="0" marL="0" marR="0">
              <a:lnSpc>
                <a:spcPct val="80000"/>
              </a:lnSpc>
              <a:spcBef>
                <a:spcPts val="0"/>
              </a:spcBef>
              <a:spcAft>
                <a:spcPts val="0"/>
              </a:spcAft>
              <a:buNone/>
              <a:defRPr sz="4800">
                <a:solidFill>
                  <a:schemeClr val="lt1"/>
                </a:solidFill>
              </a:defRPr>
            </a:lvl1pPr>
            <a:lvl2pPr lvl="1">
              <a:lnSpc>
                <a:spcPct val="100000"/>
              </a:lnSpc>
              <a:spcBef>
                <a:spcPts val="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
        <p:nvSpPr>
          <p:cNvPr id="93" name="Google Shape;93;p23"/>
          <p:cNvSpPr txBox="1"/>
          <p:nvPr>
            <p:ph idx="1" type="subTitle"/>
          </p:nvPr>
        </p:nvSpPr>
        <p:spPr>
          <a:xfrm>
            <a:off x="457200" y="3552000"/>
            <a:ext cx="5010300" cy="434100"/>
          </a:xfrm>
          <a:prstGeom prst="rect">
            <a:avLst/>
          </a:prstGeom>
        </p:spPr>
        <p:txBody>
          <a:bodyPr anchorCtr="0" anchor="ctr" bIns="0" lIns="0" spcFirstLastPara="1" rIns="0" wrap="square" tIns="0">
            <a:spAutoFit/>
          </a:bodyPr>
          <a:lstStyle>
            <a:lvl1pPr indent="0" lvl="0" marL="0" marR="0">
              <a:lnSpc>
                <a:spcPct val="115000"/>
              </a:lnSpc>
              <a:spcBef>
                <a:spcPts val="0"/>
              </a:spcBef>
              <a:spcAft>
                <a:spcPts val="0"/>
              </a:spcAft>
              <a:buNone/>
              <a:defRPr sz="2000">
                <a:solidFill>
                  <a:schemeClr val="lt1"/>
                </a:solidFill>
              </a:defRPr>
            </a:lvl1pPr>
            <a:lvl2pPr indent="0" lvl="1" marL="0" marR="0">
              <a:lnSpc>
                <a:spcPct val="115000"/>
              </a:lnSpc>
              <a:spcBef>
                <a:spcPts val="0"/>
              </a:spcBef>
              <a:spcAft>
                <a:spcPts val="0"/>
              </a:spcAft>
              <a:buNone/>
              <a:defRPr sz="2000">
                <a:solidFill>
                  <a:schemeClr val="lt1"/>
                </a:solidFill>
              </a:defRPr>
            </a:lvl2pPr>
            <a:lvl3pPr indent="0" lvl="2" marL="0" marR="0">
              <a:lnSpc>
                <a:spcPct val="115000"/>
              </a:lnSpc>
              <a:spcBef>
                <a:spcPts val="0"/>
              </a:spcBef>
              <a:spcAft>
                <a:spcPts val="0"/>
              </a:spcAft>
              <a:buNone/>
              <a:defRPr sz="2000">
                <a:solidFill>
                  <a:schemeClr val="lt1"/>
                </a:solidFill>
              </a:defRPr>
            </a:lvl3pPr>
            <a:lvl4pPr indent="0" lvl="3" marL="0" marR="0">
              <a:lnSpc>
                <a:spcPct val="115000"/>
              </a:lnSpc>
              <a:spcBef>
                <a:spcPts val="0"/>
              </a:spcBef>
              <a:spcAft>
                <a:spcPts val="0"/>
              </a:spcAft>
              <a:buNone/>
              <a:defRPr sz="2000">
                <a:solidFill>
                  <a:schemeClr val="lt1"/>
                </a:solidFill>
              </a:defRPr>
            </a:lvl4pPr>
            <a:lvl5pPr indent="0" lvl="4" marL="0" marR="0">
              <a:lnSpc>
                <a:spcPct val="115000"/>
              </a:lnSpc>
              <a:spcBef>
                <a:spcPts val="0"/>
              </a:spcBef>
              <a:spcAft>
                <a:spcPts val="0"/>
              </a:spcAft>
              <a:buNone/>
              <a:defRPr sz="2000">
                <a:solidFill>
                  <a:schemeClr val="lt1"/>
                </a:solidFill>
              </a:defRPr>
            </a:lvl5pPr>
            <a:lvl6pPr indent="0" lvl="5" marL="0" marR="0">
              <a:lnSpc>
                <a:spcPct val="115000"/>
              </a:lnSpc>
              <a:spcBef>
                <a:spcPts val="0"/>
              </a:spcBef>
              <a:spcAft>
                <a:spcPts val="0"/>
              </a:spcAft>
              <a:buNone/>
              <a:defRPr sz="2000">
                <a:solidFill>
                  <a:schemeClr val="lt1"/>
                </a:solidFill>
              </a:defRPr>
            </a:lvl6pPr>
            <a:lvl7pPr indent="0" lvl="6" marL="0" marR="0">
              <a:lnSpc>
                <a:spcPct val="115000"/>
              </a:lnSpc>
              <a:spcBef>
                <a:spcPts val="0"/>
              </a:spcBef>
              <a:spcAft>
                <a:spcPts val="0"/>
              </a:spcAft>
              <a:buNone/>
              <a:defRPr sz="2000">
                <a:solidFill>
                  <a:schemeClr val="lt1"/>
                </a:solidFill>
              </a:defRPr>
            </a:lvl7pPr>
            <a:lvl8pPr indent="0" lvl="7" marL="0" marR="0">
              <a:lnSpc>
                <a:spcPct val="115000"/>
              </a:lnSpc>
              <a:spcBef>
                <a:spcPts val="0"/>
              </a:spcBef>
              <a:spcAft>
                <a:spcPts val="0"/>
              </a:spcAft>
              <a:buNone/>
              <a:defRPr sz="2000">
                <a:solidFill>
                  <a:schemeClr val="lt1"/>
                </a:solidFill>
              </a:defRPr>
            </a:lvl8pPr>
            <a:lvl9pPr indent="0" lvl="8" marL="0" marR="0">
              <a:lnSpc>
                <a:spcPct val="115000"/>
              </a:lnSpc>
              <a:spcBef>
                <a:spcPts val="0"/>
              </a:spcBef>
              <a:spcAft>
                <a:spcPts val="0"/>
              </a:spcAft>
              <a:buNone/>
              <a:defRPr sz="2000">
                <a:solidFill>
                  <a:schemeClr val="lt1"/>
                </a:solidFil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s with icons 1">
  <p:cSld name="Highlights with icons 1">
    <p:spTree>
      <p:nvGrpSpPr>
        <p:cNvPr id="94" name="Shape 94"/>
        <p:cNvGrpSpPr/>
        <p:nvPr/>
      </p:nvGrpSpPr>
      <p:grpSpPr>
        <a:xfrm>
          <a:off x="0" y="0"/>
          <a:ext cx="0" cy="0"/>
          <a:chOff x="0" y="0"/>
          <a:chExt cx="0" cy="0"/>
        </a:xfrm>
      </p:grpSpPr>
      <p:sp>
        <p:nvSpPr>
          <p:cNvPr id="95" name="Google Shape;95;p24"/>
          <p:cNvSpPr txBox="1"/>
          <p:nvPr>
            <p:ph idx="12" type="sldNum"/>
          </p:nvPr>
        </p:nvSpPr>
        <p:spPr>
          <a:xfrm>
            <a:off x="8572500" y="5080004"/>
            <a:ext cx="571500" cy="635100"/>
          </a:xfrm>
          <a:prstGeom prst="rect">
            <a:avLst/>
          </a:prstGeom>
          <a:noFill/>
          <a:ln>
            <a:noFill/>
          </a:ln>
        </p:spPr>
        <p:txBody>
          <a:bodyPr anchorCtr="0" anchor="t" bIns="121900" lIns="121900" spcFirstLastPara="1" rIns="121900" wrap="square" tIns="121900">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96" name="Google Shape;96;p24"/>
          <p:cNvSpPr/>
          <p:nvPr>
            <p:ph idx="2" type="pic"/>
          </p:nvPr>
        </p:nvSpPr>
        <p:spPr>
          <a:xfrm>
            <a:off x="0" y="0"/>
            <a:ext cx="9144000" cy="2814900"/>
          </a:xfrm>
          <a:prstGeom prst="roundRect">
            <a:avLst>
              <a:gd fmla="val 1254" name="adj"/>
            </a:avLst>
          </a:prstGeom>
          <a:noFill/>
          <a:ln>
            <a:noFill/>
          </a:ln>
        </p:spPr>
      </p:sp>
      <p:sp>
        <p:nvSpPr>
          <p:cNvPr id="97" name="Google Shape;97;p24"/>
          <p:cNvSpPr txBox="1"/>
          <p:nvPr>
            <p:ph type="title"/>
          </p:nvPr>
        </p:nvSpPr>
        <p:spPr>
          <a:xfrm>
            <a:off x="457200" y="3755379"/>
            <a:ext cx="3667500" cy="10803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98" name="Google Shape;98;p24"/>
          <p:cNvSpPr txBox="1"/>
          <p:nvPr>
            <p:ph idx="1" type="subTitle"/>
          </p:nvPr>
        </p:nvSpPr>
        <p:spPr>
          <a:xfrm>
            <a:off x="457200" y="3236713"/>
            <a:ext cx="3667500" cy="434100"/>
          </a:xfrm>
          <a:prstGeom prst="rect">
            <a:avLst/>
          </a:prstGeom>
        </p:spPr>
        <p:txBody>
          <a:bodyPr anchorCtr="0" anchor="ctr" bIns="0" lIns="0" spcFirstLastPara="1" rIns="0" wrap="square" tIns="0">
            <a:no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99" name="Google Shape;99;p24"/>
          <p:cNvSpPr txBox="1"/>
          <p:nvPr>
            <p:ph idx="3" type="body"/>
          </p:nvPr>
        </p:nvSpPr>
        <p:spPr>
          <a:xfrm>
            <a:off x="4581600" y="2814900"/>
            <a:ext cx="4105200" cy="24426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1767">
          <p15:clr>
            <a:srgbClr val="E46962"/>
          </p15:clr>
        </p15:guide>
        <p15:guide id="2" orient="horz" pos="2542">
          <p15:clr>
            <a:srgbClr val="E46962"/>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hree columns 3">
  <p:cSld name="Content title and three columns 3">
    <p:spTree>
      <p:nvGrpSpPr>
        <p:cNvPr id="100" name="Shape 100"/>
        <p:cNvGrpSpPr/>
        <p:nvPr/>
      </p:nvGrpSpPr>
      <p:grpSpPr>
        <a:xfrm>
          <a:off x="0" y="0"/>
          <a:ext cx="0" cy="0"/>
          <a:chOff x="0" y="0"/>
          <a:chExt cx="0" cy="0"/>
        </a:xfrm>
      </p:grpSpPr>
      <p:sp>
        <p:nvSpPr>
          <p:cNvPr id="101" name="Google Shape;101;p25"/>
          <p:cNvSpPr txBox="1"/>
          <p:nvPr>
            <p:ph type="title"/>
          </p:nvPr>
        </p:nvSpPr>
        <p:spPr>
          <a:xfrm>
            <a:off x="457200" y="1525575"/>
            <a:ext cx="25881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02" name="Google Shape;102;p25"/>
          <p:cNvSpPr txBox="1"/>
          <p:nvPr>
            <p:ph idx="2" type="title"/>
          </p:nvPr>
        </p:nvSpPr>
        <p:spPr>
          <a:xfrm>
            <a:off x="3277943" y="1525575"/>
            <a:ext cx="2588100" cy="614100"/>
          </a:xfrm>
          <a:prstGeom prst="rect">
            <a:avLst/>
          </a:prstGeom>
          <a:noFill/>
          <a:ln>
            <a:noFill/>
          </a:ln>
        </p:spPr>
        <p:txBody>
          <a:bodyPr anchorCtr="0" anchor="ctr" bIns="0" lIns="0" spcFirstLastPara="1" rIns="0" wrap="square" tIns="0">
            <a:noAutofit/>
          </a:bodyPr>
          <a:lstStyle>
            <a:lvl1pPr lvl="0"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03" name="Google Shape;103;p25"/>
          <p:cNvSpPr txBox="1"/>
          <p:nvPr>
            <p:ph idx="3" type="title"/>
          </p:nvPr>
        </p:nvSpPr>
        <p:spPr>
          <a:xfrm>
            <a:off x="6098709" y="1525575"/>
            <a:ext cx="2588100" cy="614100"/>
          </a:xfrm>
          <a:prstGeom prst="rect">
            <a:avLst/>
          </a:prstGeom>
          <a:noFill/>
          <a:ln>
            <a:noFill/>
          </a:ln>
        </p:spPr>
        <p:txBody>
          <a:bodyPr anchorCtr="0" anchor="ctr" bIns="0" lIns="0" spcFirstLastPara="1" rIns="0" wrap="square" tIns="0">
            <a:noAutofit/>
          </a:bodyPr>
          <a:lstStyle>
            <a:lvl1pPr lvl="0"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04" name="Google Shape;104;p25"/>
          <p:cNvSpPr txBox="1"/>
          <p:nvPr>
            <p:ph idx="1" type="body"/>
          </p:nvPr>
        </p:nvSpPr>
        <p:spPr>
          <a:xfrm>
            <a:off x="457200" y="2139575"/>
            <a:ext cx="25881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105" name="Google Shape;105;p25"/>
          <p:cNvSpPr txBox="1"/>
          <p:nvPr>
            <p:ph idx="4" type="body"/>
          </p:nvPr>
        </p:nvSpPr>
        <p:spPr>
          <a:xfrm>
            <a:off x="3277940" y="2139575"/>
            <a:ext cx="2588100" cy="3118200"/>
          </a:xfrm>
          <a:prstGeom prst="rect">
            <a:avLst/>
          </a:prstGeom>
        </p:spPr>
        <p:txBody>
          <a:bodyPr anchorCtr="0" anchor="t" bIns="0" lIns="0" spcFirstLastPara="1" rIns="0" wrap="square" tIns="0">
            <a:spAutoFit/>
          </a:bodyPr>
          <a:lstStyle>
            <a:lvl1pPr indent="-317500" lvl="0" marL="4572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106" name="Google Shape;106;p25"/>
          <p:cNvSpPr txBox="1"/>
          <p:nvPr>
            <p:ph idx="5" type="body"/>
          </p:nvPr>
        </p:nvSpPr>
        <p:spPr>
          <a:xfrm>
            <a:off x="6098703" y="2139575"/>
            <a:ext cx="2588100" cy="3118200"/>
          </a:xfrm>
          <a:prstGeom prst="rect">
            <a:avLst/>
          </a:prstGeom>
        </p:spPr>
        <p:txBody>
          <a:bodyPr anchorCtr="0" anchor="t" bIns="0" lIns="0" spcFirstLastPara="1" rIns="0" wrap="square" tIns="0">
            <a:spAutoFit/>
          </a:bodyPr>
          <a:lstStyle>
            <a:lvl1pPr indent="-317500" lvl="0" marL="4572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107" name="Google Shape;107;p25"/>
          <p:cNvSpPr txBox="1"/>
          <p:nvPr>
            <p:ph idx="6"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two columns">
  <p:cSld name="Chapter title and two columns">
    <p:spTree>
      <p:nvGrpSpPr>
        <p:cNvPr id="108" name="Shape 108"/>
        <p:cNvGrpSpPr/>
        <p:nvPr/>
      </p:nvGrpSpPr>
      <p:grpSpPr>
        <a:xfrm>
          <a:off x="0" y="0"/>
          <a:ext cx="0" cy="0"/>
          <a:chOff x="0" y="0"/>
          <a:chExt cx="0" cy="0"/>
        </a:xfrm>
      </p:grpSpPr>
      <p:sp>
        <p:nvSpPr>
          <p:cNvPr id="109" name="Google Shape;109;p26"/>
          <p:cNvSpPr txBox="1"/>
          <p:nvPr>
            <p:ph type="title"/>
          </p:nvPr>
        </p:nvSpPr>
        <p:spPr>
          <a:xfrm>
            <a:off x="457200" y="1525575"/>
            <a:ext cx="36615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10" name="Google Shape;110;p26"/>
          <p:cNvSpPr txBox="1"/>
          <p:nvPr>
            <p:ph idx="1" type="body"/>
          </p:nvPr>
        </p:nvSpPr>
        <p:spPr>
          <a:xfrm>
            <a:off x="457200" y="2139575"/>
            <a:ext cx="36615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111" name="Google Shape;111;p26"/>
          <p:cNvSpPr txBox="1"/>
          <p:nvPr>
            <p:ph idx="2" type="title"/>
          </p:nvPr>
        </p:nvSpPr>
        <p:spPr>
          <a:xfrm>
            <a:off x="4561700" y="1525575"/>
            <a:ext cx="3661500" cy="614100"/>
          </a:xfrm>
          <a:prstGeom prst="rect">
            <a:avLst/>
          </a:prstGeom>
          <a:noFill/>
          <a:ln>
            <a:noFill/>
          </a:ln>
        </p:spPr>
        <p:txBody>
          <a:bodyPr anchorCtr="0" anchor="ctr" bIns="0" lIns="0" spcFirstLastPara="1" rIns="0" wrap="square" tIns="0">
            <a:noAutofit/>
          </a:bodyPr>
          <a:lstStyle>
            <a:lvl1pPr lvl="0"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12" name="Google Shape;112;p26"/>
          <p:cNvSpPr txBox="1"/>
          <p:nvPr>
            <p:ph idx="3" type="body"/>
          </p:nvPr>
        </p:nvSpPr>
        <p:spPr>
          <a:xfrm>
            <a:off x="4561700" y="2139575"/>
            <a:ext cx="3661500" cy="3118200"/>
          </a:xfrm>
          <a:prstGeom prst="rect">
            <a:avLst/>
          </a:prstGeom>
        </p:spPr>
        <p:txBody>
          <a:bodyPr anchorCtr="0" anchor="t" bIns="0" lIns="0" spcFirstLastPara="1" rIns="0" wrap="square" tIns="0">
            <a:spAutoFit/>
          </a:bodyPr>
          <a:lstStyle>
            <a:lvl1pPr indent="-317500" lvl="0" marL="4572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113" name="Google Shape;113;p26"/>
          <p:cNvSpPr txBox="1"/>
          <p:nvPr>
            <p:ph idx="4"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four columns 2">
  <p:cSld name="Content title and four columns 2">
    <p:spTree>
      <p:nvGrpSpPr>
        <p:cNvPr id="114" name="Shape 114"/>
        <p:cNvGrpSpPr/>
        <p:nvPr/>
      </p:nvGrpSpPr>
      <p:grpSpPr>
        <a:xfrm>
          <a:off x="0" y="0"/>
          <a:ext cx="0" cy="0"/>
          <a:chOff x="0" y="0"/>
          <a:chExt cx="0" cy="0"/>
        </a:xfrm>
      </p:grpSpPr>
      <p:sp>
        <p:nvSpPr>
          <p:cNvPr id="115" name="Google Shape;115;p27"/>
          <p:cNvSpPr txBox="1"/>
          <p:nvPr>
            <p:ph idx="12" type="sldNum"/>
          </p:nvPr>
        </p:nvSpPr>
        <p:spPr>
          <a:xfrm>
            <a:off x="8472458" y="5181352"/>
            <a:ext cx="548700" cy="4374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16" name="Google Shape;116;p27"/>
          <p:cNvSpPr txBox="1"/>
          <p:nvPr>
            <p:ph type="title"/>
          </p:nvPr>
        </p:nvSpPr>
        <p:spPr>
          <a:xfrm>
            <a:off x="457200" y="1525583"/>
            <a:ext cx="3201900" cy="734700"/>
          </a:xfrm>
          <a:prstGeom prst="rect">
            <a:avLst/>
          </a:prstGeom>
          <a:noFill/>
          <a:ln>
            <a:noFill/>
          </a:ln>
        </p:spPr>
        <p:txBody>
          <a:bodyPr anchorCtr="0" anchor="ctr" bIns="0" lIns="0" spcFirstLastPara="1" rIns="182875"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17" name="Google Shape;117;p27"/>
          <p:cNvSpPr txBox="1"/>
          <p:nvPr>
            <p:ph idx="2" type="title"/>
          </p:nvPr>
        </p:nvSpPr>
        <p:spPr>
          <a:xfrm>
            <a:off x="457200" y="2462663"/>
            <a:ext cx="3201900" cy="734700"/>
          </a:xfrm>
          <a:prstGeom prst="rect">
            <a:avLst/>
          </a:prstGeom>
          <a:noFill/>
          <a:ln>
            <a:noFill/>
          </a:ln>
        </p:spPr>
        <p:txBody>
          <a:bodyPr anchorCtr="0" anchor="ctr" bIns="0" lIns="0" spcFirstLastPara="1" rIns="182875" wrap="square" tIns="0">
            <a:noAutofit/>
          </a:bodyPr>
          <a:lstStyle>
            <a:lvl1pPr lvl="0"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18" name="Google Shape;118;p27"/>
          <p:cNvSpPr txBox="1"/>
          <p:nvPr>
            <p:ph idx="3" type="title"/>
          </p:nvPr>
        </p:nvSpPr>
        <p:spPr>
          <a:xfrm>
            <a:off x="457200" y="3399743"/>
            <a:ext cx="3201900" cy="734700"/>
          </a:xfrm>
          <a:prstGeom prst="rect">
            <a:avLst/>
          </a:prstGeom>
          <a:noFill/>
          <a:ln>
            <a:noFill/>
          </a:ln>
        </p:spPr>
        <p:txBody>
          <a:bodyPr anchorCtr="0" anchor="ctr" bIns="0" lIns="0" spcFirstLastPara="1" rIns="182875" wrap="square" tIns="0">
            <a:noAutofit/>
          </a:bodyPr>
          <a:lstStyle>
            <a:lvl1pPr lvl="0"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19" name="Google Shape;119;p27"/>
          <p:cNvSpPr txBox="1"/>
          <p:nvPr>
            <p:ph idx="4" type="title"/>
          </p:nvPr>
        </p:nvSpPr>
        <p:spPr>
          <a:xfrm>
            <a:off x="457200" y="4336822"/>
            <a:ext cx="3201900" cy="734700"/>
          </a:xfrm>
          <a:prstGeom prst="rect">
            <a:avLst/>
          </a:prstGeom>
          <a:noFill/>
          <a:ln>
            <a:noFill/>
          </a:ln>
        </p:spPr>
        <p:txBody>
          <a:bodyPr anchorCtr="0" anchor="ctr" bIns="0" lIns="0" spcFirstLastPara="1" rIns="182875" wrap="square" tIns="0">
            <a:noAutofit/>
          </a:bodyPr>
          <a:lstStyle>
            <a:lvl1pPr lvl="0"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20" name="Google Shape;120;p27"/>
          <p:cNvSpPr txBox="1"/>
          <p:nvPr>
            <p:ph idx="1" type="body"/>
          </p:nvPr>
        </p:nvSpPr>
        <p:spPr>
          <a:xfrm>
            <a:off x="3664275" y="4336833"/>
            <a:ext cx="4105200" cy="7347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
        <p:nvSpPr>
          <p:cNvPr id="121" name="Google Shape;121;p27"/>
          <p:cNvSpPr txBox="1"/>
          <p:nvPr>
            <p:ph idx="5" type="body"/>
          </p:nvPr>
        </p:nvSpPr>
        <p:spPr>
          <a:xfrm>
            <a:off x="3664275" y="3399750"/>
            <a:ext cx="4105200" cy="734700"/>
          </a:xfrm>
          <a:prstGeom prst="rect">
            <a:avLst/>
          </a:prstGeom>
        </p:spPr>
        <p:txBody>
          <a:bodyPr anchorCtr="0" anchor="ctr" bIns="91425" lIns="0" spcFirstLastPara="1" rIns="0" wrap="square" tIns="0">
            <a:noAutofit/>
          </a:bodyPr>
          <a:lstStyle>
            <a:lvl1pPr indent="-304800" lvl="0" marL="4572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
        <p:nvSpPr>
          <p:cNvPr id="122" name="Google Shape;122;p27"/>
          <p:cNvSpPr txBox="1"/>
          <p:nvPr>
            <p:ph idx="6" type="body"/>
          </p:nvPr>
        </p:nvSpPr>
        <p:spPr>
          <a:xfrm>
            <a:off x="3664275" y="2462667"/>
            <a:ext cx="4105200" cy="734700"/>
          </a:xfrm>
          <a:prstGeom prst="rect">
            <a:avLst/>
          </a:prstGeom>
        </p:spPr>
        <p:txBody>
          <a:bodyPr anchorCtr="0" anchor="ctr" bIns="91425" lIns="0" spcFirstLastPara="1" rIns="0" wrap="square" tIns="0">
            <a:noAutofit/>
          </a:bodyPr>
          <a:lstStyle>
            <a:lvl1pPr indent="-304800" lvl="0" marL="4572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
        <p:nvSpPr>
          <p:cNvPr id="123" name="Google Shape;123;p27"/>
          <p:cNvSpPr txBox="1"/>
          <p:nvPr>
            <p:ph idx="7" type="body"/>
          </p:nvPr>
        </p:nvSpPr>
        <p:spPr>
          <a:xfrm>
            <a:off x="3664275" y="1525583"/>
            <a:ext cx="4105200" cy="734700"/>
          </a:xfrm>
          <a:prstGeom prst="rect">
            <a:avLst/>
          </a:prstGeom>
        </p:spPr>
        <p:txBody>
          <a:bodyPr anchorCtr="0" anchor="ctr" bIns="91425" lIns="0" spcFirstLastPara="1" rIns="0" wrap="square" tIns="0">
            <a:noAutofit/>
          </a:bodyPr>
          <a:lstStyle>
            <a:lvl1pPr indent="-304800" lvl="0" marL="4572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
        <p:nvSpPr>
          <p:cNvPr id="124" name="Google Shape;124;p27"/>
          <p:cNvSpPr txBox="1"/>
          <p:nvPr>
            <p:ph idx="8"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ig picture">
  <p:cSld name="Title and big picture">
    <p:bg>
      <p:bgPr>
        <a:blipFill>
          <a:blip r:embed="rId2">
            <a:alphaModFix/>
          </a:blip>
          <a:stretch>
            <a:fillRect/>
          </a:stretch>
        </a:blipFill>
      </p:bgPr>
    </p:bg>
    <p:spTree>
      <p:nvGrpSpPr>
        <p:cNvPr id="125" name="Shape 125"/>
        <p:cNvGrpSpPr/>
        <p:nvPr/>
      </p:nvGrpSpPr>
      <p:grpSpPr>
        <a:xfrm>
          <a:off x="0" y="0"/>
          <a:ext cx="0" cy="0"/>
          <a:chOff x="0" y="0"/>
          <a:chExt cx="0" cy="0"/>
        </a:xfrm>
      </p:grpSpPr>
      <p:pic>
        <p:nvPicPr>
          <p:cNvPr id="126" name="Google Shape;126;p28" title="Mesh Holographic Gradients - Dark Gradient 28.png"/>
          <p:cNvPicPr preferRelativeResize="0"/>
          <p:nvPr/>
        </p:nvPicPr>
        <p:blipFill rotWithShape="1">
          <a:blip r:embed="rId2">
            <a:alphaModFix/>
          </a:blip>
          <a:srcRect b="0" l="0" r="9877" t="0"/>
          <a:stretch/>
        </p:blipFill>
        <p:spPr>
          <a:xfrm flipH="1" rot="10800000">
            <a:off x="0" y="350"/>
            <a:ext cx="9156298" cy="5714650"/>
          </a:xfrm>
          <a:prstGeom prst="rect">
            <a:avLst/>
          </a:prstGeom>
          <a:noFill/>
          <a:ln>
            <a:noFill/>
          </a:ln>
        </p:spPr>
      </p:pic>
      <p:sp>
        <p:nvSpPr>
          <p:cNvPr id="127" name="Google Shape;127;p28"/>
          <p:cNvSpPr txBox="1"/>
          <p:nvPr>
            <p:ph type="title"/>
          </p:nvPr>
        </p:nvSpPr>
        <p:spPr>
          <a:xfrm>
            <a:off x="457200" y="3472000"/>
            <a:ext cx="5010300" cy="17349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4800">
                <a:solidFill>
                  <a:schemeClr val="lt1"/>
                </a:solidFill>
              </a:defRPr>
            </a:lvl1pPr>
            <a:lvl2pPr lvl="1">
              <a:lnSpc>
                <a:spcPct val="100000"/>
              </a:lnSpc>
              <a:spcBef>
                <a:spcPts val="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out logo 2">
  <p:cSld name="Cover without logo 2">
    <p:bg>
      <p:bgPr>
        <a:blipFill>
          <a:blip r:embed="rId2">
            <a:alphaModFix/>
          </a:blip>
          <a:stretch>
            <a:fillRect/>
          </a:stretch>
        </a:blipFill>
      </p:bgPr>
    </p:bg>
    <p:spTree>
      <p:nvGrpSpPr>
        <p:cNvPr id="128" name="Shape 128"/>
        <p:cNvGrpSpPr/>
        <p:nvPr/>
      </p:nvGrpSpPr>
      <p:grpSpPr>
        <a:xfrm>
          <a:off x="0" y="0"/>
          <a:ext cx="0" cy="0"/>
          <a:chOff x="0" y="0"/>
          <a:chExt cx="0" cy="0"/>
        </a:xfrm>
      </p:grpSpPr>
      <p:pic>
        <p:nvPicPr>
          <p:cNvPr id="129" name="Google Shape;129;p29" title="Mesh Holographic Gradients - Dark Gradient 24.png"/>
          <p:cNvPicPr preferRelativeResize="0"/>
          <p:nvPr/>
        </p:nvPicPr>
        <p:blipFill rotWithShape="1">
          <a:blip r:embed="rId2">
            <a:alphaModFix/>
          </a:blip>
          <a:srcRect b="0" l="5285" r="5294" t="0"/>
          <a:stretch/>
        </p:blipFill>
        <p:spPr>
          <a:xfrm rot="10800000">
            <a:off x="10602" y="-11749"/>
            <a:ext cx="9122798" cy="5738499"/>
          </a:xfrm>
          <a:prstGeom prst="rect">
            <a:avLst/>
          </a:prstGeom>
          <a:noFill/>
          <a:ln>
            <a:noFill/>
          </a:ln>
        </p:spPr>
      </p:pic>
      <p:sp>
        <p:nvSpPr>
          <p:cNvPr id="130" name="Google Shape;130;p29"/>
          <p:cNvSpPr txBox="1"/>
          <p:nvPr>
            <p:ph type="title"/>
          </p:nvPr>
        </p:nvSpPr>
        <p:spPr>
          <a:xfrm>
            <a:off x="2066850" y="1688333"/>
            <a:ext cx="5010300" cy="1734900"/>
          </a:xfrm>
          <a:prstGeom prst="rect">
            <a:avLst/>
          </a:prstGeom>
        </p:spPr>
        <p:txBody>
          <a:bodyPr anchorCtr="0" anchor="b" bIns="0" lIns="0" spcFirstLastPara="1" rIns="0" wrap="square" tIns="0">
            <a:noAutofit/>
          </a:bodyPr>
          <a:lstStyle>
            <a:lvl1pPr indent="0" lvl="0" marL="0" marR="0" algn="ctr">
              <a:lnSpc>
                <a:spcPct val="100000"/>
              </a:lnSpc>
              <a:spcBef>
                <a:spcPts val="0"/>
              </a:spcBef>
              <a:spcAft>
                <a:spcPts val="0"/>
              </a:spcAft>
              <a:buNone/>
              <a:defRPr sz="4800">
                <a:solidFill>
                  <a:schemeClr val="lt1"/>
                </a:solidFill>
              </a:defRPr>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131" name="Google Shape;131;p29"/>
          <p:cNvSpPr txBox="1"/>
          <p:nvPr>
            <p:ph idx="1" type="subTitle"/>
          </p:nvPr>
        </p:nvSpPr>
        <p:spPr>
          <a:xfrm>
            <a:off x="2066850" y="3592667"/>
            <a:ext cx="5010300" cy="434100"/>
          </a:xfrm>
          <a:prstGeom prst="rect">
            <a:avLst/>
          </a:prstGeom>
        </p:spPr>
        <p:txBody>
          <a:bodyPr anchorCtr="0" anchor="b" bIns="0" lIns="0" spcFirstLastPara="1" rIns="0" wrap="square" tIns="0">
            <a:noAutofit/>
          </a:bodyPr>
          <a:lstStyle>
            <a:lvl1pPr indent="0" lvl="0" marL="0" marR="0" algn="ctr">
              <a:lnSpc>
                <a:spcPct val="100000"/>
              </a:lnSpc>
              <a:spcBef>
                <a:spcPts val="0"/>
              </a:spcBef>
              <a:spcAft>
                <a:spcPts val="0"/>
              </a:spcAft>
              <a:buNone/>
              <a:defRPr sz="2000">
                <a:solidFill>
                  <a:schemeClr val="lt1"/>
                </a:solidFill>
              </a:defRPr>
            </a:lvl1pPr>
            <a:lvl2pPr indent="0" lvl="1" marL="0" marR="0" algn="ctr">
              <a:lnSpc>
                <a:spcPct val="100000"/>
              </a:lnSpc>
              <a:spcBef>
                <a:spcPts val="0"/>
              </a:spcBef>
              <a:spcAft>
                <a:spcPts val="0"/>
              </a:spcAft>
              <a:buNone/>
              <a:defRPr sz="2000">
                <a:solidFill>
                  <a:schemeClr val="lt1"/>
                </a:solidFill>
              </a:defRPr>
            </a:lvl2pPr>
            <a:lvl3pPr indent="0" lvl="2" marL="0" marR="0" algn="ctr">
              <a:lnSpc>
                <a:spcPct val="100000"/>
              </a:lnSpc>
              <a:spcBef>
                <a:spcPts val="0"/>
              </a:spcBef>
              <a:spcAft>
                <a:spcPts val="0"/>
              </a:spcAft>
              <a:buNone/>
              <a:defRPr sz="2000">
                <a:solidFill>
                  <a:schemeClr val="lt1"/>
                </a:solidFill>
              </a:defRPr>
            </a:lvl3pPr>
            <a:lvl4pPr indent="0" lvl="3" marL="0" marR="0" algn="ctr">
              <a:lnSpc>
                <a:spcPct val="100000"/>
              </a:lnSpc>
              <a:spcBef>
                <a:spcPts val="0"/>
              </a:spcBef>
              <a:spcAft>
                <a:spcPts val="0"/>
              </a:spcAft>
              <a:buNone/>
              <a:defRPr sz="2000">
                <a:solidFill>
                  <a:schemeClr val="lt1"/>
                </a:solidFill>
              </a:defRPr>
            </a:lvl4pPr>
            <a:lvl5pPr indent="0" lvl="4" marL="0" marR="0" algn="ctr">
              <a:lnSpc>
                <a:spcPct val="100000"/>
              </a:lnSpc>
              <a:spcBef>
                <a:spcPts val="0"/>
              </a:spcBef>
              <a:spcAft>
                <a:spcPts val="0"/>
              </a:spcAft>
              <a:buNone/>
              <a:defRPr sz="2000">
                <a:solidFill>
                  <a:schemeClr val="lt1"/>
                </a:solidFill>
              </a:defRPr>
            </a:lvl5pPr>
            <a:lvl6pPr indent="0" lvl="5" marL="0" marR="0" algn="ctr">
              <a:lnSpc>
                <a:spcPct val="100000"/>
              </a:lnSpc>
              <a:spcBef>
                <a:spcPts val="0"/>
              </a:spcBef>
              <a:spcAft>
                <a:spcPts val="0"/>
              </a:spcAft>
              <a:buNone/>
              <a:defRPr sz="2000">
                <a:solidFill>
                  <a:schemeClr val="lt1"/>
                </a:solidFill>
              </a:defRPr>
            </a:lvl6pPr>
            <a:lvl7pPr indent="0" lvl="6" marL="0" marR="0" algn="ctr">
              <a:lnSpc>
                <a:spcPct val="100000"/>
              </a:lnSpc>
              <a:spcBef>
                <a:spcPts val="0"/>
              </a:spcBef>
              <a:spcAft>
                <a:spcPts val="0"/>
              </a:spcAft>
              <a:buNone/>
              <a:defRPr sz="2000">
                <a:solidFill>
                  <a:schemeClr val="lt1"/>
                </a:solidFill>
              </a:defRPr>
            </a:lvl7pPr>
            <a:lvl8pPr indent="0" lvl="7" marL="0" marR="0" algn="ctr">
              <a:lnSpc>
                <a:spcPct val="100000"/>
              </a:lnSpc>
              <a:spcBef>
                <a:spcPts val="0"/>
              </a:spcBef>
              <a:spcAft>
                <a:spcPts val="0"/>
              </a:spcAft>
              <a:buNone/>
              <a:defRPr sz="2000">
                <a:solidFill>
                  <a:schemeClr val="lt1"/>
                </a:solidFill>
              </a:defRPr>
            </a:lvl8pPr>
            <a:lvl9pPr indent="0" lvl="8" marL="0" marR="0" algn="ctr">
              <a:lnSpc>
                <a:spcPct val="100000"/>
              </a:lnSpc>
              <a:spcBef>
                <a:spcPts val="0"/>
              </a:spcBef>
              <a:spcAft>
                <a:spcPts val="0"/>
              </a:spcAft>
              <a:buNone/>
              <a:defRPr sz="2000">
                <a:solidFill>
                  <a:schemeClr val="lt1"/>
                </a:solidFill>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out logo 2 1">
  <p:cSld name="Cover without logo 2_1">
    <p:bg>
      <p:bgPr>
        <a:solidFill>
          <a:srgbClr val="07182C"/>
        </a:solidFill>
      </p:bgPr>
    </p:bg>
    <p:spTree>
      <p:nvGrpSpPr>
        <p:cNvPr id="132" name="Shape 132"/>
        <p:cNvGrpSpPr/>
        <p:nvPr/>
      </p:nvGrpSpPr>
      <p:grpSpPr>
        <a:xfrm>
          <a:off x="0" y="0"/>
          <a:ext cx="0" cy="0"/>
          <a:chOff x="0" y="0"/>
          <a:chExt cx="0" cy="0"/>
        </a:xfrm>
      </p:grpSpPr>
      <p:pic>
        <p:nvPicPr>
          <p:cNvPr id="133" name="Google Shape;133;p30" title="Mesh Holographic Gradients - Dark Gradient 22.png"/>
          <p:cNvPicPr preferRelativeResize="0"/>
          <p:nvPr/>
        </p:nvPicPr>
        <p:blipFill rotWithShape="1">
          <a:blip r:embed="rId2">
            <a:alphaModFix/>
          </a:blip>
          <a:srcRect b="0" l="0" r="10177" t="0"/>
          <a:stretch/>
        </p:blipFill>
        <p:spPr>
          <a:xfrm flipH="1" rot="10800000">
            <a:off x="0" y="-13876"/>
            <a:ext cx="9147848" cy="5728876"/>
          </a:xfrm>
          <a:prstGeom prst="rect">
            <a:avLst/>
          </a:prstGeom>
          <a:noFill/>
          <a:ln>
            <a:noFill/>
          </a:ln>
        </p:spPr>
      </p:pic>
      <p:pic>
        <p:nvPicPr>
          <p:cNvPr id="134" name="Google Shape;134;p30"/>
          <p:cNvPicPr preferRelativeResize="0"/>
          <p:nvPr/>
        </p:nvPicPr>
        <p:blipFill rotWithShape="1">
          <a:blip r:embed="rId3">
            <a:alphaModFix/>
          </a:blip>
          <a:srcRect b="0" l="0" r="0" t="0"/>
          <a:stretch/>
        </p:blipFill>
        <p:spPr>
          <a:xfrm>
            <a:off x="457200" y="4773000"/>
            <a:ext cx="316413" cy="390600"/>
          </a:xfrm>
          <a:prstGeom prst="rect">
            <a:avLst/>
          </a:prstGeom>
          <a:noFill/>
          <a:ln>
            <a:noFill/>
          </a:ln>
        </p:spPr>
      </p:pic>
      <p:sp>
        <p:nvSpPr>
          <p:cNvPr id="135" name="Google Shape;135;p30"/>
          <p:cNvSpPr/>
          <p:nvPr/>
        </p:nvSpPr>
        <p:spPr>
          <a:xfrm>
            <a:off x="984762" y="4877167"/>
            <a:ext cx="203100" cy="225600"/>
          </a:xfrm>
          <a:prstGeom prst="plus">
            <a:avLst>
              <a:gd fmla="val 43366" name="adj"/>
            </a:avLst>
          </a:prstGeom>
          <a:solidFill>
            <a:srgbClr val="60A5FA"/>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Lato"/>
              <a:ea typeface="Lato"/>
              <a:cs typeface="Lato"/>
              <a:sym typeface="Lato"/>
            </a:endParaRPr>
          </a:p>
        </p:txBody>
      </p:sp>
      <p:sp>
        <p:nvSpPr>
          <p:cNvPr id="136" name="Google Shape;136;p30"/>
          <p:cNvSpPr txBox="1"/>
          <p:nvPr>
            <p:ph type="title"/>
          </p:nvPr>
        </p:nvSpPr>
        <p:spPr>
          <a:xfrm>
            <a:off x="457200" y="457200"/>
            <a:ext cx="5010300" cy="1376700"/>
          </a:xfrm>
          <a:prstGeom prst="rect">
            <a:avLst/>
          </a:prstGeom>
        </p:spPr>
        <p:txBody>
          <a:bodyPr anchorCtr="0" anchor="t"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7" name="Google Shape;137;p30"/>
          <p:cNvSpPr txBox="1"/>
          <p:nvPr>
            <p:ph idx="1" type="subTitle"/>
          </p:nvPr>
        </p:nvSpPr>
        <p:spPr>
          <a:xfrm>
            <a:off x="457200" y="1833900"/>
            <a:ext cx="50103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
        <p:nvSpPr>
          <p:cNvPr id="138" name="Google Shape;138;p30"/>
          <p:cNvSpPr txBox="1"/>
          <p:nvPr>
            <p:ph idx="2" type="subTitle"/>
          </p:nvPr>
        </p:nvSpPr>
        <p:spPr>
          <a:xfrm>
            <a:off x="3676500" y="4823692"/>
            <a:ext cx="5010300" cy="434100"/>
          </a:xfrm>
          <a:prstGeom prst="rect">
            <a:avLst/>
          </a:prstGeom>
        </p:spPr>
        <p:txBody>
          <a:bodyPr anchorCtr="0" anchor="b" bIns="0" lIns="0" spcFirstLastPara="1" rIns="0" wrap="square" tIns="0">
            <a:noAutofit/>
          </a:bodyPr>
          <a:lstStyle>
            <a:lvl1pPr indent="0" lvl="0" marL="0" marR="0" algn="r">
              <a:lnSpc>
                <a:spcPct val="100000"/>
              </a:lnSpc>
              <a:spcBef>
                <a:spcPts val="0"/>
              </a:spcBef>
              <a:spcAft>
                <a:spcPts val="0"/>
              </a:spcAft>
              <a:buNone/>
              <a:defRPr sz="1600">
                <a:solidFill>
                  <a:schemeClr val="lt1"/>
                </a:solidFill>
              </a:defRPr>
            </a:lvl1pPr>
            <a:lvl2pPr indent="0" lvl="1" marL="0" marR="0" algn="r">
              <a:lnSpc>
                <a:spcPct val="100000"/>
              </a:lnSpc>
              <a:spcBef>
                <a:spcPts val="0"/>
              </a:spcBef>
              <a:spcAft>
                <a:spcPts val="0"/>
              </a:spcAft>
              <a:buNone/>
              <a:defRPr sz="1600">
                <a:solidFill>
                  <a:schemeClr val="lt1"/>
                </a:solidFill>
              </a:defRPr>
            </a:lvl2pPr>
            <a:lvl3pPr indent="0" lvl="2" marL="0" marR="0" algn="r">
              <a:lnSpc>
                <a:spcPct val="100000"/>
              </a:lnSpc>
              <a:spcBef>
                <a:spcPts val="0"/>
              </a:spcBef>
              <a:spcAft>
                <a:spcPts val="0"/>
              </a:spcAft>
              <a:buNone/>
              <a:defRPr sz="1600">
                <a:solidFill>
                  <a:schemeClr val="lt1"/>
                </a:solidFill>
              </a:defRPr>
            </a:lvl3pPr>
            <a:lvl4pPr indent="0" lvl="3" marL="0" marR="0" algn="r">
              <a:lnSpc>
                <a:spcPct val="100000"/>
              </a:lnSpc>
              <a:spcBef>
                <a:spcPts val="0"/>
              </a:spcBef>
              <a:spcAft>
                <a:spcPts val="0"/>
              </a:spcAft>
              <a:buNone/>
              <a:defRPr sz="1600">
                <a:solidFill>
                  <a:schemeClr val="lt1"/>
                </a:solidFill>
              </a:defRPr>
            </a:lvl4pPr>
            <a:lvl5pPr indent="0" lvl="4" marL="0" marR="0" algn="r">
              <a:lnSpc>
                <a:spcPct val="100000"/>
              </a:lnSpc>
              <a:spcBef>
                <a:spcPts val="0"/>
              </a:spcBef>
              <a:spcAft>
                <a:spcPts val="0"/>
              </a:spcAft>
              <a:buNone/>
              <a:defRPr sz="1600">
                <a:solidFill>
                  <a:schemeClr val="lt1"/>
                </a:solidFill>
              </a:defRPr>
            </a:lvl5pPr>
            <a:lvl6pPr indent="0" lvl="5" marL="0" marR="0" algn="r">
              <a:lnSpc>
                <a:spcPct val="100000"/>
              </a:lnSpc>
              <a:spcBef>
                <a:spcPts val="0"/>
              </a:spcBef>
              <a:spcAft>
                <a:spcPts val="0"/>
              </a:spcAft>
              <a:buNone/>
              <a:defRPr sz="1600">
                <a:solidFill>
                  <a:schemeClr val="lt1"/>
                </a:solidFill>
              </a:defRPr>
            </a:lvl6pPr>
            <a:lvl7pPr indent="0" lvl="6" marL="0" marR="0" algn="r">
              <a:lnSpc>
                <a:spcPct val="100000"/>
              </a:lnSpc>
              <a:spcBef>
                <a:spcPts val="0"/>
              </a:spcBef>
              <a:spcAft>
                <a:spcPts val="0"/>
              </a:spcAft>
              <a:buNone/>
              <a:defRPr sz="1600">
                <a:solidFill>
                  <a:schemeClr val="lt1"/>
                </a:solidFill>
              </a:defRPr>
            </a:lvl7pPr>
            <a:lvl8pPr indent="0" lvl="7" marL="0" marR="0" algn="r">
              <a:lnSpc>
                <a:spcPct val="100000"/>
              </a:lnSpc>
              <a:spcBef>
                <a:spcPts val="0"/>
              </a:spcBef>
              <a:spcAft>
                <a:spcPts val="0"/>
              </a:spcAft>
              <a:buNone/>
              <a:defRPr sz="1600">
                <a:solidFill>
                  <a:schemeClr val="lt1"/>
                </a:solidFill>
              </a:defRPr>
            </a:lvl8pPr>
            <a:lvl9pPr indent="0" lvl="8" marL="0" marR="0" algn="r">
              <a:lnSpc>
                <a:spcPct val="100000"/>
              </a:lnSpc>
              <a:spcBef>
                <a:spcPts val="0"/>
              </a:spcBef>
              <a:spcAft>
                <a:spcPts val="0"/>
              </a:spcAft>
              <a:buNone/>
              <a:defRPr sz="1600">
                <a:solidFill>
                  <a:schemeClr val="lt1"/>
                </a:solidFill>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items - contrast">
  <p:cSld name="Title + Subtitle_1">
    <p:bg>
      <p:bgPr>
        <a:solidFill>
          <a:schemeClr val="accent2"/>
        </a:solidFill>
      </p:bgPr>
    </p:bg>
    <p:spTree>
      <p:nvGrpSpPr>
        <p:cNvPr id="139" name="Shape 139"/>
        <p:cNvGrpSpPr/>
        <p:nvPr/>
      </p:nvGrpSpPr>
      <p:grpSpPr>
        <a:xfrm>
          <a:off x="0" y="0"/>
          <a:ext cx="0" cy="0"/>
          <a:chOff x="0" y="0"/>
          <a:chExt cx="0" cy="0"/>
        </a:xfrm>
      </p:grpSpPr>
      <p:sp>
        <p:nvSpPr>
          <p:cNvPr id="140" name="Google Shape;140;p31"/>
          <p:cNvSpPr/>
          <p:nvPr>
            <p:ph idx="2" type="pic"/>
          </p:nvPr>
        </p:nvSpPr>
        <p:spPr>
          <a:xfrm>
            <a:off x="457200" y="1524000"/>
            <a:ext cx="1827300" cy="1827300"/>
          </a:xfrm>
          <a:prstGeom prst="roundRect">
            <a:avLst>
              <a:gd fmla="val 4137" name="adj"/>
            </a:avLst>
          </a:prstGeom>
          <a:noFill/>
          <a:ln>
            <a:noFill/>
          </a:ln>
        </p:spPr>
      </p:sp>
      <p:sp>
        <p:nvSpPr>
          <p:cNvPr id="141" name="Google Shape;141;p31"/>
          <p:cNvSpPr/>
          <p:nvPr>
            <p:ph idx="3" type="pic"/>
          </p:nvPr>
        </p:nvSpPr>
        <p:spPr>
          <a:xfrm>
            <a:off x="2591313" y="1524000"/>
            <a:ext cx="1827300" cy="1827300"/>
          </a:xfrm>
          <a:prstGeom prst="roundRect">
            <a:avLst>
              <a:gd fmla="val 4137" name="adj"/>
            </a:avLst>
          </a:prstGeom>
          <a:noFill/>
          <a:ln>
            <a:noFill/>
          </a:ln>
        </p:spPr>
      </p:sp>
      <p:sp>
        <p:nvSpPr>
          <p:cNvPr id="142" name="Google Shape;142;p31"/>
          <p:cNvSpPr/>
          <p:nvPr>
            <p:ph idx="4" type="pic"/>
          </p:nvPr>
        </p:nvSpPr>
        <p:spPr>
          <a:xfrm>
            <a:off x="4725450" y="1524000"/>
            <a:ext cx="1827300" cy="1827300"/>
          </a:xfrm>
          <a:prstGeom prst="roundRect">
            <a:avLst>
              <a:gd fmla="val 4137" name="adj"/>
            </a:avLst>
          </a:prstGeom>
          <a:noFill/>
          <a:ln>
            <a:noFill/>
          </a:ln>
        </p:spPr>
      </p:sp>
      <p:sp>
        <p:nvSpPr>
          <p:cNvPr id="143" name="Google Shape;143;p31"/>
          <p:cNvSpPr/>
          <p:nvPr>
            <p:ph idx="5" type="pic"/>
          </p:nvPr>
        </p:nvSpPr>
        <p:spPr>
          <a:xfrm>
            <a:off x="6859563" y="1524000"/>
            <a:ext cx="1827300" cy="1827300"/>
          </a:xfrm>
          <a:prstGeom prst="roundRect">
            <a:avLst>
              <a:gd fmla="val 4137" name="adj"/>
            </a:avLst>
          </a:prstGeom>
          <a:noFill/>
          <a:ln>
            <a:noFill/>
          </a:ln>
        </p:spPr>
      </p:sp>
      <p:sp>
        <p:nvSpPr>
          <p:cNvPr id="144" name="Google Shape;144;p31"/>
          <p:cNvSpPr txBox="1"/>
          <p:nvPr>
            <p:ph type="title"/>
          </p:nvPr>
        </p:nvSpPr>
        <p:spPr>
          <a:xfrm>
            <a:off x="457200" y="507990"/>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Clr>
                <a:schemeClr val="lt1"/>
              </a:buClr>
              <a:buSzPts val="3000"/>
              <a:buNone/>
              <a:defRPr sz="3000">
                <a:solidFill>
                  <a:schemeClr val="lt1"/>
                </a:solidFill>
              </a:defRPr>
            </a:lvl1pPr>
            <a:lvl2pPr lvl="1" algn="l">
              <a:lnSpc>
                <a:spcPct val="100000"/>
              </a:lnSpc>
              <a:spcBef>
                <a:spcPts val="0"/>
              </a:spcBef>
              <a:spcAft>
                <a:spcPts val="0"/>
              </a:spcAft>
              <a:buClr>
                <a:schemeClr val="lt1"/>
              </a:buClr>
              <a:buSzPts val="3000"/>
              <a:buNone/>
              <a:defRPr sz="3000">
                <a:solidFill>
                  <a:schemeClr val="lt1"/>
                </a:solidFill>
              </a:defRPr>
            </a:lvl2pPr>
            <a:lvl3pPr lvl="2" algn="l">
              <a:lnSpc>
                <a:spcPct val="100000"/>
              </a:lnSpc>
              <a:spcBef>
                <a:spcPts val="0"/>
              </a:spcBef>
              <a:spcAft>
                <a:spcPts val="0"/>
              </a:spcAft>
              <a:buClr>
                <a:schemeClr val="lt1"/>
              </a:buClr>
              <a:buSzPts val="3000"/>
              <a:buNone/>
              <a:defRPr sz="3000">
                <a:solidFill>
                  <a:schemeClr val="lt1"/>
                </a:solidFill>
              </a:defRPr>
            </a:lvl3pPr>
            <a:lvl4pPr lvl="3" algn="l">
              <a:lnSpc>
                <a:spcPct val="100000"/>
              </a:lnSpc>
              <a:spcBef>
                <a:spcPts val="0"/>
              </a:spcBef>
              <a:spcAft>
                <a:spcPts val="0"/>
              </a:spcAft>
              <a:buClr>
                <a:schemeClr val="lt1"/>
              </a:buClr>
              <a:buSzPts val="3000"/>
              <a:buNone/>
              <a:defRPr sz="3000">
                <a:solidFill>
                  <a:schemeClr val="lt1"/>
                </a:solidFill>
              </a:defRPr>
            </a:lvl4pPr>
            <a:lvl5pPr lvl="4" algn="l">
              <a:lnSpc>
                <a:spcPct val="100000"/>
              </a:lnSpc>
              <a:spcBef>
                <a:spcPts val="0"/>
              </a:spcBef>
              <a:spcAft>
                <a:spcPts val="0"/>
              </a:spcAft>
              <a:buClr>
                <a:schemeClr val="lt1"/>
              </a:buClr>
              <a:buSzPts val="3000"/>
              <a:buNone/>
              <a:defRPr sz="3000">
                <a:solidFill>
                  <a:schemeClr val="lt1"/>
                </a:solidFill>
              </a:defRPr>
            </a:lvl5pPr>
            <a:lvl6pPr lvl="5" algn="l">
              <a:lnSpc>
                <a:spcPct val="100000"/>
              </a:lnSpc>
              <a:spcBef>
                <a:spcPts val="0"/>
              </a:spcBef>
              <a:spcAft>
                <a:spcPts val="0"/>
              </a:spcAft>
              <a:buClr>
                <a:schemeClr val="lt1"/>
              </a:buClr>
              <a:buSzPts val="3000"/>
              <a:buNone/>
              <a:defRPr sz="3000">
                <a:solidFill>
                  <a:schemeClr val="lt1"/>
                </a:solidFill>
              </a:defRPr>
            </a:lvl6pPr>
            <a:lvl7pPr lvl="6" algn="l">
              <a:lnSpc>
                <a:spcPct val="100000"/>
              </a:lnSpc>
              <a:spcBef>
                <a:spcPts val="0"/>
              </a:spcBef>
              <a:spcAft>
                <a:spcPts val="0"/>
              </a:spcAft>
              <a:buClr>
                <a:schemeClr val="lt1"/>
              </a:buClr>
              <a:buSzPts val="3000"/>
              <a:buNone/>
              <a:defRPr sz="3000">
                <a:solidFill>
                  <a:schemeClr val="lt1"/>
                </a:solidFill>
              </a:defRPr>
            </a:lvl7pPr>
            <a:lvl8pPr lvl="7" algn="l">
              <a:lnSpc>
                <a:spcPct val="100000"/>
              </a:lnSpc>
              <a:spcBef>
                <a:spcPts val="0"/>
              </a:spcBef>
              <a:spcAft>
                <a:spcPts val="0"/>
              </a:spcAft>
              <a:buClr>
                <a:schemeClr val="lt1"/>
              </a:buClr>
              <a:buSzPts val="3000"/>
              <a:buNone/>
              <a:defRPr sz="3000">
                <a:solidFill>
                  <a:schemeClr val="lt1"/>
                </a:solidFill>
              </a:defRPr>
            </a:lvl8pPr>
            <a:lvl9pPr lvl="8" algn="l">
              <a:lnSpc>
                <a:spcPct val="100000"/>
              </a:lnSpc>
              <a:spcBef>
                <a:spcPts val="0"/>
              </a:spcBef>
              <a:spcAft>
                <a:spcPts val="0"/>
              </a:spcAft>
              <a:buClr>
                <a:schemeClr val="lt1"/>
              </a:buClr>
              <a:buSzPts val="3000"/>
              <a:buNone/>
              <a:defRPr sz="3000">
                <a:solidFill>
                  <a:schemeClr val="lt1"/>
                </a:solidFill>
              </a:defRPr>
            </a:lvl9pPr>
          </a:lstStyle>
          <a:p/>
        </p:txBody>
      </p:sp>
      <p:sp>
        <p:nvSpPr>
          <p:cNvPr id="145" name="Google Shape;145;p31"/>
          <p:cNvSpPr txBox="1"/>
          <p:nvPr>
            <p:ph idx="1" type="body"/>
          </p:nvPr>
        </p:nvSpPr>
        <p:spPr>
          <a:xfrm>
            <a:off x="457200" y="4203333"/>
            <a:ext cx="1827300" cy="1004100"/>
          </a:xfrm>
          <a:prstGeom prst="rect">
            <a:avLst/>
          </a:prstGeom>
        </p:spPr>
        <p:txBody>
          <a:bodyPr anchorCtr="0" anchor="t" bIns="0" lIns="0" spcFirstLastPara="1" rIns="0" wrap="square" tIns="0">
            <a:spAutoFit/>
          </a:bodyPr>
          <a:lstStyle>
            <a:lvl1pPr indent="-298450" lvl="0" marL="457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146" name="Google Shape;146;p31"/>
          <p:cNvSpPr txBox="1"/>
          <p:nvPr>
            <p:ph idx="6" type="body"/>
          </p:nvPr>
        </p:nvSpPr>
        <p:spPr>
          <a:xfrm>
            <a:off x="2591318" y="4203333"/>
            <a:ext cx="1827300" cy="1004100"/>
          </a:xfrm>
          <a:prstGeom prst="rect">
            <a:avLst/>
          </a:prstGeom>
        </p:spPr>
        <p:txBody>
          <a:bodyPr anchorCtr="0" anchor="t" bIns="0" lIns="0" spcFirstLastPara="1" rIns="0" wrap="square" tIns="0">
            <a:spAutoFit/>
          </a:bodyPr>
          <a:lstStyle>
            <a:lvl1pPr indent="-298450" lvl="0" marL="457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147" name="Google Shape;147;p31"/>
          <p:cNvSpPr txBox="1"/>
          <p:nvPr>
            <p:ph idx="7" type="body"/>
          </p:nvPr>
        </p:nvSpPr>
        <p:spPr>
          <a:xfrm>
            <a:off x="4725435" y="4203333"/>
            <a:ext cx="1827300" cy="1004100"/>
          </a:xfrm>
          <a:prstGeom prst="rect">
            <a:avLst/>
          </a:prstGeom>
        </p:spPr>
        <p:txBody>
          <a:bodyPr anchorCtr="0" anchor="t" bIns="0" lIns="0" spcFirstLastPara="1" rIns="0" wrap="square" tIns="0">
            <a:spAutoFit/>
          </a:bodyPr>
          <a:lstStyle>
            <a:lvl1pPr indent="-298450" lvl="0" marL="457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148" name="Google Shape;148;p31"/>
          <p:cNvSpPr txBox="1"/>
          <p:nvPr>
            <p:ph idx="8" type="body"/>
          </p:nvPr>
        </p:nvSpPr>
        <p:spPr>
          <a:xfrm>
            <a:off x="6866700" y="4203333"/>
            <a:ext cx="1827300" cy="1004100"/>
          </a:xfrm>
          <a:prstGeom prst="rect">
            <a:avLst/>
          </a:prstGeom>
        </p:spPr>
        <p:txBody>
          <a:bodyPr anchorCtr="0" anchor="t" bIns="0" lIns="0" spcFirstLastPara="1" rIns="0" wrap="square" tIns="0">
            <a:spAutoFit/>
          </a:bodyPr>
          <a:lstStyle>
            <a:lvl1pPr indent="-298450" lvl="0" marL="457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149" name="Google Shape;149;p31"/>
          <p:cNvSpPr txBox="1"/>
          <p:nvPr>
            <p:ph idx="9" type="title"/>
          </p:nvPr>
        </p:nvSpPr>
        <p:spPr>
          <a:xfrm>
            <a:off x="457225" y="3656500"/>
            <a:ext cx="18273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200"/>
              <a:buNone/>
              <a:defRPr sz="1200">
                <a:solidFill>
                  <a:schemeClr val="lt1"/>
                </a:solidFill>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150" name="Google Shape;150;p31"/>
          <p:cNvSpPr txBox="1"/>
          <p:nvPr>
            <p:ph idx="13" type="title"/>
          </p:nvPr>
        </p:nvSpPr>
        <p:spPr>
          <a:xfrm>
            <a:off x="2591325" y="3656500"/>
            <a:ext cx="18273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200"/>
              <a:buNone/>
              <a:defRPr sz="1200">
                <a:solidFill>
                  <a:schemeClr val="lt1"/>
                </a:solidFill>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151" name="Google Shape;151;p31"/>
          <p:cNvSpPr txBox="1"/>
          <p:nvPr>
            <p:ph idx="14" type="title"/>
          </p:nvPr>
        </p:nvSpPr>
        <p:spPr>
          <a:xfrm>
            <a:off x="4725425" y="3656500"/>
            <a:ext cx="18273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200"/>
              <a:buNone/>
              <a:defRPr sz="1200">
                <a:solidFill>
                  <a:schemeClr val="lt1"/>
                </a:solidFill>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152" name="Google Shape;152;p31"/>
          <p:cNvSpPr txBox="1"/>
          <p:nvPr>
            <p:ph idx="15" type="title"/>
          </p:nvPr>
        </p:nvSpPr>
        <p:spPr>
          <a:xfrm>
            <a:off x="6859525" y="3656500"/>
            <a:ext cx="18273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200"/>
              <a:buNone/>
              <a:defRPr sz="1200">
                <a:solidFill>
                  <a:schemeClr val="lt1"/>
                </a:solidFill>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Tree>
  </p:cSld>
  <p:clrMapOvr>
    <a:masterClrMapping/>
  </p:clrMapOvr>
  <p:extLst>
    <p:ext uri="{DCECCB84-F9BA-43D5-87BE-67443E8EF086}">
      <p15:sldGuideLst>
        <p15:guide id="1" pos="2880">
          <p15:clr>
            <a:srgbClr val="E46962"/>
          </p15:clr>
        </p15:guide>
        <p15:guide id="2" orient="horz" pos="960">
          <p15:clr>
            <a:srgbClr val="E46962"/>
          </p15:clr>
        </p15:guide>
      </p15:sldGuideLst>
    </p:ext>
  </p:extLs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ructor bio">
  <p:cSld name="TITLE_AND_BODY_1_1">
    <p:bg>
      <p:bgPr>
        <a:solidFill>
          <a:schemeClr val="accent2"/>
        </a:solidFill>
      </p:bgPr>
    </p:bg>
    <p:spTree>
      <p:nvGrpSpPr>
        <p:cNvPr id="153" name="Shape 153"/>
        <p:cNvGrpSpPr/>
        <p:nvPr/>
      </p:nvGrpSpPr>
      <p:grpSpPr>
        <a:xfrm>
          <a:off x="0" y="0"/>
          <a:ext cx="0" cy="0"/>
          <a:chOff x="0" y="0"/>
          <a:chExt cx="0" cy="0"/>
        </a:xfrm>
      </p:grpSpPr>
      <p:sp>
        <p:nvSpPr>
          <p:cNvPr id="154" name="Google Shape;154;p32"/>
          <p:cNvSpPr/>
          <p:nvPr/>
        </p:nvSpPr>
        <p:spPr>
          <a:xfrm>
            <a:off x="4583975" y="0"/>
            <a:ext cx="4567500" cy="57150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55" name="Google Shape;155;p32"/>
          <p:cNvSpPr/>
          <p:nvPr>
            <p:ph idx="2" type="pic"/>
          </p:nvPr>
        </p:nvSpPr>
        <p:spPr>
          <a:xfrm flipH="1">
            <a:off x="953803" y="1184556"/>
            <a:ext cx="2664300" cy="3336300"/>
          </a:xfrm>
          <a:prstGeom prst="rect">
            <a:avLst/>
          </a:prstGeom>
          <a:noFill/>
          <a:ln>
            <a:noFill/>
          </a:ln>
        </p:spPr>
      </p:sp>
      <p:sp>
        <p:nvSpPr>
          <p:cNvPr id="156" name="Google Shape;156;p32"/>
          <p:cNvSpPr txBox="1"/>
          <p:nvPr>
            <p:ph type="title"/>
          </p:nvPr>
        </p:nvSpPr>
        <p:spPr>
          <a:xfrm>
            <a:off x="5036975" y="942000"/>
            <a:ext cx="3661500" cy="1064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57" name="Google Shape;157;p32"/>
          <p:cNvSpPr txBox="1"/>
          <p:nvPr>
            <p:ph idx="1" type="subTitle"/>
          </p:nvPr>
        </p:nvSpPr>
        <p:spPr>
          <a:xfrm>
            <a:off x="5036975" y="508000"/>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58" name="Google Shape;158;p32"/>
          <p:cNvSpPr txBox="1"/>
          <p:nvPr>
            <p:ph idx="3" type="body"/>
          </p:nvPr>
        </p:nvSpPr>
        <p:spPr>
          <a:xfrm>
            <a:off x="5036975" y="2139583"/>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7">
    <p:spTree>
      <p:nvGrpSpPr>
        <p:cNvPr id="159" name="Shape 159"/>
        <p:cNvGrpSpPr/>
        <p:nvPr/>
      </p:nvGrpSpPr>
      <p:grpSpPr>
        <a:xfrm>
          <a:off x="0" y="0"/>
          <a:ext cx="0" cy="0"/>
          <a:chOff x="0" y="0"/>
          <a:chExt cx="0" cy="0"/>
        </a:xfrm>
      </p:grpSpPr>
      <p:sp>
        <p:nvSpPr>
          <p:cNvPr id="160" name="Google Shape;160;p33"/>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1">
  <p:cSld name="Title + Subtitle_2">
    <p:spTree>
      <p:nvGrpSpPr>
        <p:cNvPr id="161" name="Shape 161"/>
        <p:cNvGrpSpPr/>
        <p:nvPr/>
      </p:nvGrpSpPr>
      <p:grpSpPr>
        <a:xfrm>
          <a:off x="0" y="0"/>
          <a:ext cx="0" cy="0"/>
          <a:chOff x="0" y="0"/>
          <a:chExt cx="0" cy="0"/>
        </a:xfrm>
      </p:grpSpPr>
      <p:sp>
        <p:nvSpPr>
          <p:cNvPr id="162" name="Google Shape;162;p34"/>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63" name="Google Shape;163;p34"/>
          <p:cNvSpPr txBox="1"/>
          <p:nvPr>
            <p:ph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column 1">
  <p:cSld name="ONE_COLUMN_TEXT_1">
    <p:spTree>
      <p:nvGrpSpPr>
        <p:cNvPr id="164" name="Shape 164"/>
        <p:cNvGrpSpPr/>
        <p:nvPr/>
      </p:nvGrpSpPr>
      <p:grpSpPr>
        <a:xfrm>
          <a:off x="0" y="0"/>
          <a:ext cx="0" cy="0"/>
          <a:chOff x="0" y="0"/>
          <a:chExt cx="0" cy="0"/>
        </a:xfrm>
      </p:grpSpPr>
      <p:sp>
        <p:nvSpPr>
          <p:cNvPr id="165" name="Google Shape;165;p35"/>
          <p:cNvSpPr txBox="1"/>
          <p:nvPr>
            <p:ph type="title"/>
          </p:nvPr>
        </p:nvSpPr>
        <p:spPr>
          <a:xfrm>
            <a:off x="457200" y="518667"/>
            <a:ext cx="3204600" cy="10056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66" name="Google Shape;166;p35"/>
          <p:cNvSpPr txBox="1"/>
          <p:nvPr>
            <p:ph idx="1" type="body"/>
          </p:nvPr>
        </p:nvSpPr>
        <p:spPr>
          <a:xfrm>
            <a:off x="457200" y="1524417"/>
            <a:ext cx="32046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Right 1">
  <p:cSld name="Text + Image_1">
    <p:spTree>
      <p:nvGrpSpPr>
        <p:cNvPr id="167" name="Shape 167"/>
        <p:cNvGrpSpPr/>
        <p:nvPr/>
      </p:nvGrpSpPr>
      <p:grpSpPr>
        <a:xfrm>
          <a:off x="0" y="0"/>
          <a:ext cx="0" cy="0"/>
          <a:chOff x="0" y="0"/>
          <a:chExt cx="0" cy="0"/>
        </a:xfrm>
      </p:grpSpPr>
      <p:sp>
        <p:nvSpPr>
          <p:cNvPr id="168" name="Google Shape;168;p36"/>
          <p:cNvSpPr/>
          <p:nvPr>
            <p:ph idx="2" type="pic"/>
          </p:nvPr>
        </p:nvSpPr>
        <p:spPr>
          <a:xfrm>
            <a:off x="4572000" y="91667"/>
            <a:ext cx="4495800" cy="5531700"/>
          </a:xfrm>
          <a:prstGeom prst="roundRect">
            <a:avLst>
              <a:gd fmla="val 16667" name="adj"/>
            </a:avLst>
          </a:prstGeom>
          <a:noFill/>
          <a:ln>
            <a:noFill/>
          </a:ln>
        </p:spPr>
      </p:sp>
      <p:sp>
        <p:nvSpPr>
          <p:cNvPr id="169" name="Google Shape;169;p36"/>
          <p:cNvSpPr txBox="1"/>
          <p:nvPr>
            <p:ph type="title"/>
          </p:nvPr>
        </p:nvSpPr>
        <p:spPr>
          <a:xfrm>
            <a:off x="457200" y="942000"/>
            <a:ext cx="3661500" cy="1064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70" name="Google Shape;170;p36"/>
          <p:cNvSpPr txBox="1"/>
          <p:nvPr>
            <p:ph idx="1" type="subTitle"/>
          </p:nvPr>
        </p:nvSpPr>
        <p:spPr>
          <a:xfrm>
            <a:off x="457200" y="508000"/>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71" name="Google Shape;171;p36"/>
          <p:cNvSpPr txBox="1"/>
          <p:nvPr>
            <p:ph idx="3" type="body"/>
          </p:nvPr>
        </p:nvSpPr>
        <p:spPr>
          <a:xfrm>
            <a:off x="457200" y="2139583"/>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Body 1">
  <p:cSld name="Title + Body 1_1">
    <p:spTree>
      <p:nvGrpSpPr>
        <p:cNvPr id="172" name="Shape 172"/>
        <p:cNvGrpSpPr/>
        <p:nvPr/>
      </p:nvGrpSpPr>
      <p:grpSpPr>
        <a:xfrm>
          <a:off x="0" y="0"/>
          <a:ext cx="0" cy="0"/>
          <a:chOff x="0" y="0"/>
          <a:chExt cx="0" cy="0"/>
        </a:xfrm>
      </p:grpSpPr>
      <p:sp>
        <p:nvSpPr>
          <p:cNvPr id="173" name="Google Shape;173;p37"/>
          <p:cNvSpPr txBox="1"/>
          <p:nvPr>
            <p:ph type="title"/>
          </p:nvPr>
        </p:nvSpPr>
        <p:spPr>
          <a:xfrm>
            <a:off x="457200" y="1694917"/>
            <a:ext cx="41148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174" name="Google Shape;174;p37"/>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75" name="Google Shape;175;p37"/>
          <p:cNvSpPr txBox="1"/>
          <p:nvPr>
            <p:ph idx="2"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76" name="Google Shape;176;p37"/>
          <p:cNvSpPr txBox="1"/>
          <p:nvPr>
            <p:ph idx="3" type="body"/>
          </p:nvPr>
        </p:nvSpPr>
        <p:spPr>
          <a:xfrm>
            <a:off x="457200" y="2139583"/>
            <a:ext cx="41148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6">
    <p:spTree>
      <p:nvGrpSpPr>
        <p:cNvPr id="177" name="Shape 177"/>
        <p:cNvGrpSpPr/>
        <p:nvPr/>
      </p:nvGrpSpPr>
      <p:grpSpPr>
        <a:xfrm>
          <a:off x="0" y="0"/>
          <a:ext cx="0" cy="0"/>
          <a:chOff x="0" y="0"/>
          <a:chExt cx="0" cy="0"/>
        </a:xfrm>
      </p:grpSpPr>
      <p:sp>
        <p:nvSpPr>
          <p:cNvPr id="178" name="Google Shape;178;p38"/>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179" name="Google Shape;179;p38"/>
          <p:cNvSpPr txBox="1"/>
          <p:nvPr>
            <p:ph idx="1" type="body"/>
          </p:nvPr>
        </p:nvSpPr>
        <p:spPr>
          <a:xfrm>
            <a:off x="457200" y="1524417"/>
            <a:ext cx="41052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8">
    <p:spTree>
      <p:nvGrpSpPr>
        <p:cNvPr id="180" name="Shape 180"/>
        <p:cNvGrpSpPr/>
        <p:nvPr/>
      </p:nvGrpSpPr>
      <p:grpSpPr>
        <a:xfrm>
          <a:off x="0" y="0"/>
          <a:ext cx="0" cy="0"/>
          <a:chOff x="0" y="0"/>
          <a:chExt cx="0" cy="0"/>
        </a:xfrm>
      </p:grpSpPr>
      <p:sp>
        <p:nvSpPr>
          <p:cNvPr id="181" name="Google Shape;181;p39"/>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Title and text">
    <p:spTree>
      <p:nvGrpSpPr>
        <p:cNvPr id="182" name="Shape 182"/>
        <p:cNvGrpSpPr/>
        <p:nvPr/>
      </p:nvGrpSpPr>
      <p:grpSpPr>
        <a:xfrm>
          <a:off x="0" y="0"/>
          <a:ext cx="0" cy="0"/>
          <a:chOff x="0" y="0"/>
          <a:chExt cx="0" cy="0"/>
        </a:xfrm>
      </p:grpSpPr>
      <p:sp>
        <p:nvSpPr>
          <p:cNvPr id="183" name="Google Shape;183;p40"/>
          <p:cNvSpPr txBox="1"/>
          <p:nvPr>
            <p:ph type="title"/>
          </p:nvPr>
        </p:nvSpPr>
        <p:spPr>
          <a:xfrm>
            <a:off x="571500" y="889000"/>
            <a:ext cx="40005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9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900">
                <a:solidFill>
                  <a:schemeClr val="dk1"/>
                </a:solidFill>
              </a:defRPr>
            </a:lvl2pPr>
            <a:lvl3pPr lvl="2" algn="l">
              <a:lnSpc>
                <a:spcPct val="115000"/>
              </a:lnSpc>
              <a:spcBef>
                <a:spcPts val="0"/>
              </a:spcBef>
              <a:spcAft>
                <a:spcPts val="0"/>
              </a:spcAft>
              <a:buClr>
                <a:schemeClr val="dk1"/>
              </a:buClr>
              <a:buSzPts val="1400"/>
              <a:buNone/>
              <a:defRPr sz="1900">
                <a:solidFill>
                  <a:schemeClr val="dk1"/>
                </a:solidFill>
              </a:defRPr>
            </a:lvl3pPr>
            <a:lvl4pPr lvl="3" algn="l">
              <a:lnSpc>
                <a:spcPct val="115000"/>
              </a:lnSpc>
              <a:spcBef>
                <a:spcPts val="0"/>
              </a:spcBef>
              <a:spcAft>
                <a:spcPts val="0"/>
              </a:spcAft>
              <a:buClr>
                <a:schemeClr val="dk1"/>
              </a:buClr>
              <a:buSzPts val="1400"/>
              <a:buNone/>
              <a:defRPr sz="1900">
                <a:solidFill>
                  <a:schemeClr val="dk1"/>
                </a:solidFill>
              </a:defRPr>
            </a:lvl4pPr>
            <a:lvl5pPr lvl="4" algn="l">
              <a:lnSpc>
                <a:spcPct val="115000"/>
              </a:lnSpc>
              <a:spcBef>
                <a:spcPts val="0"/>
              </a:spcBef>
              <a:spcAft>
                <a:spcPts val="0"/>
              </a:spcAft>
              <a:buClr>
                <a:schemeClr val="dk1"/>
              </a:buClr>
              <a:buSzPts val="1400"/>
              <a:buNone/>
              <a:defRPr sz="1900">
                <a:solidFill>
                  <a:schemeClr val="dk1"/>
                </a:solidFill>
              </a:defRPr>
            </a:lvl5pPr>
            <a:lvl6pPr lvl="5" algn="l">
              <a:lnSpc>
                <a:spcPct val="115000"/>
              </a:lnSpc>
              <a:spcBef>
                <a:spcPts val="0"/>
              </a:spcBef>
              <a:spcAft>
                <a:spcPts val="0"/>
              </a:spcAft>
              <a:buClr>
                <a:schemeClr val="dk1"/>
              </a:buClr>
              <a:buSzPts val="1400"/>
              <a:buNone/>
              <a:defRPr sz="1900">
                <a:solidFill>
                  <a:schemeClr val="dk1"/>
                </a:solidFill>
              </a:defRPr>
            </a:lvl6pPr>
            <a:lvl7pPr lvl="6" algn="l">
              <a:lnSpc>
                <a:spcPct val="115000"/>
              </a:lnSpc>
              <a:spcBef>
                <a:spcPts val="0"/>
              </a:spcBef>
              <a:spcAft>
                <a:spcPts val="0"/>
              </a:spcAft>
              <a:buClr>
                <a:schemeClr val="dk1"/>
              </a:buClr>
              <a:buSzPts val="1400"/>
              <a:buNone/>
              <a:defRPr sz="1900">
                <a:solidFill>
                  <a:schemeClr val="dk1"/>
                </a:solidFill>
              </a:defRPr>
            </a:lvl7pPr>
            <a:lvl8pPr lvl="7" algn="l">
              <a:lnSpc>
                <a:spcPct val="115000"/>
              </a:lnSpc>
              <a:spcBef>
                <a:spcPts val="0"/>
              </a:spcBef>
              <a:spcAft>
                <a:spcPts val="0"/>
              </a:spcAft>
              <a:buClr>
                <a:schemeClr val="dk1"/>
              </a:buClr>
              <a:buSzPts val="1400"/>
              <a:buNone/>
              <a:defRPr sz="1900">
                <a:solidFill>
                  <a:schemeClr val="dk1"/>
                </a:solidFill>
              </a:defRPr>
            </a:lvl8pPr>
            <a:lvl9pPr lvl="8" algn="l">
              <a:lnSpc>
                <a:spcPct val="115000"/>
              </a:lnSpc>
              <a:spcBef>
                <a:spcPts val="0"/>
              </a:spcBef>
              <a:spcAft>
                <a:spcPts val="0"/>
              </a:spcAft>
              <a:buClr>
                <a:schemeClr val="dk1"/>
              </a:buClr>
              <a:buSzPts val="1400"/>
              <a:buNone/>
              <a:defRPr sz="1900">
                <a:solidFill>
                  <a:schemeClr val="dk1"/>
                </a:solidFill>
              </a:defRPr>
            </a:lvl9pPr>
          </a:lstStyle>
          <a:p/>
        </p:txBody>
      </p:sp>
      <p:sp>
        <p:nvSpPr>
          <p:cNvPr id="184" name="Google Shape;184;p40"/>
          <p:cNvSpPr txBox="1"/>
          <p:nvPr>
            <p:ph idx="1" type="body"/>
          </p:nvPr>
        </p:nvSpPr>
        <p:spPr>
          <a:xfrm>
            <a:off x="571500" y="1905000"/>
            <a:ext cx="40005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
        <p:nvSpPr>
          <p:cNvPr id="185" name="Google Shape;185;p40"/>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 header, one column 1">
  <p:cSld name="Sub header, one column">
    <p:spTree>
      <p:nvGrpSpPr>
        <p:cNvPr id="186" name="Shape 186"/>
        <p:cNvGrpSpPr/>
        <p:nvPr/>
      </p:nvGrpSpPr>
      <p:grpSpPr>
        <a:xfrm>
          <a:off x="0" y="0"/>
          <a:ext cx="0" cy="0"/>
          <a:chOff x="0" y="0"/>
          <a:chExt cx="0" cy="0"/>
        </a:xfrm>
      </p:grpSpPr>
      <p:sp>
        <p:nvSpPr>
          <p:cNvPr id="187" name="Google Shape;187;p41"/>
          <p:cNvSpPr txBox="1"/>
          <p:nvPr>
            <p:ph idx="1" type="subTitle"/>
          </p:nvPr>
        </p:nvSpPr>
        <p:spPr>
          <a:xfrm>
            <a:off x="571500" y="1905000"/>
            <a:ext cx="3093000" cy="1710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accent4"/>
              </a:buClr>
              <a:buSzPts val="800"/>
              <a:buFont typeface="Poppins SemiBold"/>
              <a:buNone/>
              <a:defRPr sz="1000">
                <a:solidFill>
                  <a:schemeClr val="accent4"/>
                </a:solidFill>
                <a:latin typeface="Poppins SemiBold"/>
                <a:ea typeface="Poppins SemiBold"/>
                <a:cs typeface="Poppins SemiBold"/>
                <a:sym typeface="Poppins SemiBold"/>
              </a:defRPr>
            </a:lvl1pPr>
            <a:lvl2pPr lvl="1" algn="l">
              <a:lnSpc>
                <a:spcPct val="100000"/>
              </a:lnSpc>
              <a:spcBef>
                <a:spcPts val="0"/>
              </a:spcBef>
              <a:spcAft>
                <a:spcPts val="0"/>
              </a:spcAft>
              <a:buClr>
                <a:schemeClr val="accent4"/>
              </a:buClr>
              <a:buSzPts val="900"/>
              <a:buNone/>
              <a:defRPr>
                <a:solidFill>
                  <a:schemeClr val="accent4"/>
                </a:solidFill>
              </a:defRPr>
            </a:lvl2pPr>
            <a:lvl3pPr lvl="2" algn="l">
              <a:lnSpc>
                <a:spcPct val="100000"/>
              </a:lnSpc>
              <a:spcBef>
                <a:spcPts val="0"/>
              </a:spcBef>
              <a:spcAft>
                <a:spcPts val="0"/>
              </a:spcAft>
              <a:buClr>
                <a:schemeClr val="accent4"/>
              </a:buClr>
              <a:buSzPts val="800"/>
              <a:buNone/>
              <a:defRPr>
                <a:solidFill>
                  <a:schemeClr val="accent4"/>
                </a:solidFill>
              </a:defRPr>
            </a:lvl3pPr>
            <a:lvl4pPr lvl="3" algn="l">
              <a:lnSpc>
                <a:spcPct val="100000"/>
              </a:lnSpc>
              <a:spcBef>
                <a:spcPts val="0"/>
              </a:spcBef>
              <a:spcAft>
                <a:spcPts val="0"/>
              </a:spcAft>
              <a:buClr>
                <a:schemeClr val="accent4"/>
              </a:buClr>
              <a:buSzPts val="800"/>
              <a:buNone/>
              <a:defRPr>
                <a:solidFill>
                  <a:schemeClr val="accent4"/>
                </a:solidFill>
              </a:defRPr>
            </a:lvl4pPr>
            <a:lvl5pPr lvl="4" algn="l">
              <a:lnSpc>
                <a:spcPct val="100000"/>
              </a:lnSpc>
              <a:spcBef>
                <a:spcPts val="0"/>
              </a:spcBef>
              <a:spcAft>
                <a:spcPts val="0"/>
              </a:spcAft>
              <a:buClr>
                <a:schemeClr val="accent4"/>
              </a:buClr>
              <a:buSzPts val="800"/>
              <a:buNone/>
              <a:defRPr>
                <a:solidFill>
                  <a:schemeClr val="accent4"/>
                </a:solidFill>
              </a:defRPr>
            </a:lvl5pPr>
            <a:lvl6pPr lvl="5" algn="l">
              <a:lnSpc>
                <a:spcPct val="100000"/>
              </a:lnSpc>
              <a:spcBef>
                <a:spcPts val="0"/>
              </a:spcBef>
              <a:spcAft>
                <a:spcPts val="0"/>
              </a:spcAft>
              <a:buClr>
                <a:schemeClr val="accent4"/>
              </a:buClr>
              <a:buSzPts val="800"/>
              <a:buNone/>
              <a:defRPr>
                <a:solidFill>
                  <a:schemeClr val="accent4"/>
                </a:solidFill>
              </a:defRPr>
            </a:lvl6pPr>
            <a:lvl7pPr lvl="6" algn="l">
              <a:lnSpc>
                <a:spcPct val="100000"/>
              </a:lnSpc>
              <a:spcBef>
                <a:spcPts val="0"/>
              </a:spcBef>
              <a:spcAft>
                <a:spcPts val="0"/>
              </a:spcAft>
              <a:buClr>
                <a:schemeClr val="accent4"/>
              </a:buClr>
              <a:buSzPts val="800"/>
              <a:buNone/>
              <a:defRPr>
                <a:solidFill>
                  <a:schemeClr val="accent4"/>
                </a:solidFill>
              </a:defRPr>
            </a:lvl7pPr>
            <a:lvl8pPr lvl="7" algn="l">
              <a:lnSpc>
                <a:spcPct val="100000"/>
              </a:lnSpc>
              <a:spcBef>
                <a:spcPts val="0"/>
              </a:spcBef>
              <a:spcAft>
                <a:spcPts val="0"/>
              </a:spcAft>
              <a:buClr>
                <a:schemeClr val="accent4"/>
              </a:buClr>
              <a:buSzPts val="800"/>
              <a:buNone/>
              <a:defRPr>
                <a:solidFill>
                  <a:schemeClr val="accent4"/>
                </a:solidFill>
              </a:defRPr>
            </a:lvl8pPr>
            <a:lvl9pPr lvl="8" algn="l">
              <a:lnSpc>
                <a:spcPct val="100000"/>
              </a:lnSpc>
              <a:spcBef>
                <a:spcPts val="0"/>
              </a:spcBef>
              <a:spcAft>
                <a:spcPts val="0"/>
              </a:spcAft>
              <a:buClr>
                <a:schemeClr val="accent4"/>
              </a:buClr>
              <a:buSzPts val="800"/>
              <a:buNone/>
              <a:defRPr>
                <a:solidFill>
                  <a:schemeClr val="accent4"/>
                </a:solidFill>
              </a:defRPr>
            </a:lvl9pPr>
          </a:lstStyle>
          <a:p/>
        </p:txBody>
      </p:sp>
      <p:sp>
        <p:nvSpPr>
          <p:cNvPr id="188" name="Google Shape;188;p41"/>
          <p:cNvSpPr txBox="1"/>
          <p:nvPr>
            <p:ph type="title"/>
          </p:nvPr>
        </p:nvSpPr>
        <p:spPr>
          <a:xfrm>
            <a:off x="571500" y="889006"/>
            <a:ext cx="40005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b="1"/>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89" name="Google Shape;189;p41"/>
          <p:cNvSpPr txBox="1"/>
          <p:nvPr>
            <p:ph idx="2" type="body"/>
          </p:nvPr>
        </p:nvSpPr>
        <p:spPr>
          <a:xfrm>
            <a:off x="571500" y="2406917"/>
            <a:ext cx="3093000" cy="26730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SzPts val="900"/>
              <a:buChar char="●"/>
              <a:defRPr sz="1200"/>
            </a:lvl1pPr>
            <a:lvl2pPr indent="-285750" lvl="1" marL="914400" algn="l">
              <a:lnSpc>
                <a:spcPct val="115000"/>
              </a:lnSpc>
              <a:spcBef>
                <a:spcPts val="0"/>
              </a:spcBef>
              <a:spcAft>
                <a:spcPts val="0"/>
              </a:spcAft>
              <a:buSzPts val="900"/>
              <a:buChar char="○"/>
              <a:defRPr/>
            </a:lvl2pPr>
            <a:lvl3pPr indent="-279400" lvl="2" marL="1371600" algn="l">
              <a:lnSpc>
                <a:spcPct val="115000"/>
              </a:lnSpc>
              <a:spcBef>
                <a:spcPts val="1000"/>
              </a:spcBef>
              <a:spcAft>
                <a:spcPts val="0"/>
              </a:spcAft>
              <a:buSzPts val="800"/>
              <a:buChar char="■"/>
              <a:defRPr/>
            </a:lvl3pPr>
            <a:lvl4pPr indent="-279400" lvl="3" marL="1828800" algn="l">
              <a:lnSpc>
                <a:spcPct val="115000"/>
              </a:lnSpc>
              <a:spcBef>
                <a:spcPts val="1000"/>
              </a:spcBef>
              <a:spcAft>
                <a:spcPts val="0"/>
              </a:spcAft>
              <a:buSzPts val="800"/>
              <a:buChar char="●"/>
              <a:defRPr/>
            </a:lvl4pPr>
            <a:lvl5pPr indent="-279400" lvl="4" marL="2286000" algn="l">
              <a:lnSpc>
                <a:spcPct val="115000"/>
              </a:lnSpc>
              <a:spcBef>
                <a:spcPts val="1000"/>
              </a:spcBef>
              <a:spcAft>
                <a:spcPts val="0"/>
              </a:spcAft>
              <a:buSzPts val="800"/>
              <a:buChar char="○"/>
              <a:defRPr/>
            </a:lvl5pPr>
            <a:lvl6pPr indent="-279400" lvl="5" marL="2743200" algn="l">
              <a:lnSpc>
                <a:spcPct val="115000"/>
              </a:lnSpc>
              <a:spcBef>
                <a:spcPts val="1000"/>
              </a:spcBef>
              <a:spcAft>
                <a:spcPts val="0"/>
              </a:spcAft>
              <a:buSzPts val="800"/>
              <a:buChar char="■"/>
              <a:defRPr/>
            </a:lvl6pPr>
            <a:lvl7pPr indent="-279400" lvl="6" marL="3200400" algn="l">
              <a:lnSpc>
                <a:spcPct val="115000"/>
              </a:lnSpc>
              <a:spcBef>
                <a:spcPts val="1000"/>
              </a:spcBef>
              <a:spcAft>
                <a:spcPts val="0"/>
              </a:spcAft>
              <a:buSzPts val="800"/>
              <a:buChar char="●"/>
              <a:defRPr/>
            </a:lvl7pPr>
            <a:lvl8pPr indent="-279400" lvl="7" marL="3657600" algn="l">
              <a:lnSpc>
                <a:spcPct val="115000"/>
              </a:lnSpc>
              <a:spcBef>
                <a:spcPts val="1000"/>
              </a:spcBef>
              <a:spcAft>
                <a:spcPts val="0"/>
              </a:spcAft>
              <a:buSzPts val="800"/>
              <a:buChar char="○"/>
              <a:defRPr/>
            </a:lvl8pPr>
            <a:lvl9pPr indent="-279400" lvl="8" marL="4114800" algn="l">
              <a:lnSpc>
                <a:spcPct val="115000"/>
              </a:lnSpc>
              <a:spcBef>
                <a:spcPts val="1000"/>
              </a:spcBef>
              <a:spcAft>
                <a:spcPts val="1000"/>
              </a:spcAft>
              <a:buSzPts val="800"/>
              <a:buChar char="■"/>
              <a:defRPr/>
            </a:lvl9pPr>
          </a:lstStyle>
          <a:p/>
        </p:txBody>
      </p:sp>
      <p:sp>
        <p:nvSpPr>
          <p:cNvPr id="190" name="Google Shape;190;p41"/>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s with icons 1 1">
  <p:cSld name="Highlights with icons 1_1">
    <p:spTree>
      <p:nvGrpSpPr>
        <p:cNvPr id="191" name="Shape 191"/>
        <p:cNvGrpSpPr/>
        <p:nvPr/>
      </p:nvGrpSpPr>
      <p:grpSpPr>
        <a:xfrm>
          <a:off x="0" y="0"/>
          <a:ext cx="0" cy="0"/>
          <a:chOff x="0" y="0"/>
          <a:chExt cx="0" cy="0"/>
        </a:xfrm>
      </p:grpSpPr>
      <p:sp>
        <p:nvSpPr>
          <p:cNvPr id="192" name="Google Shape;192;p42"/>
          <p:cNvSpPr txBox="1"/>
          <p:nvPr>
            <p:ph idx="12" type="sldNum"/>
          </p:nvPr>
        </p:nvSpPr>
        <p:spPr>
          <a:xfrm>
            <a:off x="8572500" y="5080004"/>
            <a:ext cx="571500" cy="635100"/>
          </a:xfrm>
          <a:prstGeom prst="rect">
            <a:avLst/>
          </a:prstGeom>
          <a:noFill/>
          <a:ln>
            <a:noFill/>
          </a:ln>
        </p:spPr>
        <p:txBody>
          <a:bodyPr anchorCtr="0" anchor="t" bIns="126400" lIns="126400" spcFirstLastPara="1" rIns="126400" wrap="square" tIns="126400">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93" name="Google Shape;193;p42"/>
          <p:cNvSpPr/>
          <p:nvPr>
            <p:ph idx="2" type="pic"/>
          </p:nvPr>
        </p:nvSpPr>
        <p:spPr>
          <a:xfrm>
            <a:off x="0" y="0"/>
            <a:ext cx="9144000" cy="2814900"/>
          </a:xfrm>
          <a:prstGeom prst="roundRect">
            <a:avLst>
              <a:gd fmla="val 1254" name="adj"/>
            </a:avLst>
          </a:prstGeom>
          <a:noFill/>
          <a:ln>
            <a:noFill/>
          </a:ln>
        </p:spPr>
      </p:sp>
      <p:sp>
        <p:nvSpPr>
          <p:cNvPr id="194" name="Google Shape;194;p42"/>
          <p:cNvSpPr txBox="1"/>
          <p:nvPr>
            <p:ph type="title"/>
          </p:nvPr>
        </p:nvSpPr>
        <p:spPr>
          <a:xfrm>
            <a:off x="457200" y="3730167"/>
            <a:ext cx="3667500" cy="1080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195" name="Google Shape;195;p42"/>
          <p:cNvSpPr txBox="1"/>
          <p:nvPr>
            <p:ph idx="1" type="subTitle"/>
          </p:nvPr>
        </p:nvSpPr>
        <p:spPr>
          <a:xfrm>
            <a:off x="457200" y="3211500"/>
            <a:ext cx="36675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96" name="Google Shape;196;p42"/>
          <p:cNvSpPr txBox="1"/>
          <p:nvPr>
            <p:ph idx="3" type="body"/>
          </p:nvPr>
        </p:nvSpPr>
        <p:spPr>
          <a:xfrm>
            <a:off x="4581600" y="2815000"/>
            <a:ext cx="4105200" cy="2391900"/>
          </a:xfrm>
          <a:prstGeom prst="rect">
            <a:avLst/>
          </a:prstGeom>
        </p:spPr>
        <p:txBody>
          <a:bodyPr anchorCtr="0" anchor="t" bIns="0" lIns="0" spcFirstLastPara="1" rIns="0" wrap="square" tIns="94800">
            <a:sp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1 2">
  <p:cSld name="TITLE_AND_BODY_3_2">
    <p:spTree>
      <p:nvGrpSpPr>
        <p:cNvPr id="197" name="Shape 197"/>
        <p:cNvGrpSpPr/>
        <p:nvPr/>
      </p:nvGrpSpPr>
      <p:grpSpPr>
        <a:xfrm>
          <a:off x="0" y="0"/>
          <a:ext cx="0" cy="0"/>
          <a:chOff x="0" y="0"/>
          <a:chExt cx="0" cy="0"/>
        </a:xfrm>
      </p:grpSpPr>
      <p:sp>
        <p:nvSpPr>
          <p:cNvPr id="198" name="Google Shape;198;p43"/>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99" name="Google Shape;199;p43"/>
          <p:cNvSpPr txBox="1"/>
          <p:nvPr>
            <p:ph type="title"/>
          </p:nvPr>
        </p:nvSpPr>
        <p:spPr>
          <a:xfrm>
            <a:off x="571500" y="889000"/>
            <a:ext cx="30897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9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900">
                <a:solidFill>
                  <a:schemeClr val="dk1"/>
                </a:solidFill>
              </a:defRPr>
            </a:lvl2pPr>
            <a:lvl3pPr lvl="2" algn="l">
              <a:lnSpc>
                <a:spcPct val="115000"/>
              </a:lnSpc>
              <a:spcBef>
                <a:spcPts val="0"/>
              </a:spcBef>
              <a:spcAft>
                <a:spcPts val="0"/>
              </a:spcAft>
              <a:buClr>
                <a:schemeClr val="dk1"/>
              </a:buClr>
              <a:buSzPts val="1400"/>
              <a:buNone/>
              <a:defRPr sz="1900">
                <a:solidFill>
                  <a:schemeClr val="dk1"/>
                </a:solidFill>
              </a:defRPr>
            </a:lvl3pPr>
            <a:lvl4pPr lvl="3" algn="l">
              <a:lnSpc>
                <a:spcPct val="115000"/>
              </a:lnSpc>
              <a:spcBef>
                <a:spcPts val="0"/>
              </a:spcBef>
              <a:spcAft>
                <a:spcPts val="0"/>
              </a:spcAft>
              <a:buClr>
                <a:schemeClr val="dk1"/>
              </a:buClr>
              <a:buSzPts val="1400"/>
              <a:buNone/>
              <a:defRPr sz="1900">
                <a:solidFill>
                  <a:schemeClr val="dk1"/>
                </a:solidFill>
              </a:defRPr>
            </a:lvl4pPr>
            <a:lvl5pPr lvl="4" algn="l">
              <a:lnSpc>
                <a:spcPct val="115000"/>
              </a:lnSpc>
              <a:spcBef>
                <a:spcPts val="0"/>
              </a:spcBef>
              <a:spcAft>
                <a:spcPts val="0"/>
              </a:spcAft>
              <a:buClr>
                <a:schemeClr val="dk1"/>
              </a:buClr>
              <a:buSzPts val="1400"/>
              <a:buNone/>
              <a:defRPr sz="1900">
                <a:solidFill>
                  <a:schemeClr val="dk1"/>
                </a:solidFill>
              </a:defRPr>
            </a:lvl5pPr>
            <a:lvl6pPr lvl="5" algn="l">
              <a:lnSpc>
                <a:spcPct val="115000"/>
              </a:lnSpc>
              <a:spcBef>
                <a:spcPts val="0"/>
              </a:spcBef>
              <a:spcAft>
                <a:spcPts val="0"/>
              </a:spcAft>
              <a:buClr>
                <a:schemeClr val="dk1"/>
              </a:buClr>
              <a:buSzPts val="1400"/>
              <a:buNone/>
              <a:defRPr sz="1900">
                <a:solidFill>
                  <a:schemeClr val="dk1"/>
                </a:solidFill>
              </a:defRPr>
            </a:lvl6pPr>
            <a:lvl7pPr lvl="6" algn="l">
              <a:lnSpc>
                <a:spcPct val="115000"/>
              </a:lnSpc>
              <a:spcBef>
                <a:spcPts val="0"/>
              </a:spcBef>
              <a:spcAft>
                <a:spcPts val="0"/>
              </a:spcAft>
              <a:buClr>
                <a:schemeClr val="dk1"/>
              </a:buClr>
              <a:buSzPts val="1400"/>
              <a:buNone/>
              <a:defRPr sz="1900">
                <a:solidFill>
                  <a:schemeClr val="dk1"/>
                </a:solidFill>
              </a:defRPr>
            </a:lvl7pPr>
            <a:lvl8pPr lvl="7" algn="l">
              <a:lnSpc>
                <a:spcPct val="115000"/>
              </a:lnSpc>
              <a:spcBef>
                <a:spcPts val="0"/>
              </a:spcBef>
              <a:spcAft>
                <a:spcPts val="0"/>
              </a:spcAft>
              <a:buClr>
                <a:schemeClr val="dk1"/>
              </a:buClr>
              <a:buSzPts val="1400"/>
              <a:buNone/>
              <a:defRPr sz="1900">
                <a:solidFill>
                  <a:schemeClr val="dk1"/>
                </a:solidFill>
              </a:defRPr>
            </a:lvl8pPr>
            <a:lvl9pPr lvl="8" algn="l">
              <a:lnSpc>
                <a:spcPct val="115000"/>
              </a:lnSpc>
              <a:spcBef>
                <a:spcPts val="0"/>
              </a:spcBef>
              <a:spcAft>
                <a:spcPts val="0"/>
              </a:spcAft>
              <a:buClr>
                <a:schemeClr val="dk1"/>
              </a:buClr>
              <a:buSzPts val="1400"/>
              <a:buNone/>
              <a:defRPr sz="1900">
                <a:solidFill>
                  <a:schemeClr val="dk1"/>
                </a:solidFill>
              </a:defRPr>
            </a:lvl9pPr>
          </a:lstStyle>
          <a:p/>
        </p:txBody>
      </p:sp>
      <p:sp>
        <p:nvSpPr>
          <p:cNvPr id="200" name="Google Shape;200;p43"/>
          <p:cNvSpPr txBox="1"/>
          <p:nvPr>
            <p:ph idx="1" type="body"/>
          </p:nvPr>
        </p:nvSpPr>
        <p:spPr>
          <a:xfrm>
            <a:off x="571500" y="1905000"/>
            <a:ext cx="30897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column 2">
  <p:cSld name="ONE_COLUMN_TEXT_2">
    <p:spTree>
      <p:nvGrpSpPr>
        <p:cNvPr id="201" name="Shape 201"/>
        <p:cNvGrpSpPr/>
        <p:nvPr/>
      </p:nvGrpSpPr>
      <p:grpSpPr>
        <a:xfrm>
          <a:off x="0" y="0"/>
          <a:ext cx="0" cy="0"/>
          <a:chOff x="0" y="0"/>
          <a:chExt cx="0" cy="0"/>
        </a:xfrm>
      </p:grpSpPr>
      <p:sp>
        <p:nvSpPr>
          <p:cNvPr id="202" name="Google Shape;202;p44"/>
          <p:cNvSpPr txBox="1"/>
          <p:nvPr>
            <p:ph type="title"/>
          </p:nvPr>
        </p:nvSpPr>
        <p:spPr>
          <a:xfrm>
            <a:off x="457200" y="518667"/>
            <a:ext cx="3204600" cy="1005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203" name="Google Shape;203;p44"/>
          <p:cNvSpPr txBox="1"/>
          <p:nvPr>
            <p:ph idx="1" type="body"/>
          </p:nvPr>
        </p:nvSpPr>
        <p:spPr>
          <a:xfrm>
            <a:off x="457200" y="1524417"/>
            <a:ext cx="32046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307">
          <p15:clr>
            <a:srgbClr val="E46962"/>
          </p15:clr>
        </p15:guide>
      </p15:sldGuideLst>
    </p:ext>
  </p:extLst>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Body 2">
  <p:cSld name="Title + Body 1_2">
    <p:spTree>
      <p:nvGrpSpPr>
        <p:cNvPr id="204" name="Shape 204"/>
        <p:cNvGrpSpPr/>
        <p:nvPr/>
      </p:nvGrpSpPr>
      <p:grpSpPr>
        <a:xfrm>
          <a:off x="0" y="0"/>
          <a:ext cx="0" cy="0"/>
          <a:chOff x="0" y="0"/>
          <a:chExt cx="0" cy="0"/>
        </a:xfrm>
      </p:grpSpPr>
      <p:sp>
        <p:nvSpPr>
          <p:cNvPr id="205" name="Google Shape;205;p45"/>
          <p:cNvSpPr txBox="1"/>
          <p:nvPr>
            <p:ph type="title"/>
          </p:nvPr>
        </p:nvSpPr>
        <p:spPr>
          <a:xfrm>
            <a:off x="457200" y="1694917"/>
            <a:ext cx="4114800" cy="4449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206" name="Google Shape;206;p45"/>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207" name="Google Shape;207;p45"/>
          <p:cNvSpPr txBox="1"/>
          <p:nvPr>
            <p:ph idx="2"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208" name="Google Shape;208;p45"/>
          <p:cNvSpPr txBox="1"/>
          <p:nvPr>
            <p:ph idx="3" type="body"/>
          </p:nvPr>
        </p:nvSpPr>
        <p:spPr>
          <a:xfrm>
            <a:off x="457200" y="2139583"/>
            <a:ext cx="41148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 header, two columns 1">
  <p:cSld name="Sub header, two columns">
    <p:spTree>
      <p:nvGrpSpPr>
        <p:cNvPr id="209" name="Shape 209"/>
        <p:cNvGrpSpPr/>
        <p:nvPr/>
      </p:nvGrpSpPr>
      <p:grpSpPr>
        <a:xfrm>
          <a:off x="0" y="0"/>
          <a:ext cx="0" cy="0"/>
          <a:chOff x="0" y="0"/>
          <a:chExt cx="0" cy="0"/>
        </a:xfrm>
      </p:grpSpPr>
      <p:sp>
        <p:nvSpPr>
          <p:cNvPr id="210" name="Google Shape;210;p46"/>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211" name="Google Shape;211;p46"/>
          <p:cNvSpPr txBox="1"/>
          <p:nvPr>
            <p:ph type="title"/>
          </p:nvPr>
        </p:nvSpPr>
        <p:spPr>
          <a:xfrm>
            <a:off x="571500" y="889006"/>
            <a:ext cx="40005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b="1"/>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12" name="Google Shape;212;p46"/>
          <p:cNvSpPr txBox="1"/>
          <p:nvPr>
            <p:ph idx="1" type="body"/>
          </p:nvPr>
        </p:nvSpPr>
        <p:spPr>
          <a:xfrm>
            <a:off x="571500" y="2406917"/>
            <a:ext cx="3093000" cy="26730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SzPts val="900"/>
              <a:buChar char="●"/>
              <a:defRPr sz="1200"/>
            </a:lvl1pPr>
            <a:lvl2pPr indent="-285750" lvl="1" marL="914400" algn="l">
              <a:lnSpc>
                <a:spcPct val="115000"/>
              </a:lnSpc>
              <a:spcBef>
                <a:spcPts val="0"/>
              </a:spcBef>
              <a:spcAft>
                <a:spcPts val="0"/>
              </a:spcAft>
              <a:buSzPts val="900"/>
              <a:buChar char="○"/>
              <a:defRPr/>
            </a:lvl2pPr>
            <a:lvl3pPr indent="-279400" lvl="2" marL="1371600" algn="l">
              <a:lnSpc>
                <a:spcPct val="115000"/>
              </a:lnSpc>
              <a:spcBef>
                <a:spcPts val="1000"/>
              </a:spcBef>
              <a:spcAft>
                <a:spcPts val="0"/>
              </a:spcAft>
              <a:buSzPts val="800"/>
              <a:buChar char="■"/>
              <a:defRPr/>
            </a:lvl3pPr>
            <a:lvl4pPr indent="-279400" lvl="3" marL="1828800" algn="l">
              <a:lnSpc>
                <a:spcPct val="115000"/>
              </a:lnSpc>
              <a:spcBef>
                <a:spcPts val="1000"/>
              </a:spcBef>
              <a:spcAft>
                <a:spcPts val="0"/>
              </a:spcAft>
              <a:buSzPts val="800"/>
              <a:buChar char="●"/>
              <a:defRPr/>
            </a:lvl4pPr>
            <a:lvl5pPr indent="-279400" lvl="4" marL="2286000" algn="l">
              <a:lnSpc>
                <a:spcPct val="115000"/>
              </a:lnSpc>
              <a:spcBef>
                <a:spcPts val="1000"/>
              </a:spcBef>
              <a:spcAft>
                <a:spcPts val="0"/>
              </a:spcAft>
              <a:buSzPts val="800"/>
              <a:buChar char="○"/>
              <a:defRPr/>
            </a:lvl5pPr>
            <a:lvl6pPr indent="-279400" lvl="5" marL="2743200" algn="l">
              <a:lnSpc>
                <a:spcPct val="115000"/>
              </a:lnSpc>
              <a:spcBef>
                <a:spcPts val="1000"/>
              </a:spcBef>
              <a:spcAft>
                <a:spcPts val="0"/>
              </a:spcAft>
              <a:buSzPts val="800"/>
              <a:buChar char="■"/>
              <a:defRPr/>
            </a:lvl6pPr>
            <a:lvl7pPr indent="-279400" lvl="6" marL="3200400" algn="l">
              <a:lnSpc>
                <a:spcPct val="115000"/>
              </a:lnSpc>
              <a:spcBef>
                <a:spcPts val="1000"/>
              </a:spcBef>
              <a:spcAft>
                <a:spcPts val="0"/>
              </a:spcAft>
              <a:buSzPts val="800"/>
              <a:buChar char="●"/>
              <a:defRPr/>
            </a:lvl7pPr>
            <a:lvl8pPr indent="-279400" lvl="7" marL="3657600" algn="l">
              <a:lnSpc>
                <a:spcPct val="115000"/>
              </a:lnSpc>
              <a:spcBef>
                <a:spcPts val="1000"/>
              </a:spcBef>
              <a:spcAft>
                <a:spcPts val="0"/>
              </a:spcAft>
              <a:buSzPts val="800"/>
              <a:buChar char="○"/>
              <a:defRPr/>
            </a:lvl8pPr>
            <a:lvl9pPr indent="-279400" lvl="8" marL="4114800" algn="l">
              <a:lnSpc>
                <a:spcPct val="115000"/>
              </a:lnSpc>
              <a:spcBef>
                <a:spcPts val="1000"/>
              </a:spcBef>
              <a:spcAft>
                <a:spcPts val="1000"/>
              </a:spcAft>
              <a:buSzPts val="800"/>
              <a:buChar char="■"/>
              <a:defRPr/>
            </a:lvl9pPr>
          </a:lstStyle>
          <a:p/>
        </p:txBody>
      </p:sp>
      <p:sp>
        <p:nvSpPr>
          <p:cNvPr id="213" name="Google Shape;213;p46"/>
          <p:cNvSpPr txBox="1"/>
          <p:nvPr>
            <p:ph idx="2" type="body"/>
          </p:nvPr>
        </p:nvSpPr>
        <p:spPr>
          <a:xfrm>
            <a:off x="4572000" y="2406917"/>
            <a:ext cx="3093000" cy="26730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SzPts val="900"/>
              <a:buChar char="●"/>
              <a:defRPr sz="1200"/>
            </a:lvl1pPr>
            <a:lvl2pPr indent="-285750" lvl="1" marL="914400" algn="l">
              <a:lnSpc>
                <a:spcPct val="115000"/>
              </a:lnSpc>
              <a:spcBef>
                <a:spcPts val="0"/>
              </a:spcBef>
              <a:spcAft>
                <a:spcPts val="0"/>
              </a:spcAft>
              <a:buSzPts val="900"/>
              <a:buChar char="○"/>
              <a:defRPr/>
            </a:lvl2pPr>
            <a:lvl3pPr indent="-279400" lvl="2" marL="1371600" algn="l">
              <a:lnSpc>
                <a:spcPct val="115000"/>
              </a:lnSpc>
              <a:spcBef>
                <a:spcPts val="1000"/>
              </a:spcBef>
              <a:spcAft>
                <a:spcPts val="0"/>
              </a:spcAft>
              <a:buSzPts val="800"/>
              <a:buChar char="■"/>
              <a:defRPr/>
            </a:lvl3pPr>
            <a:lvl4pPr indent="-279400" lvl="3" marL="1828800" algn="l">
              <a:lnSpc>
                <a:spcPct val="115000"/>
              </a:lnSpc>
              <a:spcBef>
                <a:spcPts val="1000"/>
              </a:spcBef>
              <a:spcAft>
                <a:spcPts val="0"/>
              </a:spcAft>
              <a:buSzPts val="800"/>
              <a:buChar char="●"/>
              <a:defRPr/>
            </a:lvl4pPr>
            <a:lvl5pPr indent="-279400" lvl="4" marL="2286000" algn="l">
              <a:lnSpc>
                <a:spcPct val="115000"/>
              </a:lnSpc>
              <a:spcBef>
                <a:spcPts val="1000"/>
              </a:spcBef>
              <a:spcAft>
                <a:spcPts val="0"/>
              </a:spcAft>
              <a:buSzPts val="800"/>
              <a:buChar char="○"/>
              <a:defRPr/>
            </a:lvl5pPr>
            <a:lvl6pPr indent="-279400" lvl="5" marL="2743200" algn="l">
              <a:lnSpc>
                <a:spcPct val="115000"/>
              </a:lnSpc>
              <a:spcBef>
                <a:spcPts val="1000"/>
              </a:spcBef>
              <a:spcAft>
                <a:spcPts val="0"/>
              </a:spcAft>
              <a:buSzPts val="800"/>
              <a:buChar char="■"/>
              <a:defRPr/>
            </a:lvl6pPr>
            <a:lvl7pPr indent="-279400" lvl="6" marL="3200400" algn="l">
              <a:lnSpc>
                <a:spcPct val="115000"/>
              </a:lnSpc>
              <a:spcBef>
                <a:spcPts val="1000"/>
              </a:spcBef>
              <a:spcAft>
                <a:spcPts val="0"/>
              </a:spcAft>
              <a:buSzPts val="800"/>
              <a:buChar char="●"/>
              <a:defRPr/>
            </a:lvl7pPr>
            <a:lvl8pPr indent="-279400" lvl="7" marL="3657600" algn="l">
              <a:lnSpc>
                <a:spcPct val="115000"/>
              </a:lnSpc>
              <a:spcBef>
                <a:spcPts val="1000"/>
              </a:spcBef>
              <a:spcAft>
                <a:spcPts val="0"/>
              </a:spcAft>
              <a:buSzPts val="800"/>
              <a:buChar char="○"/>
              <a:defRPr/>
            </a:lvl8pPr>
            <a:lvl9pPr indent="-279400" lvl="8" marL="4114800" algn="l">
              <a:lnSpc>
                <a:spcPct val="115000"/>
              </a:lnSpc>
              <a:spcBef>
                <a:spcPts val="1000"/>
              </a:spcBef>
              <a:spcAft>
                <a:spcPts val="1000"/>
              </a:spcAft>
              <a:buSzPts val="800"/>
              <a:buChar char="■"/>
              <a:defRPr/>
            </a:lvl9pPr>
          </a:lstStyle>
          <a:p/>
        </p:txBody>
      </p:sp>
      <p:sp>
        <p:nvSpPr>
          <p:cNvPr id="214" name="Google Shape;214;p46"/>
          <p:cNvSpPr txBox="1"/>
          <p:nvPr>
            <p:ph idx="3" type="subTitle"/>
          </p:nvPr>
        </p:nvSpPr>
        <p:spPr>
          <a:xfrm>
            <a:off x="571500" y="1905000"/>
            <a:ext cx="3093000" cy="1710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accent4"/>
              </a:buClr>
              <a:buSzPts val="800"/>
              <a:buFont typeface="Poppins SemiBold"/>
              <a:buNone/>
              <a:defRPr sz="1000">
                <a:solidFill>
                  <a:schemeClr val="accent4"/>
                </a:solidFill>
                <a:latin typeface="Poppins SemiBold"/>
                <a:ea typeface="Poppins SemiBold"/>
                <a:cs typeface="Poppins SemiBold"/>
                <a:sym typeface="Poppins SemiBold"/>
              </a:defRPr>
            </a:lvl1pPr>
            <a:lvl2pPr lvl="1" algn="l">
              <a:lnSpc>
                <a:spcPct val="100000"/>
              </a:lnSpc>
              <a:spcBef>
                <a:spcPts val="0"/>
              </a:spcBef>
              <a:spcAft>
                <a:spcPts val="0"/>
              </a:spcAft>
              <a:buClr>
                <a:schemeClr val="accent4"/>
              </a:buClr>
              <a:buSzPts val="900"/>
              <a:buNone/>
              <a:defRPr>
                <a:solidFill>
                  <a:schemeClr val="accent4"/>
                </a:solidFill>
              </a:defRPr>
            </a:lvl2pPr>
            <a:lvl3pPr lvl="2" algn="l">
              <a:lnSpc>
                <a:spcPct val="100000"/>
              </a:lnSpc>
              <a:spcBef>
                <a:spcPts val="0"/>
              </a:spcBef>
              <a:spcAft>
                <a:spcPts val="0"/>
              </a:spcAft>
              <a:buClr>
                <a:schemeClr val="accent4"/>
              </a:buClr>
              <a:buSzPts val="800"/>
              <a:buNone/>
              <a:defRPr>
                <a:solidFill>
                  <a:schemeClr val="accent4"/>
                </a:solidFill>
              </a:defRPr>
            </a:lvl3pPr>
            <a:lvl4pPr lvl="3" algn="l">
              <a:lnSpc>
                <a:spcPct val="100000"/>
              </a:lnSpc>
              <a:spcBef>
                <a:spcPts val="0"/>
              </a:spcBef>
              <a:spcAft>
                <a:spcPts val="0"/>
              </a:spcAft>
              <a:buClr>
                <a:schemeClr val="accent4"/>
              </a:buClr>
              <a:buSzPts val="800"/>
              <a:buNone/>
              <a:defRPr>
                <a:solidFill>
                  <a:schemeClr val="accent4"/>
                </a:solidFill>
              </a:defRPr>
            </a:lvl4pPr>
            <a:lvl5pPr lvl="4" algn="l">
              <a:lnSpc>
                <a:spcPct val="100000"/>
              </a:lnSpc>
              <a:spcBef>
                <a:spcPts val="0"/>
              </a:spcBef>
              <a:spcAft>
                <a:spcPts val="0"/>
              </a:spcAft>
              <a:buClr>
                <a:schemeClr val="accent4"/>
              </a:buClr>
              <a:buSzPts val="800"/>
              <a:buNone/>
              <a:defRPr>
                <a:solidFill>
                  <a:schemeClr val="accent4"/>
                </a:solidFill>
              </a:defRPr>
            </a:lvl5pPr>
            <a:lvl6pPr lvl="5" algn="l">
              <a:lnSpc>
                <a:spcPct val="100000"/>
              </a:lnSpc>
              <a:spcBef>
                <a:spcPts val="0"/>
              </a:spcBef>
              <a:spcAft>
                <a:spcPts val="0"/>
              </a:spcAft>
              <a:buClr>
                <a:schemeClr val="accent4"/>
              </a:buClr>
              <a:buSzPts val="800"/>
              <a:buNone/>
              <a:defRPr>
                <a:solidFill>
                  <a:schemeClr val="accent4"/>
                </a:solidFill>
              </a:defRPr>
            </a:lvl6pPr>
            <a:lvl7pPr lvl="6" algn="l">
              <a:lnSpc>
                <a:spcPct val="100000"/>
              </a:lnSpc>
              <a:spcBef>
                <a:spcPts val="0"/>
              </a:spcBef>
              <a:spcAft>
                <a:spcPts val="0"/>
              </a:spcAft>
              <a:buClr>
                <a:schemeClr val="accent4"/>
              </a:buClr>
              <a:buSzPts val="800"/>
              <a:buNone/>
              <a:defRPr>
                <a:solidFill>
                  <a:schemeClr val="accent4"/>
                </a:solidFill>
              </a:defRPr>
            </a:lvl7pPr>
            <a:lvl8pPr lvl="7" algn="l">
              <a:lnSpc>
                <a:spcPct val="100000"/>
              </a:lnSpc>
              <a:spcBef>
                <a:spcPts val="0"/>
              </a:spcBef>
              <a:spcAft>
                <a:spcPts val="0"/>
              </a:spcAft>
              <a:buClr>
                <a:schemeClr val="accent4"/>
              </a:buClr>
              <a:buSzPts val="800"/>
              <a:buNone/>
              <a:defRPr>
                <a:solidFill>
                  <a:schemeClr val="accent4"/>
                </a:solidFill>
              </a:defRPr>
            </a:lvl8pPr>
            <a:lvl9pPr lvl="8" algn="l">
              <a:lnSpc>
                <a:spcPct val="100000"/>
              </a:lnSpc>
              <a:spcBef>
                <a:spcPts val="0"/>
              </a:spcBef>
              <a:spcAft>
                <a:spcPts val="0"/>
              </a:spcAft>
              <a:buClr>
                <a:schemeClr val="accent4"/>
              </a:buClr>
              <a:buSzPts val="800"/>
              <a:buNone/>
              <a:defRPr>
                <a:solidFill>
                  <a:schemeClr val="accent4"/>
                </a:solidFill>
              </a:defRPr>
            </a:lvl9pPr>
          </a:lstStyle>
          <a:p/>
        </p:txBody>
      </p:sp>
      <p:sp>
        <p:nvSpPr>
          <p:cNvPr id="215" name="Google Shape;215;p46"/>
          <p:cNvSpPr txBox="1"/>
          <p:nvPr>
            <p:ph idx="4" type="subTitle"/>
          </p:nvPr>
        </p:nvSpPr>
        <p:spPr>
          <a:xfrm>
            <a:off x="4572000" y="1905000"/>
            <a:ext cx="3093000" cy="1710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accent4"/>
              </a:buClr>
              <a:buSzPts val="800"/>
              <a:buFont typeface="Poppins SemiBold"/>
              <a:buNone/>
              <a:defRPr sz="1000">
                <a:solidFill>
                  <a:schemeClr val="accent4"/>
                </a:solidFill>
                <a:latin typeface="Poppins SemiBold"/>
                <a:ea typeface="Poppins SemiBold"/>
                <a:cs typeface="Poppins SemiBold"/>
                <a:sym typeface="Poppins SemiBold"/>
              </a:defRPr>
            </a:lvl1pPr>
            <a:lvl2pPr lvl="1" algn="l">
              <a:lnSpc>
                <a:spcPct val="100000"/>
              </a:lnSpc>
              <a:spcBef>
                <a:spcPts val="0"/>
              </a:spcBef>
              <a:spcAft>
                <a:spcPts val="0"/>
              </a:spcAft>
              <a:buClr>
                <a:schemeClr val="accent4"/>
              </a:buClr>
              <a:buSzPts val="900"/>
              <a:buNone/>
              <a:defRPr>
                <a:solidFill>
                  <a:schemeClr val="accent4"/>
                </a:solidFill>
              </a:defRPr>
            </a:lvl2pPr>
            <a:lvl3pPr lvl="2" algn="l">
              <a:lnSpc>
                <a:spcPct val="100000"/>
              </a:lnSpc>
              <a:spcBef>
                <a:spcPts val="0"/>
              </a:spcBef>
              <a:spcAft>
                <a:spcPts val="0"/>
              </a:spcAft>
              <a:buClr>
                <a:schemeClr val="accent4"/>
              </a:buClr>
              <a:buSzPts val="800"/>
              <a:buNone/>
              <a:defRPr>
                <a:solidFill>
                  <a:schemeClr val="accent4"/>
                </a:solidFill>
              </a:defRPr>
            </a:lvl3pPr>
            <a:lvl4pPr lvl="3" algn="l">
              <a:lnSpc>
                <a:spcPct val="100000"/>
              </a:lnSpc>
              <a:spcBef>
                <a:spcPts val="0"/>
              </a:spcBef>
              <a:spcAft>
                <a:spcPts val="0"/>
              </a:spcAft>
              <a:buClr>
                <a:schemeClr val="accent4"/>
              </a:buClr>
              <a:buSzPts val="800"/>
              <a:buNone/>
              <a:defRPr>
                <a:solidFill>
                  <a:schemeClr val="accent4"/>
                </a:solidFill>
              </a:defRPr>
            </a:lvl4pPr>
            <a:lvl5pPr lvl="4" algn="l">
              <a:lnSpc>
                <a:spcPct val="100000"/>
              </a:lnSpc>
              <a:spcBef>
                <a:spcPts val="0"/>
              </a:spcBef>
              <a:spcAft>
                <a:spcPts val="0"/>
              </a:spcAft>
              <a:buClr>
                <a:schemeClr val="accent4"/>
              </a:buClr>
              <a:buSzPts val="800"/>
              <a:buNone/>
              <a:defRPr>
                <a:solidFill>
                  <a:schemeClr val="accent4"/>
                </a:solidFill>
              </a:defRPr>
            </a:lvl5pPr>
            <a:lvl6pPr lvl="5" algn="l">
              <a:lnSpc>
                <a:spcPct val="100000"/>
              </a:lnSpc>
              <a:spcBef>
                <a:spcPts val="0"/>
              </a:spcBef>
              <a:spcAft>
                <a:spcPts val="0"/>
              </a:spcAft>
              <a:buClr>
                <a:schemeClr val="accent4"/>
              </a:buClr>
              <a:buSzPts val="800"/>
              <a:buNone/>
              <a:defRPr>
                <a:solidFill>
                  <a:schemeClr val="accent4"/>
                </a:solidFill>
              </a:defRPr>
            </a:lvl6pPr>
            <a:lvl7pPr lvl="6" algn="l">
              <a:lnSpc>
                <a:spcPct val="100000"/>
              </a:lnSpc>
              <a:spcBef>
                <a:spcPts val="0"/>
              </a:spcBef>
              <a:spcAft>
                <a:spcPts val="0"/>
              </a:spcAft>
              <a:buClr>
                <a:schemeClr val="accent4"/>
              </a:buClr>
              <a:buSzPts val="800"/>
              <a:buNone/>
              <a:defRPr>
                <a:solidFill>
                  <a:schemeClr val="accent4"/>
                </a:solidFill>
              </a:defRPr>
            </a:lvl7pPr>
            <a:lvl8pPr lvl="7" algn="l">
              <a:lnSpc>
                <a:spcPct val="100000"/>
              </a:lnSpc>
              <a:spcBef>
                <a:spcPts val="0"/>
              </a:spcBef>
              <a:spcAft>
                <a:spcPts val="0"/>
              </a:spcAft>
              <a:buClr>
                <a:schemeClr val="accent4"/>
              </a:buClr>
              <a:buSzPts val="800"/>
              <a:buNone/>
              <a:defRPr>
                <a:solidFill>
                  <a:schemeClr val="accent4"/>
                </a:solidFill>
              </a:defRPr>
            </a:lvl8pPr>
            <a:lvl9pPr lvl="8" algn="l">
              <a:lnSpc>
                <a:spcPct val="100000"/>
              </a:lnSpc>
              <a:spcBef>
                <a:spcPts val="0"/>
              </a:spcBef>
              <a:spcAft>
                <a:spcPts val="0"/>
              </a:spcAft>
              <a:buClr>
                <a:schemeClr val="accent4"/>
              </a:buClr>
              <a:buSzPts val="800"/>
              <a:buNone/>
              <a:defRPr>
                <a:solidFill>
                  <a:schemeClr val="accent4"/>
                </a:solidFill>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ullet points 1">
  <p:cSld name="Title and bullet points_1">
    <p:spTree>
      <p:nvGrpSpPr>
        <p:cNvPr id="216" name="Shape 216"/>
        <p:cNvGrpSpPr/>
        <p:nvPr/>
      </p:nvGrpSpPr>
      <p:grpSpPr>
        <a:xfrm>
          <a:off x="0" y="0"/>
          <a:ext cx="0" cy="0"/>
          <a:chOff x="0" y="0"/>
          <a:chExt cx="0" cy="0"/>
        </a:xfrm>
      </p:grpSpPr>
      <p:sp>
        <p:nvSpPr>
          <p:cNvPr id="217" name="Google Shape;217;p47"/>
          <p:cNvSpPr txBox="1"/>
          <p:nvPr>
            <p:ph idx="12" type="sldNum"/>
          </p:nvPr>
        </p:nvSpPr>
        <p:spPr>
          <a:xfrm>
            <a:off x="8572500" y="5080004"/>
            <a:ext cx="571500" cy="635100"/>
          </a:xfrm>
          <a:prstGeom prst="rect">
            <a:avLst/>
          </a:prstGeom>
          <a:noFill/>
          <a:ln>
            <a:noFill/>
          </a:ln>
        </p:spPr>
        <p:txBody>
          <a:bodyPr anchorCtr="0" anchor="t" bIns="94800" lIns="94800" spcFirstLastPara="1" rIns="94800" wrap="square" tIns="94800">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218" name="Google Shape;218;p47"/>
          <p:cNvSpPr txBox="1"/>
          <p:nvPr>
            <p:ph type="title"/>
          </p:nvPr>
        </p:nvSpPr>
        <p:spPr>
          <a:xfrm>
            <a:off x="457200" y="507990"/>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9">
    <p:spTree>
      <p:nvGrpSpPr>
        <p:cNvPr id="219" name="Shape 219"/>
        <p:cNvGrpSpPr/>
        <p:nvPr/>
      </p:nvGrpSpPr>
      <p:grpSpPr>
        <a:xfrm>
          <a:off x="0" y="0"/>
          <a:ext cx="0" cy="0"/>
          <a:chOff x="0" y="0"/>
          <a:chExt cx="0" cy="0"/>
        </a:xfrm>
      </p:grpSpPr>
      <p:sp>
        <p:nvSpPr>
          <p:cNvPr id="220" name="Google Shape;220;p48"/>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1 3">
  <p:cSld name="TITLE_AND_BODY_3_3">
    <p:spTree>
      <p:nvGrpSpPr>
        <p:cNvPr id="221" name="Shape 221"/>
        <p:cNvGrpSpPr/>
        <p:nvPr/>
      </p:nvGrpSpPr>
      <p:grpSpPr>
        <a:xfrm>
          <a:off x="0" y="0"/>
          <a:ext cx="0" cy="0"/>
          <a:chOff x="0" y="0"/>
          <a:chExt cx="0" cy="0"/>
        </a:xfrm>
      </p:grpSpPr>
      <p:sp>
        <p:nvSpPr>
          <p:cNvPr id="222" name="Google Shape;222;p49"/>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223" name="Google Shape;223;p49"/>
          <p:cNvSpPr txBox="1"/>
          <p:nvPr>
            <p:ph type="title"/>
          </p:nvPr>
        </p:nvSpPr>
        <p:spPr>
          <a:xfrm>
            <a:off x="571500" y="889000"/>
            <a:ext cx="30897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9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900">
                <a:solidFill>
                  <a:schemeClr val="dk1"/>
                </a:solidFill>
              </a:defRPr>
            </a:lvl2pPr>
            <a:lvl3pPr lvl="2" algn="l">
              <a:lnSpc>
                <a:spcPct val="115000"/>
              </a:lnSpc>
              <a:spcBef>
                <a:spcPts val="0"/>
              </a:spcBef>
              <a:spcAft>
                <a:spcPts val="0"/>
              </a:spcAft>
              <a:buClr>
                <a:schemeClr val="dk1"/>
              </a:buClr>
              <a:buSzPts val="1400"/>
              <a:buNone/>
              <a:defRPr sz="1900">
                <a:solidFill>
                  <a:schemeClr val="dk1"/>
                </a:solidFill>
              </a:defRPr>
            </a:lvl3pPr>
            <a:lvl4pPr lvl="3" algn="l">
              <a:lnSpc>
                <a:spcPct val="115000"/>
              </a:lnSpc>
              <a:spcBef>
                <a:spcPts val="0"/>
              </a:spcBef>
              <a:spcAft>
                <a:spcPts val="0"/>
              </a:spcAft>
              <a:buClr>
                <a:schemeClr val="dk1"/>
              </a:buClr>
              <a:buSzPts val="1400"/>
              <a:buNone/>
              <a:defRPr sz="1900">
                <a:solidFill>
                  <a:schemeClr val="dk1"/>
                </a:solidFill>
              </a:defRPr>
            </a:lvl4pPr>
            <a:lvl5pPr lvl="4" algn="l">
              <a:lnSpc>
                <a:spcPct val="115000"/>
              </a:lnSpc>
              <a:spcBef>
                <a:spcPts val="0"/>
              </a:spcBef>
              <a:spcAft>
                <a:spcPts val="0"/>
              </a:spcAft>
              <a:buClr>
                <a:schemeClr val="dk1"/>
              </a:buClr>
              <a:buSzPts val="1400"/>
              <a:buNone/>
              <a:defRPr sz="1900">
                <a:solidFill>
                  <a:schemeClr val="dk1"/>
                </a:solidFill>
              </a:defRPr>
            </a:lvl5pPr>
            <a:lvl6pPr lvl="5" algn="l">
              <a:lnSpc>
                <a:spcPct val="115000"/>
              </a:lnSpc>
              <a:spcBef>
                <a:spcPts val="0"/>
              </a:spcBef>
              <a:spcAft>
                <a:spcPts val="0"/>
              </a:spcAft>
              <a:buClr>
                <a:schemeClr val="dk1"/>
              </a:buClr>
              <a:buSzPts val="1400"/>
              <a:buNone/>
              <a:defRPr sz="1900">
                <a:solidFill>
                  <a:schemeClr val="dk1"/>
                </a:solidFill>
              </a:defRPr>
            </a:lvl6pPr>
            <a:lvl7pPr lvl="6" algn="l">
              <a:lnSpc>
                <a:spcPct val="115000"/>
              </a:lnSpc>
              <a:spcBef>
                <a:spcPts val="0"/>
              </a:spcBef>
              <a:spcAft>
                <a:spcPts val="0"/>
              </a:spcAft>
              <a:buClr>
                <a:schemeClr val="dk1"/>
              </a:buClr>
              <a:buSzPts val="1400"/>
              <a:buNone/>
              <a:defRPr sz="1900">
                <a:solidFill>
                  <a:schemeClr val="dk1"/>
                </a:solidFill>
              </a:defRPr>
            </a:lvl7pPr>
            <a:lvl8pPr lvl="7" algn="l">
              <a:lnSpc>
                <a:spcPct val="115000"/>
              </a:lnSpc>
              <a:spcBef>
                <a:spcPts val="0"/>
              </a:spcBef>
              <a:spcAft>
                <a:spcPts val="0"/>
              </a:spcAft>
              <a:buClr>
                <a:schemeClr val="dk1"/>
              </a:buClr>
              <a:buSzPts val="1400"/>
              <a:buNone/>
              <a:defRPr sz="1900">
                <a:solidFill>
                  <a:schemeClr val="dk1"/>
                </a:solidFill>
              </a:defRPr>
            </a:lvl8pPr>
            <a:lvl9pPr lvl="8" algn="l">
              <a:lnSpc>
                <a:spcPct val="115000"/>
              </a:lnSpc>
              <a:spcBef>
                <a:spcPts val="0"/>
              </a:spcBef>
              <a:spcAft>
                <a:spcPts val="0"/>
              </a:spcAft>
              <a:buClr>
                <a:schemeClr val="dk1"/>
              </a:buClr>
              <a:buSzPts val="1400"/>
              <a:buNone/>
              <a:defRPr sz="1900">
                <a:solidFill>
                  <a:schemeClr val="dk1"/>
                </a:solidFill>
              </a:defRPr>
            </a:lvl9pPr>
          </a:lstStyle>
          <a:p/>
        </p:txBody>
      </p:sp>
      <p:sp>
        <p:nvSpPr>
          <p:cNvPr id="224" name="Google Shape;224;p49"/>
          <p:cNvSpPr txBox="1"/>
          <p:nvPr>
            <p:ph idx="1" type="body"/>
          </p:nvPr>
        </p:nvSpPr>
        <p:spPr>
          <a:xfrm>
            <a:off x="571500" y="1905000"/>
            <a:ext cx="30897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column 3">
  <p:cSld name="ONE_COLUMN_TEXT_3">
    <p:spTree>
      <p:nvGrpSpPr>
        <p:cNvPr id="225" name="Shape 225"/>
        <p:cNvGrpSpPr/>
        <p:nvPr/>
      </p:nvGrpSpPr>
      <p:grpSpPr>
        <a:xfrm>
          <a:off x="0" y="0"/>
          <a:ext cx="0" cy="0"/>
          <a:chOff x="0" y="0"/>
          <a:chExt cx="0" cy="0"/>
        </a:xfrm>
      </p:grpSpPr>
      <p:sp>
        <p:nvSpPr>
          <p:cNvPr id="226" name="Google Shape;226;p50"/>
          <p:cNvSpPr txBox="1"/>
          <p:nvPr>
            <p:ph type="title"/>
          </p:nvPr>
        </p:nvSpPr>
        <p:spPr>
          <a:xfrm>
            <a:off x="457200" y="518667"/>
            <a:ext cx="3204600" cy="1005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227" name="Google Shape;227;p50"/>
          <p:cNvSpPr txBox="1"/>
          <p:nvPr>
            <p:ph idx="1" type="body"/>
          </p:nvPr>
        </p:nvSpPr>
        <p:spPr>
          <a:xfrm>
            <a:off x="457200" y="1524417"/>
            <a:ext cx="32046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307">
          <p15:clr>
            <a:srgbClr val="E46962"/>
          </p15:clr>
        </p15:guide>
      </p15:sldGuideLst>
    </p:ext>
  </p:extLst>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3">
  <p:cSld name="TITLE_AND_BODY_7">
    <p:spTree>
      <p:nvGrpSpPr>
        <p:cNvPr id="228" name="Shape 228"/>
        <p:cNvGrpSpPr/>
        <p:nvPr/>
      </p:nvGrpSpPr>
      <p:grpSpPr>
        <a:xfrm>
          <a:off x="0" y="0"/>
          <a:ext cx="0" cy="0"/>
          <a:chOff x="0" y="0"/>
          <a:chExt cx="0" cy="0"/>
        </a:xfrm>
      </p:grpSpPr>
      <p:sp>
        <p:nvSpPr>
          <p:cNvPr id="229" name="Google Shape;229;p51"/>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230" name="Google Shape;230;p51"/>
          <p:cNvSpPr txBox="1"/>
          <p:nvPr>
            <p:ph idx="1" type="body"/>
          </p:nvPr>
        </p:nvSpPr>
        <p:spPr>
          <a:xfrm>
            <a:off x="457200" y="1524417"/>
            <a:ext cx="41052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8">
  <p:cSld name="TITLE_ONLY_12">
    <p:spTree>
      <p:nvGrpSpPr>
        <p:cNvPr id="231" name="Shape 231"/>
        <p:cNvGrpSpPr/>
        <p:nvPr/>
      </p:nvGrpSpPr>
      <p:grpSpPr>
        <a:xfrm>
          <a:off x="0" y="0"/>
          <a:ext cx="0" cy="0"/>
          <a:chOff x="0" y="0"/>
          <a:chExt cx="0" cy="0"/>
        </a:xfrm>
      </p:grpSpPr>
      <p:sp>
        <p:nvSpPr>
          <p:cNvPr id="232" name="Google Shape;232;p52"/>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two columns 1">
  <p:cSld name="Chapter title and two columns_1">
    <p:spTree>
      <p:nvGrpSpPr>
        <p:cNvPr id="233" name="Shape 233"/>
        <p:cNvGrpSpPr/>
        <p:nvPr/>
      </p:nvGrpSpPr>
      <p:grpSpPr>
        <a:xfrm>
          <a:off x="0" y="0"/>
          <a:ext cx="0" cy="0"/>
          <a:chOff x="0" y="0"/>
          <a:chExt cx="0" cy="0"/>
        </a:xfrm>
      </p:grpSpPr>
      <p:sp>
        <p:nvSpPr>
          <p:cNvPr id="234" name="Google Shape;234;p53"/>
          <p:cNvSpPr txBox="1"/>
          <p:nvPr>
            <p:ph type="title"/>
          </p:nvPr>
        </p:nvSpPr>
        <p:spPr>
          <a:xfrm>
            <a:off x="457200" y="1525575"/>
            <a:ext cx="36615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235" name="Google Shape;235;p53"/>
          <p:cNvSpPr txBox="1"/>
          <p:nvPr>
            <p:ph idx="1" type="body"/>
          </p:nvPr>
        </p:nvSpPr>
        <p:spPr>
          <a:xfrm>
            <a:off x="457200" y="2139575"/>
            <a:ext cx="36615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236" name="Google Shape;236;p53"/>
          <p:cNvSpPr txBox="1"/>
          <p:nvPr>
            <p:ph idx="2"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
        <p:nvSpPr>
          <p:cNvPr id="237" name="Google Shape;237;p53"/>
          <p:cNvSpPr txBox="1"/>
          <p:nvPr>
            <p:ph idx="3" type="title"/>
          </p:nvPr>
        </p:nvSpPr>
        <p:spPr>
          <a:xfrm>
            <a:off x="4561700" y="1525575"/>
            <a:ext cx="36615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238" name="Google Shape;238;p53"/>
          <p:cNvSpPr txBox="1"/>
          <p:nvPr>
            <p:ph idx="4" type="body"/>
          </p:nvPr>
        </p:nvSpPr>
        <p:spPr>
          <a:xfrm>
            <a:off x="4561700" y="2139575"/>
            <a:ext cx="36615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1">
  <p:cSld name="TITLE_ONLY_6_1">
    <p:spTree>
      <p:nvGrpSpPr>
        <p:cNvPr id="239" name="Shape 239"/>
        <p:cNvGrpSpPr/>
        <p:nvPr/>
      </p:nvGrpSpPr>
      <p:grpSpPr>
        <a:xfrm>
          <a:off x="0" y="0"/>
          <a:ext cx="0" cy="0"/>
          <a:chOff x="0" y="0"/>
          <a:chExt cx="0" cy="0"/>
        </a:xfrm>
      </p:grpSpPr>
      <p:sp>
        <p:nvSpPr>
          <p:cNvPr id="240" name="Google Shape;240;p54"/>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7 1">
  <p:cSld name="TITLE_ONLY_7_1">
    <p:spTree>
      <p:nvGrpSpPr>
        <p:cNvPr id="241" name="Shape 241"/>
        <p:cNvGrpSpPr/>
        <p:nvPr/>
      </p:nvGrpSpPr>
      <p:grpSpPr>
        <a:xfrm>
          <a:off x="0" y="0"/>
          <a:ext cx="0" cy="0"/>
          <a:chOff x="0" y="0"/>
          <a:chExt cx="0" cy="0"/>
        </a:xfrm>
      </p:grpSpPr>
      <p:sp>
        <p:nvSpPr>
          <p:cNvPr id="242" name="Google Shape;242;p55"/>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1 1">
  <p:cSld name="Title + Subtitle_1_1">
    <p:spTree>
      <p:nvGrpSpPr>
        <p:cNvPr id="243" name="Shape 243"/>
        <p:cNvGrpSpPr/>
        <p:nvPr/>
      </p:nvGrpSpPr>
      <p:grpSpPr>
        <a:xfrm>
          <a:off x="0" y="0"/>
          <a:ext cx="0" cy="0"/>
          <a:chOff x="0" y="0"/>
          <a:chExt cx="0" cy="0"/>
        </a:xfrm>
      </p:grpSpPr>
      <p:sp>
        <p:nvSpPr>
          <p:cNvPr id="244" name="Google Shape;244;p56"/>
          <p:cNvSpPr txBox="1"/>
          <p:nvPr>
            <p:ph idx="1" type="subTitle"/>
          </p:nvPr>
        </p:nvSpPr>
        <p:spPr>
          <a:xfrm>
            <a:off x="457200" y="457175"/>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245" name="Google Shape;245;p56"/>
          <p:cNvSpPr txBox="1"/>
          <p:nvPr>
            <p:ph type="title"/>
          </p:nvPr>
        </p:nvSpPr>
        <p:spPr>
          <a:xfrm>
            <a:off x="457200" y="891285"/>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4">
  <p:cSld name="TITLE_AND_BODY_8">
    <p:spTree>
      <p:nvGrpSpPr>
        <p:cNvPr id="246" name="Shape 246"/>
        <p:cNvGrpSpPr/>
        <p:nvPr/>
      </p:nvGrpSpPr>
      <p:grpSpPr>
        <a:xfrm>
          <a:off x="0" y="0"/>
          <a:ext cx="0" cy="0"/>
          <a:chOff x="0" y="0"/>
          <a:chExt cx="0" cy="0"/>
        </a:xfrm>
      </p:grpSpPr>
      <p:sp>
        <p:nvSpPr>
          <p:cNvPr id="247" name="Google Shape;247;p57"/>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248" name="Google Shape;248;p57"/>
          <p:cNvSpPr txBox="1"/>
          <p:nvPr>
            <p:ph idx="1" type="body"/>
          </p:nvPr>
        </p:nvSpPr>
        <p:spPr>
          <a:xfrm>
            <a:off x="457200" y="1524417"/>
            <a:ext cx="41052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 header, one column">
  <p:cSld name="CUSTOM_3_1">
    <p:spTree>
      <p:nvGrpSpPr>
        <p:cNvPr id="249" name="Shape 249"/>
        <p:cNvGrpSpPr/>
        <p:nvPr/>
      </p:nvGrpSpPr>
      <p:grpSpPr>
        <a:xfrm>
          <a:off x="0" y="0"/>
          <a:ext cx="0" cy="0"/>
          <a:chOff x="0" y="0"/>
          <a:chExt cx="0" cy="0"/>
        </a:xfrm>
      </p:grpSpPr>
      <p:sp>
        <p:nvSpPr>
          <p:cNvPr id="250" name="Google Shape;250;p58"/>
          <p:cNvSpPr txBox="1"/>
          <p:nvPr>
            <p:ph idx="1" type="subTitle"/>
          </p:nvPr>
        </p:nvSpPr>
        <p:spPr>
          <a:xfrm>
            <a:off x="571500" y="1905000"/>
            <a:ext cx="3093000" cy="3987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
        <p:nvSpPr>
          <p:cNvPr id="251" name="Google Shape;251;p58"/>
          <p:cNvSpPr txBox="1"/>
          <p:nvPr>
            <p:ph type="title"/>
          </p:nvPr>
        </p:nvSpPr>
        <p:spPr>
          <a:xfrm>
            <a:off x="571500" y="889005"/>
            <a:ext cx="40005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52" name="Google Shape;252;p58"/>
          <p:cNvSpPr txBox="1"/>
          <p:nvPr>
            <p:ph idx="2" type="body"/>
          </p:nvPr>
        </p:nvSpPr>
        <p:spPr>
          <a:xfrm>
            <a:off x="571500" y="2406917"/>
            <a:ext cx="3093000" cy="26730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53" name="Google Shape;253;p58"/>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ncepts - horizontal">
  <p:cSld name="TITLE_AND_TWO_COLUMNS_1_1">
    <p:spTree>
      <p:nvGrpSpPr>
        <p:cNvPr id="254" name="Shape 254"/>
        <p:cNvGrpSpPr/>
        <p:nvPr/>
      </p:nvGrpSpPr>
      <p:grpSpPr>
        <a:xfrm>
          <a:off x="0" y="0"/>
          <a:ext cx="0" cy="0"/>
          <a:chOff x="0" y="0"/>
          <a:chExt cx="0" cy="0"/>
        </a:xfrm>
      </p:grpSpPr>
      <p:sp>
        <p:nvSpPr>
          <p:cNvPr id="255" name="Google Shape;255;p59"/>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256" name="Google Shape;256;p59"/>
          <p:cNvSpPr txBox="1"/>
          <p:nvPr>
            <p:ph idx="1" type="body"/>
          </p:nvPr>
        </p:nvSpPr>
        <p:spPr>
          <a:xfrm>
            <a:off x="571500" y="2420194"/>
            <a:ext cx="1712400" cy="2659800"/>
          </a:xfrm>
          <a:prstGeom prst="rect">
            <a:avLst/>
          </a:prstGeom>
        </p:spPr>
        <p:txBody>
          <a:bodyPr anchorCtr="0" anchor="t" bIns="91425" lIns="0" spcFirstLastPara="1" rIns="182875" wrap="square" tIns="91425">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57" name="Google Shape;257;p59"/>
          <p:cNvSpPr txBox="1"/>
          <p:nvPr>
            <p:ph idx="2" type="subTitle"/>
          </p:nvPr>
        </p:nvSpPr>
        <p:spPr>
          <a:xfrm>
            <a:off x="571500" y="1905000"/>
            <a:ext cx="1712400" cy="4374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rgbClr val="97B1CE"/>
              </a:buClr>
              <a:buSzPts val="1000"/>
              <a:buFont typeface="Poppins SemiBold"/>
              <a:buNone/>
              <a:defRPr sz="1000">
                <a:solidFill>
                  <a:srgbClr val="97B1CE"/>
                </a:solidFill>
                <a:latin typeface="Poppins SemiBold"/>
                <a:ea typeface="Poppins SemiBold"/>
                <a:cs typeface="Poppins SemiBold"/>
                <a:sym typeface="Poppins SemiBold"/>
              </a:defRPr>
            </a:lvl1pPr>
            <a:lvl2pPr lvl="1">
              <a:lnSpc>
                <a:spcPct val="100000"/>
              </a:lnSpc>
              <a:spcBef>
                <a:spcPts val="0"/>
              </a:spcBef>
              <a:spcAft>
                <a:spcPts val="0"/>
              </a:spcAft>
              <a:buClr>
                <a:srgbClr val="97B1CE"/>
              </a:buClr>
              <a:buSzPts val="1400"/>
              <a:buNone/>
              <a:defRPr>
                <a:solidFill>
                  <a:srgbClr val="97B1CE"/>
                </a:solidFill>
              </a:defRPr>
            </a:lvl2pPr>
            <a:lvl3pPr lvl="2">
              <a:lnSpc>
                <a:spcPct val="100000"/>
              </a:lnSpc>
              <a:spcBef>
                <a:spcPts val="0"/>
              </a:spcBef>
              <a:spcAft>
                <a:spcPts val="0"/>
              </a:spcAft>
              <a:buClr>
                <a:srgbClr val="97B1CE"/>
              </a:buClr>
              <a:buSzPts val="1400"/>
              <a:buNone/>
              <a:defRPr>
                <a:solidFill>
                  <a:srgbClr val="97B1CE"/>
                </a:solidFill>
              </a:defRPr>
            </a:lvl3pPr>
            <a:lvl4pPr lvl="3">
              <a:lnSpc>
                <a:spcPct val="100000"/>
              </a:lnSpc>
              <a:spcBef>
                <a:spcPts val="0"/>
              </a:spcBef>
              <a:spcAft>
                <a:spcPts val="0"/>
              </a:spcAft>
              <a:buClr>
                <a:srgbClr val="97B1CE"/>
              </a:buClr>
              <a:buSzPts val="1400"/>
              <a:buNone/>
              <a:defRPr>
                <a:solidFill>
                  <a:srgbClr val="97B1CE"/>
                </a:solidFill>
              </a:defRPr>
            </a:lvl4pPr>
            <a:lvl5pPr lvl="4">
              <a:lnSpc>
                <a:spcPct val="100000"/>
              </a:lnSpc>
              <a:spcBef>
                <a:spcPts val="0"/>
              </a:spcBef>
              <a:spcAft>
                <a:spcPts val="0"/>
              </a:spcAft>
              <a:buClr>
                <a:srgbClr val="97B1CE"/>
              </a:buClr>
              <a:buSzPts val="1400"/>
              <a:buNone/>
              <a:defRPr>
                <a:solidFill>
                  <a:srgbClr val="97B1CE"/>
                </a:solidFill>
              </a:defRPr>
            </a:lvl5pPr>
            <a:lvl6pPr lvl="5">
              <a:lnSpc>
                <a:spcPct val="100000"/>
              </a:lnSpc>
              <a:spcBef>
                <a:spcPts val="0"/>
              </a:spcBef>
              <a:spcAft>
                <a:spcPts val="0"/>
              </a:spcAft>
              <a:buClr>
                <a:srgbClr val="97B1CE"/>
              </a:buClr>
              <a:buSzPts val="1400"/>
              <a:buNone/>
              <a:defRPr>
                <a:solidFill>
                  <a:srgbClr val="97B1CE"/>
                </a:solidFill>
              </a:defRPr>
            </a:lvl6pPr>
            <a:lvl7pPr lvl="6">
              <a:lnSpc>
                <a:spcPct val="100000"/>
              </a:lnSpc>
              <a:spcBef>
                <a:spcPts val="0"/>
              </a:spcBef>
              <a:spcAft>
                <a:spcPts val="0"/>
              </a:spcAft>
              <a:buClr>
                <a:srgbClr val="97B1CE"/>
              </a:buClr>
              <a:buSzPts val="1400"/>
              <a:buNone/>
              <a:defRPr>
                <a:solidFill>
                  <a:srgbClr val="97B1CE"/>
                </a:solidFill>
              </a:defRPr>
            </a:lvl7pPr>
            <a:lvl8pPr lvl="7">
              <a:lnSpc>
                <a:spcPct val="100000"/>
              </a:lnSpc>
              <a:spcBef>
                <a:spcPts val="0"/>
              </a:spcBef>
              <a:spcAft>
                <a:spcPts val="0"/>
              </a:spcAft>
              <a:buClr>
                <a:srgbClr val="97B1CE"/>
              </a:buClr>
              <a:buSzPts val="1400"/>
              <a:buNone/>
              <a:defRPr>
                <a:solidFill>
                  <a:srgbClr val="97B1CE"/>
                </a:solidFill>
              </a:defRPr>
            </a:lvl8pPr>
            <a:lvl9pPr lvl="8">
              <a:lnSpc>
                <a:spcPct val="100000"/>
              </a:lnSpc>
              <a:spcBef>
                <a:spcPts val="0"/>
              </a:spcBef>
              <a:spcAft>
                <a:spcPts val="0"/>
              </a:spcAft>
              <a:buClr>
                <a:srgbClr val="97B1CE"/>
              </a:buClr>
              <a:buSzPts val="1400"/>
              <a:buNone/>
              <a:defRPr>
                <a:solidFill>
                  <a:srgbClr val="97B1CE"/>
                </a:solidFill>
              </a:defRPr>
            </a:lvl9pPr>
          </a:lstStyle>
          <a:p/>
        </p:txBody>
      </p:sp>
      <p:sp>
        <p:nvSpPr>
          <p:cNvPr id="258" name="Google Shape;258;p59"/>
          <p:cNvSpPr txBox="1"/>
          <p:nvPr>
            <p:ph type="title"/>
          </p:nvPr>
        </p:nvSpPr>
        <p:spPr>
          <a:xfrm>
            <a:off x="571500" y="889005"/>
            <a:ext cx="40005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59" name="Google Shape;259;p59"/>
          <p:cNvSpPr txBox="1"/>
          <p:nvPr>
            <p:ph idx="3" type="body"/>
          </p:nvPr>
        </p:nvSpPr>
        <p:spPr>
          <a:xfrm>
            <a:off x="2667700" y="2420194"/>
            <a:ext cx="1712400" cy="2659800"/>
          </a:xfrm>
          <a:prstGeom prst="rect">
            <a:avLst/>
          </a:prstGeom>
        </p:spPr>
        <p:txBody>
          <a:bodyPr anchorCtr="0" anchor="t" bIns="91425" lIns="0" spcFirstLastPara="1" rIns="182875" wrap="square" tIns="91425">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60" name="Google Shape;260;p59"/>
          <p:cNvSpPr txBox="1"/>
          <p:nvPr>
            <p:ph idx="4" type="subTitle"/>
          </p:nvPr>
        </p:nvSpPr>
        <p:spPr>
          <a:xfrm>
            <a:off x="2667700" y="1905000"/>
            <a:ext cx="1712400" cy="4374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rgbClr val="97B1CE"/>
              </a:buClr>
              <a:buSzPts val="1000"/>
              <a:buFont typeface="Poppins SemiBold"/>
              <a:buNone/>
              <a:defRPr sz="1000">
                <a:solidFill>
                  <a:srgbClr val="97B1CE"/>
                </a:solidFill>
                <a:latin typeface="Poppins SemiBold"/>
                <a:ea typeface="Poppins SemiBold"/>
                <a:cs typeface="Poppins SemiBold"/>
                <a:sym typeface="Poppins SemiBold"/>
              </a:defRPr>
            </a:lvl1pPr>
            <a:lvl2pPr lvl="1">
              <a:lnSpc>
                <a:spcPct val="100000"/>
              </a:lnSpc>
              <a:spcBef>
                <a:spcPts val="0"/>
              </a:spcBef>
              <a:spcAft>
                <a:spcPts val="0"/>
              </a:spcAft>
              <a:buClr>
                <a:srgbClr val="97B1CE"/>
              </a:buClr>
              <a:buSzPts val="1400"/>
              <a:buNone/>
              <a:defRPr>
                <a:solidFill>
                  <a:srgbClr val="97B1CE"/>
                </a:solidFill>
              </a:defRPr>
            </a:lvl2pPr>
            <a:lvl3pPr lvl="2">
              <a:lnSpc>
                <a:spcPct val="100000"/>
              </a:lnSpc>
              <a:spcBef>
                <a:spcPts val="0"/>
              </a:spcBef>
              <a:spcAft>
                <a:spcPts val="0"/>
              </a:spcAft>
              <a:buClr>
                <a:srgbClr val="97B1CE"/>
              </a:buClr>
              <a:buSzPts val="1400"/>
              <a:buNone/>
              <a:defRPr>
                <a:solidFill>
                  <a:srgbClr val="97B1CE"/>
                </a:solidFill>
              </a:defRPr>
            </a:lvl3pPr>
            <a:lvl4pPr lvl="3">
              <a:lnSpc>
                <a:spcPct val="100000"/>
              </a:lnSpc>
              <a:spcBef>
                <a:spcPts val="0"/>
              </a:spcBef>
              <a:spcAft>
                <a:spcPts val="0"/>
              </a:spcAft>
              <a:buClr>
                <a:srgbClr val="97B1CE"/>
              </a:buClr>
              <a:buSzPts val="1400"/>
              <a:buNone/>
              <a:defRPr>
                <a:solidFill>
                  <a:srgbClr val="97B1CE"/>
                </a:solidFill>
              </a:defRPr>
            </a:lvl4pPr>
            <a:lvl5pPr lvl="4">
              <a:lnSpc>
                <a:spcPct val="100000"/>
              </a:lnSpc>
              <a:spcBef>
                <a:spcPts val="0"/>
              </a:spcBef>
              <a:spcAft>
                <a:spcPts val="0"/>
              </a:spcAft>
              <a:buClr>
                <a:srgbClr val="97B1CE"/>
              </a:buClr>
              <a:buSzPts val="1400"/>
              <a:buNone/>
              <a:defRPr>
                <a:solidFill>
                  <a:srgbClr val="97B1CE"/>
                </a:solidFill>
              </a:defRPr>
            </a:lvl5pPr>
            <a:lvl6pPr lvl="5">
              <a:lnSpc>
                <a:spcPct val="100000"/>
              </a:lnSpc>
              <a:spcBef>
                <a:spcPts val="0"/>
              </a:spcBef>
              <a:spcAft>
                <a:spcPts val="0"/>
              </a:spcAft>
              <a:buClr>
                <a:srgbClr val="97B1CE"/>
              </a:buClr>
              <a:buSzPts val="1400"/>
              <a:buNone/>
              <a:defRPr>
                <a:solidFill>
                  <a:srgbClr val="97B1CE"/>
                </a:solidFill>
              </a:defRPr>
            </a:lvl6pPr>
            <a:lvl7pPr lvl="6">
              <a:lnSpc>
                <a:spcPct val="100000"/>
              </a:lnSpc>
              <a:spcBef>
                <a:spcPts val="0"/>
              </a:spcBef>
              <a:spcAft>
                <a:spcPts val="0"/>
              </a:spcAft>
              <a:buClr>
                <a:srgbClr val="97B1CE"/>
              </a:buClr>
              <a:buSzPts val="1400"/>
              <a:buNone/>
              <a:defRPr>
                <a:solidFill>
                  <a:srgbClr val="97B1CE"/>
                </a:solidFill>
              </a:defRPr>
            </a:lvl7pPr>
            <a:lvl8pPr lvl="7">
              <a:lnSpc>
                <a:spcPct val="100000"/>
              </a:lnSpc>
              <a:spcBef>
                <a:spcPts val="0"/>
              </a:spcBef>
              <a:spcAft>
                <a:spcPts val="0"/>
              </a:spcAft>
              <a:buClr>
                <a:srgbClr val="97B1CE"/>
              </a:buClr>
              <a:buSzPts val="1400"/>
              <a:buNone/>
              <a:defRPr>
                <a:solidFill>
                  <a:srgbClr val="97B1CE"/>
                </a:solidFill>
              </a:defRPr>
            </a:lvl8pPr>
            <a:lvl9pPr lvl="8">
              <a:lnSpc>
                <a:spcPct val="100000"/>
              </a:lnSpc>
              <a:spcBef>
                <a:spcPts val="0"/>
              </a:spcBef>
              <a:spcAft>
                <a:spcPts val="0"/>
              </a:spcAft>
              <a:buClr>
                <a:srgbClr val="97B1CE"/>
              </a:buClr>
              <a:buSzPts val="1400"/>
              <a:buNone/>
              <a:defRPr>
                <a:solidFill>
                  <a:srgbClr val="97B1CE"/>
                </a:solidFill>
              </a:defRPr>
            </a:lvl9pPr>
          </a:lstStyle>
          <a:p/>
        </p:txBody>
      </p:sp>
      <p:sp>
        <p:nvSpPr>
          <p:cNvPr id="261" name="Google Shape;261;p59"/>
          <p:cNvSpPr txBox="1"/>
          <p:nvPr>
            <p:ph idx="5" type="body"/>
          </p:nvPr>
        </p:nvSpPr>
        <p:spPr>
          <a:xfrm>
            <a:off x="4763900" y="2420194"/>
            <a:ext cx="1712400" cy="2659800"/>
          </a:xfrm>
          <a:prstGeom prst="rect">
            <a:avLst/>
          </a:prstGeom>
        </p:spPr>
        <p:txBody>
          <a:bodyPr anchorCtr="0" anchor="t" bIns="91425" lIns="0" spcFirstLastPara="1" rIns="182875" wrap="square" tIns="91425">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62" name="Google Shape;262;p59"/>
          <p:cNvSpPr txBox="1"/>
          <p:nvPr>
            <p:ph idx="6" type="subTitle"/>
          </p:nvPr>
        </p:nvSpPr>
        <p:spPr>
          <a:xfrm>
            <a:off x="4763900" y="1905000"/>
            <a:ext cx="1712400" cy="4374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rgbClr val="97B1CE"/>
              </a:buClr>
              <a:buSzPts val="1000"/>
              <a:buFont typeface="Poppins SemiBold"/>
              <a:buNone/>
              <a:defRPr sz="1000">
                <a:solidFill>
                  <a:srgbClr val="97B1CE"/>
                </a:solidFill>
                <a:latin typeface="Poppins SemiBold"/>
                <a:ea typeface="Poppins SemiBold"/>
                <a:cs typeface="Poppins SemiBold"/>
                <a:sym typeface="Poppins SemiBold"/>
              </a:defRPr>
            </a:lvl1pPr>
            <a:lvl2pPr lvl="1">
              <a:lnSpc>
                <a:spcPct val="100000"/>
              </a:lnSpc>
              <a:spcBef>
                <a:spcPts val="0"/>
              </a:spcBef>
              <a:spcAft>
                <a:spcPts val="0"/>
              </a:spcAft>
              <a:buClr>
                <a:srgbClr val="97B1CE"/>
              </a:buClr>
              <a:buSzPts val="1400"/>
              <a:buNone/>
              <a:defRPr>
                <a:solidFill>
                  <a:srgbClr val="97B1CE"/>
                </a:solidFill>
              </a:defRPr>
            </a:lvl2pPr>
            <a:lvl3pPr lvl="2">
              <a:lnSpc>
                <a:spcPct val="100000"/>
              </a:lnSpc>
              <a:spcBef>
                <a:spcPts val="0"/>
              </a:spcBef>
              <a:spcAft>
                <a:spcPts val="0"/>
              </a:spcAft>
              <a:buClr>
                <a:srgbClr val="97B1CE"/>
              </a:buClr>
              <a:buSzPts val="1400"/>
              <a:buNone/>
              <a:defRPr>
                <a:solidFill>
                  <a:srgbClr val="97B1CE"/>
                </a:solidFill>
              </a:defRPr>
            </a:lvl3pPr>
            <a:lvl4pPr lvl="3">
              <a:lnSpc>
                <a:spcPct val="100000"/>
              </a:lnSpc>
              <a:spcBef>
                <a:spcPts val="0"/>
              </a:spcBef>
              <a:spcAft>
                <a:spcPts val="0"/>
              </a:spcAft>
              <a:buClr>
                <a:srgbClr val="97B1CE"/>
              </a:buClr>
              <a:buSzPts val="1400"/>
              <a:buNone/>
              <a:defRPr>
                <a:solidFill>
                  <a:srgbClr val="97B1CE"/>
                </a:solidFill>
              </a:defRPr>
            </a:lvl4pPr>
            <a:lvl5pPr lvl="4">
              <a:lnSpc>
                <a:spcPct val="100000"/>
              </a:lnSpc>
              <a:spcBef>
                <a:spcPts val="0"/>
              </a:spcBef>
              <a:spcAft>
                <a:spcPts val="0"/>
              </a:spcAft>
              <a:buClr>
                <a:srgbClr val="97B1CE"/>
              </a:buClr>
              <a:buSzPts val="1400"/>
              <a:buNone/>
              <a:defRPr>
                <a:solidFill>
                  <a:srgbClr val="97B1CE"/>
                </a:solidFill>
              </a:defRPr>
            </a:lvl5pPr>
            <a:lvl6pPr lvl="5">
              <a:lnSpc>
                <a:spcPct val="100000"/>
              </a:lnSpc>
              <a:spcBef>
                <a:spcPts val="0"/>
              </a:spcBef>
              <a:spcAft>
                <a:spcPts val="0"/>
              </a:spcAft>
              <a:buClr>
                <a:srgbClr val="97B1CE"/>
              </a:buClr>
              <a:buSzPts val="1400"/>
              <a:buNone/>
              <a:defRPr>
                <a:solidFill>
                  <a:srgbClr val="97B1CE"/>
                </a:solidFill>
              </a:defRPr>
            </a:lvl6pPr>
            <a:lvl7pPr lvl="6">
              <a:lnSpc>
                <a:spcPct val="100000"/>
              </a:lnSpc>
              <a:spcBef>
                <a:spcPts val="0"/>
              </a:spcBef>
              <a:spcAft>
                <a:spcPts val="0"/>
              </a:spcAft>
              <a:buClr>
                <a:srgbClr val="97B1CE"/>
              </a:buClr>
              <a:buSzPts val="1400"/>
              <a:buNone/>
              <a:defRPr>
                <a:solidFill>
                  <a:srgbClr val="97B1CE"/>
                </a:solidFill>
              </a:defRPr>
            </a:lvl7pPr>
            <a:lvl8pPr lvl="7">
              <a:lnSpc>
                <a:spcPct val="100000"/>
              </a:lnSpc>
              <a:spcBef>
                <a:spcPts val="0"/>
              </a:spcBef>
              <a:spcAft>
                <a:spcPts val="0"/>
              </a:spcAft>
              <a:buClr>
                <a:srgbClr val="97B1CE"/>
              </a:buClr>
              <a:buSzPts val="1400"/>
              <a:buNone/>
              <a:defRPr>
                <a:solidFill>
                  <a:srgbClr val="97B1CE"/>
                </a:solidFill>
              </a:defRPr>
            </a:lvl8pPr>
            <a:lvl9pPr lvl="8">
              <a:lnSpc>
                <a:spcPct val="100000"/>
              </a:lnSpc>
              <a:spcBef>
                <a:spcPts val="0"/>
              </a:spcBef>
              <a:spcAft>
                <a:spcPts val="0"/>
              </a:spcAft>
              <a:buClr>
                <a:srgbClr val="97B1CE"/>
              </a:buClr>
              <a:buSzPts val="1400"/>
              <a:buNone/>
              <a:defRPr>
                <a:solidFill>
                  <a:srgbClr val="97B1CE"/>
                </a:solidFill>
              </a:defRPr>
            </a:lvl9pPr>
          </a:lstStyle>
          <a:p/>
        </p:txBody>
      </p:sp>
      <p:sp>
        <p:nvSpPr>
          <p:cNvPr id="263" name="Google Shape;263;p59"/>
          <p:cNvSpPr txBox="1"/>
          <p:nvPr>
            <p:ph idx="7" type="body"/>
          </p:nvPr>
        </p:nvSpPr>
        <p:spPr>
          <a:xfrm>
            <a:off x="6860100" y="2420194"/>
            <a:ext cx="1712400" cy="2659800"/>
          </a:xfrm>
          <a:prstGeom prst="rect">
            <a:avLst/>
          </a:prstGeom>
        </p:spPr>
        <p:txBody>
          <a:bodyPr anchorCtr="0" anchor="t" bIns="91425" lIns="0" spcFirstLastPara="1" rIns="182875" wrap="square" tIns="91425">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64" name="Google Shape;264;p59"/>
          <p:cNvSpPr txBox="1"/>
          <p:nvPr>
            <p:ph idx="8" type="subTitle"/>
          </p:nvPr>
        </p:nvSpPr>
        <p:spPr>
          <a:xfrm>
            <a:off x="6860100" y="1905000"/>
            <a:ext cx="1712400" cy="4374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rgbClr val="97B1CE"/>
              </a:buClr>
              <a:buSzPts val="1000"/>
              <a:buFont typeface="Poppins SemiBold"/>
              <a:buNone/>
              <a:defRPr sz="1000">
                <a:solidFill>
                  <a:srgbClr val="97B1CE"/>
                </a:solidFill>
                <a:latin typeface="Poppins SemiBold"/>
                <a:ea typeface="Poppins SemiBold"/>
                <a:cs typeface="Poppins SemiBold"/>
                <a:sym typeface="Poppins SemiBold"/>
              </a:defRPr>
            </a:lvl1pPr>
            <a:lvl2pPr lvl="1">
              <a:lnSpc>
                <a:spcPct val="100000"/>
              </a:lnSpc>
              <a:spcBef>
                <a:spcPts val="0"/>
              </a:spcBef>
              <a:spcAft>
                <a:spcPts val="0"/>
              </a:spcAft>
              <a:buClr>
                <a:srgbClr val="97B1CE"/>
              </a:buClr>
              <a:buSzPts val="1400"/>
              <a:buNone/>
              <a:defRPr>
                <a:solidFill>
                  <a:srgbClr val="97B1CE"/>
                </a:solidFill>
              </a:defRPr>
            </a:lvl2pPr>
            <a:lvl3pPr lvl="2">
              <a:lnSpc>
                <a:spcPct val="100000"/>
              </a:lnSpc>
              <a:spcBef>
                <a:spcPts val="0"/>
              </a:spcBef>
              <a:spcAft>
                <a:spcPts val="0"/>
              </a:spcAft>
              <a:buClr>
                <a:srgbClr val="97B1CE"/>
              </a:buClr>
              <a:buSzPts val="1400"/>
              <a:buNone/>
              <a:defRPr>
                <a:solidFill>
                  <a:srgbClr val="97B1CE"/>
                </a:solidFill>
              </a:defRPr>
            </a:lvl3pPr>
            <a:lvl4pPr lvl="3">
              <a:lnSpc>
                <a:spcPct val="100000"/>
              </a:lnSpc>
              <a:spcBef>
                <a:spcPts val="0"/>
              </a:spcBef>
              <a:spcAft>
                <a:spcPts val="0"/>
              </a:spcAft>
              <a:buClr>
                <a:srgbClr val="97B1CE"/>
              </a:buClr>
              <a:buSzPts val="1400"/>
              <a:buNone/>
              <a:defRPr>
                <a:solidFill>
                  <a:srgbClr val="97B1CE"/>
                </a:solidFill>
              </a:defRPr>
            </a:lvl4pPr>
            <a:lvl5pPr lvl="4">
              <a:lnSpc>
                <a:spcPct val="100000"/>
              </a:lnSpc>
              <a:spcBef>
                <a:spcPts val="0"/>
              </a:spcBef>
              <a:spcAft>
                <a:spcPts val="0"/>
              </a:spcAft>
              <a:buClr>
                <a:srgbClr val="97B1CE"/>
              </a:buClr>
              <a:buSzPts val="1400"/>
              <a:buNone/>
              <a:defRPr>
                <a:solidFill>
                  <a:srgbClr val="97B1CE"/>
                </a:solidFill>
              </a:defRPr>
            </a:lvl5pPr>
            <a:lvl6pPr lvl="5">
              <a:lnSpc>
                <a:spcPct val="100000"/>
              </a:lnSpc>
              <a:spcBef>
                <a:spcPts val="0"/>
              </a:spcBef>
              <a:spcAft>
                <a:spcPts val="0"/>
              </a:spcAft>
              <a:buClr>
                <a:srgbClr val="97B1CE"/>
              </a:buClr>
              <a:buSzPts val="1400"/>
              <a:buNone/>
              <a:defRPr>
                <a:solidFill>
                  <a:srgbClr val="97B1CE"/>
                </a:solidFill>
              </a:defRPr>
            </a:lvl6pPr>
            <a:lvl7pPr lvl="6">
              <a:lnSpc>
                <a:spcPct val="100000"/>
              </a:lnSpc>
              <a:spcBef>
                <a:spcPts val="0"/>
              </a:spcBef>
              <a:spcAft>
                <a:spcPts val="0"/>
              </a:spcAft>
              <a:buClr>
                <a:srgbClr val="97B1CE"/>
              </a:buClr>
              <a:buSzPts val="1400"/>
              <a:buNone/>
              <a:defRPr>
                <a:solidFill>
                  <a:srgbClr val="97B1CE"/>
                </a:solidFill>
              </a:defRPr>
            </a:lvl7pPr>
            <a:lvl8pPr lvl="7">
              <a:lnSpc>
                <a:spcPct val="100000"/>
              </a:lnSpc>
              <a:spcBef>
                <a:spcPts val="0"/>
              </a:spcBef>
              <a:spcAft>
                <a:spcPts val="0"/>
              </a:spcAft>
              <a:buClr>
                <a:srgbClr val="97B1CE"/>
              </a:buClr>
              <a:buSzPts val="1400"/>
              <a:buNone/>
              <a:defRPr>
                <a:solidFill>
                  <a:srgbClr val="97B1CE"/>
                </a:solidFill>
              </a:defRPr>
            </a:lvl8pPr>
            <a:lvl9pPr lvl="8">
              <a:lnSpc>
                <a:spcPct val="100000"/>
              </a:lnSpc>
              <a:spcBef>
                <a:spcPts val="0"/>
              </a:spcBef>
              <a:spcAft>
                <a:spcPts val="0"/>
              </a:spcAft>
              <a:buClr>
                <a:srgbClr val="97B1CE"/>
              </a:buClr>
              <a:buSzPts val="1400"/>
              <a:buNone/>
              <a:defRPr>
                <a:solidFill>
                  <a:srgbClr val="97B1CE"/>
                </a:solidFill>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3 master">
  <p:cSld name="Slide 13 master">
    <p:spTree>
      <p:nvGrpSpPr>
        <p:cNvPr id="265" name="Shape 265"/>
        <p:cNvGrpSpPr/>
        <p:nvPr/>
      </p:nvGrpSpPr>
      <p:grpSpPr>
        <a:xfrm>
          <a:off x="0" y="0"/>
          <a:ext cx="0" cy="0"/>
          <a:chOff x="0" y="0"/>
          <a:chExt cx="0" cy="0"/>
        </a:xfrm>
      </p:grpSpPr>
      <p:pic>
        <p:nvPicPr>
          <p:cNvPr descr="preencoded.png" id="266" name="Google Shape;266;p60"/>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267" name="Google Shape;267;p60"/>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6 master">
  <p:cSld name="Slide 16 master">
    <p:spTree>
      <p:nvGrpSpPr>
        <p:cNvPr id="268" name="Shape 268"/>
        <p:cNvGrpSpPr/>
        <p:nvPr/>
      </p:nvGrpSpPr>
      <p:grpSpPr>
        <a:xfrm>
          <a:off x="0" y="0"/>
          <a:ext cx="0" cy="0"/>
          <a:chOff x="0" y="0"/>
          <a:chExt cx="0" cy="0"/>
        </a:xfrm>
      </p:grpSpPr>
      <p:pic>
        <p:nvPicPr>
          <p:cNvPr descr="preencoded.png" id="269" name="Google Shape;269;p61"/>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270" name="Google Shape;270;p61"/>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spTree>
      <p:nvGrpSpPr>
        <p:cNvPr id="271" name="Shape 271"/>
        <p:cNvGrpSpPr/>
        <p:nvPr/>
      </p:nvGrpSpPr>
      <p:grpSpPr>
        <a:xfrm>
          <a:off x="0" y="0"/>
          <a:ext cx="0" cy="0"/>
          <a:chOff x="0" y="0"/>
          <a:chExt cx="0" cy="0"/>
        </a:xfrm>
      </p:grpSpPr>
      <p:sp>
        <p:nvSpPr>
          <p:cNvPr descr="preencoded.png" id="272" name="Google Shape;272;p62"/>
          <p:cNvSpPr/>
          <p:nvPr/>
        </p:nvSpPr>
        <p:spPr>
          <a:xfrm>
            <a:off x="0" y="0"/>
            <a:ext cx="9144002" cy="5143501"/>
          </a:xfrm>
          <a:prstGeom prst="rect">
            <a:avLst/>
          </a:prstGeom>
          <a:noFill/>
          <a:ln>
            <a:noFill/>
          </a:ln>
        </p:spPr>
      </p:sp>
      <p:sp>
        <p:nvSpPr>
          <p:cNvPr id="273" name="Google Shape;273;p62"/>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1">
  <p:cSld name="TITLE_ONLY_4">
    <p:spTree>
      <p:nvGrpSpPr>
        <p:cNvPr id="274" name="Shape 274"/>
        <p:cNvGrpSpPr/>
        <p:nvPr/>
      </p:nvGrpSpPr>
      <p:grpSpPr>
        <a:xfrm>
          <a:off x="0" y="0"/>
          <a:ext cx="0" cy="0"/>
          <a:chOff x="0" y="0"/>
          <a:chExt cx="0" cy="0"/>
        </a:xfrm>
      </p:grpSpPr>
      <p:sp>
        <p:nvSpPr>
          <p:cNvPr id="275" name="Google Shape;275;p63"/>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lf screen quote">
  <p:cSld name="CUSTOM_8_1">
    <p:spTree>
      <p:nvGrpSpPr>
        <p:cNvPr id="276" name="Shape 276"/>
        <p:cNvGrpSpPr/>
        <p:nvPr/>
      </p:nvGrpSpPr>
      <p:grpSpPr>
        <a:xfrm>
          <a:off x="0" y="0"/>
          <a:ext cx="0" cy="0"/>
          <a:chOff x="0" y="0"/>
          <a:chExt cx="0" cy="0"/>
        </a:xfrm>
      </p:grpSpPr>
      <p:sp>
        <p:nvSpPr>
          <p:cNvPr id="277" name="Google Shape;277;p64"/>
          <p:cNvSpPr txBox="1"/>
          <p:nvPr>
            <p:ph type="title"/>
          </p:nvPr>
        </p:nvSpPr>
        <p:spPr>
          <a:xfrm>
            <a:off x="5139900" y="2026361"/>
            <a:ext cx="3089700" cy="19371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400"/>
              <a:buFont typeface="Poppins SemiBold"/>
              <a:buNone/>
              <a:defRPr b="0" sz="1400">
                <a:solidFill>
                  <a:schemeClr val="lt1"/>
                </a:solidFill>
                <a:latin typeface="Poppins SemiBold"/>
                <a:ea typeface="Poppins SemiBold"/>
                <a:cs typeface="Poppins SemiBold"/>
                <a:sym typeface="Poppins SemiBold"/>
              </a:defRPr>
            </a:lvl1pPr>
            <a:lvl2pPr lvl="1">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2pPr>
            <a:lvl3pPr lvl="2">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3pPr>
            <a:lvl4pPr lvl="3">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4pPr>
            <a:lvl5pPr lvl="4">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5pPr>
            <a:lvl6pPr lvl="5">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6pPr>
            <a:lvl7pPr lvl="6">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7pPr>
            <a:lvl8pPr lvl="7">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8pPr>
            <a:lvl9pPr lvl="8">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9pPr>
          </a:lstStyle>
          <a:p/>
        </p:txBody>
      </p:sp>
      <p:sp>
        <p:nvSpPr>
          <p:cNvPr id="278" name="Google Shape;278;p64"/>
          <p:cNvSpPr txBox="1"/>
          <p:nvPr>
            <p:ph idx="2"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279" name="Google Shape;279;p64"/>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
        <p:nvSpPr>
          <p:cNvPr id="280" name="Google Shape;280;p64"/>
          <p:cNvSpPr txBox="1"/>
          <p:nvPr>
            <p:ph idx="3" type="title"/>
          </p:nvPr>
        </p:nvSpPr>
        <p:spPr>
          <a:xfrm>
            <a:off x="5139900" y="4564667"/>
            <a:ext cx="3089700" cy="2577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000"/>
              <a:buFont typeface="Poppins SemiBold"/>
              <a:buNone/>
              <a:defRPr b="0" sz="1000">
                <a:solidFill>
                  <a:schemeClr val="lt1"/>
                </a:solidFill>
                <a:latin typeface="Poppins SemiBold"/>
                <a:ea typeface="Poppins SemiBold"/>
                <a:cs typeface="Poppins SemiBold"/>
                <a:sym typeface="Poppins SemiBold"/>
              </a:defRPr>
            </a:lvl1pPr>
            <a:lvl2pPr lvl="1">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2pPr>
            <a:lvl3pPr lvl="2">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3pPr>
            <a:lvl4pPr lvl="3">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4pPr>
            <a:lvl5pPr lvl="4">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5pPr>
            <a:lvl6pPr lvl="5">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6pPr>
            <a:lvl7pPr lvl="6">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7pPr>
            <a:lvl8pPr lvl="7">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8pPr>
            <a:lvl9pPr lvl="8">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9pPr>
          </a:lstStyle>
          <a:p/>
        </p:txBody>
      </p:sp>
      <p:sp>
        <p:nvSpPr>
          <p:cNvPr id="281" name="Google Shape;281;p64"/>
          <p:cNvSpPr txBox="1"/>
          <p:nvPr>
            <p:ph idx="4" type="body"/>
          </p:nvPr>
        </p:nvSpPr>
        <p:spPr>
          <a:xfrm>
            <a:off x="5139900" y="4822333"/>
            <a:ext cx="3089700" cy="2577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lt1"/>
              </a:buClr>
              <a:buSzPts val="1000"/>
              <a:buFont typeface="Lato"/>
              <a:buChar char="●"/>
              <a:defRPr sz="1000">
                <a:solidFill>
                  <a:schemeClr val="lt1"/>
                </a:solidFill>
                <a:latin typeface="Lato"/>
                <a:ea typeface="Lato"/>
                <a:cs typeface="Lato"/>
                <a:sym typeface="Lato"/>
              </a:defRPr>
            </a:lvl1pPr>
            <a:lvl2pPr indent="-292100" lvl="1" marL="914400">
              <a:lnSpc>
                <a:spcPct val="115000"/>
              </a:lnSpc>
              <a:spcBef>
                <a:spcPts val="1000"/>
              </a:spcBef>
              <a:spcAft>
                <a:spcPts val="0"/>
              </a:spcAft>
              <a:buClr>
                <a:schemeClr val="lt1"/>
              </a:buClr>
              <a:buSzPts val="1000"/>
              <a:buFont typeface="Lato"/>
              <a:buChar char="○"/>
              <a:defRPr sz="1000">
                <a:solidFill>
                  <a:schemeClr val="lt1"/>
                </a:solidFill>
                <a:latin typeface="Lato"/>
                <a:ea typeface="Lato"/>
                <a:cs typeface="Lato"/>
                <a:sym typeface="Lato"/>
              </a:defRPr>
            </a:lvl2pPr>
            <a:lvl3pPr indent="-317500" lvl="2" marL="13716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3pPr>
            <a:lvl4pPr indent="-317500" lvl="3" marL="18288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4pPr>
            <a:lvl5pPr indent="-317500" lvl="4" marL="22860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5pPr>
            <a:lvl6pPr indent="-317500" lvl="5" marL="27432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6pPr>
            <a:lvl7pPr indent="-317500" lvl="6" marL="32004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7pPr>
            <a:lvl8pPr indent="-317500" lvl="7" marL="36576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8pPr>
            <a:lvl9pPr indent="-317500" lvl="8" marL="4114800">
              <a:lnSpc>
                <a:spcPct val="115000"/>
              </a:lnSpc>
              <a:spcBef>
                <a:spcPts val="1000"/>
              </a:spcBef>
              <a:spcAft>
                <a:spcPts val="1000"/>
              </a:spcAft>
              <a:buClr>
                <a:schemeClr val="lt1"/>
              </a:buClr>
              <a:buSzPts val="1400"/>
              <a:buFont typeface="Lato"/>
              <a:buChar char="■"/>
              <a:defRPr>
                <a:solidFill>
                  <a:schemeClr val="lt1"/>
                </a:solidFill>
                <a:latin typeface="Lato"/>
                <a:ea typeface="Lato"/>
                <a:cs typeface="Lato"/>
                <a:sym typeface="Lato"/>
              </a:defRPr>
            </a:lvl9pPr>
          </a:lstStyle>
          <a:p/>
        </p:txBody>
      </p:sp>
      <p:sp>
        <p:nvSpPr>
          <p:cNvPr id="282" name="Google Shape;282;p64"/>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576">
          <p15:clr>
            <a:srgbClr val="E46962"/>
          </p15:clr>
        </p15:guide>
        <p15:guide id="2" pos="5184">
          <p15:clr>
            <a:srgbClr val="E46962"/>
          </p15:clr>
        </p15:guide>
      </p15:sldGuideLst>
    </p:ext>
  </p:extLst>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2">
  <p:cSld name="TITLE_AND_BODY_4">
    <p:spTree>
      <p:nvGrpSpPr>
        <p:cNvPr id="283" name="Shape 283"/>
        <p:cNvGrpSpPr/>
        <p:nvPr/>
      </p:nvGrpSpPr>
      <p:grpSpPr>
        <a:xfrm>
          <a:off x="0" y="0"/>
          <a:ext cx="0" cy="0"/>
          <a:chOff x="0" y="0"/>
          <a:chExt cx="0" cy="0"/>
        </a:xfrm>
      </p:grpSpPr>
      <p:sp>
        <p:nvSpPr>
          <p:cNvPr id="284" name="Google Shape;284;p65"/>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285" name="Google Shape;285;p65"/>
          <p:cNvSpPr txBox="1"/>
          <p:nvPr>
            <p:ph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286" name="Google Shape;286;p65"/>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ercise">
  <p:cSld name="CUSTOM_7">
    <p:spTree>
      <p:nvGrpSpPr>
        <p:cNvPr id="287" name="Shape 287"/>
        <p:cNvGrpSpPr/>
        <p:nvPr/>
      </p:nvGrpSpPr>
      <p:grpSpPr>
        <a:xfrm>
          <a:off x="0" y="0"/>
          <a:ext cx="0" cy="0"/>
          <a:chOff x="0" y="0"/>
          <a:chExt cx="0" cy="0"/>
        </a:xfrm>
      </p:grpSpPr>
      <p:sp>
        <p:nvSpPr>
          <p:cNvPr id="288" name="Google Shape;288;p66"/>
          <p:cNvSpPr txBox="1"/>
          <p:nvPr>
            <p:ph idx="1" type="subTitle"/>
          </p:nvPr>
        </p:nvSpPr>
        <p:spPr>
          <a:xfrm>
            <a:off x="571500" y="4736333"/>
            <a:ext cx="3259200" cy="343800"/>
          </a:xfrm>
          <a:prstGeom prst="rect">
            <a:avLst/>
          </a:prstGeom>
          <a:solidFill>
            <a:schemeClr val="accent6"/>
          </a:solidFill>
        </p:spPr>
        <p:txBody>
          <a:bodyPr anchorCtr="0" anchor="ctr" bIns="91425" lIns="91425" spcFirstLastPara="1" rIns="91425" wrap="square" tIns="91425">
            <a:spAutoFit/>
          </a:bodyPr>
          <a:lstStyle>
            <a:lvl1pPr lvl="0">
              <a:spcBef>
                <a:spcPts val="0"/>
              </a:spcBef>
              <a:spcAft>
                <a:spcPts val="0"/>
              </a:spcAft>
              <a:buSzPts val="1400"/>
              <a:buNone/>
              <a:defRPr sz="1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9" name="Google Shape;289;p66"/>
          <p:cNvSpPr txBox="1"/>
          <p:nvPr>
            <p:ph type="title"/>
          </p:nvPr>
        </p:nvSpPr>
        <p:spPr>
          <a:xfrm>
            <a:off x="571500" y="889000"/>
            <a:ext cx="40005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90" name="Google Shape;290;p66"/>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5184">
          <p15:clr>
            <a:srgbClr val="E46962"/>
          </p15:clr>
        </p15:guide>
        <p15:guide id="2" pos="576">
          <p15:clr>
            <a:srgbClr val="E46962"/>
          </p15:clr>
        </p15:guide>
      </p15:sldGuideLst>
    </p:ext>
  </p:extLst>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9">
    <p:spTree>
      <p:nvGrpSpPr>
        <p:cNvPr id="291" name="Shape 291"/>
        <p:cNvGrpSpPr/>
        <p:nvPr/>
      </p:nvGrpSpPr>
      <p:grpSpPr>
        <a:xfrm>
          <a:off x="0" y="0"/>
          <a:ext cx="0" cy="0"/>
          <a:chOff x="0" y="0"/>
          <a:chExt cx="0" cy="0"/>
        </a:xfrm>
      </p:grpSpPr>
      <p:sp>
        <p:nvSpPr>
          <p:cNvPr id="292" name="Google Shape;292;p67"/>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93" name="Google Shape;293;p67"/>
          <p:cNvSpPr txBox="1"/>
          <p:nvPr>
            <p:ph idx="1" type="body"/>
          </p:nvPr>
        </p:nvSpPr>
        <p:spPr>
          <a:xfrm>
            <a:off x="457200" y="1524417"/>
            <a:ext cx="41052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hree columns 3 1">
  <p:cSld name="TITLE_AND_TWO_COLUMNS_1_3_1">
    <p:spTree>
      <p:nvGrpSpPr>
        <p:cNvPr id="294" name="Shape 294"/>
        <p:cNvGrpSpPr/>
        <p:nvPr/>
      </p:nvGrpSpPr>
      <p:grpSpPr>
        <a:xfrm>
          <a:off x="0" y="0"/>
          <a:ext cx="0" cy="0"/>
          <a:chOff x="0" y="0"/>
          <a:chExt cx="0" cy="0"/>
        </a:xfrm>
      </p:grpSpPr>
      <p:sp>
        <p:nvSpPr>
          <p:cNvPr id="295" name="Google Shape;295;p68"/>
          <p:cNvSpPr txBox="1"/>
          <p:nvPr>
            <p:ph idx="12" type="sldNum"/>
          </p:nvPr>
        </p:nvSpPr>
        <p:spPr>
          <a:xfrm>
            <a:off x="8472458" y="5181352"/>
            <a:ext cx="548700" cy="4374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296" name="Google Shape;296;p68"/>
          <p:cNvSpPr txBox="1"/>
          <p:nvPr>
            <p:ph type="title"/>
          </p:nvPr>
        </p:nvSpPr>
        <p:spPr>
          <a:xfrm>
            <a:off x="607200" y="1140611"/>
            <a:ext cx="3936000" cy="596400"/>
          </a:xfrm>
          <a:prstGeom prst="rect">
            <a:avLst/>
          </a:prstGeom>
        </p:spPr>
        <p:txBody>
          <a:bodyPr anchorCtr="0" anchor="ctr" bIns="0" lIns="0" spcFirstLastPara="1" rIns="0" wrap="square" tIns="0">
            <a:spAutoFit/>
          </a:bodyPr>
          <a:lstStyle>
            <a:lvl1pPr lvl="0">
              <a:spcBef>
                <a:spcPts val="0"/>
              </a:spcBef>
              <a:spcAft>
                <a:spcPts val="0"/>
              </a:spcAft>
              <a:buSzPts val="3000"/>
              <a:buNone/>
              <a:defRPr b="1" sz="18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97" name="Google Shape;297;p68"/>
          <p:cNvSpPr txBox="1"/>
          <p:nvPr>
            <p:ph idx="1" type="body"/>
          </p:nvPr>
        </p:nvSpPr>
        <p:spPr>
          <a:xfrm>
            <a:off x="607200" y="3520806"/>
            <a:ext cx="1951500" cy="16134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0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98" name="Google Shape;298;p68"/>
          <p:cNvSpPr txBox="1"/>
          <p:nvPr>
            <p:ph idx="2" type="body"/>
          </p:nvPr>
        </p:nvSpPr>
        <p:spPr>
          <a:xfrm>
            <a:off x="2759850" y="3520806"/>
            <a:ext cx="1951500" cy="16134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0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99" name="Google Shape;299;p68"/>
          <p:cNvSpPr txBox="1"/>
          <p:nvPr>
            <p:ph idx="3" type="body"/>
          </p:nvPr>
        </p:nvSpPr>
        <p:spPr>
          <a:xfrm>
            <a:off x="4912500" y="3520806"/>
            <a:ext cx="1951500" cy="16134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0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00" name="Google Shape;300;p68"/>
          <p:cNvSpPr txBox="1"/>
          <p:nvPr>
            <p:ph idx="4" type="subTitle"/>
          </p:nvPr>
        </p:nvSpPr>
        <p:spPr>
          <a:xfrm>
            <a:off x="607200" y="3084639"/>
            <a:ext cx="1951500" cy="398700"/>
          </a:xfrm>
          <a:prstGeom prst="rect">
            <a:avLst/>
          </a:prstGeom>
        </p:spPr>
        <p:txBody>
          <a:bodyPr anchorCtr="0" anchor="t" bIns="0" lIns="0" spcFirstLastPara="1" rIns="0" wrap="square" tIns="0">
            <a:spAutoFit/>
          </a:bodyPr>
          <a:lstStyle>
            <a:lvl1pPr lvl="0">
              <a:spcBef>
                <a:spcPts val="0"/>
              </a:spcBef>
              <a:spcAft>
                <a:spcPts val="0"/>
              </a:spcAft>
              <a:buSzPts val="1400"/>
              <a:buNone/>
              <a:defRPr b="1" sz="1000">
                <a:solidFill>
                  <a:schemeClr val="accent4"/>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1" name="Google Shape;301;p68"/>
          <p:cNvSpPr txBox="1"/>
          <p:nvPr>
            <p:ph idx="5" type="subTitle"/>
          </p:nvPr>
        </p:nvSpPr>
        <p:spPr>
          <a:xfrm>
            <a:off x="4912500" y="3084639"/>
            <a:ext cx="1951500" cy="398700"/>
          </a:xfrm>
          <a:prstGeom prst="rect">
            <a:avLst/>
          </a:prstGeom>
        </p:spPr>
        <p:txBody>
          <a:bodyPr anchorCtr="0" anchor="t" bIns="0" lIns="0" spcFirstLastPara="1" rIns="0" wrap="square" tIns="0">
            <a:spAutoFit/>
          </a:bodyPr>
          <a:lstStyle>
            <a:lvl1pPr lvl="0">
              <a:spcBef>
                <a:spcPts val="0"/>
              </a:spcBef>
              <a:spcAft>
                <a:spcPts val="0"/>
              </a:spcAft>
              <a:buSzPts val="1400"/>
              <a:buNone/>
              <a:defRPr b="1" sz="1000">
                <a:solidFill>
                  <a:schemeClr val="accent4"/>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2" name="Google Shape;302;p68"/>
          <p:cNvSpPr txBox="1"/>
          <p:nvPr>
            <p:ph idx="6" type="subTitle"/>
          </p:nvPr>
        </p:nvSpPr>
        <p:spPr>
          <a:xfrm>
            <a:off x="2759850" y="3084639"/>
            <a:ext cx="1951500" cy="398700"/>
          </a:xfrm>
          <a:prstGeom prst="rect">
            <a:avLst/>
          </a:prstGeom>
        </p:spPr>
        <p:txBody>
          <a:bodyPr anchorCtr="0" anchor="t" bIns="0" lIns="0" spcFirstLastPara="1" rIns="0" wrap="square" tIns="0">
            <a:spAutoFit/>
          </a:bodyPr>
          <a:lstStyle>
            <a:lvl1pPr lvl="0">
              <a:spcBef>
                <a:spcPts val="0"/>
              </a:spcBef>
              <a:spcAft>
                <a:spcPts val="0"/>
              </a:spcAft>
              <a:buSzPts val="1400"/>
              <a:buNone/>
              <a:defRPr b="1" sz="1000">
                <a:solidFill>
                  <a:schemeClr val="accent4"/>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3">
  <p:cSld name="TITLE_AND_BODY_5">
    <p:spTree>
      <p:nvGrpSpPr>
        <p:cNvPr id="303" name="Shape 303"/>
        <p:cNvGrpSpPr/>
        <p:nvPr/>
      </p:nvGrpSpPr>
      <p:grpSpPr>
        <a:xfrm>
          <a:off x="0" y="0"/>
          <a:ext cx="0" cy="0"/>
          <a:chOff x="0" y="0"/>
          <a:chExt cx="0" cy="0"/>
        </a:xfrm>
      </p:grpSpPr>
      <p:sp>
        <p:nvSpPr>
          <p:cNvPr id="304" name="Google Shape;304;p69"/>
          <p:cNvSpPr txBox="1"/>
          <p:nvPr>
            <p:ph idx="12" type="sldNum"/>
          </p:nvPr>
        </p:nvSpPr>
        <p:spPr>
          <a:xfrm>
            <a:off x="8472458" y="5181352"/>
            <a:ext cx="548700" cy="4374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305" name="Google Shape;305;p69"/>
          <p:cNvSpPr txBox="1"/>
          <p:nvPr>
            <p:ph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306" name="Google Shape;306;p69"/>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screen - Alt 6">
  <p:cSld name="CUSTOM_11">
    <p:bg>
      <p:bgPr>
        <a:solidFill>
          <a:schemeClr val="lt2"/>
        </a:solidFill>
      </p:bgPr>
    </p:bg>
    <p:spTree>
      <p:nvGrpSpPr>
        <p:cNvPr id="307" name="Shape 307"/>
        <p:cNvGrpSpPr/>
        <p:nvPr/>
      </p:nvGrpSpPr>
      <p:grpSpPr>
        <a:xfrm>
          <a:off x="0" y="0"/>
          <a:ext cx="0" cy="0"/>
          <a:chOff x="0" y="0"/>
          <a:chExt cx="0" cy="0"/>
        </a:xfrm>
      </p:grpSpPr>
      <p:sp>
        <p:nvSpPr>
          <p:cNvPr id="308" name="Google Shape;308;p70"/>
          <p:cNvSpPr txBox="1"/>
          <p:nvPr>
            <p:ph idx="1" type="subTitle"/>
          </p:nvPr>
        </p:nvSpPr>
        <p:spPr>
          <a:xfrm>
            <a:off x="6600775" y="2845802"/>
            <a:ext cx="1877400" cy="539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4800"/>
              <a:buFont typeface="IBM Plex Sans"/>
              <a:buNone/>
              <a:defRPr sz="4800">
                <a:solidFill>
                  <a:schemeClr val="lt1"/>
                </a:solidFill>
              </a:defRPr>
            </a:lvl1pPr>
            <a:lvl2pPr lvl="1" algn="ctr">
              <a:spcBef>
                <a:spcPts val="0"/>
              </a:spcBef>
              <a:spcAft>
                <a:spcPts val="0"/>
              </a:spcAft>
              <a:buClr>
                <a:schemeClr val="lt1"/>
              </a:buClr>
              <a:buSzPts val="4800"/>
              <a:buFont typeface="IBM Plex Sans"/>
              <a:buNone/>
              <a:defRPr sz="4800">
                <a:solidFill>
                  <a:schemeClr val="lt1"/>
                </a:solidFill>
              </a:defRPr>
            </a:lvl2pPr>
            <a:lvl3pPr lvl="2" algn="ctr">
              <a:spcBef>
                <a:spcPts val="0"/>
              </a:spcBef>
              <a:spcAft>
                <a:spcPts val="0"/>
              </a:spcAft>
              <a:buClr>
                <a:schemeClr val="lt1"/>
              </a:buClr>
              <a:buSzPts val="4800"/>
              <a:buFont typeface="IBM Plex Sans"/>
              <a:buNone/>
              <a:defRPr sz="4800">
                <a:solidFill>
                  <a:schemeClr val="lt1"/>
                </a:solidFill>
              </a:defRPr>
            </a:lvl3pPr>
            <a:lvl4pPr lvl="3" algn="ctr">
              <a:spcBef>
                <a:spcPts val="0"/>
              </a:spcBef>
              <a:spcAft>
                <a:spcPts val="0"/>
              </a:spcAft>
              <a:buClr>
                <a:schemeClr val="lt1"/>
              </a:buClr>
              <a:buSzPts val="4800"/>
              <a:buFont typeface="IBM Plex Sans"/>
              <a:buNone/>
              <a:defRPr sz="4800">
                <a:solidFill>
                  <a:schemeClr val="lt1"/>
                </a:solidFill>
              </a:defRPr>
            </a:lvl4pPr>
            <a:lvl5pPr lvl="4" algn="ctr">
              <a:spcBef>
                <a:spcPts val="0"/>
              </a:spcBef>
              <a:spcAft>
                <a:spcPts val="0"/>
              </a:spcAft>
              <a:buClr>
                <a:schemeClr val="lt1"/>
              </a:buClr>
              <a:buSzPts val="4800"/>
              <a:buFont typeface="IBM Plex Sans"/>
              <a:buNone/>
              <a:defRPr sz="4800">
                <a:solidFill>
                  <a:schemeClr val="lt1"/>
                </a:solidFill>
              </a:defRPr>
            </a:lvl5pPr>
            <a:lvl6pPr lvl="5" algn="ctr">
              <a:spcBef>
                <a:spcPts val="0"/>
              </a:spcBef>
              <a:spcAft>
                <a:spcPts val="0"/>
              </a:spcAft>
              <a:buClr>
                <a:schemeClr val="lt1"/>
              </a:buClr>
              <a:buSzPts val="4800"/>
              <a:buFont typeface="IBM Plex Sans"/>
              <a:buNone/>
              <a:defRPr sz="4800">
                <a:solidFill>
                  <a:schemeClr val="lt1"/>
                </a:solidFill>
              </a:defRPr>
            </a:lvl6pPr>
            <a:lvl7pPr lvl="6" algn="ctr">
              <a:spcBef>
                <a:spcPts val="0"/>
              </a:spcBef>
              <a:spcAft>
                <a:spcPts val="0"/>
              </a:spcAft>
              <a:buClr>
                <a:schemeClr val="lt1"/>
              </a:buClr>
              <a:buSzPts val="4800"/>
              <a:buFont typeface="IBM Plex Sans"/>
              <a:buNone/>
              <a:defRPr sz="4800">
                <a:solidFill>
                  <a:schemeClr val="lt1"/>
                </a:solidFill>
              </a:defRPr>
            </a:lvl7pPr>
            <a:lvl8pPr lvl="7" algn="ctr">
              <a:spcBef>
                <a:spcPts val="0"/>
              </a:spcBef>
              <a:spcAft>
                <a:spcPts val="0"/>
              </a:spcAft>
              <a:buClr>
                <a:schemeClr val="lt1"/>
              </a:buClr>
              <a:buSzPts val="4800"/>
              <a:buFont typeface="IBM Plex Sans"/>
              <a:buNone/>
              <a:defRPr sz="4800">
                <a:solidFill>
                  <a:schemeClr val="lt1"/>
                </a:solidFill>
              </a:defRPr>
            </a:lvl8pPr>
            <a:lvl9pPr lvl="8" algn="ctr">
              <a:spcBef>
                <a:spcPts val="0"/>
              </a:spcBef>
              <a:spcAft>
                <a:spcPts val="0"/>
              </a:spcAft>
              <a:buClr>
                <a:schemeClr val="lt1"/>
              </a:buClr>
              <a:buSzPts val="4800"/>
              <a:buFont typeface="IBM Plex Sans"/>
              <a:buNone/>
              <a:defRPr sz="4800">
                <a:solidFill>
                  <a:schemeClr val="lt1"/>
                </a:solidFill>
              </a:defRPr>
            </a:lvl9pPr>
          </a:lstStyle>
          <a:p/>
        </p:txBody>
      </p:sp>
      <p:sp>
        <p:nvSpPr>
          <p:cNvPr id="309" name="Google Shape;309;p70"/>
          <p:cNvSpPr txBox="1"/>
          <p:nvPr>
            <p:ph idx="2" type="body"/>
          </p:nvPr>
        </p:nvSpPr>
        <p:spPr>
          <a:xfrm>
            <a:off x="3479850" y="4591333"/>
            <a:ext cx="2271000" cy="864600"/>
          </a:xfrm>
          <a:prstGeom prst="rect">
            <a:avLst/>
          </a:prstGeom>
        </p:spPr>
        <p:txBody>
          <a:bodyPr anchorCtr="0" anchor="t" bIns="91425" lIns="0" spcFirstLastPara="1" rIns="0" wrap="square" tIns="0">
            <a:spAutoFit/>
          </a:bodyPr>
          <a:lstStyle>
            <a:lvl1pPr indent="-304800" lvl="0" marL="457200" algn="ctr">
              <a:spcBef>
                <a:spcPts val="0"/>
              </a:spcBef>
              <a:spcAft>
                <a:spcPts val="0"/>
              </a:spcAft>
              <a:buClr>
                <a:schemeClr val="lt1"/>
              </a:buClr>
              <a:buSzPts val="1200"/>
              <a:buFont typeface="IBM Plex Sans"/>
              <a:buChar char="●"/>
              <a:defRPr sz="1200">
                <a:solidFill>
                  <a:schemeClr val="lt1"/>
                </a:solidFill>
              </a:defRPr>
            </a:lvl1pPr>
            <a:lvl2pPr indent="-304800" lvl="1" marL="914400" algn="ctr">
              <a:spcBef>
                <a:spcPts val="1200"/>
              </a:spcBef>
              <a:spcAft>
                <a:spcPts val="0"/>
              </a:spcAft>
              <a:buClr>
                <a:schemeClr val="lt1"/>
              </a:buClr>
              <a:buSzPts val="1200"/>
              <a:buFont typeface="IBM Plex Sans"/>
              <a:buChar char="○"/>
              <a:defRPr sz="1200">
                <a:solidFill>
                  <a:schemeClr val="lt1"/>
                </a:solidFill>
              </a:defRPr>
            </a:lvl2pPr>
            <a:lvl3pPr indent="-304800" lvl="2" marL="1371600" algn="ctr">
              <a:spcBef>
                <a:spcPts val="1200"/>
              </a:spcBef>
              <a:spcAft>
                <a:spcPts val="0"/>
              </a:spcAft>
              <a:buClr>
                <a:schemeClr val="lt1"/>
              </a:buClr>
              <a:buSzPts val="1200"/>
              <a:buFont typeface="IBM Plex Sans"/>
              <a:buChar char="■"/>
              <a:defRPr sz="1200">
                <a:solidFill>
                  <a:schemeClr val="lt1"/>
                </a:solidFill>
              </a:defRPr>
            </a:lvl3pPr>
            <a:lvl4pPr indent="-304800" lvl="3" marL="1828800" algn="ctr">
              <a:spcBef>
                <a:spcPts val="1200"/>
              </a:spcBef>
              <a:spcAft>
                <a:spcPts val="0"/>
              </a:spcAft>
              <a:buClr>
                <a:schemeClr val="lt1"/>
              </a:buClr>
              <a:buSzPts val="1200"/>
              <a:buFont typeface="IBM Plex Sans"/>
              <a:buChar char="●"/>
              <a:defRPr sz="1200">
                <a:solidFill>
                  <a:schemeClr val="lt1"/>
                </a:solidFill>
              </a:defRPr>
            </a:lvl4pPr>
            <a:lvl5pPr indent="-304800" lvl="4" marL="2286000" algn="ctr">
              <a:spcBef>
                <a:spcPts val="1200"/>
              </a:spcBef>
              <a:spcAft>
                <a:spcPts val="0"/>
              </a:spcAft>
              <a:buClr>
                <a:schemeClr val="lt1"/>
              </a:buClr>
              <a:buSzPts val="1200"/>
              <a:buFont typeface="IBM Plex Sans"/>
              <a:buChar char="○"/>
              <a:defRPr sz="1200">
                <a:solidFill>
                  <a:schemeClr val="lt1"/>
                </a:solidFill>
              </a:defRPr>
            </a:lvl5pPr>
            <a:lvl6pPr indent="-304800" lvl="5" marL="2743200" algn="ctr">
              <a:spcBef>
                <a:spcPts val="1200"/>
              </a:spcBef>
              <a:spcAft>
                <a:spcPts val="0"/>
              </a:spcAft>
              <a:buClr>
                <a:schemeClr val="lt1"/>
              </a:buClr>
              <a:buSzPts val="1200"/>
              <a:buFont typeface="IBM Plex Sans"/>
              <a:buChar char="■"/>
              <a:defRPr sz="1200">
                <a:solidFill>
                  <a:schemeClr val="lt1"/>
                </a:solidFill>
              </a:defRPr>
            </a:lvl6pPr>
            <a:lvl7pPr indent="-304800" lvl="6" marL="3200400" algn="ctr">
              <a:spcBef>
                <a:spcPts val="1200"/>
              </a:spcBef>
              <a:spcAft>
                <a:spcPts val="0"/>
              </a:spcAft>
              <a:buClr>
                <a:schemeClr val="lt1"/>
              </a:buClr>
              <a:buSzPts val="1200"/>
              <a:buFont typeface="IBM Plex Sans"/>
              <a:buChar char="●"/>
              <a:defRPr sz="1200">
                <a:solidFill>
                  <a:schemeClr val="lt1"/>
                </a:solidFill>
              </a:defRPr>
            </a:lvl7pPr>
            <a:lvl8pPr indent="-304800" lvl="7" marL="3657600" algn="ctr">
              <a:spcBef>
                <a:spcPts val="1200"/>
              </a:spcBef>
              <a:spcAft>
                <a:spcPts val="0"/>
              </a:spcAft>
              <a:buClr>
                <a:schemeClr val="lt1"/>
              </a:buClr>
              <a:buSzPts val="1200"/>
              <a:buFont typeface="IBM Plex Sans"/>
              <a:buChar char="○"/>
              <a:defRPr sz="1200">
                <a:solidFill>
                  <a:schemeClr val="lt1"/>
                </a:solidFill>
              </a:defRPr>
            </a:lvl8pPr>
            <a:lvl9pPr indent="-304800" lvl="8" marL="4114800" algn="ctr">
              <a:spcBef>
                <a:spcPts val="1200"/>
              </a:spcBef>
              <a:spcAft>
                <a:spcPts val="1200"/>
              </a:spcAft>
              <a:buClr>
                <a:schemeClr val="lt1"/>
              </a:buClr>
              <a:buSzPts val="1200"/>
              <a:buFont typeface="IBM Plex Sans"/>
              <a:buChar char="■"/>
              <a:defRPr sz="1200">
                <a:solidFill>
                  <a:schemeClr val="lt1"/>
                </a:solidFill>
              </a:defRPr>
            </a:lvl9pPr>
          </a:lstStyle>
          <a:p/>
        </p:txBody>
      </p:sp>
      <p:sp>
        <p:nvSpPr>
          <p:cNvPr id="310" name="Google Shape;310;p70"/>
          <p:cNvSpPr txBox="1"/>
          <p:nvPr>
            <p:ph idx="3" type="subTitle"/>
          </p:nvPr>
        </p:nvSpPr>
        <p:spPr>
          <a:xfrm>
            <a:off x="440575" y="2969668"/>
            <a:ext cx="2366700" cy="2871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200"/>
              <a:buFont typeface="IBM Plex Sans"/>
              <a:buNone/>
              <a:defRPr sz="1200">
                <a:solidFill>
                  <a:schemeClr val="lt1"/>
                </a:solidFill>
              </a:defRPr>
            </a:lvl1pPr>
            <a:lvl2pPr lvl="1">
              <a:spcBef>
                <a:spcPts val="0"/>
              </a:spcBef>
              <a:spcAft>
                <a:spcPts val="0"/>
              </a:spcAft>
              <a:buClr>
                <a:schemeClr val="lt1"/>
              </a:buClr>
              <a:buSzPts val="1200"/>
              <a:buFont typeface="IBM Plex Sans"/>
              <a:buNone/>
              <a:defRPr sz="1200">
                <a:solidFill>
                  <a:schemeClr val="lt1"/>
                </a:solidFill>
              </a:defRPr>
            </a:lvl2pPr>
            <a:lvl3pPr lvl="2">
              <a:spcBef>
                <a:spcPts val="0"/>
              </a:spcBef>
              <a:spcAft>
                <a:spcPts val="0"/>
              </a:spcAft>
              <a:buClr>
                <a:schemeClr val="lt1"/>
              </a:buClr>
              <a:buSzPts val="1200"/>
              <a:buFont typeface="IBM Plex Sans"/>
              <a:buNone/>
              <a:defRPr sz="1200">
                <a:solidFill>
                  <a:schemeClr val="lt1"/>
                </a:solidFill>
              </a:defRPr>
            </a:lvl3pPr>
            <a:lvl4pPr lvl="3">
              <a:spcBef>
                <a:spcPts val="0"/>
              </a:spcBef>
              <a:spcAft>
                <a:spcPts val="0"/>
              </a:spcAft>
              <a:buClr>
                <a:schemeClr val="lt1"/>
              </a:buClr>
              <a:buSzPts val="1200"/>
              <a:buFont typeface="IBM Plex Sans"/>
              <a:buNone/>
              <a:defRPr sz="1200">
                <a:solidFill>
                  <a:schemeClr val="lt1"/>
                </a:solidFill>
              </a:defRPr>
            </a:lvl4pPr>
            <a:lvl5pPr lvl="4">
              <a:spcBef>
                <a:spcPts val="0"/>
              </a:spcBef>
              <a:spcAft>
                <a:spcPts val="0"/>
              </a:spcAft>
              <a:buClr>
                <a:schemeClr val="lt1"/>
              </a:buClr>
              <a:buSzPts val="1200"/>
              <a:buFont typeface="IBM Plex Sans"/>
              <a:buNone/>
              <a:defRPr sz="1200">
                <a:solidFill>
                  <a:schemeClr val="lt1"/>
                </a:solidFill>
              </a:defRPr>
            </a:lvl5pPr>
            <a:lvl6pPr lvl="5">
              <a:spcBef>
                <a:spcPts val="0"/>
              </a:spcBef>
              <a:spcAft>
                <a:spcPts val="0"/>
              </a:spcAft>
              <a:buClr>
                <a:schemeClr val="lt1"/>
              </a:buClr>
              <a:buSzPts val="1200"/>
              <a:buFont typeface="IBM Plex Sans"/>
              <a:buNone/>
              <a:defRPr sz="1200">
                <a:solidFill>
                  <a:schemeClr val="lt1"/>
                </a:solidFill>
              </a:defRPr>
            </a:lvl6pPr>
            <a:lvl7pPr lvl="6">
              <a:spcBef>
                <a:spcPts val="0"/>
              </a:spcBef>
              <a:spcAft>
                <a:spcPts val="0"/>
              </a:spcAft>
              <a:buClr>
                <a:schemeClr val="lt1"/>
              </a:buClr>
              <a:buSzPts val="1200"/>
              <a:buFont typeface="IBM Plex Sans"/>
              <a:buNone/>
              <a:defRPr sz="1200">
                <a:solidFill>
                  <a:schemeClr val="lt1"/>
                </a:solidFill>
              </a:defRPr>
            </a:lvl7pPr>
            <a:lvl8pPr lvl="7">
              <a:spcBef>
                <a:spcPts val="0"/>
              </a:spcBef>
              <a:spcAft>
                <a:spcPts val="0"/>
              </a:spcAft>
              <a:buClr>
                <a:schemeClr val="lt1"/>
              </a:buClr>
              <a:buSzPts val="1200"/>
              <a:buFont typeface="IBM Plex Sans"/>
              <a:buNone/>
              <a:defRPr sz="1200">
                <a:solidFill>
                  <a:schemeClr val="lt1"/>
                </a:solidFill>
              </a:defRPr>
            </a:lvl8pPr>
            <a:lvl9pPr lvl="8">
              <a:spcBef>
                <a:spcPts val="0"/>
              </a:spcBef>
              <a:spcAft>
                <a:spcPts val="0"/>
              </a:spcAft>
              <a:buClr>
                <a:schemeClr val="lt1"/>
              </a:buClr>
              <a:buSzPts val="1200"/>
              <a:buFont typeface="IBM Plex Sans"/>
              <a:buNone/>
              <a:defRPr sz="1200">
                <a:solidFill>
                  <a:schemeClr val="lt1"/>
                </a:solidFill>
              </a:defRPr>
            </a:lvl9pPr>
          </a:lstStyle>
          <a:p/>
        </p:txBody>
      </p:sp>
      <p:sp>
        <p:nvSpPr>
          <p:cNvPr id="311" name="Google Shape;311;p70"/>
          <p:cNvSpPr txBox="1"/>
          <p:nvPr>
            <p:ph idx="4" type="body"/>
          </p:nvPr>
        </p:nvSpPr>
        <p:spPr>
          <a:xfrm>
            <a:off x="436800" y="3489741"/>
            <a:ext cx="2366700" cy="1968300"/>
          </a:xfrm>
          <a:prstGeom prst="rect">
            <a:avLst/>
          </a:prstGeom>
        </p:spPr>
        <p:txBody>
          <a:bodyPr anchorCtr="0" anchor="t" bIns="91425" lIns="0" spcFirstLastPara="1" rIns="0" wrap="square" tIns="0">
            <a:spAutoFit/>
          </a:bodyPr>
          <a:lstStyle>
            <a:lvl1pPr indent="-292100" lvl="0" marL="457200">
              <a:spcBef>
                <a:spcPts val="0"/>
              </a:spcBef>
              <a:spcAft>
                <a:spcPts val="0"/>
              </a:spcAft>
              <a:buClr>
                <a:schemeClr val="lt1"/>
              </a:buClr>
              <a:buSzPts val="1000"/>
              <a:buFont typeface="IBM Plex Sans"/>
              <a:buChar char="●"/>
              <a:defRPr>
                <a:solidFill>
                  <a:schemeClr val="lt1"/>
                </a:solidFill>
              </a:defRPr>
            </a:lvl1pPr>
            <a:lvl2pPr indent="-292100" lvl="1" marL="914400">
              <a:spcBef>
                <a:spcPts val="1200"/>
              </a:spcBef>
              <a:spcAft>
                <a:spcPts val="0"/>
              </a:spcAft>
              <a:buClr>
                <a:schemeClr val="lt1"/>
              </a:buClr>
              <a:buSzPts val="1000"/>
              <a:buFont typeface="IBM Plex Sans"/>
              <a:buChar char="○"/>
              <a:defRPr>
                <a:solidFill>
                  <a:schemeClr val="lt1"/>
                </a:solidFill>
              </a:defRPr>
            </a:lvl2pPr>
            <a:lvl3pPr indent="-292100" lvl="2" marL="1371600">
              <a:spcBef>
                <a:spcPts val="1200"/>
              </a:spcBef>
              <a:spcAft>
                <a:spcPts val="0"/>
              </a:spcAft>
              <a:buClr>
                <a:schemeClr val="lt1"/>
              </a:buClr>
              <a:buSzPts val="1000"/>
              <a:buFont typeface="IBM Plex Sans"/>
              <a:buChar char="■"/>
              <a:defRPr>
                <a:solidFill>
                  <a:schemeClr val="lt1"/>
                </a:solidFill>
              </a:defRPr>
            </a:lvl3pPr>
            <a:lvl4pPr indent="-292100" lvl="3" marL="1828800">
              <a:spcBef>
                <a:spcPts val="1200"/>
              </a:spcBef>
              <a:spcAft>
                <a:spcPts val="0"/>
              </a:spcAft>
              <a:buClr>
                <a:schemeClr val="lt1"/>
              </a:buClr>
              <a:buSzPts val="1000"/>
              <a:buFont typeface="IBM Plex Sans"/>
              <a:buChar char="●"/>
              <a:defRPr>
                <a:solidFill>
                  <a:schemeClr val="lt1"/>
                </a:solidFill>
              </a:defRPr>
            </a:lvl4pPr>
            <a:lvl5pPr indent="-292100" lvl="4" marL="2286000">
              <a:spcBef>
                <a:spcPts val="1200"/>
              </a:spcBef>
              <a:spcAft>
                <a:spcPts val="0"/>
              </a:spcAft>
              <a:buClr>
                <a:schemeClr val="lt1"/>
              </a:buClr>
              <a:buSzPts val="1000"/>
              <a:buFont typeface="IBM Plex Sans"/>
              <a:buChar char="○"/>
              <a:defRPr>
                <a:solidFill>
                  <a:schemeClr val="lt1"/>
                </a:solidFill>
              </a:defRPr>
            </a:lvl5pPr>
            <a:lvl6pPr indent="-292100" lvl="5" marL="2743200">
              <a:spcBef>
                <a:spcPts val="1200"/>
              </a:spcBef>
              <a:spcAft>
                <a:spcPts val="0"/>
              </a:spcAft>
              <a:buClr>
                <a:schemeClr val="lt1"/>
              </a:buClr>
              <a:buSzPts val="1000"/>
              <a:buFont typeface="IBM Plex Sans"/>
              <a:buChar char="■"/>
              <a:defRPr>
                <a:solidFill>
                  <a:schemeClr val="lt1"/>
                </a:solidFill>
              </a:defRPr>
            </a:lvl6pPr>
            <a:lvl7pPr indent="-292100" lvl="6" marL="3200400">
              <a:spcBef>
                <a:spcPts val="1200"/>
              </a:spcBef>
              <a:spcAft>
                <a:spcPts val="0"/>
              </a:spcAft>
              <a:buClr>
                <a:schemeClr val="lt1"/>
              </a:buClr>
              <a:buSzPts val="1000"/>
              <a:buFont typeface="IBM Plex Sans"/>
              <a:buChar char="●"/>
              <a:defRPr>
                <a:solidFill>
                  <a:schemeClr val="lt1"/>
                </a:solidFill>
              </a:defRPr>
            </a:lvl7pPr>
            <a:lvl8pPr indent="-292100" lvl="7" marL="3657600">
              <a:spcBef>
                <a:spcPts val="1200"/>
              </a:spcBef>
              <a:spcAft>
                <a:spcPts val="0"/>
              </a:spcAft>
              <a:buClr>
                <a:schemeClr val="lt1"/>
              </a:buClr>
              <a:buSzPts val="1000"/>
              <a:buFont typeface="IBM Plex Sans"/>
              <a:buChar char="○"/>
              <a:defRPr>
                <a:solidFill>
                  <a:schemeClr val="lt1"/>
                </a:solidFill>
              </a:defRPr>
            </a:lvl8pPr>
            <a:lvl9pPr indent="-292100" lvl="8" marL="4114800">
              <a:spcBef>
                <a:spcPts val="1200"/>
              </a:spcBef>
              <a:spcAft>
                <a:spcPts val="1200"/>
              </a:spcAft>
              <a:buClr>
                <a:schemeClr val="lt1"/>
              </a:buClr>
              <a:buSzPts val="1000"/>
              <a:buFont typeface="IBM Plex Sans"/>
              <a:buChar char="■"/>
              <a:defRPr>
                <a:solidFill>
                  <a:schemeClr val="lt1"/>
                </a:solidFill>
              </a:defRPr>
            </a:lvl9pPr>
          </a:lstStyle>
          <a:p/>
        </p:txBody>
      </p:sp>
      <p:sp>
        <p:nvSpPr>
          <p:cNvPr id="312" name="Google Shape;312;p70"/>
          <p:cNvSpPr txBox="1"/>
          <p:nvPr>
            <p:ph idx="5" type="subTitle"/>
          </p:nvPr>
        </p:nvSpPr>
        <p:spPr>
          <a:xfrm>
            <a:off x="3633300" y="3612944"/>
            <a:ext cx="1877400" cy="287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1000"/>
              <a:buFont typeface="IBM Plex Sans"/>
              <a:buNone/>
              <a:defRPr sz="1000">
                <a:solidFill>
                  <a:schemeClr val="lt1"/>
                </a:solidFill>
              </a:defRPr>
            </a:lvl1pPr>
            <a:lvl2pPr lvl="1" algn="ctr">
              <a:spcBef>
                <a:spcPts val="0"/>
              </a:spcBef>
              <a:spcAft>
                <a:spcPts val="0"/>
              </a:spcAft>
              <a:buClr>
                <a:schemeClr val="lt1"/>
              </a:buClr>
              <a:buSzPts val="1000"/>
              <a:buFont typeface="IBM Plex Sans"/>
              <a:buNone/>
              <a:defRPr sz="1000">
                <a:solidFill>
                  <a:schemeClr val="lt1"/>
                </a:solidFill>
              </a:defRPr>
            </a:lvl2pPr>
            <a:lvl3pPr lvl="2" algn="ctr">
              <a:spcBef>
                <a:spcPts val="0"/>
              </a:spcBef>
              <a:spcAft>
                <a:spcPts val="0"/>
              </a:spcAft>
              <a:buClr>
                <a:schemeClr val="lt1"/>
              </a:buClr>
              <a:buSzPts val="1000"/>
              <a:buFont typeface="IBM Plex Sans"/>
              <a:buNone/>
              <a:defRPr sz="1000">
                <a:solidFill>
                  <a:schemeClr val="lt1"/>
                </a:solidFill>
              </a:defRPr>
            </a:lvl3pPr>
            <a:lvl4pPr lvl="3" algn="ctr">
              <a:spcBef>
                <a:spcPts val="0"/>
              </a:spcBef>
              <a:spcAft>
                <a:spcPts val="0"/>
              </a:spcAft>
              <a:buClr>
                <a:schemeClr val="lt1"/>
              </a:buClr>
              <a:buSzPts val="1000"/>
              <a:buFont typeface="IBM Plex Sans"/>
              <a:buNone/>
              <a:defRPr sz="1000">
                <a:solidFill>
                  <a:schemeClr val="lt1"/>
                </a:solidFill>
              </a:defRPr>
            </a:lvl4pPr>
            <a:lvl5pPr lvl="4" algn="ctr">
              <a:spcBef>
                <a:spcPts val="0"/>
              </a:spcBef>
              <a:spcAft>
                <a:spcPts val="0"/>
              </a:spcAft>
              <a:buClr>
                <a:schemeClr val="lt1"/>
              </a:buClr>
              <a:buSzPts val="1000"/>
              <a:buFont typeface="IBM Plex Sans"/>
              <a:buNone/>
              <a:defRPr sz="1000">
                <a:solidFill>
                  <a:schemeClr val="lt1"/>
                </a:solidFill>
              </a:defRPr>
            </a:lvl5pPr>
            <a:lvl6pPr lvl="5" algn="ctr">
              <a:spcBef>
                <a:spcPts val="0"/>
              </a:spcBef>
              <a:spcAft>
                <a:spcPts val="0"/>
              </a:spcAft>
              <a:buClr>
                <a:schemeClr val="lt1"/>
              </a:buClr>
              <a:buSzPts val="1000"/>
              <a:buFont typeface="IBM Plex Sans"/>
              <a:buNone/>
              <a:defRPr sz="1000">
                <a:solidFill>
                  <a:schemeClr val="lt1"/>
                </a:solidFill>
              </a:defRPr>
            </a:lvl6pPr>
            <a:lvl7pPr lvl="6" algn="ctr">
              <a:spcBef>
                <a:spcPts val="0"/>
              </a:spcBef>
              <a:spcAft>
                <a:spcPts val="0"/>
              </a:spcAft>
              <a:buClr>
                <a:schemeClr val="lt1"/>
              </a:buClr>
              <a:buSzPts val="1000"/>
              <a:buFont typeface="IBM Plex Sans"/>
              <a:buNone/>
              <a:defRPr sz="1000">
                <a:solidFill>
                  <a:schemeClr val="lt1"/>
                </a:solidFill>
              </a:defRPr>
            </a:lvl7pPr>
            <a:lvl8pPr lvl="7" algn="ctr">
              <a:spcBef>
                <a:spcPts val="0"/>
              </a:spcBef>
              <a:spcAft>
                <a:spcPts val="0"/>
              </a:spcAft>
              <a:buClr>
                <a:schemeClr val="lt1"/>
              </a:buClr>
              <a:buSzPts val="1000"/>
              <a:buFont typeface="IBM Plex Sans"/>
              <a:buNone/>
              <a:defRPr sz="1000">
                <a:solidFill>
                  <a:schemeClr val="lt1"/>
                </a:solidFill>
              </a:defRPr>
            </a:lvl8pPr>
            <a:lvl9pPr lvl="8" algn="ctr">
              <a:spcBef>
                <a:spcPts val="0"/>
              </a:spcBef>
              <a:spcAft>
                <a:spcPts val="0"/>
              </a:spcAft>
              <a:buClr>
                <a:schemeClr val="lt1"/>
              </a:buClr>
              <a:buSzPts val="1000"/>
              <a:buFont typeface="IBM Plex Sans"/>
              <a:buNone/>
              <a:defRPr sz="1000">
                <a:solidFill>
                  <a:schemeClr val="lt1"/>
                </a:solidFill>
              </a:defRPr>
            </a:lvl9pPr>
          </a:lstStyle>
          <a:p/>
        </p:txBody>
      </p:sp>
      <p:sp>
        <p:nvSpPr>
          <p:cNvPr id="313" name="Google Shape;313;p70"/>
          <p:cNvSpPr txBox="1"/>
          <p:nvPr>
            <p:ph idx="6" type="subTitle"/>
          </p:nvPr>
        </p:nvSpPr>
        <p:spPr>
          <a:xfrm>
            <a:off x="6600775" y="3612944"/>
            <a:ext cx="1877400" cy="287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1000"/>
              <a:buFont typeface="IBM Plex Sans"/>
              <a:buNone/>
              <a:defRPr sz="1000">
                <a:solidFill>
                  <a:schemeClr val="lt1"/>
                </a:solidFill>
              </a:defRPr>
            </a:lvl1pPr>
            <a:lvl2pPr lvl="1" algn="ctr">
              <a:spcBef>
                <a:spcPts val="0"/>
              </a:spcBef>
              <a:spcAft>
                <a:spcPts val="0"/>
              </a:spcAft>
              <a:buClr>
                <a:schemeClr val="lt1"/>
              </a:buClr>
              <a:buSzPts val="1000"/>
              <a:buFont typeface="IBM Plex Sans"/>
              <a:buNone/>
              <a:defRPr sz="1000">
                <a:solidFill>
                  <a:schemeClr val="lt1"/>
                </a:solidFill>
              </a:defRPr>
            </a:lvl2pPr>
            <a:lvl3pPr lvl="2" algn="ctr">
              <a:spcBef>
                <a:spcPts val="0"/>
              </a:spcBef>
              <a:spcAft>
                <a:spcPts val="0"/>
              </a:spcAft>
              <a:buClr>
                <a:schemeClr val="lt1"/>
              </a:buClr>
              <a:buSzPts val="1000"/>
              <a:buFont typeface="IBM Plex Sans"/>
              <a:buNone/>
              <a:defRPr sz="1000">
                <a:solidFill>
                  <a:schemeClr val="lt1"/>
                </a:solidFill>
              </a:defRPr>
            </a:lvl3pPr>
            <a:lvl4pPr lvl="3" algn="ctr">
              <a:spcBef>
                <a:spcPts val="0"/>
              </a:spcBef>
              <a:spcAft>
                <a:spcPts val="0"/>
              </a:spcAft>
              <a:buClr>
                <a:schemeClr val="lt1"/>
              </a:buClr>
              <a:buSzPts val="1000"/>
              <a:buFont typeface="IBM Plex Sans"/>
              <a:buNone/>
              <a:defRPr sz="1000">
                <a:solidFill>
                  <a:schemeClr val="lt1"/>
                </a:solidFill>
              </a:defRPr>
            </a:lvl4pPr>
            <a:lvl5pPr lvl="4" algn="ctr">
              <a:spcBef>
                <a:spcPts val="0"/>
              </a:spcBef>
              <a:spcAft>
                <a:spcPts val="0"/>
              </a:spcAft>
              <a:buClr>
                <a:schemeClr val="lt1"/>
              </a:buClr>
              <a:buSzPts val="1000"/>
              <a:buFont typeface="IBM Plex Sans"/>
              <a:buNone/>
              <a:defRPr sz="1000">
                <a:solidFill>
                  <a:schemeClr val="lt1"/>
                </a:solidFill>
              </a:defRPr>
            </a:lvl5pPr>
            <a:lvl6pPr lvl="5" algn="ctr">
              <a:spcBef>
                <a:spcPts val="0"/>
              </a:spcBef>
              <a:spcAft>
                <a:spcPts val="0"/>
              </a:spcAft>
              <a:buClr>
                <a:schemeClr val="lt1"/>
              </a:buClr>
              <a:buSzPts val="1000"/>
              <a:buFont typeface="IBM Plex Sans"/>
              <a:buNone/>
              <a:defRPr sz="1000">
                <a:solidFill>
                  <a:schemeClr val="lt1"/>
                </a:solidFill>
              </a:defRPr>
            </a:lvl6pPr>
            <a:lvl7pPr lvl="6" algn="ctr">
              <a:spcBef>
                <a:spcPts val="0"/>
              </a:spcBef>
              <a:spcAft>
                <a:spcPts val="0"/>
              </a:spcAft>
              <a:buClr>
                <a:schemeClr val="lt1"/>
              </a:buClr>
              <a:buSzPts val="1000"/>
              <a:buFont typeface="IBM Plex Sans"/>
              <a:buNone/>
              <a:defRPr sz="1000">
                <a:solidFill>
                  <a:schemeClr val="lt1"/>
                </a:solidFill>
              </a:defRPr>
            </a:lvl7pPr>
            <a:lvl8pPr lvl="7" algn="ctr">
              <a:spcBef>
                <a:spcPts val="0"/>
              </a:spcBef>
              <a:spcAft>
                <a:spcPts val="0"/>
              </a:spcAft>
              <a:buClr>
                <a:schemeClr val="lt1"/>
              </a:buClr>
              <a:buSzPts val="1000"/>
              <a:buFont typeface="IBM Plex Sans"/>
              <a:buNone/>
              <a:defRPr sz="1000">
                <a:solidFill>
                  <a:schemeClr val="lt1"/>
                </a:solidFill>
              </a:defRPr>
            </a:lvl8pPr>
            <a:lvl9pPr lvl="8" algn="ctr">
              <a:spcBef>
                <a:spcPts val="0"/>
              </a:spcBef>
              <a:spcAft>
                <a:spcPts val="0"/>
              </a:spcAft>
              <a:buClr>
                <a:schemeClr val="lt1"/>
              </a:buClr>
              <a:buSzPts val="1000"/>
              <a:buFont typeface="IBM Plex Sans"/>
              <a:buNone/>
              <a:defRPr sz="1000">
                <a:solidFill>
                  <a:schemeClr val="lt1"/>
                </a:solidFill>
              </a:defRPr>
            </a:lvl9pPr>
          </a:lstStyle>
          <a:p/>
        </p:txBody>
      </p:sp>
      <p:sp>
        <p:nvSpPr>
          <p:cNvPr id="314" name="Google Shape;314;p70"/>
          <p:cNvSpPr txBox="1"/>
          <p:nvPr>
            <p:ph idx="7" type="subTitle"/>
          </p:nvPr>
        </p:nvSpPr>
        <p:spPr>
          <a:xfrm>
            <a:off x="6600775" y="5077028"/>
            <a:ext cx="1877400" cy="287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1000"/>
              <a:buFont typeface="IBM Plex Sans"/>
              <a:buNone/>
              <a:defRPr sz="1000">
                <a:solidFill>
                  <a:schemeClr val="lt1"/>
                </a:solidFill>
              </a:defRPr>
            </a:lvl1pPr>
            <a:lvl2pPr lvl="1" algn="ctr">
              <a:spcBef>
                <a:spcPts val="0"/>
              </a:spcBef>
              <a:spcAft>
                <a:spcPts val="0"/>
              </a:spcAft>
              <a:buClr>
                <a:schemeClr val="lt1"/>
              </a:buClr>
              <a:buSzPts val="1000"/>
              <a:buFont typeface="IBM Plex Sans"/>
              <a:buNone/>
              <a:defRPr sz="1000">
                <a:solidFill>
                  <a:schemeClr val="lt1"/>
                </a:solidFill>
              </a:defRPr>
            </a:lvl2pPr>
            <a:lvl3pPr lvl="2" algn="ctr">
              <a:spcBef>
                <a:spcPts val="0"/>
              </a:spcBef>
              <a:spcAft>
                <a:spcPts val="0"/>
              </a:spcAft>
              <a:buClr>
                <a:schemeClr val="lt1"/>
              </a:buClr>
              <a:buSzPts val="1000"/>
              <a:buFont typeface="IBM Plex Sans"/>
              <a:buNone/>
              <a:defRPr sz="1000">
                <a:solidFill>
                  <a:schemeClr val="lt1"/>
                </a:solidFill>
              </a:defRPr>
            </a:lvl3pPr>
            <a:lvl4pPr lvl="3" algn="ctr">
              <a:spcBef>
                <a:spcPts val="0"/>
              </a:spcBef>
              <a:spcAft>
                <a:spcPts val="0"/>
              </a:spcAft>
              <a:buClr>
                <a:schemeClr val="lt1"/>
              </a:buClr>
              <a:buSzPts val="1000"/>
              <a:buFont typeface="IBM Plex Sans"/>
              <a:buNone/>
              <a:defRPr sz="1000">
                <a:solidFill>
                  <a:schemeClr val="lt1"/>
                </a:solidFill>
              </a:defRPr>
            </a:lvl4pPr>
            <a:lvl5pPr lvl="4" algn="ctr">
              <a:spcBef>
                <a:spcPts val="0"/>
              </a:spcBef>
              <a:spcAft>
                <a:spcPts val="0"/>
              </a:spcAft>
              <a:buClr>
                <a:schemeClr val="lt1"/>
              </a:buClr>
              <a:buSzPts val="1000"/>
              <a:buFont typeface="IBM Plex Sans"/>
              <a:buNone/>
              <a:defRPr sz="1000">
                <a:solidFill>
                  <a:schemeClr val="lt1"/>
                </a:solidFill>
              </a:defRPr>
            </a:lvl5pPr>
            <a:lvl6pPr lvl="5" algn="ctr">
              <a:spcBef>
                <a:spcPts val="0"/>
              </a:spcBef>
              <a:spcAft>
                <a:spcPts val="0"/>
              </a:spcAft>
              <a:buClr>
                <a:schemeClr val="lt1"/>
              </a:buClr>
              <a:buSzPts val="1000"/>
              <a:buFont typeface="IBM Plex Sans"/>
              <a:buNone/>
              <a:defRPr sz="1000">
                <a:solidFill>
                  <a:schemeClr val="lt1"/>
                </a:solidFill>
              </a:defRPr>
            </a:lvl6pPr>
            <a:lvl7pPr lvl="6" algn="ctr">
              <a:spcBef>
                <a:spcPts val="0"/>
              </a:spcBef>
              <a:spcAft>
                <a:spcPts val="0"/>
              </a:spcAft>
              <a:buClr>
                <a:schemeClr val="lt1"/>
              </a:buClr>
              <a:buSzPts val="1000"/>
              <a:buFont typeface="IBM Plex Sans"/>
              <a:buNone/>
              <a:defRPr sz="1000">
                <a:solidFill>
                  <a:schemeClr val="lt1"/>
                </a:solidFill>
              </a:defRPr>
            </a:lvl7pPr>
            <a:lvl8pPr lvl="7" algn="ctr">
              <a:spcBef>
                <a:spcPts val="0"/>
              </a:spcBef>
              <a:spcAft>
                <a:spcPts val="0"/>
              </a:spcAft>
              <a:buClr>
                <a:schemeClr val="lt1"/>
              </a:buClr>
              <a:buSzPts val="1000"/>
              <a:buFont typeface="IBM Plex Sans"/>
              <a:buNone/>
              <a:defRPr sz="1000">
                <a:solidFill>
                  <a:schemeClr val="lt1"/>
                </a:solidFill>
              </a:defRPr>
            </a:lvl8pPr>
            <a:lvl9pPr lvl="8" algn="ctr">
              <a:spcBef>
                <a:spcPts val="0"/>
              </a:spcBef>
              <a:spcAft>
                <a:spcPts val="0"/>
              </a:spcAft>
              <a:buClr>
                <a:schemeClr val="lt1"/>
              </a:buClr>
              <a:buSzPts val="1000"/>
              <a:buFont typeface="IBM Plex Sans"/>
              <a:buNone/>
              <a:defRPr sz="1000">
                <a:solidFill>
                  <a:schemeClr val="lt1"/>
                </a:solidFill>
              </a:defRPr>
            </a:lvl9pPr>
          </a:lstStyle>
          <a:p/>
        </p:txBody>
      </p:sp>
      <p:sp>
        <p:nvSpPr>
          <p:cNvPr id="315" name="Google Shape;315;p70"/>
          <p:cNvSpPr txBox="1"/>
          <p:nvPr>
            <p:ph idx="8" type="subTitle"/>
          </p:nvPr>
        </p:nvSpPr>
        <p:spPr>
          <a:xfrm>
            <a:off x="3633300" y="2845802"/>
            <a:ext cx="1877400" cy="539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4800"/>
              <a:buFont typeface="IBM Plex Sans"/>
              <a:buNone/>
              <a:defRPr sz="4800">
                <a:solidFill>
                  <a:schemeClr val="lt1"/>
                </a:solidFill>
              </a:defRPr>
            </a:lvl1pPr>
            <a:lvl2pPr lvl="1" algn="ctr">
              <a:spcBef>
                <a:spcPts val="0"/>
              </a:spcBef>
              <a:spcAft>
                <a:spcPts val="0"/>
              </a:spcAft>
              <a:buClr>
                <a:schemeClr val="lt1"/>
              </a:buClr>
              <a:buSzPts val="4800"/>
              <a:buFont typeface="IBM Plex Sans"/>
              <a:buNone/>
              <a:defRPr sz="4800">
                <a:solidFill>
                  <a:schemeClr val="lt1"/>
                </a:solidFill>
              </a:defRPr>
            </a:lvl2pPr>
            <a:lvl3pPr lvl="2" algn="ctr">
              <a:spcBef>
                <a:spcPts val="0"/>
              </a:spcBef>
              <a:spcAft>
                <a:spcPts val="0"/>
              </a:spcAft>
              <a:buClr>
                <a:schemeClr val="lt1"/>
              </a:buClr>
              <a:buSzPts val="4800"/>
              <a:buFont typeface="IBM Plex Sans"/>
              <a:buNone/>
              <a:defRPr sz="4800">
                <a:solidFill>
                  <a:schemeClr val="lt1"/>
                </a:solidFill>
              </a:defRPr>
            </a:lvl3pPr>
            <a:lvl4pPr lvl="3" algn="ctr">
              <a:spcBef>
                <a:spcPts val="0"/>
              </a:spcBef>
              <a:spcAft>
                <a:spcPts val="0"/>
              </a:spcAft>
              <a:buClr>
                <a:schemeClr val="lt1"/>
              </a:buClr>
              <a:buSzPts val="4800"/>
              <a:buFont typeface="IBM Plex Sans"/>
              <a:buNone/>
              <a:defRPr sz="4800">
                <a:solidFill>
                  <a:schemeClr val="lt1"/>
                </a:solidFill>
              </a:defRPr>
            </a:lvl4pPr>
            <a:lvl5pPr lvl="4" algn="ctr">
              <a:spcBef>
                <a:spcPts val="0"/>
              </a:spcBef>
              <a:spcAft>
                <a:spcPts val="0"/>
              </a:spcAft>
              <a:buClr>
                <a:schemeClr val="lt1"/>
              </a:buClr>
              <a:buSzPts val="4800"/>
              <a:buFont typeface="IBM Plex Sans"/>
              <a:buNone/>
              <a:defRPr sz="4800">
                <a:solidFill>
                  <a:schemeClr val="lt1"/>
                </a:solidFill>
              </a:defRPr>
            </a:lvl5pPr>
            <a:lvl6pPr lvl="5" algn="ctr">
              <a:spcBef>
                <a:spcPts val="0"/>
              </a:spcBef>
              <a:spcAft>
                <a:spcPts val="0"/>
              </a:spcAft>
              <a:buClr>
                <a:schemeClr val="lt1"/>
              </a:buClr>
              <a:buSzPts val="4800"/>
              <a:buFont typeface="IBM Plex Sans"/>
              <a:buNone/>
              <a:defRPr sz="4800">
                <a:solidFill>
                  <a:schemeClr val="lt1"/>
                </a:solidFill>
              </a:defRPr>
            </a:lvl6pPr>
            <a:lvl7pPr lvl="6" algn="ctr">
              <a:spcBef>
                <a:spcPts val="0"/>
              </a:spcBef>
              <a:spcAft>
                <a:spcPts val="0"/>
              </a:spcAft>
              <a:buClr>
                <a:schemeClr val="lt1"/>
              </a:buClr>
              <a:buSzPts val="4800"/>
              <a:buFont typeface="IBM Plex Sans"/>
              <a:buNone/>
              <a:defRPr sz="4800">
                <a:solidFill>
                  <a:schemeClr val="lt1"/>
                </a:solidFill>
              </a:defRPr>
            </a:lvl7pPr>
            <a:lvl8pPr lvl="7" algn="ctr">
              <a:spcBef>
                <a:spcPts val="0"/>
              </a:spcBef>
              <a:spcAft>
                <a:spcPts val="0"/>
              </a:spcAft>
              <a:buClr>
                <a:schemeClr val="lt1"/>
              </a:buClr>
              <a:buSzPts val="4800"/>
              <a:buFont typeface="IBM Plex Sans"/>
              <a:buNone/>
              <a:defRPr sz="4800">
                <a:solidFill>
                  <a:schemeClr val="lt1"/>
                </a:solidFill>
              </a:defRPr>
            </a:lvl8pPr>
            <a:lvl9pPr lvl="8" algn="ctr">
              <a:spcBef>
                <a:spcPts val="0"/>
              </a:spcBef>
              <a:spcAft>
                <a:spcPts val="0"/>
              </a:spcAft>
              <a:buClr>
                <a:schemeClr val="lt1"/>
              </a:buClr>
              <a:buSzPts val="4800"/>
              <a:buFont typeface="IBM Plex Sans"/>
              <a:buNone/>
              <a:defRPr sz="4800">
                <a:solidFill>
                  <a:schemeClr val="lt1"/>
                </a:solidFill>
              </a:defRPr>
            </a:lvl9pPr>
          </a:lstStyle>
          <a:p/>
        </p:txBody>
      </p:sp>
      <p:sp>
        <p:nvSpPr>
          <p:cNvPr id="316" name="Google Shape;316;p70"/>
          <p:cNvSpPr txBox="1"/>
          <p:nvPr>
            <p:ph idx="9" type="subTitle"/>
          </p:nvPr>
        </p:nvSpPr>
        <p:spPr>
          <a:xfrm>
            <a:off x="436725" y="905333"/>
            <a:ext cx="4182300" cy="2871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200"/>
              <a:buFont typeface="IBM Plex Sans"/>
              <a:buNone/>
              <a:defRPr sz="1200">
                <a:solidFill>
                  <a:schemeClr val="lt1"/>
                </a:solidFill>
              </a:defRPr>
            </a:lvl1pPr>
            <a:lvl2pPr lvl="1">
              <a:spcBef>
                <a:spcPts val="0"/>
              </a:spcBef>
              <a:spcAft>
                <a:spcPts val="0"/>
              </a:spcAft>
              <a:buClr>
                <a:schemeClr val="lt1"/>
              </a:buClr>
              <a:buSzPts val="1200"/>
              <a:buFont typeface="IBM Plex Sans"/>
              <a:buNone/>
              <a:defRPr sz="1200">
                <a:solidFill>
                  <a:schemeClr val="lt1"/>
                </a:solidFill>
              </a:defRPr>
            </a:lvl2pPr>
            <a:lvl3pPr lvl="2">
              <a:spcBef>
                <a:spcPts val="0"/>
              </a:spcBef>
              <a:spcAft>
                <a:spcPts val="0"/>
              </a:spcAft>
              <a:buClr>
                <a:schemeClr val="lt1"/>
              </a:buClr>
              <a:buSzPts val="1200"/>
              <a:buFont typeface="IBM Plex Sans"/>
              <a:buNone/>
              <a:defRPr sz="1200">
                <a:solidFill>
                  <a:schemeClr val="lt1"/>
                </a:solidFill>
              </a:defRPr>
            </a:lvl3pPr>
            <a:lvl4pPr lvl="3">
              <a:spcBef>
                <a:spcPts val="0"/>
              </a:spcBef>
              <a:spcAft>
                <a:spcPts val="0"/>
              </a:spcAft>
              <a:buClr>
                <a:schemeClr val="lt1"/>
              </a:buClr>
              <a:buSzPts val="1200"/>
              <a:buFont typeface="IBM Plex Sans"/>
              <a:buNone/>
              <a:defRPr sz="1200">
                <a:solidFill>
                  <a:schemeClr val="lt1"/>
                </a:solidFill>
              </a:defRPr>
            </a:lvl4pPr>
            <a:lvl5pPr lvl="4">
              <a:spcBef>
                <a:spcPts val="0"/>
              </a:spcBef>
              <a:spcAft>
                <a:spcPts val="0"/>
              </a:spcAft>
              <a:buClr>
                <a:schemeClr val="lt1"/>
              </a:buClr>
              <a:buSzPts val="1200"/>
              <a:buFont typeface="IBM Plex Sans"/>
              <a:buNone/>
              <a:defRPr sz="1200">
                <a:solidFill>
                  <a:schemeClr val="lt1"/>
                </a:solidFill>
              </a:defRPr>
            </a:lvl5pPr>
            <a:lvl6pPr lvl="5">
              <a:spcBef>
                <a:spcPts val="0"/>
              </a:spcBef>
              <a:spcAft>
                <a:spcPts val="0"/>
              </a:spcAft>
              <a:buClr>
                <a:schemeClr val="lt1"/>
              </a:buClr>
              <a:buSzPts val="1200"/>
              <a:buFont typeface="IBM Plex Sans"/>
              <a:buNone/>
              <a:defRPr sz="1200">
                <a:solidFill>
                  <a:schemeClr val="lt1"/>
                </a:solidFill>
              </a:defRPr>
            </a:lvl6pPr>
            <a:lvl7pPr lvl="6">
              <a:spcBef>
                <a:spcPts val="0"/>
              </a:spcBef>
              <a:spcAft>
                <a:spcPts val="0"/>
              </a:spcAft>
              <a:buClr>
                <a:schemeClr val="lt1"/>
              </a:buClr>
              <a:buSzPts val="1200"/>
              <a:buFont typeface="IBM Plex Sans"/>
              <a:buNone/>
              <a:defRPr sz="1200">
                <a:solidFill>
                  <a:schemeClr val="lt1"/>
                </a:solidFill>
              </a:defRPr>
            </a:lvl7pPr>
            <a:lvl8pPr lvl="7">
              <a:spcBef>
                <a:spcPts val="0"/>
              </a:spcBef>
              <a:spcAft>
                <a:spcPts val="0"/>
              </a:spcAft>
              <a:buClr>
                <a:schemeClr val="lt1"/>
              </a:buClr>
              <a:buSzPts val="1200"/>
              <a:buFont typeface="IBM Plex Sans"/>
              <a:buNone/>
              <a:defRPr sz="1200">
                <a:solidFill>
                  <a:schemeClr val="lt1"/>
                </a:solidFill>
              </a:defRPr>
            </a:lvl8pPr>
            <a:lvl9pPr lvl="8">
              <a:spcBef>
                <a:spcPts val="0"/>
              </a:spcBef>
              <a:spcAft>
                <a:spcPts val="0"/>
              </a:spcAft>
              <a:buClr>
                <a:schemeClr val="lt1"/>
              </a:buClr>
              <a:buSzPts val="1200"/>
              <a:buFont typeface="IBM Plex Sans"/>
              <a:buNone/>
              <a:defRPr sz="1200">
                <a:solidFill>
                  <a:schemeClr val="lt1"/>
                </a:solidFill>
              </a:defRPr>
            </a:lvl9pPr>
          </a:lstStyle>
          <a:p/>
        </p:txBody>
      </p:sp>
      <p:sp>
        <p:nvSpPr>
          <p:cNvPr id="317" name="Google Shape;317;p70"/>
          <p:cNvSpPr txBox="1"/>
          <p:nvPr>
            <p:ph type="title"/>
          </p:nvPr>
        </p:nvSpPr>
        <p:spPr>
          <a:xfrm>
            <a:off x="436725" y="1368694"/>
            <a:ext cx="4182300" cy="653100"/>
          </a:xfrm>
          <a:prstGeom prst="rect">
            <a:avLst/>
          </a:prstGeom>
        </p:spPr>
        <p:txBody>
          <a:bodyPr anchorCtr="0" anchor="ctr" bIns="0" lIns="0" spcFirstLastPara="1" rIns="0" wrap="square" tIns="0">
            <a:spAutoFit/>
          </a:bodyPr>
          <a:lstStyle>
            <a:lvl1pPr lvl="0">
              <a:spcBef>
                <a:spcPts val="0"/>
              </a:spcBef>
              <a:spcAft>
                <a:spcPts val="0"/>
              </a:spcAft>
              <a:buNone/>
              <a:defRPr sz="1800">
                <a:solidFill>
                  <a:schemeClr val="lt1"/>
                </a:solidFill>
              </a:defRPr>
            </a:lvl1pPr>
            <a:lvl2pPr lvl="1">
              <a:spcBef>
                <a:spcPts val="0"/>
              </a:spcBef>
              <a:spcAft>
                <a:spcPts val="0"/>
              </a:spcAft>
              <a:buNone/>
              <a:defRPr>
                <a:solidFill>
                  <a:schemeClr val="lt1"/>
                </a:solidFill>
              </a:defRPr>
            </a:lvl2pPr>
            <a:lvl3pPr lvl="2">
              <a:spcBef>
                <a:spcPts val="0"/>
              </a:spcBef>
              <a:spcAft>
                <a:spcPts val="0"/>
              </a:spcAft>
              <a:buNone/>
              <a:defRPr>
                <a:solidFill>
                  <a:schemeClr val="lt1"/>
                </a:solidFill>
              </a:defRPr>
            </a:lvl3pPr>
            <a:lvl4pPr lvl="3">
              <a:spcBef>
                <a:spcPts val="0"/>
              </a:spcBef>
              <a:spcAft>
                <a:spcPts val="0"/>
              </a:spcAft>
              <a:buNone/>
              <a:defRPr>
                <a:solidFill>
                  <a:schemeClr val="lt1"/>
                </a:solidFill>
              </a:defRPr>
            </a:lvl4pPr>
            <a:lvl5pPr lvl="4">
              <a:spcBef>
                <a:spcPts val="0"/>
              </a:spcBef>
              <a:spcAft>
                <a:spcPts val="0"/>
              </a:spcAft>
              <a:buNone/>
              <a:defRPr>
                <a:solidFill>
                  <a:schemeClr val="lt1"/>
                </a:solidFill>
              </a:defRPr>
            </a:lvl5pPr>
            <a:lvl6pPr lvl="5">
              <a:spcBef>
                <a:spcPts val="0"/>
              </a:spcBef>
              <a:spcAft>
                <a:spcPts val="0"/>
              </a:spcAft>
              <a:buNone/>
              <a:defRPr>
                <a:solidFill>
                  <a:schemeClr val="lt1"/>
                </a:solidFill>
              </a:defRPr>
            </a:lvl6pPr>
            <a:lvl7pPr lvl="6">
              <a:spcBef>
                <a:spcPts val="0"/>
              </a:spcBef>
              <a:spcAft>
                <a:spcPts val="0"/>
              </a:spcAft>
              <a:buNone/>
              <a:defRPr>
                <a:solidFill>
                  <a:schemeClr val="lt1"/>
                </a:solidFill>
              </a:defRPr>
            </a:lvl7pPr>
            <a:lvl8pPr lvl="7">
              <a:spcBef>
                <a:spcPts val="0"/>
              </a:spcBef>
              <a:spcAft>
                <a:spcPts val="0"/>
              </a:spcAft>
              <a:buNone/>
              <a:defRPr>
                <a:solidFill>
                  <a:schemeClr val="lt1"/>
                </a:solidFill>
              </a:defRPr>
            </a:lvl8pPr>
            <a:lvl9pPr lvl="8">
              <a:spcBef>
                <a:spcPts val="0"/>
              </a:spcBef>
              <a:spcAft>
                <a:spcPts val="0"/>
              </a:spcAft>
              <a:buNone/>
              <a:defRPr>
                <a:solidFill>
                  <a:schemeClr val="lt1"/>
                </a:solidFill>
              </a:defRPr>
            </a:lvl9pPr>
          </a:lstStyle>
          <a:p/>
        </p:txBody>
      </p:sp>
      <p:sp>
        <p:nvSpPr>
          <p:cNvPr id="318" name="Google Shape;318;p70"/>
          <p:cNvSpPr txBox="1"/>
          <p:nvPr>
            <p:ph idx="12" type="sldNum"/>
          </p:nvPr>
        </p:nvSpPr>
        <p:spPr>
          <a:xfrm>
            <a:off x="8280600" y="254000"/>
            <a:ext cx="386400" cy="254100"/>
          </a:xfrm>
          <a:prstGeom prst="rect">
            <a:avLst/>
          </a:prstGeom>
          <a:noFill/>
          <a:ln>
            <a:noFill/>
          </a:ln>
        </p:spPr>
        <p:txBody>
          <a:bodyPr anchorCtr="0" anchor="t" bIns="0" lIns="0" spcFirstLastPara="1" rIns="0" wrap="square" tIns="0">
            <a:noAutofit/>
          </a:bodyPr>
          <a:lstStyle>
            <a:lvl1pPr lvl="0" algn="r">
              <a:buClr>
                <a:schemeClr val="lt1"/>
              </a:buClr>
              <a:buSzPts val="800"/>
              <a:buNone/>
              <a:defRPr sz="800">
                <a:solidFill>
                  <a:schemeClr val="lt1"/>
                </a:solidFill>
                <a:latin typeface="IBM Plex Sans"/>
                <a:ea typeface="IBM Plex Sans"/>
                <a:cs typeface="IBM Plex Sans"/>
                <a:sym typeface="IBM Plex Sans"/>
              </a:defRPr>
            </a:lvl1pPr>
            <a:lvl2pPr lvl="1" algn="r">
              <a:buClr>
                <a:schemeClr val="lt1"/>
              </a:buClr>
              <a:buSzPts val="800"/>
              <a:buNone/>
              <a:defRPr sz="800">
                <a:solidFill>
                  <a:schemeClr val="lt1"/>
                </a:solidFill>
                <a:latin typeface="IBM Plex Sans"/>
                <a:ea typeface="IBM Plex Sans"/>
                <a:cs typeface="IBM Plex Sans"/>
                <a:sym typeface="IBM Plex Sans"/>
              </a:defRPr>
            </a:lvl2pPr>
            <a:lvl3pPr lvl="2" algn="r">
              <a:buClr>
                <a:schemeClr val="lt1"/>
              </a:buClr>
              <a:buSzPts val="800"/>
              <a:buNone/>
              <a:defRPr sz="800">
                <a:solidFill>
                  <a:schemeClr val="lt1"/>
                </a:solidFill>
                <a:latin typeface="IBM Plex Sans"/>
                <a:ea typeface="IBM Plex Sans"/>
                <a:cs typeface="IBM Plex Sans"/>
                <a:sym typeface="IBM Plex Sans"/>
              </a:defRPr>
            </a:lvl3pPr>
            <a:lvl4pPr lvl="3" algn="r">
              <a:buClr>
                <a:schemeClr val="lt1"/>
              </a:buClr>
              <a:buSzPts val="800"/>
              <a:buNone/>
              <a:defRPr sz="800">
                <a:solidFill>
                  <a:schemeClr val="lt1"/>
                </a:solidFill>
                <a:latin typeface="IBM Plex Sans"/>
                <a:ea typeface="IBM Plex Sans"/>
                <a:cs typeface="IBM Plex Sans"/>
                <a:sym typeface="IBM Plex Sans"/>
              </a:defRPr>
            </a:lvl4pPr>
            <a:lvl5pPr lvl="4" algn="r">
              <a:buClr>
                <a:schemeClr val="lt1"/>
              </a:buClr>
              <a:buSzPts val="800"/>
              <a:buNone/>
              <a:defRPr sz="800">
                <a:solidFill>
                  <a:schemeClr val="lt1"/>
                </a:solidFill>
                <a:latin typeface="IBM Plex Sans"/>
                <a:ea typeface="IBM Plex Sans"/>
                <a:cs typeface="IBM Plex Sans"/>
                <a:sym typeface="IBM Plex Sans"/>
              </a:defRPr>
            </a:lvl5pPr>
            <a:lvl6pPr lvl="5" algn="r">
              <a:buClr>
                <a:schemeClr val="lt1"/>
              </a:buClr>
              <a:buSzPts val="800"/>
              <a:buNone/>
              <a:defRPr sz="800">
                <a:solidFill>
                  <a:schemeClr val="lt1"/>
                </a:solidFill>
                <a:latin typeface="IBM Plex Sans"/>
                <a:ea typeface="IBM Plex Sans"/>
                <a:cs typeface="IBM Plex Sans"/>
                <a:sym typeface="IBM Plex Sans"/>
              </a:defRPr>
            </a:lvl6pPr>
            <a:lvl7pPr lvl="6" algn="r">
              <a:buClr>
                <a:schemeClr val="lt1"/>
              </a:buClr>
              <a:buSzPts val="800"/>
              <a:buNone/>
              <a:defRPr sz="800">
                <a:solidFill>
                  <a:schemeClr val="lt1"/>
                </a:solidFill>
                <a:latin typeface="IBM Plex Sans"/>
                <a:ea typeface="IBM Plex Sans"/>
                <a:cs typeface="IBM Plex Sans"/>
                <a:sym typeface="IBM Plex Sans"/>
              </a:defRPr>
            </a:lvl7pPr>
            <a:lvl8pPr lvl="7" algn="r">
              <a:buClr>
                <a:schemeClr val="lt1"/>
              </a:buClr>
              <a:buSzPts val="800"/>
              <a:buNone/>
              <a:defRPr sz="800">
                <a:solidFill>
                  <a:schemeClr val="lt1"/>
                </a:solidFill>
                <a:latin typeface="IBM Plex Sans"/>
                <a:ea typeface="IBM Plex Sans"/>
                <a:cs typeface="IBM Plex Sans"/>
                <a:sym typeface="IBM Plex Sans"/>
              </a:defRPr>
            </a:lvl8pPr>
            <a:lvl9pPr lvl="8" algn="r">
              <a:buClr>
                <a:schemeClr val="lt1"/>
              </a:buClr>
              <a:buSzPts val="800"/>
              <a:buNone/>
              <a:defRPr sz="800">
                <a:solidFill>
                  <a:schemeClr val="lt1"/>
                </a:solidFill>
                <a:latin typeface="IBM Plex Sans"/>
                <a:ea typeface="IBM Plex Sans"/>
                <a:cs typeface="IBM Plex Sans"/>
                <a:sym typeface="IBM Plex Sans"/>
              </a:defRPr>
            </a:lvl9pPr>
          </a:lstStyle>
          <a:p>
            <a:pPr indent="-50800" lvl="0" marL="0" rtl="0" algn="r">
              <a:spcBef>
                <a:spcPts val="0"/>
              </a:spcBef>
              <a:spcAft>
                <a:spcPts val="0"/>
              </a:spcAft>
              <a:buClr>
                <a:schemeClr val="lt1"/>
              </a:buClr>
              <a:buSzPts val="800"/>
              <a:buFont typeface="IBM Plex Sans"/>
              <a:buNone/>
            </a:pPr>
            <a:fld id="{00000000-1234-1234-1234-123412341234}" type="slidenum">
              <a:rPr lang="en"/>
              <a:t>‹#›</a:t>
            </a:fld>
            <a:endParaRPr/>
          </a:p>
        </p:txBody>
      </p:sp>
      <p:sp>
        <p:nvSpPr>
          <p:cNvPr id="319" name="Google Shape;319;p70"/>
          <p:cNvSpPr txBox="1"/>
          <p:nvPr>
            <p:ph idx="13" type="subTitle"/>
          </p:nvPr>
        </p:nvSpPr>
        <p:spPr>
          <a:xfrm>
            <a:off x="6802800" y="256333"/>
            <a:ext cx="1050600" cy="162000"/>
          </a:xfrm>
          <a:prstGeom prst="rect">
            <a:avLst/>
          </a:prstGeom>
        </p:spPr>
        <p:txBody>
          <a:bodyPr anchorCtr="0" anchor="t" bIns="0" lIns="0" spcFirstLastPara="1" rIns="0" wrap="square" tIns="0">
            <a:spAutoFit/>
          </a:bodyPr>
          <a:lstStyle>
            <a:lvl1pPr lvl="0" algn="r">
              <a:spcBef>
                <a:spcPts val="0"/>
              </a:spcBef>
              <a:spcAft>
                <a:spcPts val="0"/>
              </a:spcAft>
              <a:buClr>
                <a:schemeClr val="lt1"/>
              </a:buClr>
              <a:buSzPts val="800"/>
              <a:buFont typeface="IBM Plex Sans"/>
              <a:buNone/>
              <a:defRPr sz="800">
                <a:solidFill>
                  <a:schemeClr val="lt1"/>
                </a:solidFill>
              </a:defRPr>
            </a:lvl1pPr>
            <a:lvl2pPr lvl="1" algn="r">
              <a:spcBef>
                <a:spcPts val="0"/>
              </a:spcBef>
              <a:spcAft>
                <a:spcPts val="0"/>
              </a:spcAft>
              <a:buClr>
                <a:schemeClr val="lt1"/>
              </a:buClr>
              <a:buSzPts val="800"/>
              <a:buFont typeface="IBM Plex Sans"/>
              <a:buNone/>
              <a:defRPr sz="800">
                <a:solidFill>
                  <a:schemeClr val="lt1"/>
                </a:solidFill>
              </a:defRPr>
            </a:lvl2pPr>
            <a:lvl3pPr lvl="2" algn="r">
              <a:spcBef>
                <a:spcPts val="0"/>
              </a:spcBef>
              <a:spcAft>
                <a:spcPts val="0"/>
              </a:spcAft>
              <a:buClr>
                <a:schemeClr val="lt1"/>
              </a:buClr>
              <a:buSzPts val="800"/>
              <a:buFont typeface="IBM Plex Sans"/>
              <a:buNone/>
              <a:defRPr sz="800">
                <a:solidFill>
                  <a:schemeClr val="lt1"/>
                </a:solidFill>
              </a:defRPr>
            </a:lvl3pPr>
            <a:lvl4pPr lvl="3" algn="r">
              <a:spcBef>
                <a:spcPts val="0"/>
              </a:spcBef>
              <a:spcAft>
                <a:spcPts val="0"/>
              </a:spcAft>
              <a:buClr>
                <a:schemeClr val="lt1"/>
              </a:buClr>
              <a:buSzPts val="800"/>
              <a:buFont typeface="IBM Plex Sans"/>
              <a:buNone/>
              <a:defRPr sz="800">
                <a:solidFill>
                  <a:schemeClr val="lt1"/>
                </a:solidFill>
              </a:defRPr>
            </a:lvl4pPr>
            <a:lvl5pPr lvl="4" algn="r">
              <a:spcBef>
                <a:spcPts val="0"/>
              </a:spcBef>
              <a:spcAft>
                <a:spcPts val="0"/>
              </a:spcAft>
              <a:buClr>
                <a:schemeClr val="lt1"/>
              </a:buClr>
              <a:buSzPts val="800"/>
              <a:buFont typeface="IBM Plex Sans"/>
              <a:buNone/>
              <a:defRPr sz="800">
                <a:solidFill>
                  <a:schemeClr val="lt1"/>
                </a:solidFill>
              </a:defRPr>
            </a:lvl5pPr>
            <a:lvl6pPr lvl="5" algn="r">
              <a:spcBef>
                <a:spcPts val="0"/>
              </a:spcBef>
              <a:spcAft>
                <a:spcPts val="0"/>
              </a:spcAft>
              <a:buClr>
                <a:schemeClr val="lt1"/>
              </a:buClr>
              <a:buSzPts val="800"/>
              <a:buFont typeface="IBM Plex Sans"/>
              <a:buNone/>
              <a:defRPr sz="800">
                <a:solidFill>
                  <a:schemeClr val="lt1"/>
                </a:solidFill>
              </a:defRPr>
            </a:lvl6pPr>
            <a:lvl7pPr lvl="6" algn="r">
              <a:spcBef>
                <a:spcPts val="0"/>
              </a:spcBef>
              <a:spcAft>
                <a:spcPts val="0"/>
              </a:spcAft>
              <a:buClr>
                <a:schemeClr val="lt1"/>
              </a:buClr>
              <a:buSzPts val="800"/>
              <a:buFont typeface="IBM Plex Sans"/>
              <a:buNone/>
              <a:defRPr sz="800">
                <a:solidFill>
                  <a:schemeClr val="lt1"/>
                </a:solidFill>
              </a:defRPr>
            </a:lvl7pPr>
            <a:lvl8pPr lvl="7" algn="r">
              <a:spcBef>
                <a:spcPts val="0"/>
              </a:spcBef>
              <a:spcAft>
                <a:spcPts val="0"/>
              </a:spcAft>
              <a:buClr>
                <a:schemeClr val="lt1"/>
              </a:buClr>
              <a:buSzPts val="800"/>
              <a:buFont typeface="IBM Plex Sans"/>
              <a:buNone/>
              <a:defRPr sz="800">
                <a:solidFill>
                  <a:schemeClr val="lt1"/>
                </a:solidFill>
              </a:defRPr>
            </a:lvl8pPr>
            <a:lvl9pPr lvl="8" algn="r">
              <a:spcBef>
                <a:spcPts val="0"/>
              </a:spcBef>
              <a:spcAft>
                <a:spcPts val="0"/>
              </a:spcAft>
              <a:buClr>
                <a:schemeClr val="lt1"/>
              </a:buClr>
              <a:buSzPts val="800"/>
              <a:buFont typeface="IBM Plex Sans"/>
              <a:buNone/>
              <a:defRPr sz="800">
                <a:solidFill>
                  <a:schemeClr val="lt1"/>
                </a:solidFill>
              </a:defRPr>
            </a:lvl9pPr>
          </a:lstStyle>
          <a:p/>
        </p:txBody>
      </p:sp>
      <p:sp>
        <p:nvSpPr>
          <p:cNvPr id="320" name="Google Shape;320;p70"/>
          <p:cNvSpPr txBox="1"/>
          <p:nvPr>
            <p:ph idx="14" type="subTitle"/>
          </p:nvPr>
        </p:nvSpPr>
        <p:spPr>
          <a:xfrm>
            <a:off x="436725" y="256333"/>
            <a:ext cx="1893000" cy="254100"/>
          </a:xfrm>
          <a:prstGeom prst="rect">
            <a:avLst/>
          </a:prstGeom>
        </p:spPr>
        <p:txBody>
          <a:bodyPr anchorCtr="0" anchor="t" bIns="0" lIns="0" spcFirstLastPara="1" rIns="91425" wrap="square" tIns="0">
            <a:spAutoFit/>
          </a:bodyPr>
          <a:lstStyle>
            <a:lvl1pPr lvl="0">
              <a:spcBef>
                <a:spcPts val="0"/>
              </a:spcBef>
              <a:spcAft>
                <a:spcPts val="0"/>
              </a:spcAft>
              <a:buClr>
                <a:schemeClr val="lt1"/>
              </a:buClr>
              <a:buSzPts val="800"/>
              <a:buFont typeface="IBM Plex Sans"/>
              <a:buNone/>
              <a:defRPr sz="800">
                <a:solidFill>
                  <a:schemeClr val="lt1"/>
                </a:solidFill>
              </a:defRPr>
            </a:lvl1pPr>
            <a:lvl2pPr lvl="1">
              <a:spcBef>
                <a:spcPts val="0"/>
              </a:spcBef>
              <a:spcAft>
                <a:spcPts val="0"/>
              </a:spcAft>
              <a:buClr>
                <a:schemeClr val="lt1"/>
              </a:buClr>
              <a:buSzPts val="800"/>
              <a:buFont typeface="IBM Plex Sans"/>
              <a:buNone/>
              <a:defRPr sz="800">
                <a:solidFill>
                  <a:schemeClr val="lt1"/>
                </a:solidFill>
              </a:defRPr>
            </a:lvl2pPr>
            <a:lvl3pPr lvl="2">
              <a:spcBef>
                <a:spcPts val="0"/>
              </a:spcBef>
              <a:spcAft>
                <a:spcPts val="0"/>
              </a:spcAft>
              <a:buClr>
                <a:schemeClr val="lt1"/>
              </a:buClr>
              <a:buSzPts val="800"/>
              <a:buFont typeface="IBM Plex Sans"/>
              <a:buNone/>
              <a:defRPr sz="800">
                <a:solidFill>
                  <a:schemeClr val="lt1"/>
                </a:solidFill>
              </a:defRPr>
            </a:lvl3pPr>
            <a:lvl4pPr lvl="3">
              <a:spcBef>
                <a:spcPts val="0"/>
              </a:spcBef>
              <a:spcAft>
                <a:spcPts val="0"/>
              </a:spcAft>
              <a:buClr>
                <a:schemeClr val="lt1"/>
              </a:buClr>
              <a:buSzPts val="800"/>
              <a:buFont typeface="IBM Plex Sans"/>
              <a:buNone/>
              <a:defRPr sz="800">
                <a:solidFill>
                  <a:schemeClr val="lt1"/>
                </a:solidFill>
              </a:defRPr>
            </a:lvl4pPr>
            <a:lvl5pPr lvl="4">
              <a:spcBef>
                <a:spcPts val="0"/>
              </a:spcBef>
              <a:spcAft>
                <a:spcPts val="0"/>
              </a:spcAft>
              <a:buClr>
                <a:schemeClr val="lt1"/>
              </a:buClr>
              <a:buSzPts val="800"/>
              <a:buFont typeface="IBM Plex Sans"/>
              <a:buNone/>
              <a:defRPr sz="800">
                <a:solidFill>
                  <a:schemeClr val="lt1"/>
                </a:solidFill>
              </a:defRPr>
            </a:lvl5pPr>
            <a:lvl6pPr lvl="5">
              <a:spcBef>
                <a:spcPts val="0"/>
              </a:spcBef>
              <a:spcAft>
                <a:spcPts val="0"/>
              </a:spcAft>
              <a:buClr>
                <a:schemeClr val="lt1"/>
              </a:buClr>
              <a:buSzPts val="800"/>
              <a:buFont typeface="IBM Plex Sans"/>
              <a:buNone/>
              <a:defRPr sz="800">
                <a:solidFill>
                  <a:schemeClr val="lt1"/>
                </a:solidFill>
              </a:defRPr>
            </a:lvl6pPr>
            <a:lvl7pPr lvl="6">
              <a:spcBef>
                <a:spcPts val="0"/>
              </a:spcBef>
              <a:spcAft>
                <a:spcPts val="0"/>
              </a:spcAft>
              <a:buClr>
                <a:schemeClr val="lt1"/>
              </a:buClr>
              <a:buSzPts val="800"/>
              <a:buFont typeface="IBM Plex Sans"/>
              <a:buNone/>
              <a:defRPr sz="800">
                <a:solidFill>
                  <a:schemeClr val="lt1"/>
                </a:solidFill>
              </a:defRPr>
            </a:lvl7pPr>
            <a:lvl8pPr lvl="7">
              <a:spcBef>
                <a:spcPts val="0"/>
              </a:spcBef>
              <a:spcAft>
                <a:spcPts val="0"/>
              </a:spcAft>
              <a:buClr>
                <a:schemeClr val="lt1"/>
              </a:buClr>
              <a:buSzPts val="800"/>
              <a:buFont typeface="IBM Plex Sans"/>
              <a:buNone/>
              <a:defRPr sz="800">
                <a:solidFill>
                  <a:schemeClr val="lt1"/>
                </a:solidFill>
              </a:defRPr>
            </a:lvl8pPr>
            <a:lvl9pPr lvl="8">
              <a:spcBef>
                <a:spcPts val="0"/>
              </a:spcBef>
              <a:spcAft>
                <a:spcPts val="0"/>
              </a:spcAft>
              <a:buClr>
                <a:schemeClr val="lt1"/>
              </a:buClr>
              <a:buSzPts val="800"/>
              <a:buFont typeface="IBM Plex Sans"/>
              <a:buNone/>
              <a:defRPr sz="800">
                <a:solidFill>
                  <a:schemeClr val="lt1"/>
                </a:solidFill>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5">
  <p:cSld name="TITLE_AND_BODY_10">
    <p:spTree>
      <p:nvGrpSpPr>
        <p:cNvPr id="321" name="Shape 321"/>
        <p:cNvGrpSpPr/>
        <p:nvPr/>
      </p:nvGrpSpPr>
      <p:grpSpPr>
        <a:xfrm>
          <a:off x="0" y="0"/>
          <a:ext cx="0" cy="0"/>
          <a:chOff x="0" y="0"/>
          <a:chExt cx="0" cy="0"/>
        </a:xfrm>
      </p:grpSpPr>
      <p:sp>
        <p:nvSpPr>
          <p:cNvPr id="322" name="Google Shape;322;p71"/>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323" name="Google Shape;323;p71"/>
          <p:cNvSpPr txBox="1"/>
          <p:nvPr>
            <p:ph idx="1" type="body"/>
          </p:nvPr>
        </p:nvSpPr>
        <p:spPr>
          <a:xfrm>
            <a:off x="457200" y="1524417"/>
            <a:ext cx="41052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324" name="Shape 324"/>
        <p:cNvGrpSpPr/>
        <p:nvPr/>
      </p:nvGrpSpPr>
      <p:grpSpPr>
        <a:xfrm>
          <a:off x="0" y="0"/>
          <a:ext cx="0" cy="0"/>
          <a:chOff x="0" y="0"/>
          <a:chExt cx="0" cy="0"/>
        </a:xfrm>
      </p:grpSpPr>
      <p:pic>
        <p:nvPicPr>
          <p:cNvPr descr="preencoded.png" id="325" name="Google Shape;325;p72"/>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326" name="Google Shape;326;p72"/>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327" name="Shape 327"/>
        <p:cNvGrpSpPr/>
        <p:nvPr/>
      </p:nvGrpSpPr>
      <p:grpSpPr>
        <a:xfrm>
          <a:off x="0" y="0"/>
          <a:ext cx="0" cy="0"/>
          <a:chOff x="0" y="0"/>
          <a:chExt cx="0" cy="0"/>
        </a:xfrm>
      </p:grpSpPr>
      <p:pic>
        <p:nvPicPr>
          <p:cNvPr descr="preencoded.png" id="328" name="Google Shape;328;p73"/>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329" name="Google Shape;329;p73"/>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1">
  <p:cSld name="TITLE_AND_BODY_3_4">
    <p:spTree>
      <p:nvGrpSpPr>
        <p:cNvPr id="330" name="Shape 330"/>
        <p:cNvGrpSpPr/>
        <p:nvPr/>
      </p:nvGrpSpPr>
      <p:grpSpPr>
        <a:xfrm>
          <a:off x="0" y="0"/>
          <a:ext cx="0" cy="0"/>
          <a:chOff x="0" y="0"/>
          <a:chExt cx="0" cy="0"/>
        </a:xfrm>
      </p:grpSpPr>
      <p:sp>
        <p:nvSpPr>
          <p:cNvPr id="331" name="Google Shape;331;p74"/>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332" name="Google Shape;332;p74"/>
          <p:cNvSpPr txBox="1"/>
          <p:nvPr>
            <p:ph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333" name="Google Shape;333;p74"/>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334" name="Shape 334"/>
        <p:cNvGrpSpPr/>
        <p:nvPr/>
      </p:nvGrpSpPr>
      <p:grpSpPr>
        <a:xfrm>
          <a:off x="0" y="0"/>
          <a:ext cx="0" cy="0"/>
          <a:chOff x="0" y="0"/>
          <a:chExt cx="0" cy="0"/>
        </a:xfrm>
      </p:grpSpPr>
      <p:pic>
        <p:nvPicPr>
          <p:cNvPr descr="preencoded.png" id="335" name="Google Shape;335;p75"/>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336" name="Google Shape;336;p75"/>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337" name="Shape 337"/>
        <p:cNvGrpSpPr/>
        <p:nvPr/>
      </p:nvGrpSpPr>
      <p:grpSpPr>
        <a:xfrm>
          <a:off x="0" y="0"/>
          <a:ext cx="0" cy="0"/>
          <a:chOff x="0" y="0"/>
          <a:chExt cx="0" cy="0"/>
        </a:xfrm>
      </p:grpSpPr>
      <p:pic>
        <p:nvPicPr>
          <p:cNvPr descr="preencoded.png" id="338" name="Google Shape;338;p76"/>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339" name="Google Shape;339;p76"/>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340" name="Shape 340"/>
        <p:cNvGrpSpPr/>
        <p:nvPr/>
      </p:nvGrpSpPr>
      <p:grpSpPr>
        <a:xfrm>
          <a:off x="0" y="0"/>
          <a:ext cx="0" cy="0"/>
          <a:chOff x="0" y="0"/>
          <a:chExt cx="0" cy="0"/>
        </a:xfrm>
      </p:grpSpPr>
      <p:pic>
        <p:nvPicPr>
          <p:cNvPr descr="preencoded.png" id="341" name="Google Shape;341;p77"/>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342" name="Google Shape;342;p77"/>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spTree>
      <p:nvGrpSpPr>
        <p:cNvPr id="343" name="Shape 343"/>
        <p:cNvGrpSpPr/>
        <p:nvPr/>
      </p:nvGrpSpPr>
      <p:grpSpPr>
        <a:xfrm>
          <a:off x="0" y="0"/>
          <a:ext cx="0" cy="0"/>
          <a:chOff x="0" y="0"/>
          <a:chExt cx="0" cy="0"/>
        </a:xfrm>
      </p:grpSpPr>
      <p:pic>
        <p:nvPicPr>
          <p:cNvPr descr="preencoded.png" id="344" name="Google Shape;344;p78"/>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345" name="Google Shape;345;p78"/>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1 master">
  <p:cSld name="Slide 11 master">
    <p:spTree>
      <p:nvGrpSpPr>
        <p:cNvPr id="346" name="Shape 346"/>
        <p:cNvGrpSpPr/>
        <p:nvPr/>
      </p:nvGrpSpPr>
      <p:grpSpPr>
        <a:xfrm>
          <a:off x="0" y="0"/>
          <a:ext cx="0" cy="0"/>
          <a:chOff x="0" y="0"/>
          <a:chExt cx="0" cy="0"/>
        </a:xfrm>
      </p:grpSpPr>
      <p:pic>
        <p:nvPicPr>
          <p:cNvPr descr="preencoded.png" id="347" name="Google Shape;347;p79"/>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348" name="Google Shape;348;p79"/>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8 master">
  <p:cSld name="Slide 18 master">
    <p:spTree>
      <p:nvGrpSpPr>
        <p:cNvPr id="349" name="Shape 349"/>
        <p:cNvGrpSpPr/>
        <p:nvPr/>
      </p:nvGrpSpPr>
      <p:grpSpPr>
        <a:xfrm>
          <a:off x="0" y="0"/>
          <a:ext cx="0" cy="0"/>
          <a:chOff x="0" y="0"/>
          <a:chExt cx="0" cy="0"/>
        </a:xfrm>
      </p:grpSpPr>
      <p:pic>
        <p:nvPicPr>
          <p:cNvPr descr="preencoded.png" id="350" name="Google Shape;350;p80"/>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351" name="Google Shape;351;p80"/>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rtification covers">
  <p:cSld name="TITLE_1">
    <p:spTree>
      <p:nvGrpSpPr>
        <p:cNvPr id="355" name="Shape 355"/>
        <p:cNvGrpSpPr/>
        <p:nvPr/>
      </p:nvGrpSpPr>
      <p:grpSpPr>
        <a:xfrm>
          <a:off x="0" y="0"/>
          <a:ext cx="0" cy="0"/>
          <a:chOff x="0" y="0"/>
          <a:chExt cx="0" cy="0"/>
        </a:xfrm>
      </p:grpSpPr>
      <p:pic>
        <p:nvPicPr>
          <p:cNvPr id="356" name="Google Shape;356;p82" title="Mesh Holographic Gradients - Dark Gradient 22.png"/>
          <p:cNvPicPr preferRelativeResize="0"/>
          <p:nvPr/>
        </p:nvPicPr>
        <p:blipFill rotWithShape="1">
          <a:blip r:embed="rId2">
            <a:alphaModFix/>
          </a:blip>
          <a:srcRect b="0" l="0" r="9999" t="0"/>
          <a:stretch/>
        </p:blipFill>
        <p:spPr>
          <a:xfrm flipH="1" rot="10800000">
            <a:off x="0" y="0"/>
            <a:ext cx="9144003" cy="5715000"/>
          </a:xfrm>
          <a:prstGeom prst="rect">
            <a:avLst/>
          </a:prstGeom>
          <a:noFill/>
          <a:ln>
            <a:noFill/>
          </a:ln>
        </p:spPr>
      </p:pic>
      <p:pic>
        <p:nvPicPr>
          <p:cNvPr id="357" name="Google Shape;357;p82"/>
          <p:cNvPicPr preferRelativeResize="0"/>
          <p:nvPr/>
        </p:nvPicPr>
        <p:blipFill rotWithShape="1">
          <a:blip r:embed="rId3">
            <a:alphaModFix/>
          </a:blip>
          <a:srcRect b="0" l="0" r="0" t="0"/>
          <a:stretch/>
        </p:blipFill>
        <p:spPr>
          <a:xfrm>
            <a:off x="457200" y="457209"/>
            <a:ext cx="316413" cy="390600"/>
          </a:xfrm>
          <a:prstGeom prst="rect">
            <a:avLst/>
          </a:prstGeom>
          <a:noFill/>
          <a:ln>
            <a:noFill/>
          </a:ln>
        </p:spPr>
      </p:pic>
      <p:sp>
        <p:nvSpPr>
          <p:cNvPr id="358" name="Google Shape;358;p82"/>
          <p:cNvSpPr txBox="1"/>
          <p:nvPr>
            <p:ph type="title"/>
          </p:nvPr>
        </p:nvSpPr>
        <p:spPr>
          <a:xfrm>
            <a:off x="457200" y="3038000"/>
            <a:ext cx="6862800" cy="1734900"/>
          </a:xfrm>
          <a:prstGeom prst="rect">
            <a:avLst/>
          </a:prstGeom>
        </p:spPr>
        <p:txBody>
          <a:bodyPr anchorCtr="0" anchor="b"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359" name="Google Shape;359;p82"/>
          <p:cNvSpPr txBox="1"/>
          <p:nvPr>
            <p:ph idx="1" type="subTitle"/>
          </p:nvPr>
        </p:nvSpPr>
        <p:spPr>
          <a:xfrm>
            <a:off x="457200" y="4823700"/>
            <a:ext cx="68628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type="secHead">
  <p:cSld name="SECTION_HEADER">
    <p:spTree>
      <p:nvGrpSpPr>
        <p:cNvPr id="360" name="Shape 360"/>
        <p:cNvGrpSpPr/>
        <p:nvPr/>
      </p:nvGrpSpPr>
      <p:grpSpPr>
        <a:xfrm>
          <a:off x="0" y="0"/>
          <a:ext cx="0" cy="0"/>
          <a:chOff x="0" y="0"/>
          <a:chExt cx="0" cy="0"/>
        </a:xfrm>
      </p:grpSpPr>
      <p:pic>
        <p:nvPicPr>
          <p:cNvPr id="361" name="Google Shape;361;p83" title="Mesh Holographic Gradients - Dark Gradient 22.png"/>
          <p:cNvPicPr preferRelativeResize="0"/>
          <p:nvPr/>
        </p:nvPicPr>
        <p:blipFill rotWithShape="1">
          <a:blip r:embed="rId2">
            <a:alphaModFix/>
          </a:blip>
          <a:srcRect b="0" l="0" r="9999" t="0"/>
          <a:stretch/>
        </p:blipFill>
        <p:spPr>
          <a:xfrm>
            <a:off x="0" y="0"/>
            <a:ext cx="9144003" cy="5715000"/>
          </a:xfrm>
          <a:prstGeom prst="rect">
            <a:avLst/>
          </a:prstGeom>
          <a:noFill/>
          <a:ln>
            <a:noFill/>
          </a:ln>
        </p:spPr>
      </p:pic>
      <p:sp>
        <p:nvSpPr>
          <p:cNvPr id="362" name="Google Shape;362;p83"/>
          <p:cNvSpPr txBox="1"/>
          <p:nvPr>
            <p:ph type="title"/>
          </p:nvPr>
        </p:nvSpPr>
        <p:spPr>
          <a:xfrm>
            <a:off x="457200" y="4271667"/>
            <a:ext cx="5023800" cy="935400"/>
          </a:xfrm>
          <a:prstGeom prst="rect">
            <a:avLst/>
          </a:prstGeom>
        </p:spPr>
        <p:txBody>
          <a:bodyPr anchorCtr="0" anchor="b" bIns="0" lIns="0" spcFirstLastPara="1" rIns="0" wrap="square" tIns="0">
            <a:sp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eak slide">
  <p:cSld name="CUSTOM">
    <p:spTree>
      <p:nvGrpSpPr>
        <p:cNvPr id="363" name="Shape 363"/>
        <p:cNvGrpSpPr/>
        <p:nvPr/>
      </p:nvGrpSpPr>
      <p:grpSpPr>
        <a:xfrm>
          <a:off x="0" y="0"/>
          <a:ext cx="0" cy="0"/>
          <a:chOff x="0" y="0"/>
          <a:chExt cx="0" cy="0"/>
        </a:xfrm>
      </p:grpSpPr>
      <p:grpSp>
        <p:nvGrpSpPr>
          <p:cNvPr id="364" name="Google Shape;364;p84"/>
          <p:cNvGrpSpPr/>
          <p:nvPr/>
        </p:nvGrpSpPr>
        <p:grpSpPr>
          <a:xfrm>
            <a:off x="0" y="0"/>
            <a:ext cx="9143998" cy="5714776"/>
            <a:chOff x="0" y="-2"/>
            <a:chExt cx="10973237" cy="6858005"/>
          </a:xfrm>
        </p:grpSpPr>
        <p:pic>
          <p:nvPicPr>
            <p:cNvPr id="365" name="Google Shape;365;p84" title="Break.png"/>
            <p:cNvPicPr preferRelativeResize="0"/>
            <p:nvPr/>
          </p:nvPicPr>
          <p:blipFill rotWithShape="1">
            <a:blip r:embed="rId2">
              <a:alphaModFix/>
            </a:blip>
            <a:srcRect b="0" l="0" r="9999" t="0"/>
            <a:stretch/>
          </p:blipFill>
          <p:spPr>
            <a:xfrm>
              <a:off x="0" y="-2"/>
              <a:ext cx="10973237" cy="6858005"/>
            </a:xfrm>
            <a:prstGeom prst="rect">
              <a:avLst/>
            </a:prstGeom>
            <a:noFill/>
            <a:ln>
              <a:noFill/>
            </a:ln>
          </p:spPr>
        </p:pic>
        <p:pic>
          <p:nvPicPr>
            <p:cNvPr id="366" name="Google Shape;366;p84" title="Shapes01.png"/>
            <p:cNvPicPr preferRelativeResize="0"/>
            <p:nvPr/>
          </p:nvPicPr>
          <p:blipFill rotWithShape="1">
            <a:blip r:embed="rId3">
              <a:alphaModFix amt="64000"/>
            </a:blip>
            <a:srcRect b="0" l="0" r="9999" t="0"/>
            <a:stretch/>
          </p:blipFill>
          <p:spPr>
            <a:xfrm>
              <a:off x="0" y="-2"/>
              <a:ext cx="10973237" cy="6858005"/>
            </a:xfrm>
            <a:prstGeom prst="rect">
              <a:avLst/>
            </a:prstGeom>
            <a:noFill/>
            <a:ln>
              <a:noFill/>
            </a:ln>
          </p:spPr>
        </p:pic>
      </p:grpSp>
      <p:sp>
        <p:nvSpPr>
          <p:cNvPr id="367" name="Google Shape;367;p84"/>
          <p:cNvSpPr txBox="1"/>
          <p:nvPr/>
        </p:nvSpPr>
        <p:spPr>
          <a:xfrm>
            <a:off x="1367072" y="2080750"/>
            <a:ext cx="5486400" cy="738900"/>
          </a:xfrm>
          <a:prstGeom prst="rect">
            <a:avLst/>
          </a:prstGeom>
          <a:noFill/>
          <a:ln>
            <a:noFill/>
          </a:ln>
        </p:spPr>
        <p:txBody>
          <a:bodyPr anchorCtr="0" anchor="t" bIns="0" lIns="0" spcFirstLastPara="1" rIns="0" wrap="square" tIns="0">
            <a:spAutoFit/>
          </a:bodyPr>
          <a:lstStyle/>
          <a:p>
            <a:pPr indent="-304800" lvl="0" marL="0" marR="0" rtl="0" algn="l">
              <a:lnSpc>
                <a:spcPct val="100000"/>
              </a:lnSpc>
              <a:spcBef>
                <a:spcPts val="0"/>
              </a:spcBef>
              <a:spcAft>
                <a:spcPts val="0"/>
              </a:spcAft>
              <a:buClr>
                <a:schemeClr val="accent2"/>
              </a:buClr>
              <a:buSzPts val="4800"/>
              <a:buFont typeface="Poppins SemiBold"/>
              <a:buNone/>
            </a:pPr>
            <a:r>
              <a:rPr lang="en" sz="4800">
                <a:solidFill>
                  <a:schemeClr val="accent2"/>
                </a:solidFill>
                <a:latin typeface="Poppins SemiBold"/>
                <a:ea typeface="Poppins SemiBold"/>
                <a:cs typeface="Poppins SemiBold"/>
                <a:sym typeface="Poppins SemiBold"/>
              </a:rPr>
              <a:t>Break</a:t>
            </a:r>
            <a:endParaRPr sz="4800">
              <a:solidFill>
                <a:schemeClr val="accent2"/>
              </a:solidFill>
              <a:latin typeface="Poppins SemiBold"/>
              <a:ea typeface="Poppins SemiBold"/>
              <a:cs typeface="Poppins SemiBold"/>
              <a:sym typeface="Poppins SemiBold"/>
            </a:endParaRPr>
          </a:p>
        </p:txBody>
      </p:sp>
      <p:pic>
        <p:nvPicPr>
          <p:cNvPr id="368" name="Google Shape;368;p84"/>
          <p:cNvPicPr preferRelativeResize="0"/>
          <p:nvPr/>
        </p:nvPicPr>
        <p:blipFill rotWithShape="1">
          <a:blip r:embed="rId4">
            <a:alphaModFix/>
          </a:blip>
          <a:srcRect b="0" l="0" r="0" t="0"/>
          <a:stretch/>
        </p:blipFill>
        <p:spPr>
          <a:xfrm>
            <a:off x="1367087" y="2986403"/>
            <a:ext cx="277007" cy="276975"/>
          </a:xfrm>
          <a:prstGeom prst="rect">
            <a:avLst/>
          </a:prstGeom>
          <a:noFill/>
          <a:ln>
            <a:noFill/>
          </a:ln>
        </p:spPr>
      </p:pic>
      <p:sp>
        <p:nvSpPr>
          <p:cNvPr id="369" name="Google Shape;369;p84"/>
          <p:cNvSpPr txBox="1"/>
          <p:nvPr>
            <p:ph idx="1" type="body"/>
          </p:nvPr>
        </p:nvSpPr>
        <p:spPr>
          <a:xfrm>
            <a:off x="1810375" y="2900778"/>
            <a:ext cx="5043000" cy="479100"/>
          </a:xfrm>
          <a:prstGeom prst="rect">
            <a:avLst/>
          </a:prstGeom>
        </p:spPr>
        <p:txBody>
          <a:bodyPr anchorCtr="0" anchor="ctr"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70" name="Shape 370"/>
        <p:cNvGrpSpPr/>
        <p:nvPr/>
      </p:nvGrpSpPr>
      <p:grpSpPr>
        <a:xfrm>
          <a:off x="0" y="0"/>
          <a:ext cx="0" cy="0"/>
          <a:chOff x="0" y="0"/>
          <a:chExt cx="0" cy="0"/>
        </a:xfrm>
      </p:grpSpPr>
      <p:sp>
        <p:nvSpPr>
          <p:cNvPr id="371" name="Google Shape;371;p85"/>
          <p:cNvSpPr txBox="1"/>
          <p:nvPr>
            <p:ph idx="1" type="body"/>
          </p:nvPr>
        </p:nvSpPr>
        <p:spPr>
          <a:xfrm>
            <a:off x="457200" y="1524425"/>
            <a:ext cx="3650100" cy="3733500"/>
          </a:xfrm>
          <a:prstGeom prst="rect">
            <a:avLst/>
          </a:prstGeom>
        </p:spPr>
        <p:txBody>
          <a:bodyPr anchorCtr="0" anchor="t" bIns="0" lIns="0" spcFirstLastPara="1" rIns="0" wrap="square" tIns="0">
            <a:spAutoFit/>
          </a:bodyPr>
          <a:lstStyle>
            <a:lvl1pPr indent="-342900" lvl="0" marL="457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1pPr>
            <a:lvl2pPr indent="-342900" lvl="1" marL="914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2pPr>
            <a:lvl3pPr indent="-342900" lvl="2" marL="1371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3pPr>
            <a:lvl4pPr indent="-342900" lvl="3" marL="1828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4pPr>
            <a:lvl5pPr indent="-342900" lvl="4" marL="22860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5pPr>
            <a:lvl6pPr indent="-342900" lvl="5" marL="2743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6pPr>
            <a:lvl7pPr indent="-342900" lvl="6" marL="3200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7pPr>
            <a:lvl8pPr indent="-342900" lvl="7" marL="3657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8pPr>
            <a:lvl9pPr indent="-342900" lvl="8" marL="4114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9pPr>
          </a:lstStyle>
          <a:p/>
        </p:txBody>
      </p:sp>
      <p:sp>
        <p:nvSpPr>
          <p:cNvPr id="372" name="Google Shape;372;p85"/>
          <p:cNvSpPr txBox="1"/>
          <p:nvPr>
            <p:ph type="title"/>
          </p:nvPr>
        </p:nvSpPr>
        <p:spPr>
          <a:xfrm>
            <a:off x="457200" y="457200"/>
            <a:ext cx="3650100" cy="10671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lumns" type="twoColTx">
  <p:cSld name="TITLE_AND_TWO_COLUMNS">
    <p:spTree>
      <p:nvGrpSpPr>
        <p:cNvPr id="373" name="Shape 373"/>
        <p:cNvGrpSpPr/>
        <p:nvPr/>
      </p:nvGrpSpPr>
      <p:grpSpPr>
        <a:xfrm>
          <a:off x="0" y="0"/>
          <a:ext cx="0" cy="0"/>
          <a:chOff x="0" y="0"/>
          <a:chExt cx="0" cy="0"/>
        </a:xfrm>
      </p:grpSpPr>
      <p:sp>
        <p:nvSpPr>
          <p:cNvPr id="374" name="Google Shape;374;p86"/>
          <p:cNvSpPr txBox="1"/>
          <p:nvPr>
            <p:ph idx="1" type="body"/>
          </p:nvPr>
        </p:nvSpPr>
        <p:spPr>
          <a:xfrm>
            <a:off x="4572000" y="1524425"/>
            <a:ext cx="3650100" cy="3733500"/>
          </a:xfrm>
          <a:prstGeom prst="rect">
            <a:avLst/>
          </a:prstGeom>
        </p:spPr>
        <p:txBody>
          <a:bodyPr anchorCtr="0" anchor="t" bIns="0" lIns="0" spcFirstLastPara="1" rIns="0" wrap="square" tIns="0">
            <a:spAutoFit/>
          </a:bodyPr>
          <a:lstStyle>
            <a:lvl1pPr indent="-304800" lvl="0" marL="457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9pPr>
          </a:lstStyle>
          <a:p/>
        </p:txBody>
      </p:sp>
      <p:sp>
        <p:nvSpPr>
          <p:cNvPr id="375" name="Google Shape;375;p86"/>
          <p:cNvSpPr txBox="1"/>
          <p:nvPr>
            <p:ph idx="2" type="body"/>
          </p:nvPr>
        </p:nvSpPr>
        <p:spPr>
          <a:xfrm>
            <a:off x="457200" y="1524425"/>
            <a:ext cx="3650100" cy="3733500"/>
          </a:xfrm>
          <a:prstGeom prst="rect">
            <a:avLst/>
          </a:prstGeom>
        </p:spPr>
        <p:txBody>
          <a:bodyPr anchorCtr="0" anchor="t" bIns="0" lIns="0" spcFirstLastPara="1" rIns="0" wrap="square" tIns="0">
            <a:spAutoFit/>
          </a:bodyPr>
          <a:lstStyle>
            <a:lvl1pPr indent="-342900" lvl="0" marL="457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1pPr>
            <a:lvl2pPr indent="-342900" lvl="1" marL="914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2pPr>
            <a:lvl3pPr indent="-342900" lvl="2" marL="1371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3pPr>
            <a:lvl4pPr indent="-342900" lvl="3" marL="1828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4pPr>
            <a:lvl5pPr indent="-342900" lvl="4" marL="22860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5pPr>
            <a:lvl6pPr indent="-342900" lvl="5" marL="2743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6pPr>
            <a:lvl7pPr indent="-342900" lvl="6" marL="3200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7pPr>
            <a:lvl8pPr indent="-342900" lvl="7" marL="3657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8pPr>
            <a:lvl9pPr indent="-342900" lvl="8" marL="4114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9pPr>
          </a:lstStyle>
          <a:p/>
        </p:txBody>
      </p:sp>
      <p:sp>
        <p:nvSpPr>
          <p:cNvPr id="376" name="Google Shape;376;p86"/>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guide id="2" pos="2587">
          <p15:clr>
            <a:srgbClr val="E46962"/>
          </p15:clr>
        </p15:guide>
        <p15:guide id="3" pos="2880">
          <p15:clr>
            <a:srgbClr val="E46962"/>
          </p15:clr>
        </p15:guide>
        <p15:guide id="4" pos="5179">
          <p15:clr>
            <a:srgbClr val="E46962"/>
          </p15:clr>
        </p15:guide>
      </p15:sldGuideLst>
    </p:ext>
  </p:extLst>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77" name="Shape 377"/>
        <p:cNvGrpSpPr/>
        <p:nvPr/>
      </p:nvGrpSpPr>
      <p:grpSpPr>
        <a:xfrm>
          <a:off x="0" y="0"/>
          <a:ext cx="0" cy="0"/>
          <a:chOff x="0" y="0"/>
          <a:chExt cx="0" cy="0"/>
        </a:xfrm>
      </p:grpSpPr>
      <p:sp>
        <p:nvSpPr>
          <p:cNvPr id="378" name="Google Shape;378;p87"/>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column">
  <p:cSld name="ONE_COLUMN_TEXT">
    <p:spTree>
      <p:nvGrpSpPr>
        <p:cNvPr id="379" name="Shape 379"/>
        <p:cNvGrpSpPr/>
        <p:nvPr/>
      </p:nvGrpSpPr>
      <p:grpSpPr>
        <a:xfrm>
          <a:off x="0" y="0"/>
          <a:ext cx="0" cy="0"/>
          <a:chOff x="0" y="0"/>
          <a:chExt cx="0" cy="0"/>
        </a:xfrm>
      </p:grpSpPr>
      <p:sp>
        <p:nvSpPr>
          <p:cNvPr id="380" name="Google Shape;380;p88"/>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
        <p:nvSpPr>
          <p:cNvPr id="381" name="Google Shape;381;p88"/>
          <p:cNvSpPr txBox="1"/>
          <p:nvPr>
            <p:ph idx="1" type="body"/>
          </p:nvPr>
        </p:nvSpPr>
        <p:spPr>
          <a:xfrm>
            <a:off x="457200" y="1524425"/>
            <a:ext cx="3204600" cy="3733500"/>
          </a:xfrm>
          <a:prstGeom prst="rect">
            <a:avLst/>
          </a:prstGeom>
        </p:spPr>
        <p:txBody>
          <a:bodyPr anchorCtr="0" anchor="t" bIns="0" lIns="0" spcFirstLastPara="1" rIns="0" wrap="square" tIns="0">
            <a:spAutoFit/>
          </a:bodyPr>
          <a:lstStyle>
            <a:lvl1pPr indent="-342900" lvl="0" marL="457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1pPr>
            <a:lvl2pPr indent="-342900" lvl="1" marL="914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2pPr>
            <a:lvl3pPr indent="-342900" lvl="2" marL="1371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3pPr>
            <a:lvl4pPr indent="-342900" lvl="3" marL="1828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4pPr>
            <a:lvl5pPr indent="-342900" lvl="4" marL="22860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5pPr>
            <a:lvl6pPr indent="-342900" lvl="5" marL="2743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6pPr>
            <a:lvl7pPr indent="-342900" lvl="6" marL="3200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7pPr>
            <a:lvl8pPr indent="-342900" lvl="7" marL="3657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8pPr>
            <a:lvl9pPr indent="-342900" lvl="8" marL="4114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307">
          <p15:clr>
            <a:srgbClr val="E46962"/>
          </p15:clr>
        </p15:guide>
      </p15:sldGuideLst>
    </p:ext>
  </p:extLst>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blipFill>
          <a:blip r:embed="rId2">
            <a:alphaModFix/>
          </a:blip>
          <a:stretch>
            <a:fillRect/>
          </a:stretch>
        </a:blipFill>
      </p:bgPr>
    </p:bg>
    <p:spTree>
      <p:nvGrpSpPr>
        <p:cNvPr id="382" name="Shape 382"/>
        <p:cNvGrpSpPr/>
        <p:nvPr/>
      </p:nvGrpSpPr>
      <p:grpSpPr>
        <a:xfrm>
          <a:off x="0" y="0"/>
          <a:ext cx="0" cy="0"/>
          <a:chOff x="0" y="0"/>
          <a:chExt cx="0" cy="0"/>
        </a:xfrm>
      </p:grpSpPr>
      <p:sp>
        <p:nvSpPr>
          <p:cNvPr id="383" name="Google Shape;383;p89"/>
          <p:cNvSpPr txBox="1"/>
          <p:nvPr>
            <p:ph type="title"/>
          </p:nvPr>
        </p:nvSpPr>
        <p:spPr>
          <a:xfrm>
            <a:off x="1378150" y="500167"/>
            <a:ext cx="6387600" cy="4706700"/>
          </a:xfrm>
          <a:prstGeom prst="rect">
            <a:avLst/>
          </a:prstGeom>
        </p:spPr>
        <p:txBody>
          <a:bodyPr anchorCtr="0" anchor="ctr" bIns="0" lIns="0" spcFirstLastPara="1" rIns="0" wrap="square" tIns="0">
            <a:spAutoFit/>
          </a:bodyPr>
          <a:lstStyle>
            <a:lvl1pPr lvl="0" algn="ctr">
              <a:spcBef>
                <a:spcPts val="0"/>
              </a:spcBef>
              <a:spcAft>
                <a:spcPts val="0"/>
              </a:spcAft>
              <a:buClr>
                <a:schemeClr val="lt1"/>
              </a:buClr>
              <a:buSzPts val="4800"/>
              <a:buNone/>
              <a:defRPr sz="4800">
                <a:solidFill>
                  <a:schemeClr val="lt1"/>
                </a:solidFill>
              </a:defRPr>
            </a:lvl1pPr>
            <a:lvl2pPr lvl="1" algn="ctr">
              <a:spcBef>
                <a:spcPts val="0"/>
              </a:spcBef>
              <a:spcAft>
                <a:spcPts val="0"/>
              </a:spcAft>
              <a:buClr>
                <a:schemeClr val="lt1"/>
              </a:buClr>
              <a:buSzPts val="4800"/>
              <a:buNone/>
              <a:defRPr sz="4800">
                <a:solidFill>
                  <a:schemeClr val="lt1"/>
                </a:solidFill>
              </a:defRPr>
            </a:lvl2pPr>
            <a:lvl3pPr lvl="2" algn="ctr">
              <a:spcBef>
                <a:spcPts val="0"/>
              </a:spcBef>
              <a:spcAft>
                <a:spcPts val="0"/>
              </a:spcAft>
              <a:buClr>
                <a:schemeClr val="lt1"/>
              </a:buClr>
              <a:buSzPts val="4800"/>
              <a:buNone/>
              <a:defRPr sz="4800">
                <a:solidFill>
                  <a:schemeClr val="lt1"/>
                </a:solidFill>
              </a:defRPr>
            </a:lvl3pPr>
            <a:lvl4pPr lvl="3" algn="ctr">
              <a:spcBef>
                <a:spcPts val="0"/>
              </a:spcBef>
              <a:spcAft>
                <a:spcPts val="0"/>
              </a:spcAft>
              <a:buClr>
                <a:schemeClr val="lt1"/>
              </a:buClr>
              <a:buSzPts val="4800"/>
              <a:buNone/>
              <a:defRPr sz="4800">
                <a:solidFill>
                  <a:schemeClr val="lt1"/>
                </a:solidFill>
              </a:defRPr>
            </a:lvl4pPr>
            <a:lvl5pPr lvl="4" algn="ctr">
              <a:spcBef>
                <a:spcPts val="0"/>
              </a:spcBef>
              <a:spcAft>
                <a:spcPts val="0"/>
              </a:spcAft>
              <a:buClr>
                <a:schemeClr val="lt1"/>
              </a:buClr>
              <a:buSzPts val="4800"/>
              <a:buNone/>
              <a:defRPr sz="4800">
                <a:solidFill>
                  <a:schemeClr val="lt1"/>
                </a:solidFill>
              </a:defRPr>
            </a:lvl5pPr>
            <a:lvl6pPr lvl="5" algn="ctr">
              <a:spcBef>
                <a:spcPts val="0"/>
              </a:spcBef>
              <a:spcAft>
                <a:spcPts val="0"/>
              </a:spcAft>
              <a:buClr>
                <a:schemeClr val="lt1"/>
              </a:buClr>
              <a:buSzPts val="4800"/>
              <a:buNone/>
              <a:defRPr sz="4800">
                <a:solidFill>
                  <a:schemeClr val="lt1"/>
                </a:solidFill>
              </a:defRPr>
            </a:lvl6pPr>
            <a:lvl7pPr lvl="6" algn="ctr">
              <a:spcBef>
                <a:spcPts val="0"/>
              </a:spcBef>
              <a:spcAft>
                <a:spcPts val="0"/>
              </a:spcAft>
              <a:buClr>
                <a:schemeClr val="lt1"/>
              </a:buClr>
              <a:buSzPts val="4800"/>
              <a:buNone/>
              <a:defRPr sz="4800">
                <a:solidFill>
                  <a:schemeClr val="lt1"/>
                </a:solidFill>
              </a:defRPr>
            </a:lvl7pPr>
            <a:lvl8pPr lvl="7" algn="ctr">
              <a:spcBef>
                <a:spcPts val="0"/>
              </a:spcBef>
              <a:spcAft>
                <a:spcPts val="0"/>
              </a:spcAft>
              <a:buClr>
                <a:schemeClr val="lt1"/>
              </a:buClr>
              <a:buSzPts val="4800"/>
              <a:buNone/>
              <a:defRPr sz="4800">
                <a:solidFill>
                  <a:schemeClr val="lt1"/>
                </a:solidFill>
              </a:defRPr>
            </a:lvl8pPr>
            <a:lvl9pPr lvl="8" algn="ctr">
              <a:spcBef>
                <a:spcPts val="0"/>
              </a:spcBef>
              <a:spcAft>
                <a:spcPts val="0"/>
              </a:spcAft>
              <a:buClr>
                <a:schemeClr val="lt1"/>
              </a:buClr>
              <a:buSzPts val="4800"/>
              <a:buNone/>
              <a:defRPr sz="4800">
                <a:solidFill>
                  <a:schemeClr val="lt1"/>
                </a:solidFill>
              </a:defRPr>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Section message">
  <p:cSld name="SECTION_TITLE_AND_DESCRIPTION">
    <p:spTree>
      <p:nvGrpSpPr>
        <p:cNvPr id="384" name="Shape 384"/>
        <p:cNvGrpSpPr/>
        <p:nvPr/>
      </p:nvGrpSpPr>
      <p:grpSpPr>
        <a:xfrm>
          <a:off x="0" y="0"/>
          <a:ext cx="0" cy="0"/>
          <a:chOff x="0" y="0"/>
          <a:chExt cx="0" cy="0"/>
        </a:xfrm>
      </p:grpSpPr>
      <p:sp>
        <p:nvSpPr>
          <p:cNvPr id="385" name="Google Shape;385;p90"/>
          <p:cNvSpPr/>
          <p:nvPr/>
        </p:nvSpPr>
        <p:spPr>
          <a:xfrm>
            <a:off x="4572000" y="457200"/>
            <a:ext cx="4114800" cy="4800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90"/>
          <p:cNvSpPr txBox="1"/>
          <p:nvPr>
            <p:ph idx="1" type="body"/>
          </p:nvPr>
        </p:nvSpPr>
        <p:spPr>
          <a:xfrm>
            <a:off x="4572000" y="457200"/>
            <a:ext cx="4114800" cy="4800600"/>
          </a:xfrm>
          <a:prstGeom prst="rect">
            <a:avLst/>
          </a:prstGeom>
        </p:spPr>
        <p:txBody>
          <a:bodyPr anchorCtr="0" anchor="ctr" bIns="182875" lIns="182875" spcFirstLastPara="1" rIns="182875" wrap="square" tIns="182875">
            <a:spAutoFit/>
          </a:bodyPr>
          <a:lstStyle>
            <a:lvl1pPr indent="-304800" lvl="0" marL="457200">
              <a:spcBef>
                <a:spcPts val="0"/>
              </a:spcBef>
              <a:spcAft>
                <a:spcPts val="0"/>
              </a:spcAft>
              <a:buClr>
                <a:schemeClr val="accent1"/>
              </a:buClr>
              <a:buSzPts val="1200"/>
              <a:buChar char="●"/>
              <a:defRPr>
                <a:solidFill>
                  <a:schemeClr val="accent1"/>
                </a:solidFill>
              </a:defRPr>
            </a:lvl1pPr>
            <a:lvl2pPr indent="-304800" lvl="1" marL="914400">
              <a:spcBef>
                <a:spcPts val="0"/>
              </a:spcBef>
              <a:spcAft>
                <a:spcPts val="0"/>
              </a:spcAft>
              <a:buClr>
                <a:schemeClr val="accent1"/>
              </a:buClr>
              <a:buSzPts val="1200"/>
              <a:buChar char="○"/>
              <a:defRPr>
                <a:solidFill>
                  <a:schemeClr val="accent1"/>
                </a:solidFill>
              </a:defRPr>
            </a:lvl2pPr>
            <a:lvl3pPr indent="-304800" lvl="2" marL="1371600">
              <a:spcBef>
                <a:spcPts val="0"/>
              </a:spcBef>
              <a:spcAft>
                <a:spcPts val="0"/>
              </a:spcAft>
              <a:buClr>
                <a:schemeClr val="accent1"/>
              </a:buClr>
              <a:buSzPts val="1200"/>
              <a:buChar char="■"/>
              <a:defRPr>
                <a:solidFill>
                  <a:schemeClr val="accent1"/>
                </a:solidFill>
              </a:defRPr>
            </a:lvl3pPr>
            <a:lvl4pPr indent="-304800" lvl="3" marL="1828800">
              <a:spcBef>
                <a:spcPts val="0"/>
              </a:spcBef>
              <a:spcAft>
                <a:spcPts val="0"/>
              </a:spcAft>
              <a:buClr>
                <a:schemeClr val="accent1"/>
              </a:buClr>
              <a:buSzPts val="1200"/>
              <a:buChar char="●"/>
              <a:defRPr>
                <a:solidFill>
                  <a:schemeClr val="accent1"/>
                </a:solidFill>
              </a:defRPr>
            </a:lvl4pPr>
            <a:lvl5pPr indent="-304800" lvl="4" marL="2286000">
              <a:spcBef>
                <a:spcPts val="0"/>
              </a:spcBef>
              <a:spcAft>
                <a:spcPts val="0"/>
              </a:spcAft>
              <a:buClr>
                <a:schemeClr val="accent1"/>
              </a:buClr>
              <a:buSzPts val="1200"/>
              <a:buChar char="○"/>
              <a:defRPr>
                <a:solidFill>
                  <a:schemeClr val="accent1"/>
                </a:solidFill>
              </a:defRPr>
            </a:lvl5pPr>
            <a:lvl6pPr indent="-304800" lvl="5" marL="2743200">
              <a:spcBef>
                <a:spcPts val="0"/>
              </a:spcBef>
              <a:spcAft>
                <a:spcPts val="0"/>
              </a:spcAft>
              <a:buClr>
                <a:schemeClr val="accent1"/>
              </a:buClr>
              <a:buSzPts val="1200"/>
              <a:buChar char="■"/>
              <a:defRPr>
                <a:solidFill>
                  <a:schemeClr val="accent1"/>
                </a:solidFill>
              </a:defRPr>
            </a:lvl6pPr>
            <a:lvl7pPr indent="-304800" lvl="6" marL="3200400">
              <a:spcBef>
                <a:spcPts val="0"/>
              </a:spcBef>
              <a:spcAft>
                <a:spcPts val="0"/>
              </a:spcAft>
              <a:buClr>
                <a:schemeClr val="accent1"/>
              </a:buClr>
              <a:buSzPts val="1200"/>
              <a:buChar char="●"/>
              <a:defRPr>
                <a:solidFill>
                  <a:schemeClr val="accent1"/>
                </a:solidFill>
              </a:defRPr>
            </a:lvl7pPr>
            <a:lvl8pPr indent="-304800" lvl="7" marL="3657600">
              <a:spcBef>
                <a:spcPts val="0"/>
              </a:spcBef>
              <a:spcAft>
                <a:spcPts val="0"/>
              </a:spcAft>
              <a:buClr>
                <a:schemeClr val="accent1"/>
              </a:buClr>
              <a:buSzPts val="1200"/>
              <a:buChar char="○"/>
              <a:defRPr>
                <a:solidFill>
                  <a:schemeClr val="accent1"/>
                </a:solidFill>
              </a:defRPr>
            </a:lvl8pPr>
            <a:lvl9pPr indent="-304800" lvl="8" marL="4114800">
              <a:spcBef>
                <a:spcPts val="0"/>
              </a:spcBef>
              <a:spcAft>
                <a:spcPts val="0"/>
              </a:spcAft>
              <a:buClr>
                <a:schemeClr val="accent1"/>
              </a:buClr>
              <a:buSzPts val="1200"/>
              <a:buChar char="■"/>
              <a:defRPr>
                <a:solidFill>
                  <a:schemeClr val="accent1"/>
                </a:solidFill>
              </a:defRPr>
            </a:lvl9pPr>
          </a:lstStyle>
          <a:p/>
        </p:txBody>
      </p:sp>
      <p:sp>
        <p:nvSpPr>
          <p:cNvPr id="387" name="Google Shape;387;p90"/>
          <p:cNvSpPr txBox="1"/>
          <p:nvPr>
            <p:ph type="title"/>
          </p:nvPr>
        </p:nvSpPr>
        <p:spPr>
          <a:xfrm>
            <a:off x="457200" y="457200"/>
            <a:ext cx="3656700" cy="2568000"/>
          </a:xfrm>
          <a:prstGeom prst="rect">
            <a:avLst/>
          </a:prstGeom>
          <a:noFill/>
          <a:ln>
            <a:noFill/>
          </a:ln>
        </p:spPr>
        <p:txBody>
          <a:bodyPr anchorCtr="0" anchor="t" bIns="0" lIns="0" spcFirstLastPara="1" rIns="0" wrap="square" tIns="0">
            <a:noAutofit/>
          </a:bodyPr>
          <a:lstStyle>
            <a:lvl1pPr lvl="0">
              <a:lnSpc>
                <a:spcPct val="100000"/>
              </a:lnSpc>
              <a:spcBef>
                <a:spcPts val="0"/>
              </a:spcBef>
              <a:spcAft>
                <a:spcPts val="0"/>
              </a:spcAft>
              <a:buSzPts val="4400"/>
              <a:buNone/>
              <a:defRPr sz="4400"/>
            </a:lvl1pPr>
            <a:lvl2pPr lvl="1">
              <a:lnSpc>
                <a:spcPct val="100000"/>
              </a:lnSpc>
              <a:spcBef>
                <a:spcPts val="0"/>
              </a:spcBef>
              <a:spcAft>
                <a:spcPts val="0"/>
              </a:spcAft>
              <a:buSzPts val="4400"/>
              <a:buNone/>
              <a:defRPr sz="4400"/>
            </a:lvl2pPr>
            <a:lvl3pPr lvl="2">
              <a:lnSpc>
                <a:spcPct val="100000"/>
              </a:lnSpc>
              <a:spcBef>
                <a:spcPts val="0"/>
              </a:spcBef>
              <a:spcAft>
                <a:spcPts val="0"/>
              </a:spcAft>
              <a:buSzPts val="4400"/>
              <a:buNone/>
              <a:defRPr sz="4400"/>
            </a:lvl3pPr>
            <a:lvl4pPr lvl="3">
              <a:lnSpc>
                <a:spcPct val="100000"/>
              </a:lnSpc>
              <a:spcBef>
                <a:spcPts val="0"/>
              </a:spcBef>
              <a:spcAft>
                <a:spcPts val="0"/>
              </a:spcAft>
              <a:buSzPts val="4400"/>
              <a:buNone/>
              <a:defRPr sz="4400"/>
            </a:lvl4pPr>
            <a:lvl5pPr lvl="4">
              <a:lnSpc>
                <a:spcPct val="100000"/>
              </a:lnSpc>
              <a:spcBef>
                <a:spcPts val="0"/>
              </a:spcBef>
              <a:spcAft>
                <a:spcPts val="0"/>
              </a:spcAft>
              <a:buSzPts val="4400"/>
              <a:buNone/>
              <a:defRPr sz="4400"/>
            </a:lvl5pPr>
            <a:lvl6pPr lvl="5">
              <a:lnSpc>
                <a:spcPct val="100000"/>
              </a:lnSpc>
              <a:spcBef>
                <a:spcPts val="0"/>
              </a:spcBef>
              <a:spcAft>
                <a:spcPts val="0"/>
              </a:spcAft>
              <a:buSzPts val="4400"/>
              <a:buNone/>
              <a:defRPr sz="4400"/>
            </a:lvl6pPr>
            <a:lvl7pPr lvl="6">
              <a:lnSpc>
                <a:spcPct val="100000"/>
              </a:lnSpc>
              <a:spcBef>
                <a:spcPts val="0"/>
              </a:spcBef>
              <a:spcAft>
                <a:spcPts val="0"/>
              </a:spcAft>
              <a:buSzPts val="4400"/>
              <a:buNone/>
              <a:defRPr sz="4400"/>
            </a:lvl7pPr>
            <a:lvl8pPr lvl="7">
              <a:lnSpc>
                <a:spcPct val="100000"/>
              </a:lnSpc>
              <a:spcBef>
                <a:spcPts val="0"/>
              </a:spcBef>
              <a:spcAft>
                <a:spcPts val="0"/>
              </a:spcAft>
              <a:buSzPts val="4400"/>
              <a:buNone/>
              <a:defRPr sz="4400"/>
            </a:lvl8pPr>
            <a:lvl9pPr lvl="8">
              <a:lnSpc>
                <a:spcPct val="100000"/>
              </a:lnSpc>
              <a:spcBef>
                <a:spcPts val="0"/>
              </a:spcBef>
              <a:spcAft>
                <a:spcPts val="0"/>
              </a:spcAft>
              <a:buSzPts val="4400"/>
              <a:buNone/>
              <a:defRPr sz="4400"/>
            </a:lvl9pPr>
          </a:lstStyle>
          <a:p/>
        </p:txBody>
      </p:sp>
      <p:sp>
        <p:nvSpPr>
          <p:cNvPr id="388" name="Google Shape;388;p90"/>
          <p:cNvSpPr txBox="1"/>
          <p:nvPr>
            <p:ph idx="2" type="subTitle"/>
          </p:nvPr>
        </p:nvSpPr>
        <p:spPr>
          <a:xfrm>
            <a:off x="457200" y="3025250"/>
            <a:ext cx="3656700" cy="2232600"/>
          </a:xfrm>
          <a:prstGeom prst="rect">
            <a:avLst/>
          </a:prstGeom>
        </p:spPr>
        <p:txBody>
          <a:bodyPr anchorCtr="0" anchor="t" bIns="0" lIns="0" spcFirstLastPara="1" rIns="0" wrap="square" tIns="0">
            <a:noAutofit/>
          </a:bodyPr>
          <a:lstStyle>
            <a:lvl1pPr indent="0" lvl="0"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Tree>
  </p:cSld>
  <p:clrMapOvr>
    <a:masterClrMapping/>
  </p:clrMapOvr>
  <p:extLst>
    <p:ext uri="{DCECCB84-F9BA-43D5-87BE-67443E8EF086}">
      <p15:sldGuideLst>
        <p15:guide id="1" orient="horz" pos="1906">
          <p15:clr>
            <a:srgbClr val="E46962"/>
          </p15:clr>
        </p15:guide>
      </p15:sldGuideLst>
    </p:ext>
  </p:extLst>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89" name="Shape 389"/>
        <p:cNvGrpSpPr/>
        <p:nvPr/>
      </p:nvGrpSpPr>
      <p:grpSpPr>
        <a:xfrm>
          <a:off x="0" y="0"/>
          <a:ext cx="0" cy="0"/>
          <a:chOff x="0" y="0"/>
          <a:chExt cx="0" cy="0"/>
        </a:xfrm>
      </p:grpSpPr>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dark)">
  <p:cSld name="TITLE_AND_BODY_1">
    <p:bg>
      <p:bgPr>
        <a:solidFill>
          <a:schemeClr val="dk1"/>
        </a:solidFill>
      </p:bgPr>
    </p:bg>
    <p:spTree>
      <p:nvGrpSpPr>
        <p:cNvPr id="390" name="Shape 390"/>
        <p:cNvGrpSpPr/>
        <p:nvPr/>
      </p:nvGrpSpPr>
      <p:grpSpPr>
        <a:xfrm>
          <a:off x="0" y="0"/>
          <a:ext cx="0" cy="0"/>
          <a:chOff x="0" y="0"/>
          <a:chExt cx="0" cy="0"/>
        </a:xfrm>
      </p:grpSpPr>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Body">
  <p:cSld name="Title + Body 1">
    <p:spTree>
      <p:nvGrpSpPr>
        <p:cNvPr id="391" name="Shape 391"/>
        <p:cNvGrpSpPr/>
        <p:nvPr/>
      </p:nvGrpSpPr>
      <p:grpSpPr>
        <a:xfrm>
          <a:off x="0" y="0"/>
          <a:ext cx="0" cy="0"/>
          <a:chOff x="0" y="0"/>
          <a:chExt cx="0" cy="0"/>
        </a:xfrm>
      </p:grpSpPr>
      <p:sp>
        <p:nvSpPr>
          <p:cNvPr id="392" name="Google Shape;392;p93"/>
          <p:cNvSpPr txBox="1"/>
          <p:nvPr>
            <p:ph type="title"/>
          </p:nvPr>
        </p:nvSpPr>
        <p:spPr>
          <a:xfrm>
            <a:off x="457200" y="1694917"/>
            <a:ext cx="41148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393" name="Google Shape;393;p93"/>
          <p:cNvSpPr txBox="1"/>
          <p:nvPr>
            <p:ph idx="1" type="subTitle"/>
          </p:nvPr>
        </p:nvSpPr>
        <p:spPr>
          <a:xfrm>
            <a:off x="457200" y="457175"/>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394" name="Google Shape;394;p93"/>
          <p:cNvSpPr txBox="1"/>
          <p:nvPr>
            <p:ph idx="2" type="body"/>
          </p:nvPr>
        </p:nvSpPr>
        <p:spPr>
          <a:xfrm>
            <a:off x="457200" y="2139575"/>
            <a:ext cx="4114800" cy="3118200"/>
          </a:xfrm>
          <a:prstGeom prst="rect">
            <a:avLst/>
          </a:prstGeom>
        </p:spPr>
        <p:txBody>
          <a:bodyPr anchorCtr="0" anchor="t" bIns="0" lIns="0" spcFirstLastPara="1" rIns="0" wrap="square" tIns="0">
            <a:spAutoFit/>
          </a:bodyPr>
          <a:lstStyle>
            <a:lvl1pPr indent="-304800" lvl="0" marL="457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9pPr>
          </a:lstStyle>
          <a:p/>
        </p:txBody>
      </p:sp>
      <p:sp>
        <p:nvSpPr>
          <p:cNvPr id="395" name="Google Shape;395;p93"/>
          <p:cNvSpPr txBox="1"/>
          <p:nvPr>
            <p:ph idx="3" type="title"/>
          </p:nvPr>
        </p:nvSpPr>
        <p:spPr>
          <a:xfrm>
            <a:off x="457200" y="891285"/>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2 columns">
  <p:cSld name="Body 2 Columns ">
    <p:spTree>
      <p:nvGrpSpPr>
        <p:cNvPr id="396" name="Shape 396"/>
        <p:cNvGrpSpPr/>
        <p:nvPr/>
      </p:nvGrpSpPr>
      <p:grpSpPr>
        <a:xfrm>
          <a:off x="0" y="0"/>
          <a:ext cx="0" cy="0"/>
          <a:chOff x="0" y="0"/>
          <a:chExt cx="0" cy="0"/>
        </a:xfrm>
      </p:grpSpPr>
      <p:sp>
        <p:nvSpPr>
          <p:cNvPr id="397" name="Google Shape;397;p94"/>
          <p:cNvSpPr txBox="1"/>
          <p:nvPr>
            <p:ph type="title"/>
          </p:nvPr>
        </p:nvSpPr>
        <p:spPr>
          <a:xfrm>
            <a:off x="457200" y="1694917"/>
            <a:ext cx="41148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398" name="Google Shape;398;p94"/>
          <p:cNvSpPr txBox="1"/>
          <p:nvPr>
            <p:ph idx="1" type="body"/>
          </p:nvPr>
        </p:nvSpPr>
        <p:spPr>
          <a:xfrm>
            <a:off x="457200" y="2139575"/>
            <a:ext cx="4114800" cy="3118200"/>
          </a:xfrm>
          <a:prstGeom prst="rect">
            <a:avLst/>
          </a:prstGeom>
        </p:spPr>
        <p:txBody>
          <a:bodyPr anchorCtr="0" anchor="t" bIns="0" lIns="0" spcFirstLastPara="1" rIns="0" wrap="square" tIns="0">
            <a:spAutoFit/>
          </a:bodyPr>
          <a:lstStyle>
            <a:lvl1pPr indent="-304800" lvl="0" marL="457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9pPr>
          </a:lstStyle>
          <a:p/>
        </p:txBody>
      </p:sp>
      <p:sp>
        <p:nvSpPr>
          <p:cNvPr id="399" name="Google Shape;399;p94"/>
          <p:cNvSpPr txBox="1"/>
          <p:nvPr>
            <p:ph idx="2" type="body"/>
          </p:nvPr>
        </p:nvSpPr>
        <p:spPr>
          <a:xfrm>
            <a:off x="4572000" y="2139575"/>
            <a:ext cx="4114800" cy="3118200"/>
          </a:xfrm>
          <a:prstGeom prst="rect">
            <a:avLst/>
          </a:prstGeom>
        </p:spPr>
        <p:txBody>
          <a:bodyPr anchorCtr="0" anchor="t" bIns="0" lIns="0" spcFirstLastPara="1" rIns="0" wrap="square" tIns="0">
            <a:spAutoFit/>
          </a:bodyPr>
          <a:lstStyle>
            <a:lvl1pPr indent="-304800" lvl="0" marL="457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9pPr>
          </a:lstStyle>
          <a:p/>
        </p:txBody>
      </p:sp>
      <p:sp>
        <p:nvSpPr>
          <p:cNvPr id="400" name="Google Shape;400;p94"/>
          <p:cNvSpPr txBox="1"/>
          <p:nvPr>
            <p:ph idx="3" type="subTitle"/>
          </p:nvPr>
        </p:nvSpPr>
        <p:spPr>
          <a:xfrm>
            <a:off x="457200" y="457175"/>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401" name="Google Shape;401;p94"/>
          <p:cNvSpPr txBox="1"/>
          <p:nvPr>
            <p:ph idx="4" type="title"/>
          </p:nvPr>
        </p:nvSpPr>
        <p:spPr>
          <a:xfrm>
            <a:off x="457200" y="891285"/>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Section Cover">
    <p:bg>
      <p:bgPr>
        <a:blipFill>
          <a:blip r:embed="rId2">
            <a:alphaModFix/>
          </a:blip>
          <a:stretch>
            <a:fillRect/>
          </a:stretch>
        </a:blipFill>
      </p:bgPr>
    </p:bg>
    <p:spTree>
      <p:nvGrpSpPr>
        <p:cNvPr id="402" name="Shape 402"/>
        <p:cNvGrpSpPr/>
        <p:nvPr/>
      </p:nvGrpSpPr>
      <p:grpSpPr>
        <a:xfrm>
          <a:off x="0" y="0"/>
          <a:ext cx="0" cy="0"/>
          <a:chOff x="0" y="0"/>
          <a:chExt cx="0" cy="0"/>
        </a:xfrm>
      </p:grpSpPr>
      <p:sp>
        <p:nvSpPr>
          <p:cNvPr id="403" name="Google Shape;403;p95"/>
          <p:cNvSpPr txBox="1"/>
          <p:nvPr>
            <p:ph type="title"/>
          </p:nvPr>
        </p:nvSpPr>
        <p:spPr>
          <a:xfrm>
            <a:off x="457200" y="891300"/>
            <a:ext cx="5010300" cy="17349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4800">
                <a:solidFill>
                  <a:schemeClr val="lt1"/>
                </a:solidFill>
              </a:defRPr>
            </a:lvl1pPr>
            <a:lvl2pPr lvl="1">
              <a:lnSpc>
                <a:spcPct val="100000"/>
              </a:lnSpc>
              <a:spcBef>
                <a:spcPts val="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
        <p:nvSpPr>
          <p:cNvPr id="404" name="Google Shape;404;p95"/>
          <p:cNvSpPr txBox="1"/>
          <p:nvPr>
            <p:ph idx="1" type="subTitle"/>
          </p:nvPr>
        </p:nvSpPr>
        <p:spPr>
          <a:xfrm>
            <a:off x="457200" y="457200"/>
            <a:ext cx="5010300" cy="434100"/>
          </a:xfrm>
          <a:prstGeom prst="rect">
            <a:avLst/>
          </a:prstGeom>
        </p:spPr>
        <p:txBody>
          <a:bodyPr anchorCtr="0" anchor="ctr" bIns="0" lIns="0" spcFirstLastPara="1" rIns="0" wrap="square" tIns="0">
            <a:noAutofit/>
          </a:bodyPr>
          <a:lstStyle>
            <a:lvl1pPr indent="0" lvl="0" marL="0" marR="0" algn="l">
              <a:lnSpc>
                <a:spcPct val="115000"/>
              </a:lnSpc>
              <a:spcBef>
                <a:spcPts val="0"/>
              </a:spcBef>
              <a:spcAft>
                <a:spcPts val="0"/>
              </a:spcAft>
              <a:buNone/>
              <a:defRPr sz="2000">
                <a:solidFill>
                  <a:schemeClr val="lt1"/>
                </a:solidFill>
              </a:defRPr>
            </a:lvl1pPr>
            <a:lvl2pPr indent="0" lvl="1" marL="0" marR="0" algn="l">
              <a:lnSpc>
                <a:spcPct val="115000"/>
              </a:lnSpc>
              <a:spcBef>
                <a:spcPts val="0"/>
              </a:spcBef>
              <a:spcAft>
                <a:spcPts val="0"/>
              </a:spcAft>
              <a:buNone/>
              <a:defRPr sz="2000">
                <a:solidFill>
                  <a:schemeClr val="lt1"/>
                </a:solidFill>
              </a:defRPr>
            </a:lvl2pPr>
            <a:lvl3pPr indent="0" lvl="2" marL="0" marR="0" algn="l">
              <a:lnSpc>
                <a:spcPct val="115000"/>
              </a:lnSpc>
              <a:spcBef>
                <a:spcPts val="0"/>
              </a:spcBef>
              <a:spcAft>
                <a:spcPts val="0"/>
              </a:spcAft>
              <a:buNone/>
              <a:defRPr sz="2000">
                <a:solidFill>
                  <a:schemeClr val="lt1"/>
                </a:solidFill>
              </a:defRPr>
            </a:lvl3pPr>
            <a:lvl4pPr indent="0" lvl="3" marL="0" marR="0" algn="l">
              <a:lnSpc>
                <a:spcPct val="115000"/>
              </a:lnSpc>
              <a:spcBef>
                <a:spcPts val="0"/>
              </a:spcBef>
              <a:spcAft>
                <a:spcPts val="0"/>
              </a:spcAft>
              <a:buNone/>
              <a:defRPr sz="2000">
                <a:solidFill>
                  <a:schemeClr val="lt1"/>
                </a:solidFill>
              </a:defRPr>
            </a:lvl4pPr>
            <a:lvl5pPr indent="0" lvl="4" marL="0" marR="0" algn="l">
              <a:lnSpc>
                <a:spcPct val="115000"/>
              </a:lnSpc>
              <a:spcBef>
                <a:spcPts val="0"/>
              </a:spcBef>
              <a:spcAft>
                <a:spcPts val="0"/>
              </a:spcAft>
              <a:buNone/>
              <a:defRPr sz="2000">
                <a:solidFill>
                  <a:schemeClr val="lt1"/>
                </a:solidFill>
              </a:defRPr>
            </a:lvl5pPr>
            <a:lvl6pPr indent="0" lvl="5" marL="0" marR="0" algn="l">
              <a:lnSpc>
                <a:spcPct val="115000"/>
              </a:lnSpc>
              <a:spcBef>
                <a:spcPts val="0"/>
              </a:spcBef>
              <a:spcAft>
                <a:spcPts val="0"/>
              </a:spcAft>
              <a:buNone/>
              <a:defRPr sz="2000">
                <a:solidFill>
                  <a:schemeClr val="lt1"/>
                </a:solidFill>
              </a:defRPr>
            </a:lvl6pPr>
            <a:lvl7pPr indent="0" lvl="6" marL="0" marR="0" algn="l">
              <a:lnSpc>
                <a:spcPct val="115000"/>
              </a:lnSpc>
              <a:spcBef>
                <a:spcPts val="0"/>
              </a:spcBef>
              <a:spcAft>
                <a:spcPts val="0"/>
              </a:spcAft>
              <a:buNone/>
              <a:defRPr sz="2000">
                <a:solidFill>
                  <a:schemeClr val="lt1"/>
                </a:solidFill>
              </a:defRPr>
            </a:lvl7pPr>
            <a:lvl8pPr indent="0" lvl="7" marL="0" marR="0" algn="l">
              <a:lnSpc>
                <a:spcPct val="115000"/>
              </a:lnSpc>
              <a:spcBef>
                <a:spcPts val="0"/>
              </a:spcBef>
              <a:spcAft>
                <a:spcPts val="0"/>
              </a:spcAft>
              <a:buNone/>
              <a:defRPr sz="2000">
                <a:solidFill>
                  <a:schemeClr val="lt1"/>
                </a:solidFill>
              </a:defRPr>
            </a:lvl8pPr>
            <a:lvl9pPr indent="0" lvl="8" marL="0" marR="0" algn="l">
              <a:lnSpc>
                <a:spcPct val="115000"/>
              </a:lnSpc>
              <a:spcBef>
                <a:spcPts val="0"/>
              </a:spcBef>
              <a:spcAft>
                <a:spcPts val="0"/>
              </a:spcAft>
              <a:buNone/>
              <a:defRPr sz="2000">
                <a:solidFill>
                  <a:schemeClr val="lt1"/>
                </a:solidFill>
              </a:defRPr>
            </a:lvl9pPr>
          </a:lstStyle>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p:cSld name="Title + Subtitle">
    <p:spTree>
      <p:nvGrpSpPr>
        <p:cNvPr id="405" name="Shape 405"/>
        <p:cNvGrpSpPr/>
        <p:nvPr/>
      </p:nvGrpSpPr>
      <p:grpSpPr>
        <a:xfrm>
          <a:off x="0" y="0"/>
          <a:ext cx="0" cy="0"/>
          <a:chOff x="0" y="0"/>
          <a:chExt cx="0" cy="0"/>
        </a:xfrm>
      </p:grpSpPr>
      <p:sp>
        <p:nvSpPr>
          <p:cNvPr id="406" name="Google Shape;406;p96"/>
          <p:cNvSpPr txBox="1"/>
          <p:nvPr>
            <p:ph idx="1" type="subTitle"/>
          </p:nvPr>
        </p:nvSpPr>
        <p:spPr>
          <a:xfrm>
            <a:off x="457200" y="457175"/>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407" name="Google Shape;407;p96"/>
          <p:cNvSpPr txBox="1"/>
          <p:nvPr>
            <p:ph type="title"/>
          </p:nvPr>
        </p:nvSpPr>
        <p:spPr>
          <a:xfrm>
            <a:off x="457200" y="891285"/>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Left">
  <p:cSld name="Text + Image 1">
    <p:spTree>
      <p:nvGrpSpPr>
        <p:cNvPr id="408" name="Shape 408"/>
        <p:cNvGrpSpPr/>
        <p:nvPr/>
      </p:nvGrpSpPr>
      <p:grpSpPr>
        <a:xfrm>
          <a:off x="0" y="0"/>
          <a:ext cx="0" cy="0"/>
          <a:chOff x="0" y="0"/>
          <a:chExt cx="0" cy="0"/>
        </a:xfrm>
      </p:grpSpPr>
      <p:sp>
        <p:nvSpPr>
          <p:cNvPr id="409" name="Google Shape;409;p97"/>
          <p:cNvSpPr/>
          <p:nvPr>
            <p:ph idx="2" type="pic"/>
          </p:nvPr>
        </p:nvSpPr>
        <p:spPr>
          <a:xfrm>
            <a:off x="76200" y="91667"/>
            <a:ext cx="4495800" cy="5531700"/>
          </a:xfrm>
          <a:prstGeom prst="roundRect">
            <a:avLst>
              <a:gd fmla="val 16667" name="adj"/>
            </a:avLst>
          </a:prstGeom>
          <a:noFill/>
          <a:ln>
            <a:noFill/>
          </a:ln>
        </p:spPr>
      </p:sp>
      <p:sp>
        <p:nvSpPr>
          <p:cNvPr id="410" name="Google Shape;410;p97"/>
          <p:cNvSpPr txBox="1"/>
          <p:nvPr>
            <p:ph idx="1" type="body"/>
          </p:nvPr>
        </p:nvSpPr>
        <p:spPr>
          <a:xfrm>
            <a:off x="5025300" y="2190008"/>
            <a:ext cx="3661500" cy="3067800"/>
          </a:xfrm>
          <a:prstGeom prst="rect">
            <a:avLst/>
          </a:prstGeom>
        </p:spPr>
        <p:txBody>
          <a:bodyPr anchorCtr="0" anchor="t" bIns="0" lIns="0" spcFirstLastPara="1" rIns="0" wrap="square" tIns="0">
            <a:spAutoFit/>
          </a:bodyPr>
          <a:lstStyle>
            <a:lvl1pPr indent="-304800" lvl="0" marL="457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9pPr>
          </a:lstStyle>
          <a:p/>
        </p:txBody>
      </p:sp>
      <p:sp>
        <p:nvSpPr>
          <p:cNvPr id="411" name="Google Shape;411;p97"/>
          <p:cNvSpPr txBox="1"/>
          <p:nvPr>
            <p:ph idx="3" type="subTitle"/>
          </p:nvPr>
        </p:nvSpPr>
        <p:spPr>
          <a:xfrm>
            <a:off x="5025300" y="457175"/>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412" name="Google Shape;412;p97"/>
          <p:cNvSpPr txBox="1"/>
          <p:nvPr>
            <p:ph type="title"/>
          </p:nvPr>
        </p:nvSpPr>
        <p:spPr>
          <a:xfrm>
            <a:off x="5025300" y="891281"/>
            <a:ext cx="3661500" cy="63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Right">
  <p:cSld name="Text + Image">
    <p:spTree>
      <p:nvGrpSpPr>
        <p:cNvPr id="413" name="Shape 413"/>
        <p:cNvGrpSpPr/>
        <p:nvPr/>
      </p:nvGrpSpPr>
      <p:grpSpPr>
        <a:xfrm>
          <a:off x="0" y="0"/>
          <a:ext cx="0" cy="0"/>
          <a:chOff x="0" y="0"/>
          <a:chExt cx="0" cy="0"/>
        </a:xfrm>
      </p:grpSpPr>
      <p:sp>
        <p:nvSpPr>
          <p:cNvPr id="414" name="Google Shape;414;p98"/>
          <p:cNvSpPr/>
          <p:nvPr>
            <p:ph idx="2" type="pic"/>
          </p:nvPr>
        </p:nvSpPr>
        <p:spPr>
          <a:xfrm>
            <a:off x="4572000" y="91667"/>
            <a:ext cx="4495800" cy="5531700"/>
          </a:xfrm>
          <a:prstGeom prst="roundRect">
            <a:avLst>
              <a:gd fmla="val 16667" name="adj"/>
            </a:avLst>
          </a:prstGeom>
          <a:noFill/>
          <a:ln>
            <a:noFill/>
          </a:ln>
        </p:spPr>
      </p:sp>
      <p:sp>
        <p:nvSpPr>
          <p:cNvPr id="415" name="Google Shape;415;p98"/>
          <p:cNvSpPr txBox="1"/>
          <p:nvPr>
            <p:ph idx="1" type="body"/>
          </p:nvPr>
        </p:nvSpPr>
        <p:spPr>
          <a:xfrm>
            <a:off x="457200" y="2190008"/>
            <a:ext cx="3661500" cy="3067800"/>
          </a:xfrm>
          <a:prstGeom prst="rect">
            <a:avLst/>
          </a:prstGeom>
        </p:spPr>
        <p:txBody>
          <a:bodyPr anchorCtr="0" anchor="t" bIns="0" lIns="0" spcFirstLastPara="1" rIns="0" wrap="square" tIns="0">
            <a:spAutoFit/>
          </a:bodyPr>
          <a:lstStyle>
            <a:lvl1pPr indent="-304800" lvl="0" marL="457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9pPr>
          </a:lstStyle>
          <a:p/>
        </p:txBody>
      </p:sp>
      <p:sp>
        <p:nvSpPr>
          <p:cNvPr id="416" name="Google Shape;416;p98"/>
          <p:cNvSpPr txBox="1"/>
          <p:nvPr>
            <p:ph idx="3" type="subTitle"/>
          </p:nvPr>
        </p:nvSpPr>
        <p:spPr>
          <a:xfrm>
            <a:off x="457200" y="457175"/>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417" name="Google Shape;417;p98"/>
          <p:cNvSpPr txBox="1"/>
          <p:nvPr>
            <p:ph type="title"/>
          </p:nvPr>
        </p:nvSpPr>
        <p:spPr>
          <a:xfrm>
            <a:off x="457200" y="891281"/>
            <a:ext cx="3661500" cy="63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Body: 1 column">
  <p:cSld name="Title + Body">
    <p:spTree>
      <p:nvGrpSpPr>
        <p:cNvPr id="418" name="Shape 418"/>
        <p:cNvGrpSpPr/>
        <p:nvPr/>
      </p:nvGrpSpPr>
      <p:grpSpPr>
        <a:xfrm>
          <a:off x="0" y="0"/>
          <a:ext cx="0" cy="0"/>
          <a:chOff x="0" y="0"/>
          <a:chExt cx="0" cy="0"/>
        </a:xfrm>
      </p:grpSpPr>
      <p:sp>
        <p:nvSpPr>
          <p:cNvPr id="419" name="Google Shape;419;p99"/>
          <p:cNvSpPr txBox="1"/>
          <p:nvPr>
            <p:ph idx="1" type="body"/>
          </p:nvPr>
        </p:nvSpPr>
        <p:spPr>
          <a:xfrm>
            <a:off x="457200" y="2190008"/>
            <a:ext cx="3661500" cy="3067800"/>
          </a:xfrm>
          <a:prstGeom prst="rect">
            <a:avLst/>
          </a:prstGeom>
        </p:spPr>
        <p:txBody>
          <a:bodyPr anchorCtr="0" anchor="t" bIns="0" lIns="0" spcFirstLastPara="1" rIns="0" wrap="square" tIns="0">
            <a:spAutoFit/>
          </a:bodyPr>
          <a:lstStyle>
            <a:lvl1pPr indent="-304800" lvl="0" marL="457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9pPr>
          </a:lstStyle>
          <a:p/>
        </p:txBody>
      </p:sp>
      <p:sp>
        <p:nvSpPr>
          <p:cNvPr id="420" name="Google Shape;420;p99"/>
          <p:cNvSpPr txBox="1"/>
          <p:nvPr>
            <p:ph idx="2" type="subTitle"/>
          </p:nvPr>
        </p:nvSpPr>
        <p:spPr>
          <a:xfrm>
            <a:off x="457200" y="457175"/>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421" name="Google Shape;421;p99"/>
          <p:cNvSpPr txBox="1"/>
          <p:nvPr>
            <p:ph type="title"/>
          </p:nvPr>
        </p:nvSpPr>
        <p:spPr>
          <a:xfrm>
            <a:off x="457200" y="891281"/>
            <a:ext cx="3661500" cy="63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idea with notes">
  <p:cSld name="Slido">
    <p:spTree>
      <p:nvGrpSpPr>
        <p:cNvPr id="422" name="Shape 422"/>
        <p:cNvGrpSpPr/>
        <p:nvPr/>
      </p:nvGrpSpPr>
      <p:grpSpPr>
        <a:xfrm>
          <a:off x="0" y="0"/>
          <a:ext cx="0" cy="0"/>
          <a:chOff x="0" y="0"/>
          <a:chExt cx="0" cy="0"/>
        </a:xfrm>
      </p:grpSpPr>
      <p:sp>
        <p:nvSpPr>
          <p:cNvPr id="423" name="Google Shape;423;p100"/>
          <p:cNvSpPr txBox="1"/>
          <p:nvPr>
            <p:ph type="title"/>
          </p:nvPr>
        </p:nvSpPr>
        <p:spPr>
          <a:xfrm>
            <a:off x="5030100" y="457200"/>
            <a:ext cx="3656700" cy="2517300"/>
          </a:xfrm>
          <a:prstGeom prst="rect">
            <a:avLst/>
          </a:prstGeom>
          <a:noFill/>
          <a:ln>
            <a:noFill/>
          </a:ln>
        </p:spPr>
        <p:txBody>
          <a:bodyPr anchorCtr="0" anchor="t" bIns="0" lIns="0" spcFirstLastPara="1" rIns="0" wrap="square" tIns="0">
            <a:noAutofit/>
          </a:bodyPr>
          <a:lstStyle>
            <a:lvl1pPr lvl="0">
              <a:lnSpc>
                <a:spcPct val="100000"/>
              </a:lnSpc>
              <a:spcBef>
                <a:spcPts val="0"/>
              </a:spcBef>
              <a:spcAft>
                <a:spcPts val="0"/>
              </a:spcAft>
              <a:buSzPts val="4400"/>
              <a:buNone/>
              <a:defRPr sz="4400"/>
            </a:lvl1pPr>
            <a:lvl2pPr lvl="1">
              <a:lnSpc>
                <a:spcPct val="100000"/>
              </a:lnSpc>
              <a:spcBef>
                <a:spcPts val="0"/>
              </a:spcBef>
              <a:spcAft>
                <a:spcPts val="0"/>
              </a:spcAft>
              <a:buSzPts val="4400"/>
              <a:buNone/>
              <a:defRPr sz="4400"/>
            </a:lvl2pPr>
            <a:lvl3pPr lvl="2">
              <a:lnSpc>
                <a:spcPct val="100000"/>
              </a:lnSpc>
              <a:spcBef>
                <a:spcPts val="0"/>
              </a:spcBef>
              <a:spcAft>
                <a:spcPts val="0"/>
              </a:spcAft>
              <a:buSzPts val="4400"/>
              <a:buNone/>
              <a:defRPr sz="4400"/>
            </a:lvl3pPr>
            <a:lvl4pPr lvl="3">
              <a:lnSpc>
                <a:spcPct val="100000"/>
              </a:lnSpc>
              <a:spcBef>
                <a:spcPts val="0"/>
              </a:spcBef>
              <a:spcAft>
                <a:spcPts val="0"/>
              </a:spcAft>
              <a:buSzPts val="4400"/>
              <a:buNone/>
              <a:defRPr sz="4400"/>
            </a:lvl4pPr>
            <a:lvl5pPr lvl="4">
              <a:lnSpc>
                <a:spcPct val="100000"/>
              </a:lnSpc>
              <a:spcBef>
                <a:spcPts val="0"/>
              </a:spcBef>
              <a:spcAft>
                <a:spcPts val="0"/>
              </a:spcAft>
              <a:buSzPts val="4400"/>
              <a:buNone/>
              <a:defRPr sz="4400"/>
            </a:lvl5pPr>
            <a:lvl6pPr lvl="5">
              <a:lnSpc>
                <a:spcPct val="100000"/>
              </a:lnSpc>
              <a:spcBef>
                <a:spcPts val="0"/>
              </a:spcBef>
              <a:spcAft>
                <a:spcPts val="0"/>
              </a:spcAft>
              <a:buSzPts val="4400"/>
              <a:buNone/>
              <a:defRPr sz="4400"/>
            </a:lvl6pPr>
            <a:lvl7pPr lvl="6">
              <a:lnSpc>
                <a:spcPct val="100000"/>
              </a:lnSpc>
              <a:spcBef>
                <a:spcPts val="0"/>
              </a:spcBef>
              <a:spcAft>
                <a:spcPts val="0"/>
              </a:spcAft>
              <a:buSzPts val="4400"/>
              <a:buNone/>
              <a:defRPr sz="4400"/>
            </a:lvl7pPr>
            <a:lvl8pPr lvl="7">
              <a:lnSpc>
                <a:spcPct val="100000"/>
              </a:lnSpc>
              <a:spcBef>
                <a:spcPts val="0"/>
              </a:spcBef>
              <a:spcAft>
                <a:spcPts val="0"/>
              </a:spcAft>
              <a:buSzPts val="4400"/>
              <a:buNone/>
              <a:defRPr sz="4400"/>
            </a:lvl8pPr>
            <a:lvl9pPr lvl="8">
              <a:lnSpc>
                <a:spcPct val="100000"/>
              </a:lnSpc>
              <a:spcBef>
                <a:spcPts val="0"/>
              </a:spcBef>
              <a:spcAft>
                <a:spcPts val="0"/>
              </a:spcAft>
              <a:buSzPts val="4400"/>
              <a:buNone/>
              <a:defRPr sz="4400"/>
            </a:lvl9pPr>
          </a:lstStyle>
          <a:p/>
        </p:txBody>
      </p:sp>
      <p:sp>
        <p:nvSpPr>
          <p:cNvPr id="424" name="Google Shape;424;p100"/>
          <p:cNvSpPr txBox="1"/>
          <p:nvPr>
            <p:ph idx="1" type="subTitle"/>
          </p:nvPr>
        </p:nvSpPr>
        <p:spPr>
          <a:xfrm>
            <a:off x="5030100" y="3076200"/>
            <a:ext cx="3656700" cy="2181600"/>
          </a:xfrm>
          <a:prstGeom prst="rect">
            <a:avLst/>
          </a:prstGeom>
        </p:spPr>
        <p:txBody>
          <a:bodyPr anchorCtr="0" anchor="t" bIns="0" lIns="0" spcFirstLastPara="1" rIns="0" wrap="square" tIns="0">
            <a:noAutofit/>
          </a:bodyPr>
          <a:lstStyle>
            <a:lvl1pPr indent="0" lvl="0"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425" name="Google Shape;425;p100"/>
          <p:cNvSpPr/>
          <p:nvPr>
            <p:ph idx="2" type="pic"/>
          </p:nvPr>
        </p:nvSpPr>
        <p:spPr>
          <a:xfrm>
            <a:off x="76200" y="91667"/>
            <a:ext cx="4495800" cy="5531700"/>
          </a:xfrm>
          <a:prstGeom prst="roundRect">
            <a:avLst>
              <a:gd fmla="val 16667" name="adj"/>
            </a:avLst>
          </a:prstGeom>
          <a:noFill/>
          <a:ln>
            <a:noFill/>
          </a:ln>
        </p:spPr>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ullet points">
  <p:cSld name="Title and bullet points">
    <p:spTree>
      <p:nvGrpSpPr>
        <p:cNvPr id="426" name="Shape 426"/>
        <p:cNvGrpSpPr/>
        <p:nvPr/>
      </p:nvGrpSpPr>
      <p:grpSpPr>
        <a:xfrm>
          <a:off x="0" y="0"/>
          <a:ext cx="0" cy="0"/>
          <a:chOff x="0" y="0"/>
          <a:chExt cx="0" cy="0"/>
        </a:xfrm>
      </p:grpSpPr>
      <p:sp>
        <p:nvSpPr>
          <p:cNvPr id="427" name="Google Shape;427;p101"/>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428" name="Google Shape;428;p101"/>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mall Image + Text">
  <p:cSld name="Title + Small Image + Text">
    <p:spTree>
      <p:nvGrpSpPr>
        <p:cNvPr id="429" name="Shape 429"/>
        <p:cNvGrpSpPr/>
        <p:nvPr/>
      </p:nvGrpSpPr>
      <p:grpSpPr>
        <a:xfrm>
          <a:off x="0" y="0"/>
          <a:ext cx="0" cy="0"/>
          <a:chOff x="0" y="0"/>
          <a:chExt cx="0" cy="0"/>
        </a:xfrm>
      </p:grpSpPr>
      <p:sp>
        <p:nvSpPr>
          <p:cNvPr id="430" name="Google Shape;430;p102"/>
          <p:cNvSpPr/>
          <p:nvPr>
            <p:ph idx="2" type="pic"/>
          </p:nvPr>
        </p:nvSpPr>
        <p:spPr>
          <a:xfrm>
            <a:off x="0" y="2900000"/>
            <a:ext cx="9144000" cy="2814900"/>
          </a:xfrm>
          <a:prstGeom prst="roundRect">
            <a:avLst>
              <a:gd fmla="val 1254" name="adj"/>
            </a:avLst>
          </a:prstGeom>
          <a:noFill/>
          <a:ln>
            <a:noFill/>
          </a:ln>
        </p:spPr>
      </p:sp>
      <p:sp>
        <p:nvSpPr>
          <p:cNvPr id="431" name="Google Shape;431;p102"/>
          <p:cNvSpPr txBox="1"/>
          <p:nvPr>
            <p:ph type="title"/>
          </p:nvPr>
        </p:nvSpPr>
        <p:spPr>
          <a:xfrm>
            <a:off x="457200" y="1397679"/>
            <a:ext cx="3667500" cy="10803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2400"/>
              <a:buNone/>
              <a:defRPr/>
            </a:lvl2pPr>
            <a:lvl3pPr lvl="2" algn="l">
              <a:lnSpc>
                <a:spcPct val="100000"/>
              </a:lnSpc>
              <a:spcBef>
                <a:spcPts val="0"/>
              </a:spcBef>
              <a:spcAft>
                <a:spcPts val="0"/>
              </a:spcAft>
              <a:buSzPts val="2400"/>
              <a:buNone/>
              <a:defRPr/>
            </a:lvl3pPr>
            <a:lvl4pPr lvl="3" algn="l">
              <a:lnSpc>
                <a:spcPct val="100000"/>
              </a:lnSpc>
              <a:spcBef>
                <a:spcPts val="0"/>
              </a:spcBef>
              <a:spcAft>
                <a:spcPts val="0"/>
              </a:spcAft>
              <a:buSzPts val="2400"/>
              <a:buNone/>
              <a:defRPr/>
            </a:lvl4pPr>
            <a:lvl5pPr lvl="4" algn="l">
              <a:lnSpc>
                <a:spcPct val="100000"/>
              </a:lnSpc>
              <a:spcBef>
                <a:spcPts val="0"/>
              </a:spcBef>
              <a:spcAft>
                <a:spcPts val="0"/>
              </a:spcAft>
              <a:buSzPts val="2400"/>
              <a:buNone/>
              <a:defRPr/>
            </a:lvl5pPr>
            <a:lvl6pPr lvl="5" algn="l">
              <a:lnSpc>
                <a:spcPct val="100000"/>
              </a:lnSpc>
              <a:spcBef>
                <a:spcPts val="0"/>
              </a:spcBef>
              <a:spcAft>
                <a:spcPts val="0"/>
              </a:spcAft>
              <a:buSzPts val="2400"/>
              <a:buNone/>
              <a:defRPr/>
            </a:lvl6pPr>
            <a:lvl7pPr lvl="6" algn="l">
              <a:lnSpc>
                <a:spcPct val="100000"/>
              </a:lnSpc>
              <a:spcBef>
                <a:spcPts val="0"/>
              </a:spcBef>
              <a:spcAft>
                <a:spcPts val="0"/>
              </a:spcAft>
              <a:buSzPts val="2400"/>
              <a:buNone/>
              <a:defRPr/>
            </a:lvl7pPr>
            <a:lvl8pPr lvl="7" algn="l">
              <a:lnSpc>
                <a:spcPct val="100000"/>
              </a:lnSpc>
              <a:spcBef>
                <a:spcPts val="0"/>
              </a:spcBef>
              <a:spcAft>
                <a:spcPts val="0"/>
              </a:spcAft>
              <a:buSzPts val="2400"/>
              <a:buNone/>
              <a:defRPr/>
            </a:lvl8pPr>
            <a:lvl9pPr lvl="8" algn="l">
              <a:lnSpc>
                <a:spcPct val="100000"/>
              </a:lnSpc>
              <a:spcBef>
                <a:spcPts val="0"/>
              </a:spcBef>
              <a:spcAft>
                <a:spcPts val="0"/>
              </a:spcAft>
              <a:buSzPts val="2400"/>
              <a:buNone/>
              <a:defRPr/>
            </a:lvl9pPr>
          </a:lstStyle>
          <a:p/>
        </p:txBody>
      </p:sp>
      <p:sp>
        <p:nvSpPr>
          <p:cNvPr id="432" name="Google Shape;432;p102"/>
          <p:cNvSpPr txBox="1"/>
          <p:nvPr>
            <p:ph idx="1" type="subTitle"/>
          </p:nvPr>
        </p:nvSpPr>
        <p:spPr>
          <a:xfrm>
            <a:off x="457200" y="879013"/>
            <a:ext cx="3667500" cy="434100"/>
          </a:xfrm>
          <a:prstGeom prst="rect">
            <a:avLst/>
          </a:prstGeom>
        </p:spPr>
        <p:txBody>
          <a:bodyPr anchorCtr="0" anchor="ctr" bIns="0" lIns="0" spcFirstLastPara="1" rIns="0" wrap="square" tIns="0">
            <a:no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433" name="Google Shape;433;p102"/>
          <p:cNvSpPr txBox="1"/>
          <p:nvPr>
            <p:ph idx="3" type="body"/>
          </p:nvPr>
        </p:nvSpPr>
        <p:spPr>
          <a:xfrm>
            <a:off x="4581600" y="457200"/>
            <a:ext cx="4105200" cy="24426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1830">
          <p15:clr>
            <a:srgbClr val="E46962"/>
          </p15:clr>
        </p15:guide>
        <p15:guide id="2" orient="horz" pos="1057">
          <p15:clr>
            <a:srgbClr val="E46962"/>
          </p15:clr>
        </p15:guide>
      </p15:sldGuideLst>
    </p:ext>
  </p:extLst>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Cover 2">
  <p:cSld name="Section Cover 2">
    <p:bg>
      <p:bgPr>
        <a:blipFill>
          <a:blip r:embed="rId2">
            <a:alphaModFix/>
          </a:blip>
          <a:stretch>
            <a:fillRect/>
          </a:stretch>
        </a:blipFill>
      </p:bgPr>
    </p:bg>
    <p:spTree>
      <p:nvGrpSpPr>
        <p:cNvPr id="434" name="Shape 434"/>
        <p:cNvGrpSpPr/>
        <p:nvPr/>
      </p:nvGrpSpPr>
      <p:grpSpPr>
        <a:xfrm>
          <a:off x="0" y="0"/>
          <a:ext cx="0" cy="0"/>
          <a:chOff x="0" y="0"/>
          <a:chExt cx="0" cy="0"/>
        </a:xfrm>
      </p:grpSpPr>
      <p:sp>
        <p:nvSpPr>
          <p:cNvPr id="435" name="Google Shape;435;p103"/>
          <p:cNvSpPr txBox="1"/>
          <p:nvPr>
            <p:ph type="title"/>
          </p:nvPr>
        </p:nvSpPr>
        <p:spPr>
          <a:xfrm>
            <a:off x="457200" y="508000"/>
            <a:ext cx="5010300" cy="1734900"/>
          </a:xfrm>
          <a:prstGeom prst="rect">
            <a:avLst/>
          </a:prstGeom>
        </p:spPr>
        <p:txBody>
          <a:bodyPr anchorCtr="0" anchor="t" bIns="0" lIns="0" spcFirstLastPara="1" rIns="0" wrap="square" tIns="0">
            <a:noAutofit/>
          </a:bodyPr>
          <a:lstStyle>
            <a:lvl1pPr indent="0" lvl="0" marL="0" marR="0">
              <a:lnSpc>
                <a:spcPct val="80000"/>
              </a:lnSpc>
              <a:spcBef>
                <a:spcPts val="0"/>
              </a:spcBef>
              <a:spcAft>
                <a:spcPts val="0"/>
              </a:spcAft>
              <a:buNone/>
              <a:defRPr sz="4800">
                <a:solidFill>
                  <a:schemeClr val="lt1"/>
                </a:solidFill>
              </a:defRPr>
            </a:lvl1pPr>
            <a:lvl2pPr lvl="1">
              <a:lnSpc>
                <a:spcPct val="100000"/>
              </a:lnSpc>
              <a:spcBef>
                <a:spcPts val="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
        <p:nvSpPr>
          <p:cNvPr id="436" name="Google Shape;436;p103"/>
          <p:cNvSpPr txBox="1"/>
          <p:nvPr>
            <p:ph idx="1" type="subTitle"/>
          </p:nvPr>
        </p:nvSpPr>
        <p:spPr>
          <a:xfrm>
            <a:off x="457200" y="2243000"/>
            <a:ext cx="5010300" cy="434100"/>
          </a:xfrm>
          <a:prstGeom prst="rect">
            <a:avLst/>
          </a:prstGeom>
        </p:spPr>
        <p:txBody>
          <a:bodyPr anchorCtr="0" anchor="ctr" bIns="0" lIns="0" spcFirstLastPara="1" rIns="0" wrap="square" tIns="0">
            <a:spAutoFit/>
          </a:bodyPr>
          <a:lstStyle>
            <a:lvl1pPr indent="0" lvl="0" marL="0" marR="0">
              <a:lnSpc>
                <a:spcPct val="115000"/>
              </a:lnSpc>
              <a:spcBef>
                <a:spcPts val="0"/>
              </a:spcBef>
              <a:spcAft>
                <a:spcPts val="0"/>
              </a:spcAft>
              <a:buNone/>
              <a:defRPr sz="2000">
                <a:solidFill>
                  <a:schemeClr val="lt1"/>
                </a:solidFill>
              </a:defRPr>
            </a:lvl1pPr>
            <a:lvl2pPr indent="0" lvl="1" marL="0" marR="0">
              <a:lnSpc>
                <a:spcPct val="115000"/>
              </a:lnSpc>
              <a:spcBef>
                <a:spcPts val="0"/>
              </a:spcBef>
              <a:spcAft>
                <a:spcPts val="0"/>
              </a:spcAft>
              <a:buNone/>
              <a:defRPr sz="2000">
                <a:solidFill>
                  <a:schemeClr val="lt1"/>
                </a:solidFill>
              </a:defRPr>
            </a:lvl2pPr>
            <a:lvl3pPr indent="0" lvl="2" marL="0" marR="0">
              <a:lnSpc>
                <a:spcPct val="115000"/>
              </a:lnSpc>
              <a:spcBef>
                <a:spcPts val="0"/>
              </a:spcBef>
              <a:spcAft>
                <a:spcPts val="0"/>
              </a:spcAft>
              <a:buNone/>
              <a:defRPr sz="2000">
                <a:solidFill>
                  <a:schemeClr val="lt1"/>
                </a:solidFill>
              </a:defRPr>
            </a:lvl3pPr>
            <a:lvl4pPr indent="0" lvl="3" marL="0" marR="0">
              <a:lnSpc>
                <a:spcPct val="115000"/>
              </a:lnSpc>
              <a:spcBef>
                <a:spcPts val="0"/>
              </a:spcBef>
              <a:spcAft>
                <a:spcPts val="0"/>
              </a:spcAft>
              <a:buNone/>
              <a:defRPr sz="2000">
                <a:solidFill>
                  <a:schemeClr val="lt1"/>
                </a:solidFill>
              </a:defRPr>
            </a:lvl4pPr>
            <a:lvl5pPr indent="0" lvl="4" marL="0" marR="0">
              <a:lnSpc>
                <a:spcPct val="115000"/>
              </a:lnSpc>
              <a:spcBef>
                <a:spcPts val="0"/>
              </a:spcBef>
              <a:spcAft>
                <a:spcPts val="0"/>
              </a:spcAft>
              <a:buNone/>
              <a:defRPr sz="2000">
                <a:solidFill>
                  <a:schemeClr val="lt1"/>
                </a:solidFill>
              </a:defRPr>
            </a:lvl5pPr>
            <a:lvl6pPr indent="0" lvl="5" marL="0" marR="0">
              <a:lnSpc>
                <a:spcPct val="115000"/>
              </a:lnSpc>
              <a:spcBef>
                <a:spcPts val="0"/>
              </a:spcBef>
              <a:spcAft>
                <a:spcPts val="0"/>
              </a:spcAft>
              <a:buNone/>
              <a:defRPr sz="2000">
                <a:solidFill>
                  <a:schemeClr val="lt1"/>
                </a:solidFill>
              </a:defRPr>
            </a:lvl6pPr>
            <a:lvl7pPr indent="0" lvl="6" marL="0" marR="0">
              <a:lnSpc>
                <a:spcPct val="115000"/>
              </a:lnSpc>
              <a:spcBef>
                <a:spcPts val="0"/>
              </a:spcBef>
              <a:spcAft>
                <a:spcPts val="0"/>
              </a:spcAft>
              <a:buNone/>
              <a:defRPr sz="2000">
                <a:solidFill>
                  <a:schemeClr val="lt1"/>
                </a:solidFill>
              </a:defRPr>
            </a:lvl7pPr>
            <a:lvl8pPr indent="0" lvl="7" marL="0" marR="0">
              <a:lnSpc>
                <a:spcPct val="115000"/>
              </a:lnSpc>
              <a:spcBef>
                <a:spcPts val="0"/>
              </a:spcBef>
              <a:spcAft>
                <a:spcPts val="0"/>
              </a:spcAft>
              <a:buNone/>
              <a:defRPr sz="2000">
                <a:solidFill>
                  <a:schemeClr val="lt1"/>
                </a:solidFill>
              </a:defRPr>
            </a:lvl8pPr>
            <a:lvl9pPr indent="0" lvl="8" marL="0" marR="0">
              <a:lnSpc>
                <a:spcPct val="115000"/>
              </a:lnSpc>
              <a:spcBef>
                <a:spcPts val="0"/>
              </a:spcBef>
              <a:spcAft>
                <a:spcPts val="0"/>
              </a:spcAft>
              <a:buNone/>
              <a:defRPr sz="2000">
                <a:solidFill>
                  <a:schemeClr val="lt1"/>
                </a:solidFill>
              </a:defRPr>
            </a:lvl9pPr>
          </a:lstStyle>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s with icons 1">
  <p:cSld name="Highlights with icons 1">
    <p:spTree>
      <p:nvGrpSpPr>
        <p:cNvPr id="437" name="Shape 437"/>
        <p:cNvGrpSpPr/>
        <p:nvPr/>
      </p:nvGrpSpPr>
      <p:grpSpPr>
        <a:xfrm>
          <a:off x="0" y="0"/>
          <a:ext cx="0" cy="0"/>
          <a:chOff x="0" y="0"/>
          <a:chExt cx="0" cy="0"/>
        </a:xfrm>
      </p:grpSpPr>
      <p:sp>
        <p:nvSpPr>
          <p:cNvPr id="438" name="Google Shape;438;p104"/>
          <p:cNvSpPr txBox="1"/>
          <p:nvPr>
            <p:ph idx="12" type="sldNum"/>
          </p:nvPr>
        </p:nvSpPr>
        <p:spPr>
          <a:xfrm>
            <a:off x="8572500" y="5080004"/>
            <a:ext cx="571500" cy="635100"/>
          </a:xfrm>
          <a:prstGeom prst="rect">
            <a:avLst/>
          </a:prstGeom>
          <a:noFill/>
          <a:ln>
            <a:noFill/>
          </a:ln>
        </p:spPr>
        <p:txBody>
          <a:bodyPr anchorCtr="0" anchor="t" bIns="121900" lIns="121900" spcFirstLastPara="1" rIns="121900" wrap="square" tIns="121900">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439" name="Google Shape;439;p104"/>
          <p:cNvSpPr/>
          <p:nvPr>
            <p:ph idx="2" type="pic"/>
          </p:nvPr>
        </p:nvSpPr>
        <p:spPr>
          <a:xfrm>
            <a:off x="0" y="0"/>
            <a:ext cx="9144000" cy="2814900"/>
          </a:xfrm>
          <a:prstGeom prst="roundRect">
            <a:avLst>
              <a:gd fmla="val 1254" name="adj"/>
            </a:avLst>
          </a:prstGeom>
          <a:noFill/>
          <a:ln>
            <a:noFill/>
          </a:ln>
        </p:spPr>
      </p:sp>
      <p:sp>
        <p:nvSpPr>
          <p:cNvPr id="440" name="Google Shape;440;p104"/>
          <p:cNvSpPr txBox="1"/>
          <p:nvPr>
            <p:ph type="title"/>
          </p:nvPr>
        </p:nvSpPr>
        <p:spPr>
          <a:xfrm>
            <a:off x="457200" y="3755379"/>
            <a:ext cx="3667500" cy="10803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2400"/>
              <a:buNone/>
              <a:defRPr/>
            </a:lvl2pPr>
            <a:lvl3pPr lvl="2" algn="l">
              <a:lnSpc>
                <a:spcPct val="100000"/>
              </a:lnSpc>
              <a:spcBef>
                <a:spcPts val="0"/>
              </a:spcBef>
              <a:spcAft>
                <a:spcPts val="0"/>
              </a:spcAft>
              <a:buSzPts val="2400"/>
              <a:buNone/>
              <a:defRPr/>
            </a:lvl3pPr>
            <a:lvl4pPr lvl="3" algn="l">
              <a:lnSpc>
                <a:spcPct val="100000"/>
              </a:lnSpc>
              <a:spcBef>
                <a:spcPts val="0"/>
              </a:spcBef>
              <a:spcAft>
                <a:spcPts val="0"/>
              </a:spcAft>
              <a:buSzPts val="2400"/>
              <a:buNone/>
              <a:defRPr/>
            </a:lvl4pPr>
            <a:lvl5pPr lvl="4" algn="l">
              <a:lnSpc>
                <a:spcPct val="100000"/>
              </a:lnSpc>
              <a:spcBef>
                <a:spcPts val="0"/>
              </a:spcBef>
              <a:spcAft>
                <a:spcPts val="0"/>
              </a:spcAft>
              <a:buSzPts val="2400"/>
              <a:buNone/>
              <a:defRPr/>
            </a:lvl5pPr>
            <a:lvl6pPr lvl="5" algn="l">
              <a:lnSpc>
                <a:spcPct val="100000"/>
              </a:lnSpc>
              <a:spcBef>
                <a:spcPts val="0"/>
              </a:spcBef>
              <a:spcAft>
                <a:spcPts val="0"/>
              </a:spcAft>
              <a:buSzPts val="2400"/>
              <a:buNone/>
              <a:defRPr/>
            </a:lvl6pPr>
            <a:lvl7pPr lvl="6" algn="l">
              <a:lnSpc>
                <a:spcPct val="100000"/>
              </a:lnSpc>
              <a:spcBef>
                <a:spcPts val="0"/>
              </a:spcBef>
              <a:spcAft>
                <a:spcPts val="0"/>
              </a:spcAft>
              <a:buSzPts val="2400"/>
              <a:buNone/>
              <a:defRPr/>
            </a:lvl7pPr>
            <a:lvl8pPr lvl="7" algn="l">
              <a:lnSpc>
                <a:spcPct val="100000"/>
              </a:lnSpc>
              <a:spcBef>
                <a:spcPts val="0"/>
              </a:spcBef>
              <a:spcAft>
                <a:spcPts val="0"/>
              </a:spcAft>
              <a:buSzPts val="2400"/>
              <a:buNone/>
              <a:defRPr/>
            </a:lvl8pPr>
            <a:lvl9pPr lvl="8" algn="l">
              <a:lnSpc>
                <a:spcPct val="100000"/>
              </a:lnSpc>
              <a:spcBef>
                <a:spcPts val="0"/>
              </a:spcBef>
              <a:spcAft>
                <a:spcPts val="0"/>
              </a:spcAft>
              <a:buSzPts val="2400"/>
              <a:buNone/>
              <a:defRPr/>
            </a:lvl9pPr>
          </a:lstStyle>
          <a:p/>
        </p:txBody>
      </p:sp>
      <p:sp>
        <p:nvSpPr>
          <p:cNvPr id="441" name="Google Shape;441;p104"/>
          <p:cNvSpPr txBox="1"/>
          <p:nvPr>
            <p:ph idx="1" type="subTitle"/>
          </p:nvPr>
        </p:nvSpPr>
        <p:spPr>
          <a:xfrm>
            <a:off x="457200" y="3236713"/>
            <a:ext cx="3667500" cy="434100"/>
          </a:xfrm>
          <a:prstGeom prst="rect">
            <a:avLst/>
          </a:prstGeom>
        </p:spPr>
        <p:txBody>
          <a:bodyPr anchorCtr="0" anchor="ctr" bIns="0" lIns="0" spcFirstLastPara="1" rIns="0" wrap="square" tIns="0">
            <a:no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442" name="Google Shape;442;p104"/>
          <p:cNvSpPr txBox="1"/>
          <p:nvPr>
            <p:ph idx="3" type="body"/>
          </p:nvPr>
        </p:nvSpPr>
        <p:spPr>
          <a:xfrm>
            <a:off x="4581600" y="2814900"/>
            <a:ext cx="4105200" cy="24426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1767">
          <p15:clr>
            <a:srgbClr val="E46962"/>
          </p15:clr>
        </p15:guide>
        <p15:guide id="2" orient="horz" pos="2542">
          <p15:clr>
            <a:srgbClr val="E46962"/>
          </p15:clr>
        </p15:guide>
      </p15:sldGuideLst>
    </p:ext>
  </p:extLst>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hree columns 3">
  <p:cSld name="Content title and three columns 3">
    <p:spTree>
      <p:nvGrpSpPr>
        <p:cNvPr id="443" name="Shape 443"/>
        <p:cNvGrpSpPr/>
        <p:nvPr/>
      </p:nvGrpSpPr>
      <p:grpSpPr>
        <a:xfrm>
          <a:off x="0" y="0"/>
          <a:ext cx="0" cy="0"/>
          <a:chOff x="0" y="0"/>
          <a:chExt cx="0" cy="0"/>
        </a:xfrm>
      </p:grpSpPr>
      <p:sp>
        <p:nvSpPr>
          <p:cNvPr id="444" name="Google Shape;444;p105"/>
          <p:cNvSpPr txBox="1"/>
          <p:nvPr>
            <p:ph type="title"/>
          </p:nvPr>
        </p:nvSpPr>
        <p:spPr>
          <a:xfrm>
            <a:off x="457200" y="1525575"/>
            <a:ext cx="25881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445" name="Google Shape;445;p105"/>
          <p:cNvSpPr txBox="1"/>
          <p:nvPr>
            <p:ph idx="2" type="title"/>
          </p:nvPr>
        </p:nvSpPr>
        <p:spPr>
          <a:xfrm>
            <a:off x="3277943" y="1525575"/>
            <a:ext cx="25881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446" name="Google Shape;446;p105"/>
          <p:cNvSpPr txBox="1"/>
          <p:nvPr>
            <p:ph idx="3" type="title"/>
          </p:nvPr>
        </p:nvSpPr>
        <p:spPr>
          <a:xfrm>
            <a:off x="6098709" y="1525575"/>
            <a:ext cx="25881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447" name="Google Shape;447;p105"/>
          <p:cNvSpPr txBox="1"/>
          <p:nvPr>
            <p:ph idx="1" type="body"/>
          </p:nvPr>
        </p:nvSpPr>
        <p:spPr>
          <a:xfrm>
            <a:off x="457200" y="2139575"/>
            <a:ext cx="25881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448" name="Google Shape;448;p105"/>
          <p:cNvSpPr txBox="1"/>
          <p:nvPr>
            <p:ph idx="4" type="body"/>
          </p:nvPr>
        </p:nvSpPr>
        <p:spPr>
          <a:xfrm>
            <a:off x="3277940" y="2139575"/>
            <a:ext cx="25881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449" name="Google Shape;449;p105"/>
          <p:cNvSpPr txBox="1"/>
          <p:nvPr>
            <p:ph idx="5" type="body"/>
          </p:nvPr>
        </p:nvSpPr>
        <p:spPr>
          <a:xfrm>
            <a:off x="6098703" y="2139575"/>
            <a:ext cx="25881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450" name="Google Shape;450;p105"/>
          <p:cNvSpPr txBox="1"/>
          <p:nvPr>
            <p:ph idx="6"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two columns">
  <p:cSld name="Chapter title and two columns">
    <p:spTree>
      <p:nvGrpSpPr>
        <p:cNvPr id="451" name="Shape 451"/>
        <p:cNvGrpSpPr/>
        <p:nvPr/>
      </p:nvGrpSpPr>
      <p:grpSpPr>
        <a:xfrm>
          <a:off x="0" y="0"/>
          <a:ext cx="0" cy="0"/>
          <a:chOff x="0" y="0"/>
          <a:chExt cx="0" cy="0"/>
        </a:xfrm>
      </p:grpSpPr>
      <p:sp>
        <p:nvSpPr>
          <p:cNvPr id="452" name="Google Shape;452;p106"/>
          <p:cNvSpPr txBox="1"/>
          <p:nvPr>
            <p:ph type="title"/>
          </p:nvPr>
        </p:nvSpPr>
        <p:spPr>
          <a:xfrm>
            <a:off x="457200" y="1525575"/>
            <a:ext cx="36615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453" name="Google Shape;453;p106"/>
          <p:cNvSpPr txBox="1"/>
          <p:nvPr>
            <p:ph idx="1" type="body"/>
          </p:nvPr>
        </p:nvSpPr>
        <p:spPr>
          <a:xfrm>
            <a:off x="457200" y="2139575"/>
            <a:ext cx="36615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454" name="Google Shape;454;p106"/>
          <p:cNvSpPr txBox="1"/>
          <p:nvPr>
            <p:ph idx="2"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
        <p:nvSpPr>
          <p:cNvPr id="455" name="Google Shape;455;p106"/>
          <p:cNvSpPr txBox="1"/>
          <p:nvPr>
            <p:ph idx="3" type="title"/>
          </p:nvPr>
        </p:nvSpPr>
        <p:spPr>
          <a:xfrm>
            <a:off x="4561700" y="1525575"/>
            <a:ext cx="36615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456" name="Google Shape;456;p106"/>
          <p:cNvSpPr txBox="1"/>
          <p:nvPr>
            <p:ph idx="4" type="body"/>
          </p:nvPr>
        </p:nvSpPr>
        <p:spPr>
          <a:xfrm>
            <a:off x="4561700" y="2139575"/>
            <a:ext cx="36615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four columns 2">
  <p:cSld name="Content title and four columns 2">
    <p:spTree>
      <p:nvGrpSpPr>
        <p:cNvPr id="457" name="Shape 457"/>
        <p:cNvGrpSpPr/>
        <p:nvPr/>
      </p:nvGrpSpPr>
      <p:grpSpPr>
        <a:xfrm>
          <a:off x="0" y="0"/>
          <a:ext cx="0" cy="0"/>
          <a:chOff x="0" y="0"/>
          <a:chExt cx="0" cy="0"/>
        </a:xfrm>
      </p:grpSpPr>
      <p:sp>
        <p:nvSpPr>
          <p:cNvPr id="458" name="Google Shape;458;p107"/>
          <p:cNvSpPr txBox="1"/>
          <p:nvPr>
            <p:ph idx="12" type="sldNum"/>
          </p:nvPr>
        </p:nvSpPr>
        <p:spPr>
          <a:xfrm>
            <a:off x="8472458" y="5181352"/>
            <a:ext cx="548700" cy="4374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459" name="Google Shape;459;p107"/>
          <p:cNvSpPr txBox="1"/>
          <p:nvPr>
            <p:ph type="title"/>
          </p:nvPr>
        </p:nvSpPr>
        <p:spPr>
          <a:xfrm>
            <a:off x="457200" y="1525583"/>
            <a:ext cx="3201900" cy="734700"/>
          </a:xfrm>
          <a:prstGeom prst="rect">
            <a:avLst/>
          </a:prstGeom>
          <a:noFill/>
          <a:ln>
            <a:noFill/>
          </a:ln>
        </p:spPr>
        <p:txBody>
          <a:bodyPr anchorCtr="0" anchor="ctr" bIns="0" lIns="0" spcFirstLastPara="1" rIns="182875"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460" name="Google Shape;460;p107"/>
          <p:cNvSpPr txBox="1"/>
          <p:nvPr>
            <p:ph idx="2" type="title"/>
          </p:nvPr>
        </p:nvSpPr>
        <p:spPr>
          <a:xfrm>
            <a:off x="457200" y="2462663"/>
            <a:ext cx="3201900" cy="734700"/>
          </a:xfrm>
          <a:prstGeom prst="rect">
            <a:avLst/>
          </a:prstGeom>
          <a:noFill/>
          <a:ln>
            <a:noFill/>
          </a:ln>
        </p:spPr>
        <p:txBody>
          <a:bodyPr anchorCtr="0" anchor="ctr" bIns="0" lIns="0" spcFirstLastPara="1" rIns="182875"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461" name="Google Shape;461;p107"/>
          <p:cNvSpPr txBox="1"/>
          <p:nvPr>
            <p:ph idx="3" type="title"/>
          </p:nvPr>
        </p:nvSpPr>
        <p:spPr>
          <a:xfrm>
            <a:off x="457200" y="3399743"/>
            <a:ext cx="3201900" cy="734700"/>
          </a:xfrm>
          <a:prstGeom prst="rect">
            <a:avLst/>
          </a:prstGeom>
          <a:noFill/>
          <a:ln>
            <a:noFill/>
          </a:ln>
        </p:spPr>
        <p:txBody>
          <a:bodyPr anchorCtr="0" anchor="ctr" bIns="0" lIns="0" spcFirstLastPara="1" rIns="182875"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462" name="Google Shape;462;p107"/>
          <p:cNvSpPr txBox="1"/>
          <p:nvPr>
            <p:ph idx="4" type="title"/>
          </p:nvPr>
        </p:nvSpPr>
        <p:spPr>
          <a:xfrm>
            <a:off x="457200" y="4336822"/>
            <a:ext cx="3201900" cy="734700"/>
          </a:xfrm>
          <a:prstGeom prst="rect">
            <a:avLst/>
          </a:prstGeom>
          <a:noFill/>
          <a:ln>
            <a:noFill/>
          </a:ln>
        </p:spPr>
        <p:txBody>
          <a:bodyPr anchorCtr="0" anchor="ctr" bIns="0" lIns="0" spcFirstLastPara="1" rIns="182875"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463" name="Google Shape;463;p107"/>
          <p:cNvSpPr txBox="1"/>
          <p:nvPr>
            <p:ph idx="1" type="body"/>
          </p:nvPr>
        </p:nvSpPr>
        <p:spPr>
          <a:xfrm>
            <a:off x="3664275" y="4336833"/>
            <a:ext cx="4105200" cy="7347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
        <p:nvSpPr>
          <p:cNvPr id="464" name="Google Shape;464;p107"/>
          <p:cNvSpPr txBox="1"/>
          <p:nvPr>
            <p:ph idx="5" type="body"/>
          </p:nvPr>
        </p:nvSpPr>
        <p:spPr>
          <a:xfrm>
            <a:off x="3664275" y="3399750"/>
            <a:ext cx="4105200" cy="7347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
        <p:nvSpPr>
          <p:cNvPr id="465" name="Google Shape;465;p107"/>
          <p:cNvSpPr txBox="1"/>
          <p:nvPr>
            <p:ph idx="6" type="body"/>
          </p:nvPr>
        </p:nvSpPr>
        <p:spPr>
          <a:xfrm>
            <a:off x="3664275" y="2462667"/>
            <a:ext cx="4105200" cy="7347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
        <p:nvSpPr>
          <p:cNvPr id="466" name="Google Shape;466;p107"/>
          <p:cNvSpPr txBox="1"/>
          <p:nvPr>
            <p:ph idx="7" type="body"/>
          </p:nvPr>
        </p:nvSpPr>
        <p:spPr>
          <a:xfrm>
            <a:off x="3664275" y="1525583"/>
            <a:ext cx="4105200" cy="7347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
        <p:nvSpPr>
          <p:cNvPr id="467" name="Google Shape;467;p107"/>
          <p:cNvSpPr txBox="1"/>
          <p:nvPr>
            <p:ph idx="8"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ig picture">
  <p:cSld name="Title and big picture">
    <p:bg>
      <p:bgPr>
        <a:blipFill>
          <a:blip r:embed="rId2">
            <a:alphaModFix/>
          </a:blip>
          <a:stretch>
            <a:fillRect/>
          </a:stretch>
        </a:blipFill>
      </p:bgPr>
    </p:bg>
    <p:spTree>
      <p:nvGrpSpPr>
        <p:cNvPr id="468" name="Shape 468"/>
        <p:cNvGrpSpPr/>
        <p:nvPr/>
      </p:nvGrpSpPr>
      <p:grpSpPr>
        <a:xfrm>
          <a:off x="0" y="0"/>
          <a:ext cx="0" cy="0"/>
          <a:chOff x="0" y="0"/>
          <a:chExt cx="0" cy="0"/>
        </a:xfrm>
      </p:grpSpPr>
      <p:pic>
        <p:nvPicPr>
          <p:cNvPr id="469" name="Google Shape;469;p108" title="Mesh Holographic Gradients - Dark Gradient 28.png"/>
          <p:cNvPicPr preferRelativeResize="0"/>
          <p:nvPr/>
        </p:nvPicPr>
        <p:blipFill rotWithShape="1">
          <a:blip r:embed="rId2">
            <a:alphaModFix/>
          </a:blip>
          <a:srcRect b="0" l="0" r="9877" t="0"/>
          <a:stretch/>
        </p:blipFill>
        <p:spPr>
          <a:xfrm flipH="1" rot="10800000">
            <a:off x="0" y="350"/>
            <a:ext cx="9156298" cy="5714650"/>
          </a:xfrm>
          <a:prstGeom prst="rect">
            <a:avLst/>
          </a:prstGeom>
          <a:noFill/>
          <a:ln>
            <a:noFill/>
          </a:ln>
        </p:spPr>
      </p:pic>
      <p:sp>
        <p:nvSpPr>
          <p:cNvPr id="470" name="Google Shape;470;p108"/>
          <p:cNvSpPr txBox="1"/>
          <p:nvPr>
            <p:ph type="title"/>
          </p:nvPr>
        </p:nvSpPr>
        <p:spPr>
          <a:xfrm>
            <a:off x="457200" y="3472000"/>
            <a:ext cx="5010300" cy="17349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4800">
                <a:solidFill>
                  <a:schemeClr val="lt1"/>
                </a:solidFill>
              </a:defRPr>
            </a:lvl1pPr>
            <a:lvl2pPr lvl="1">
              <a:lnSpc>
                <a:spcPct val="100000"/>
              </a:lnSpc>
              <a:spcBef>
                <a:spcPts val="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ist">
  <p:cSld name="Title and list">
    <p:spTree>
      <p:nvGrpSpPr>
        <p:cNvPr id="471" name="Shape 471"/>
        <p:cNvGrpSpPr/>
        <p:nvPr/>
      </p:nvGrpSpPr>
      <p:grpSpPr>
        <a:xfrm>
          <a:off x="0" y="0"/>
          <a:ext cx="0" cy="0"/>
          <a:chOff x="0" y="0"/>
          <a:chExt cx="0" cy="0"/>
        </a:xfrm>
      </p:grpSpPr>
      <p:sp>
        <p:nvSpPr>
          <p:cNvPr id="472" name="Google Shape;472;p109"/>
          <p:cNvSpPr txBox="1"/>
          <p:nvPr>
            <p:ph idx="12" type="sldNum"/>
          </p:nvPr>
        </p:nvSpPr>
        <p:spPr>
          <a:xfrm>
            <a:off x="8556784" y="5277612"/>
            <a:ext cx="548700" cy="437400"/>
          </a:xfrm>
          <a:prstGeom prst="rect">
            <a:avLst/>
          </a:prstGeom>
          <a:noFill/>
          <a:ln>
            <a:noFill/>
          </a:ln>
        </p:spPr>
        <p:txBody>
          <a:bodyPr anchorCtr="0" anchor="t" bIns="121900" lIns="121900" spcFirstLastPara="1" rIns="121900" wrap="square" tIns="121900">
            <a:noAutofit/>
          </a:bodyPr>
          <a:lstStyle>
            <a:lvl1pPr indent="0" lvl="0"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1pPr>
            <a:lvl2pPr indent="0" lvl="1"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2pPr>
            <a:lvl3pPr indent="0" lvl="2"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3pPr>
            <a:lvl4pPr indent="0" lvl="3"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4pPr>
            <a:lvl5pPr indent="0" lvl="4"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5pPr>
            <a:lvl6pPr indent="0" lvl="5"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6pPr>
            <a:lvl7pPr indent="0" lvl="6"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7pPr>
            <a:lvl8pPr indent="0" lvl="7"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8pPr>
            <a:lvl9pPr indent="0" lvl="8"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
        <p:nvSpPr>
          <p:cNvPr id="473" name="Google Shape;473;p109"/>
          <p:cNvSpPr txBox="1"/>
          <p:nvPr>
            <p:ph type="title"/>
          </p:nvPr>
        </p:nvSpPr>
        <p:spPr>
          <a:xfrm>
            <a:off x="457200" y="507990"/>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474" name="Google Shape;474;p109"/>
          <p:cNvSpPr txBox="1"/>
          <p:nvPr>
            <p:ph idx="1" type="body"/>
          </p:nvPr>
        </p:nvSpPr>
        <p:spPr>
          <a:xfrm>
            <a:off x="457200" y="1130806"/>
            <a:ext cx="4105200" cy="4076400"/>
          </a:xfrm>
          <a:prstGeom prst="rect">
            <a:avLst/>
          </a:prstGeom>
        </p:spPr>
        <p:txBody>
          <a:bodyPr anchorCtr="0" anchor="t" bIns="0" lIns="0" spcFirstLastPara="1" rIns="0" wrap="square" tIns="0">
            <a:spAutoFit/>
          </a:bodyPr>
          <a:lstStyle>
            <a:lvl1pPr indent="-304800" lvl="0" marL="457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9pPr>
          </a:lstStyle>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ist 1">
  <p:cSld name="Title and list 1">
    <p:spTree>
      <p:nvGrpSpPr>
        <p:cNvPr id="475" name="Shape 475"/>
        <p:cNvGrpSpPr/>
        <p:nvPr/>
      </p:nvGrpSpPr>
      <p:grpSpPr>
        <a:xfrm>
          <a:off x="0" y="0"/>
          <a:ext cx="0" cy="0"/>
          <a:chOff x="0" y="0"/>
          <a:chExt cx="0" cy="0"/>
        </a:xfrm>
      </p:grpSpPr>
      <p:sp>
        <p:nvSpPr>
          <p:cNvPr id="476" name="Google Shape;476;p110"/>
          <p:cNvSpPr txBox="1"/>
          <p:nvPr>
            <p:ph idx="12" type="sldNum"/>
          </p:nvPr>
        </p:nvSpPr>
        <p:spPr>
          <a:xfrm>
            <a:off x="8556784" y="5277612"/>
            <a:ext cx="548700" cy="437400"/>
          </a:xfrm>
          <a:prstGeom prst="rect">
            <a:avLst/>
          </a:prstGeom>
          <a:noFill/>
          <a:ln>
            <a:noFill/>
          </a:ln>
        </p:spPr>
        <p:txBody>
          <a:bodyPr anchorCtr="0" anchor="t" bIns="121900" lIns="121900" spcFirstLastPara="1" rIns="121900" wrap="square" tIns="121900">
            <a:noAutofit/>
          </a:bodyPr>
          <a:lstStyle>
            <a:lvl1pPr indent="0" lvl="0"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1pPr>
            <a:lvl2pPr indent="0" lvl="1"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2pPr>
            <a:lvl3pPr indent="0" lvl="2"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3pPr>
            <a:lvl4pPr indent="0" lvl="3"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4pPr>
            <a:lvl5pPr indent="0" lvl="4"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5pPr>
            <a:lvl6pPr indent="0" lvl="5"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6pPr>
            <a:lvl7pPr indent="0" lvl="6"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7pPr>
            <a:lvl8pPr indent="0" lvl="7"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8pPr>
            <a:lvl9pPr indent="0" lvl="8"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
        <p:nvSpPr>
          <p:cNvPr id="477" name="Google Shape;477;p110"/>
          <p:cNvSpPr txBox="1"/>
          <p:nvPr>
            <p:ph type="title"/>
          </p:nvPr>
        </p:nvSpPr>
        <p:spPr>
          <a:xfrm>
            <a:off x="457200" y="507990"/>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478" name="Google Shape;478;p110"/>
          <p:cNvSpPr txBox="1"/>
          <p:nvPr>
            <p:ph idx="1" type="body"/>
          </p:nvPr>
        </p:nvSpPr>
        <p:spPr>
          <a:xfrm>
            <a:off x="457200" y="1130806"/>
            <a:ext cx="4105200" cy="4076400"/>
          </a:xfrm>
          <a:prstGeom prst="rect">
            <a:avLst/>
          </a:prstGeom>
        </p:spPr>
        <p:txBody>
          <a:bodyPr anchorCtr="0" anchor="t" bIns="0" lIns="0" spcFirstLastPara="1" rIns="0" wrap="square" tIns="0">
            <a:spAutoFit/>
          </a:bodyPr>
          <a:lstStyle>
            <a:lvl1pPr indent="-304800" lvl="0" marL="457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9pPr>
          </a:lstStyle>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out logo 2">
  <p:cSld name="Cover without logo 2">
    <p:bg>
      <p:bgPr>
        <a:blipFill>
          <a:blip r:embed="rId2">
            <a:alphaModFix/>
          </a:blip>
          <a:stretch>
            <a:fillRect/>
          </a:stretch>
        </a:blipFill>
      </p:bgPr>
    </p:bg>
    <p:spTree>
      <p:nvGrpSpPr>
        <p:cNvPr id="479" name="Shape 479"/>
        <p:cNvGrpSpPr/>
        <p:nvPr/>
      </p:nvGrpSpPr>
      <p:grpSpPr>
        <a:xfrm>
          <a:off x="0" y="0"/>
          <a:ext cx="0" cy="0"/>
          <a:chOff x="0" y="0"/>
          <a:chExt cx="0" cy="0"/>
        </a:xfrm>
      </p:grpSpPr>
      <p:pic>
        <p:nvPicPr>
          <p:cNvPr id="480" name="Google Shape;480;p111" title="Mesh Holographic Gradients - Dark Gradient 24.png"/>
          <p:cNvPicPr preferRelativeResize="0"/>
          <p:nvPr/>
        </p:nvPicPr>
        <p:blipFill rotWithShape="1">
          <a:blip r:embed="rId2">
            <a:alphaModFix/>
          </a:blip>
          <a:srcRect b="0" l="5285" r="5294" t="0"/>
          <a:stretch/>
        </p:blipFill>
        <p:spPr>
          <a:xfrm rot="10800000">
            <a:off x="10602" y="-11749"/>
            <a:ext cx="9122798" cy="5738499"/>
          </a:xfrm>
          <a:prstGeom prst="rect">
            <a:avLst/>
          </a:prstGeom>
          <a:noFill/>
          <a:ln>
            <a:noFill/>
          </a:ln>
        </p:spPr>
      </p:pic>
      <p:sp>
        <p:nvSpPr>
          <p:cNvPr id="481" name="Google Shape;481;p111"/>
          <p:cNvSpPr txBox="1"/>
          <p:nvPr>
            <p:ph type="title"/>
          </p:nvPr>
        </p:nvSpPr>
        <p:spPr>
          <a:xfrm>
            <a:off x="2066850" y="1688333"/>
            <a:ext cx="5010300" cy="1734900"/>
          </a:xfrm>
          <a:prstGeom prst="rect">
            <a:avLst/>
          </a:prstGeom>
        </p:spPr>
        <p:txBody>
          <a:bodyPr anchorCtr="0" anchor="b" bIns="0" lIns="0" spcFirstLastPara="1" rIns="0" wrap="square" tIns="0">
            <a:noAutofit/>
          </a:bodyPr>
          <a:lstStyle>
            <a:lvl1pPr indent="0" lvl="0" marL="0" marR="0" algn="ctr">
              <a:lnSpc>
                <a:spcPct val="100000"/>
              </a:lnSpc>
              <a:spcBef>
                <a:spcPts val="0"/>
              </a:spcBef>
              <a:spcAft>
                <a:spcPts val="0"/>
              </a:spcAft>
              <a:buNone/>
              <a:defRPr sz="4800">
                <a:solidFill>
                  <a:schemeClr val="lt1"/>
                </a:solidFill>
              </a:defRPr>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482" name="Google Shape;482;p111"/>
          <p:cNvSpPr txBox="1"/>
          <p:nvPr>
            <p:ph idx="1" type="subTitle"/>
          </p:nvPr>
        </p:nvSpPr>
        <p:spPr>
          <a:xfrm>
            <a:off x="2066850" y="3592667"/>
            <a:ext cx="5010300" cy="434100"/>
          </a:xfrm>
          <a:prstGeom prst="rect">
            <a:avLst/>
          </a:prstGeom>
        </p:spPr>
        <p:txBody>
          <a:bodyPr anchorCtr="0" anchor="b" bIns="0" lIns="0" spcFirstLastPara="1" rIns="0" wrap="square" tIns="0">
            <a:noAutofit/>
          </a:bodyPr>
          <a:lstStyle>
            <a:lvl1pPr indent="0" lvl="0" marL="0" marR="0" algn="ctr">
              <a:lnSpc>
                <a:spcPct val="100000"/>
              </a:lnSpc>
              <a:spcBef>
                <a:spcPts val="0"/>
              </a:spcBef>
              <a:spcAft>
                <a:spcPts val="0"/>
              </a:spcAft>
              <a:buNone/>
              <a:defRPr sz="2000">
                <a:solidFill>
                  <a:schemeClr val="lt1"/>
                </a:solidFill>
              </a:defRPr>
            </a:lvl1pPr>
            <a:lvl2pPr indent="0" lvl="1" marL="0" marR="0" algn="ctr">
              <a:lnSpc>
                <a:spcPct val="100000"/>
              </a:lnSpc>
              <a:spcBef>
                <a:spcPts val="0"/>
              </a:spcBef>
              <a:spcAft>
                <a:spcPts val="0"/>
              </a:spcAft>
              <a:buNone/>
              <a:defRPr sz="2000">
                <a:solidFill>
                  <a:schemeClr val="lt1"/>
                </a:solidFill>
              </a:defRPr>
            </a:lvl2pPr>
            <a:lvl3pPr indent="0" lvl="2" marL="0" marR="0" algn="ctr">
              <a:lnSpc>
                <a:spcPct val="100000"/>
              </a:lnSpc>
              <a:spcBef>
                <a:spcPts val="0"/>
              </a:spcBef>
              <a:spcAft>
                <a:spcPts val="0"/>
              </a:spcAft>
              <a:buNone/>
              <a:defRPr sz="2000">
                <a:solidFill>
                  <a:schemeClr val="lt1"/>
                </a:solidFill>
              </a:defRPr>
            </a:lvl3pPr>
            <a:lvl4pPr indent="0" lvl="3" marL="0" marR="0" algn="ctr">
              <a:lnSpc>
                <a:spcPct val="100000"/>
              </a:lnSpc>
              <a:spcBef>
                <a:spcPts val="0"/>
              </a:spcBef>
              <a:spcAft>
                <a:spcPts val="0"/>
              </a:spcAft>
              <a:buNone/>
              <a:defRPr sz="2000">
                <a:solidFill>
                  <a:schemeClr val="lt1"/>
                </a:solidFill>
              </a:defRPr>
            </a:lvl4pPr>
            <a:lvl5pPr indent="0" lvl="4" marL="0" marR="0" algn="ctr">
              <a:lnSpc>
                <a:spcPct val="100000"/>
              </a:lnSpc>
              <a:spcBef>
                <a:spcPts val="0"/>
              </a:spcBef>
              <a:spcAft>
                <a:spcPts val="0"/>
              </a:spcAft>
              <a:buNone/>
              <a:defRPr sz="2000">
                <a:solidFill>
                  <a:schemeClr val="lt1"/>
                </a:solidFill>
              </a:defRPr>
            </a:lvl5pPr>
            <a:lvl6pPr indent="0" lvl="5" marL="0" marR="0" algn="ctr">
              <a:lnSpc>
                <a:spcPct val="100000"/>
              </a:lnSpc>
              <a:spcBef>
                <a:spcPts val="0"/>
              </a:spcBef>
              <a:spcAft>
                <a:spcPts val="0"/>
              </a:spcAft>
              <a:buNone/>
              <a:defRPr sz="2000">
                <a:solidFill>
                  <a:schemeClr val="lt1"/>
                </a:solidFill>
              </a:defRPr>
            </a:lvl6pPr>
            <a:lvl7pPr indent="0" lvl="6" marL="0" marR="0" algn="ctr">
              <a:lnSpc>
                <a:spcPct val="100000"/>
              </a:lnSpc>
              <a:spcBef>
                <a:spcPts val="0"/>
              </a:spcBef>
              <a:spcAft>
                <a:spcPts val="0"/>
              </a:spcAft>
              <a:buNone/>
              <a:defRPr sz="2000">
                <a:solidFill>
                  <a:schemeClr val="lt1"/>
                </a:solidFill>
              </a:defRPr>
            </a:lvl7pPr>
            <a:lvl8pPr indent="0" lvl="7" marL="0" marR="0" algn="ctr">
              <a:lnSpc>
                <a:spcPct val="100000"/>
              </a:lnSpc>
              <a:spcBef>
                <a:spcPts val="0"/>
              </a:spcBef>
              <a:spcAft>
                <a:spcPts val="0"/>
              </a:spcAft>
              <a:buNone/>
              <a:defRPr sz="2000">
                <a:solidFill>
                  <a:schemeClr val="lt1"/>
                </a:solidFill>
              </a:defRPr>
            </a:lvl8pPr>
            <a:lvl9pPr indent="0" lvl="8" marL="0" marR="0" algn="ctr">
              <a:lnSpc>
                <a:spcPct val="100000"/>
              </a:lnSpc>
              <a:spcBef>
                <a:spcPts val="0"/>
              </a:spcBef>
              <a:spcAft>
                <a:spcPts val="0"/>
              </a:spcAft>
              <a:buNone/>
              <a:defRPr sz="2000">
                <a:solidFill>
                  <a:schemeClr val="lt1"/>
                </a:solidFill>
              </a:defRPr>
            </a:lvl9pPr>
          </a:lstStyle>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out logo 2 1">
  <p:cSld name="Cover without logo 2_1">
    <p:bg>
      <p:bgPr>
        <a:solidFill>
          <a:srgbClr val="07182C"/>
        </a:solidFill>
      </p:bgPr>
    </p:bg>
    <p:spTree>
      <p:nvGrpSpPr>
        <p:cNvPr id="483" name="Shape 483"/>
        <p:cNvGrpSpPr/>
        <p:nvPr/>
      </p:nvGrpSpPr>
      <p:grpSpPr>
        <a:xfrm>
          <a:off x="0" y="0"/>
          <a:ext cx="0" cy="0"/>
          <a:chOff x="0" y="0"/>
          <a:chExt cx="0" cy="0"/>
        </a:xfrm>
      </p:grpSpPr>
      <p:pic>
        <p:nvPicPr>
          <p:cNvPr id="484" name="Google Shape;484;p112" title="Mesh Holographic Gradients - Dark Gradient 22.png"/>
          <p:cNvPicPr preferRelativeResize="0"/>
          <p:nvPr/>
        </p:nvPicPr>
        <p:blipFill rotWithShape="1">
          <a:blip r:embed="rId2">
            <a:alphaModFix/>
          </a:blip>
          <a:srcRect b="0" l="0" r="10177" t="0"/>
          <a:stretch/>
        </p:blipFill>
        <p:spPr>
          <a:xfrm flipH="1" rot="10800000">
            <a:off x="0" y="-13876"/>
            <a:ext cx="9147848" cy="5728876"/>
          </a:xfrm>
          <a:prstGeom prst="rect">
            <a:avLst/>
          </a:prstGeom>
          <a:noFill/>
          <a:ln>
            <a:noFill/>
          </a:ln>
        </p:spPr>
      </p:pic>
      <p:pic>
        <p:nvPicPr>
          <p:cNvPr id="485" name="Google Shape;485;p112"/>
          <p:cNvPicPr preferRelativeResize="0"/>
          <p:nvPr/>
        </p:nvPicPr>
        <p:blipFill rotWithShape="1">
          <a:blip r:embed="rId3">
            <a:alphaModFix/>
          </a:blip>
          <a:srcRect b="0" l="0" r="0" t="0"/>
          <a:stretch/>
        </p:blipFill>
        <p:spPr>
          <a:xfrm>
            <a:off x="457200" y="4773000"/>
            <a:ext cx="316413" cy="390600"/>
          </a:xfrm>
          <a:prstGeom prst="rect">
            <a:avLst/>
          </a:prstGeom>
          <a:noFill/>
          <a:ln>
            <a:noFill/>
          </a:ln>
        </p:spPr>
      </p:pic>
      <p:sp>
        <p:nvSpPr>
          <p:cNvPr id="486" name="Google Shape;486;p112"/>
          <p:cNvSpPr txBox="1"/>
          <p:nvPr>
            <p:ph type="title"/>
          </p:nvPr>
        </p:nvSpPr>
        <p:spPr>
          <a:xfrm>
            <a:off x="457200" y="457200"/>
            <a:ext cx="5010300" cy="1376700"/>
          </a:xfrm>
          <a:prstGeom prst="rect">
            <a:avLst/>
          </a:prstGeom>
        </p:spPr>
        <p:txBody>
          <a:bodyPr anchorCtr="0" anchor="t"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87" name="Google Shape;487;p112"/>
          <p:cNvSpPr txBox="1"/>
          <p:nvPr>
            <p:ph idx="1" type="subTitle"/>
          </p:nvPr>
        </p:nvSpPr>
        <p:spPr>
          <a:xfrm>
            <a:off x="457200" y="1833900"/>
            <a:ext cx="50103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
        <p:nvSpPr>
          <p:cNvPr id="488" name="Google Shape;488;p112"/>
          <p:cNvSpPr txBox="1"/>
          <p:nvPr>
            <p:ph idx="2" type="subTitle"/>
          </p:nvPr>
        </p:nvSpPr>
        <p:spPr>
          <a:xfrm>
            <a:off x="3676500" y="4823692"/>
            <a:ext cx="5010300" cy="434100"/>
          </a:xfrm>
          <a:prstGeom prst="rect">
            <a:avLst/>
          </a:prstGeom>
        </p:spPr>
        <p:txBody>
          <a:bodyPr anchorCtr="0" anchor="b" bIns="0" lIns="0" spcFirstLastPara="1" rIns="0" wrap="square" tIns="0">
            <a:noAutofit/>
          </a:bodyPr>
          <a:lstStyle>
            <a:lvl1pPr indent="0" lvl="0" marL="0" marR="0" algn="r">
              <a:lnSpc>
                <a:spcPct val="100000"/>
              </a:lnSpc>
              <a:spcBef>
                <a:spcPts val="0"/>
              </a:spcBef>
              <a:spcAft>
                <a:spcPts val="0"/>
              </a:spcAft>
              <a:buNone/>
              <a:defRPr sz="1600">
                <a:solidFill>
                  <a:schemeClr val="lt1"/>
                </a:solidFill>
              </a:defRPr>
            </a:lvl1pPr>
            <a:lvl2pPr indent="0" lvl="1" marL="0" marR="0" algn="r">
              <a:lnSpc>
                <a:spcPct val="100000"/>
              </a:lnSpc>
              <a:spcBef>
                <a:spcPts val="0"/>
              </a:spcBef>
              <a:spcAft>
                <a:spcPts val="0"/>
              </a:spcAft>
              <a:buNone/>
              <a:defRPr sz="1600">
                <a:solidFill>
                  <a:schemeClr val="lt1"/>
                </a:solidFill>
              </a:defRPr>
            </a:lvl2pPr>
            <a:lvl3pPr indent="0" lvl="2" marL="0" marR="0" algn="r">
              <a:lnSpc>
                <a:spcPct val="100000"/>
              </a:lnSpc>
              <a:spcBef>
                <a:spcPts val="0"/>
              </a:spcBef>
              <a:spcAft>
                <a:spcPts val="0"/>
              </a:spcAft>
              <a:buNone/>
              <a:defRPr sz="1600">
                <a:solidFill>
                  <a:schemeClr val="lt1"/>
                </a:solidFill>
              </a:defRPr>
            </a:lvl3pPr>
            <a:lvl4pPr indent="0" lvl="3" marL="0" marR="0" algn="r">
              <a:lnSpc>
                <a:spcPct val="100000"/>
              </a:lnSpc>
              <a:spcBef>
                <a:spcPts val="0"/>
              </a:spcBef>
              <a:spcAft>
                <a:spcPts val="0"/>
              </a:spcAft>
              <a:buNone/>
              <a:defRPr sz="1600">
                <a:solidFill>
                  <a:schemeClr val="lt1"/>
                </a:solidFill>
              </a:defRPr>
            </a:lvl4pPr>
            <a:lvl5pPr indent="0" lvl="4" marL="0" marR="0" algn="r">
              <a:lnSpc>
                <a:spcPct val="100000"/>
              </a:lnSpc>
              <a:spcBef>
                <a:spcPts val="0"/>
              </a:spcBef>
              <a:spcAft>
                <a:spcPts val="0"/>
              </a:spcAft>
              <a:buNone/>
              <a:defRPr sz="1600">
                <a:solidFill>
                  <a:schemeClr val="lt1"/>
                </a:solidFill>
              </a:defRPr>
            </a:lvl5pPr>
            <a:lvl6pPr indent="0" lvl="5" marL="0" marR="0" algn="r">
              <a:lnSpc>
                <a:spcPct val="100000"/>
              </a:lnSpc>
              <a:spcBef>
                <a:spcPts val="0"/>
              </a:spcBef>
              <a:spcAft>
                <a:spcPts val="0"/>
              </a:spcAft>
              <a:buNone/>
              <a:defRPr sz="1600">
                <a:solidFill>
                  <a:schemeClr val="lt1"/>
                </a:solidFill>
              </a:defRPr>
            </a:lvl6pPr>
            <a:lvl7pPr indent="0" lvl="6" marL="0" marR="0" algn="r">
              <a:lnSpc>
                <a:spcPct val="100000"/>
              </a:lnSpc>
              <a:spcBef>
                <a:spcPts val="0"/>
              </a:spcBef>
              <a:spcAft>
                <a:spcPts val="0"/>
              </a:spcAft>
              <a:buNone/>
              <a:defRPr sz="1600">
                <a:solidFill>
                  <a:schemeClr val="lt1"/>
                </a:solidFill>
              </a:defRPr>
            </a:lvl7pPr>
            <a:lvl8pPr indent="0" lvl="7" marL="0" marR="0" algn="r">
              <a:lnSpc>
                <a:spcPct val="100000"/>
              </a:lnSpc>
              <a:spcBef>
                <a:spcPts val="0"/>
              </a:spcBef>
              <a:spcAft>
                <a:spcPts val="0"/>
              </a:spcAft>
              <a:buNone/>
              <a:defRPr sz="1600">
                <a:solidFill>
                  <a:schemeClr val="lt1"/>
                </a:solidFill>
              </a:defRPr>
            </a:lvl8pPr>
            <a:lvl9pPr indent="0" lvl="8" marL="0" marR="0" algn="r">
              <a:lnSpc>
                <a:spcPct val="100000"/>
              </a:lnSpc>
              <a:spcBef>
                <a:spcPts val="0"/>
              </a:spcBef>
              <a:spcAft>
                <a:spcPts val="0"/>
              </a:spcAft>
              <a:buNone/>
              <a:defRPr sz="1600">
                <a:solidFill>
                  <a:schemeClr val="lt1"/>
                </a:solidFill>
              </a:defRPr>
            </a:lvl9pPr>
          </a:lstStyle>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ncepts - horizontal">
  <p:cSld name="TITLE_AND_TWO_COLUMNS_1_1">
    <p:spTree>
      <p:nvGrpSpPr>
        <p:cNvPr id="489" name="Shape 489"/>
        <p:cNvGrpSpPr/>
        <p:nvPr/>
      </p:nvGrpSpPr>
      <p:grpSpPr>
        <a:xfrm>
          <a:off x="0" y="0"/>
          <a:ext cx="0" cy="0"/>
          <a:chOff x="0" y="0"/>
          <a:chExt cx="0" cy="0"/>
        </a:xfrm>
      </p:grpSpPr>
      <p:sp>
        <p:nvSpPr>
          <p:cNvPr id="490" name="Google Shape;490;p113"/>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491" name="Google Shape;491;p113"/>
          <p:cNvSpPr txBox="1"/>
          <p:nvPr>
            <p:ph idx="1" type="body"/>
          </p:nvPr>
        </p:nvSpPr>
        <p:spPr>
          <a:xfrm>
            <a:off x="571500" y="2420194"/>
            <a:ext cx="1712400" cy="2659800"/>
          </a:xfrm>
          <a:prstGeom prst="rect">
            <a:avLst/>
          </a:prstGeom>
        </p:spPr>
        <p:txBody>
          <a:bodyPr anchorCtr="0" anchor="t" bIns="91425" lIns="0" spcFirstLastPara="1" rIns="182875" wrap="square" tIns="91425">
            <a:spAutoFit/>
          </a:bodyPr>
          <a:lstStyle>
            <a:lvl1pPr indent="-304800" lvl="0" marL="457200">
              <a:spcBef>
                <a:spcPts val="0"/>
              </a:spcBef>
              <a:spcAft>
                <a:spcPts val="0"/>
              </a:spcAft>
              <a:buClr>
                <a:schemeClr val="accent1"/>
              </a:buClr>
              <a:buSzPts val="1200"/>
              <a:buChar char="●"/>
              <a:defRPr sz="12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92" name="Google Shape;492;p113"/>
          <p:cNvSpPr txBox="1"/>
          <p:nvPr>
            <p:ph idx="2" type="subTitle"/>
          </p:nvPr>
        </p:nvSpPr>
        <p:spPr>
          <a:xfrm>
            <a:off x="571500" y="1905000"/>
            <a:ext cx="1712400" cy="4374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200"/>
              <a:buNone/>
              <a:defRPr>
                <a:solidFill>
                  <a:schemeClr val="accent4"/>
                </a:solidFill>
              </a:defRPr>
            </a:lvl2pPr>
            <a:lvl3pPr lvl="2">
              <a:lnSpc>
                <a:spcPct val="100000"/>
              </a:lnSpc>
              <a:spcBef>
                <a:spcPts val="0"/>
              </a:spcBef>
              <a:spcAft>
                <a:spcPts val="0"/>
              </a:spcAft>
              <a:buClr>
                <a:schemeClr val="accent4"/>
              </a:buClr>
              <a:buSzPts val="1200"/>
              <a:buNone/>
              <a:defRPr>
                <a:solidFill>
                  <a:schemeClr val="accent4"/>
                </a:solidFill>
              </a:defRPr>
            </a:lvl3pPr>
            <a:lvl4pPr lvl="3">
              <a:lnSpc>
                <a:spcPct val="100000"/>
              </a:lnSpc>
              <a:spcBef>
                <a:spcPts val="0"/>
              </a:spcBef>
              <a:spcAft>
                <a:spcPts val="0"/>
              </a:spcAft>
              <a:buClr>
                <a:schemeClr val="accent4"/>
              </a:buClr>
              <a:buSzPts val="1200"/>
              <a:buNone/>
              <a:defRPr>
                <a:solidFill>
                  <a:schemeClr val="accent4"/>
                </a:solidFill>
              </a:defRPr>
            </a:lvl4pPr>
            <a:lvl5pPr lvl="4">
              <a:lnSpc>
                <a:spcPct val="100000"/>
              </a:lnSpc>
              <a:spcBef>
                <a:spcPts val="0"/>
              </a:spcBef>
              <a:spcAft>
                <a:spcPts val="0"/>
              </a:spcAft>
              <a:buClr>
                <a:schemeClr val="accent4"/>
              </a:buClr>
              <a:buSzPts val="1200"/>
              <a:buNone/>
              <a:defRPr>
                <a:solidFill>
                  <a:schemeClr val="accent4"/>
                </a:solidFill>
              </a:defRPr>
            </a:lvl5pPr>
            <a:lvl6pPr lvl="5">
              <a:lnSpc>
                <a:spcPct val="100000"/>
              </a:lnSpc>
              <a:spcBef>
                <a:spcPts val="0"/>
              </a:spcBef>
              <a:spcAft>
                <a:spcPts val="0"/>
              </a:spcAft>
              <a:buClr>
                <a:schemeClr val="accent4"/>
              </a:buClr>
              <a:buSzPts val="1200"/>
              <a:buNone/>
              <a:defRPr>
                <a:solidFill>
                  <a:schemeClr val="accent4"/>
                </a:solidFill>
              </a:defRPr>
            </a:lvl6pPr>
            <a:lvl7pPr lvl="6">
              <a:lnSpc>
                <a:spcPct val="100000"/>
              </a:lnSpc>
              <a:spcBef>
                <a:spcPts val="0"/>
              </a:spcBef>
              <a:spcAft>
                <a:spcPts val="0"/>
              </a:spcAft>
              <a:buClr>
                <a:schemeClr val="accent4"/>
              </a:buClr>
              <a:buSzPts val="1200"/>
              <a:buNone/>
              <a:defRPr>
                <a:solidFill>
                  <a:schemeClr val="accent4"/>
                </a:solidFill>
              </a:defRPr>
            </a:lvl7pPr>
            <a:lvl8pPr lvl="7">
              <a:lnSpc>
                <a:spcPct val="100000"/>
              </a:lnSpc>
              <a:spcBef>
                <a:spcPts val="0"/>
              </a:spcBef>
              <a:spcAft>
                <a:spcPts val="0"/>
              </a:spcAft>
              <a:buClr>
                <a:schemeClr val="accent4"/>
              </a:buClr>
              <a:buSzPts val="1200"/>
              <a:buNone/>
              <a:defRPr>
                <a:solidFill>
                  <a:schemeClr val="accent4"/>
                </a:solidFill>
              </a:defRPr>
            </a:lvl8pPr>
            <a:lvl9pPr lvl="8">
              <a:lnSpc>
                <a:spcPct val="100000"/>
              </a:lnSpc>
              <a:spcBef>
                <a:spcPts val="0"/>
              </a:spcBef>
              <a:spcAft>
                <a:spcPts val="0"/>
              </a:spcAft>
              <a:buClr>
                <a:schemeClr val="accent4"/>
              </a:buClr>
              <a:buSzPts val="1200"/>
              <a:buNone/>
              <a:defRPr>
                <a:solidFill>
                  <a:schemeClr val="accent4"/>
                </a:solidFill>
              </a:defRPr>
            </a:lvl9pPr>
          </a:lstStyle>
          <a:p/>
        </p:txBody>
      </p:sp>
      <p:sp>
        <p:nvSpPr>
          <p:cNvPr id="493" name="Google Shape;493;p113"/>
          <p:cNvSpPr txBox="1"/>
          <p:nvPr>
            <p:ph type="title"/>
          </p:nvPr>
        </p:nvSpPr>
        <p:spPr>
          <a:xfrm>
            <a:off x="571500" y="889005"/>
            <a:ext cx="4000500" cy="1016100"/>
          </a:xfrm>
          <a:prstGeom prst="rect">
            <a:avLst/>
          </a:prstGeom>
        </p:spPr>
        <p:txBody>
          <a:bodyPr anchorCtr="0" anchor="ctr" bIns="0" lIns="0" spcFirstLastPara="1" rIns="0" wrap="square" tIns="0">
            <a:spAutoFit/>
          </a:bodyPr>
          <a:lstStyle>
            <a:lvl1pPr lvl="0">
              <a:spcBef>
                <a:spcPts val="0"/>
              </a:spcBef>
              <a:spcAft>
                <a:spcPts val="0"/>
              </a:spcAft>
              <a:buSzPts val="2400"/>
              <a:buNone/>
              <a:defRPr b="1"/>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494" name="Google Shape;494;p113"/>
          <p:cNvSpPr txBox="1"/>
          <p:nvPr>
            <p:ph idx="3" type="body"/>
          </p:nvPr>
        </p:nvSpPr>
        <p:spPr>
          <a:xfrm>
            <a:off x="2667700" y="2420194"/>
            <a:ext cx="1712400" cy="2659800"/>
          </a:xfrm>
          <a:prstGeom prst="rect">
            <a:avLst/>
          </a:prstGeom>
        </p:spPr>
        <p:txBody>
          <a:bodyPr anchorCtr="0" anchor="t" bIns="91425" lIns="0" spcFirstLastPara="1" rIns="182875" wrap="square" tIns="91425">
            <a:spAutoFit/>
          </a:bodyPr>
          <a:lstStyle>
            <a:lvl1pPr indent="-304800" lvl="0" marL="457200">
              <a:spcBef>
                <a:spcPts val="0"/>
              </a:spcBef>
              <a:spcAft>
                <a:spcPts val="0"/>
              </a:spcAft>
              <a:buClr>
                <a:schemeClr val="accent1"/>
              </a:buClr>
              <a:buSzPts val="1200"/>
              <a:buChar char="●"/>
              <a:defRPr sz="12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95" name="Google Shape;495;p113"/>
          <p:cNvSpPr txBox="1"/>
          <p:nvPr>
            <p:ph idx="4" type="subTitle"/>
          </p:nvPr>
        </p:nvSpPr>
        <p:spPr>
          <a:xfrm>
            <a:off x="2667700" y="1905000"/>
            <a:ext cx="1712400" cy="4374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200"/>
              <a:buNone/>
              <a:defRPr>
                <a:solidFill>
                  <a:schemeClr val="accent4"/>
                </a:solidFill>
              </a:defRPr>
            </a:lvl2pPr>
            <a:lvl3pPr lvl="2">
              <a:lnSpc>
                <a:spcPct val="100000"/>
              </a:lnSpc>
              <a:spcBef>
                <a:spcPts val="0"/>
              </a:spcBef>
              <a:spcAft>
                <a:spcPts val="0"/>
              </a:spcAft>
              <a:buClr>
                <a:schemeClr val="accent4"/>
              </a:buClr>
              <a:buSzPts val="1200"/>
              <a:buNone/>
              <a:defRPr>
                <a:solidFill>
                  <a:schemeClr val="accent4"/>
                </a:solidFill>
              </a:defRPr>
            </a:lvl3pPr>
            <a:lvl4pPr lvl="3">
              <a:lnSpc>
                <a:spcPct val="100000"/>
              </a:lnSpc>
              <a:spcBef>
                <a:spcPts val="0"/>
              </a:spcBef>
              <a:spcAft>
                <a:spcPts val="0"/>
              </a:spcAft>
              <a:buClr>
                <a:schemeClr val="accent4"/>
              </a:buClr>
              <a:buSzPts val="1200"/>
              <a:buNone/>
              <a:defRPr>
                <a:solidFill>
                  <a:schemeClr val="accent4"/>
                </a:solidFill>
              </a:defRPr>
            </a:lvl4pPr>
            <a:lvl5pPr lvl="4">
              <a:lnSpc>
                <a:spcPct val="100000"/>
              </a:lnSpc>
              <a:spcBef>
                <a:spcPts val="0"/>
              </a:spcBef>
              <a:spcAft>
                <a:spcPts val="0"/>
              </a:spcAft>
              <a:buClr>
                <a:schemeClr val="accent4"/>
              </a:buClr>
              <a:buSzPts val="1200"/>
              <a:buNone/>
              <a:defRPr>
                <a:solidFill>
                  <a:schemeClr val="accent4"/>
                </a:solidFill>
              </a:defRPr>
            </a:lvl5pPr>
            <a:lvl6pPr lvl="5">
              <a:lnSpc>
                <a:spcPct val="100000"/>
              </a:lnSpc>
              <a:spcBef>
                <a:spcPts val="0"/>
              </a:spcBef>
              <a:spcAft>
                <a:spcPts val="0"/>
              </a:spcAft>
              <a:buClr>
                <a:schemeClr val="accent4"/>
              </a:buClr>
              <a:buSzPts val="1200"/>
              <a:buNone/>
              <a:defRPr>
                <a:solidFill>
                  <a:schemeClr val="accent4"/>
                </a:solidFill>
              </a:defRPr>
            </a:lvl6pPr>
            <a:lvl7pPr lvl="6">
              <a:lnSpc>
                <a:spcPct val="100000"/>
              </a:lnSpc>
              <a:spcBef>
                <a:spcPts val="0"/>
              </a:spcBef>
              <a:spcAft>
                <a:spcPts val="0"/>
              </a:spcAft>
              <a:buClr>
                <a:schemeClr val="accent4"/>
              </a:buClr>
              <a:buSzPts val="1200"/>
              <a:buNone/>
              <a:defRPr>
                <a:solidFill>
                  <a:schemeClr val="accent4"/>
                </a:solidFill>
              </a:defRPr>
            </a:lvl7pPr>
            <a:lvl8pPr lvl="7">
              <a:lnSpc>
                <a:spcPct val="100000"/>
              </a:lnSpc>
              <a:spcBef>
                <a:spcPts val="0"/>
              </a:spcBef>
              <a:spcAft>
                <a:spcPts val="0"/>
              </a:spcAft>
              <a:buClr>
                <a:schemeClr val="accent4"/>
              </a:buClr>
              <a:buSzPts val="1200"/>
              <a:buNone/>
              <a:defRPr>
                <a:solidFill>
                  <a:schemeClr val="accent4"/>
                </a:solidFill>
              </a:defRPr>
            </a:lvl8pPr>
            <a:lvl9pPr lvl="8">
              <a:lnSpc>
                <a:spcPct val="100000"/>
              </a:lnSpc>
              <a:spcBef>
                <a:spcPts val="0"/>
              </a:spcBef>
              <a:spcAft>
                <a:spcPts val="0"/>
              </a:spcAft>
              <a:buClr>
                <a:schemeClr val="accent4"/>
              </a:buClr>
              <a:buSzPts val="1200"/>
              <a:buNone/>
              <a:defRPr>
                <a:solidFill>
                  <a:schemeClr val="accent4"/>
                </a:solidFill>
              </a:defRPr>
            </a:lvl9pPr>
          </a:lstStyle>
          <a:p/>
        </p:txBody>
      </p:sp>
      <p:sp>
        <p:nvSpPr>
          <p:cNvPr id="496" name="Google Shape;496;p113"/>
          <p:cNvSpPr txBox="1"/>
          <p:nvPr>
            <p:ph idx="5" type="body"/>
          </p:nvPr>
        </p:nvSpPr>
        <p:spPr>
          <a:xfrm>
            <a:off x="4763900" y="2420194"/>
            <a:ext cx="1712400" cy="2659800"/>
          </a:xfrm>
          <a:prstGeom prst="rect">
            <a:avLst/>
          </a:prstGeom>
        </p:spPr>
        <p:txBody>
          <a:bodyPr anchorCtr="0" anchor="t" bIns="91425" lIns="0" spcFirstLastPara="1" rIns="182875" wrap="square" tIns="91425">
            <a:spAutoFit/>
          </a:bodyPr>
          <a:lstStyle>
            <a:lvl1pPr indent="-304800" lvl="0" marL="457200">
              <a:spcBef>
                <a:spcPts val="0"/>
              </a:spcBef>
              <a:spcAft>
                <a:spcPts val="0"/>
              </a:spcAft>
              <a:buClr>
                <a:schemeClr val="accent1"/>
              </a:buClr>
              <a:buSzPts val="1200"/>
              <a:buChar char="●"/>
              <a:defRPr sz="12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97" name="Google Shape;497;p113"/>
          <p:cNvSpPr txBox="1"/>
          <p:nvPr>
            <p:ph idx="6" type="subTitle"/>
          </p:nvPr>
        </p:nvSpPr>
        <p:spPr>
          <a:xfrm>
            <a:off x="4763900" y="1905000"/>
            <a:ext cx="1712400" cy="4374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200"/>
              <a:buNone/>
              <a:defRPr>
                <a:solidFill>
                  <a:schemeClr val="accent4"/>
                </a:solidFill>
              </a:defRPr>
            </a:lvl2pPr>
            <a:lvl3pPr lvl="2">
              <a:lnSpc>
                <a:spcPct val="100000"/>
              </a:lnSpc>
              <a:spcBef>
                <a:spcPts val="0"/>
              </a:spcBef>
              <a:spcAft>
                <a:spcPts val="0"/>
              </a:spcAft>
              <a:buClr>
                <a:schemeClr val="accent4"/>
              </a:buClr>
              <a:buSzPts val="1200"/>
              <a:buNone/>
              <a:defRPr>
                <a:solidFill>
                  <a:schemeClr val="accent4"/>
                </a:solidFill>
              </a:defRPr>
            </a:lvl3pPr>
            <a:lvl4pPr lvl="3">
              <a:lnSpc>
                <a:spcPct val="100000"/>
              </a:lnSpc>
              <a:spcBef>
                <a:spcPts val="0"/>
              </a:spcBef>
              <a:spcAft>
                <a:spcPts val="0"/>
              </a:spcAft>
              <a:buClr>
                <a:schemeClr val="accent4"/>
              </a:buClr>
              <a:buSzPts val="1200"/>
              <a:buNone/>
              <a:defRPr>
                <a:solidFill>
                  <a:schemeClr val="accent4"/>
                </a:solidFill>
              </a:defRPr>
            </a:lvl4pPr>
            <a:lvl5pPr lvl="4">
              <a:lnSpc>
                <a:spcPct val="100000"/>
              </a:lnSpc>
              <a:spcBef>
                <a:spcPts val="0"/>
              </a:spcBef>
              <a:spcAft>
                <a:spcPts val="0"/>
              </a:spcAft>
              <a:buClr>
                <a:schemeClr val="accent4"/>
              </a:buClr>
              <a:buSzPts val="1200"/>
              <a:buNone/>
              <a:defRPr>
                <a:solidFill>
                  <a:schemeClr val="accent4"/>
                </a:solidFill>
              </a:defRPr>
            </a:lvl5pPr>
            <a:lvl6pPr lvl="5">
              <a:lnSpc>
                <a:spcPct val="100000"/>
              </a:lnSpc>
              <a:spcBef>
                <a:spcPts val="0"/>
              </a:spcBef>
              <a:spcAft>
                <a:spcPts val="0"/>
              </a:spcAft>
              <a:buClr>
                <a:schemeClr val="accent4"/>
              </a:buClr>
              <a:buSzPts val="1200"/>
              <a:buNone/>
              <a:defRPr>
                <a:solidFill>
                  <a:schemeClr val="accent4"/>
                </a:solidFill>
              </a:defRPr>
            </a:lvl6pPr>
            <a:lvl7pPr lvl="6">
              <a:lnSpc>
                <a:spcPct val="100000"/>
              </a:lnSpc>
              <a:spcBef>
                <a:spcPts val="0"/>
              </a:spcBef>
              <a:spcAft>
                <a:spcPts val="0"/>
              </a:spcAft>
              <a:buClr>
                <a:schemeClr val="accent4"/>
              </a:buClr>
              <a:buSzPts val="1200"/>
              <a:buNone/>
              <a:defRPr>
                <a:solidFill>
                  <a:schemeClr val="accent4"/>
                </a:solidFill>
              </a:defRPr>
            </a:lvl7pPr>
            <a:lvl8pPr lvl="7">
              <a:lnSpc>
                <a:spcPct val="100000"/>
              </a:lnSpc>
              <a:spcBef>
                <a:spcPts val="0"/>
              </a:spcBef>
              <a:spcAft>
                <a:spcPts val="0"/>
              </a:spcAft>
              <a:buClr>
                <a:schemeClr val="accent4"/>
              </a:buClr>
              <a:buSzPts val="1200"/>
              <a:buNone/>
              <a:defRPr>
                <a:solidFill>
                  <a:schemeClr val="accent4"/>
                </a:solidFill>
              </a:defRPr>
            </a:lvl8pPr>
            <a:lvl9pPr lvl="8">
              <a:lnSpc>
                <a:spcPct val="100000"/>
              </a:lnSpc>
              <a:spcBef>
                <a:spcPts val="0"/>
              </a:spcBef>
              <a:spcAft>
                <a:spcPts val="0"/>
              </a:spcAft>
              <a:buClr>
                <a:schemeClr val="accent4"/>
              </a:buClr>
              <a:buSzPts val="1200"/>
              <a:buNone/>
              <a:defRPr>
                <a:solidFill>
                  <a:schemeClr val="accent4"/>
                </a:solidFill>
              </a:defRPr>
            </a:lvl9pPr>
          </a:lstStyle>
          <a:p/>
        </p:txBody>
      </p:sp>
      <p:sp>
        <p:nvSpPr>
          <p:cNvPr id="498" name="Google Shape;498;p113"/>
          <p:cNvSpPr txBox="1"/>
          <p:nvPr>
            <p:ph idx="7" type="body"/>
          </p:nvPr>
        </p:nvSpPr>
        <p:spPr>
          <a:xfrm>
            <a:off x="6860100" y="2420194"/>
            <a:ext cx="1712400" cy="2659800"/>
          </a:xfrm>
          <a:prstGeom prst="rect">
            <a:avLst/>
          </a:prstGeom>
        </p:spPr>
        <p:txBody>
          <a:bodyPr anchorCtr="0" anchor="t" bIns="91425" lIns="0" spcFirstLastPara="1" rIns="182875" wrap="square" tIns="91425">
            <a:spAutoFit/>
          </a:bodyPr>
          <a:lstStyle>
            <a:lvl1pPr indent="-304800" lvl="0" marL="457200">
              <a:spcBef>
                <a:spcPts val="0"/>
              </a:spcBef>
              <a:spcAft>
                <a:spcPts val="0"/>
              </a:spcAft>
              <a:buClr>
                <a:schemeClr val="accent1"/>
              </a:buClr>
              <a:buSzPts val="1200"/>
              <a:buChar char="●"/>
              <a:defRPr sz="12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99" name="Google Shape;499;p113"/>
          <p:cNvSpPr txBox="1"/>
          <p:nvPr>
            <p:ph idx="8" type="subTitle"/>
          </p:nvPr>
        </p:nvSpPr>
        <p:spPr>
          <a:xfrm>
            <a:off x="6860100" y="1905000"/>
            <a:ext cx="1712400" cy="4374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200"/>
              <a:buNone/>
              <a:defRPr>
                <a:solidFill>
                  <a:schemeClr val="accent4"/>
                </a:solidFill>
              </a:defRPr>
            </a:lvl2pPr>
            <a:lvl3pPr lvl="2">
              <a:lnSpc>
                <a:spcPct val="100000"/>
              </a:lnSpc>
              <a:spcBef>
                <a:spcPts val="0"/>
              </a:spcBef>
              <a:spcAft>
                <a:spcPts val="0"/>
              </a:spcAft>
              <a:buClr>
                <a:schemeClr val="accent4"/>
              </a:buClr>
              <a:buSzPts val="1200"/>
              <a:buNone/>
              <a:defRPr>
                <a:solidFill>
                  <a:schemeClr val="accent4"/>
                </a:solidFill>
              </a:defRPr>
            </a:lvl3pPr>
            <a:lvl4pPr lvl="3">
              <a:lnSpc>
                <a:spcPct val="100000"/>
              </a:lnSpc>
              <a:spcBef>
                <a:spcPts val="0"/>
              </a:spcBef>
              <a:spcAft>
                <a:spcPts val="0"/>
              </a:spcAft>
              <a:buClr>
                <a:schemeClr val="accent4"/>
              </a:buClr>
              <a:buSzPts val="1200"/>
              <a:buNone/>
              <a:defRPr>
                <a:solidFill>
                  <a:schemeClr val="accent4"/>
                </a:solidFill>
              </a:defRPr>
            </a:lvl4pPr>
            <a:lvl5pPr lvl="4">
              <a:lnSpc>
                <a:spcPct val="100000"/>
              </a:lnSpc>
              <a:spcBef>
                <a:spcPts val="0"/>
              </a:spcBef>
              <a:spcAft>
                <a:spcPts val="0"/>
              </a:spcAft>
              <a:buClr>
                <a:schemeClr val="accent4"/>
              </a:buClr>
              <a:buSzPts val="1200"/>
              <a:buNone/>
              <a:defRPr>
                <a:solidFill>
                  <a:schemeClr val="accent4"/>
                </a:solidFill>
              </a:defRPr>
            </a:lvl5pPr>
            <a:lvl6pPr lvl="5">
              <a:lnSpc>
                <a:spcPct val="100000"/>
              </a:lnSpc>
              <a:spcBef>
                <a:spcPts val="0"/>
              </a:spcBef>
              <a:spcAft>
                <a:spcPts val="0"/>
              </a:spcAft>
              <a:buClr>
                <a:schemeClr val="accent4"/>
              </a:buClr>
              <a:buSzPts val="1200"/>
              <a:buNone/>
              <a:defRPr>
                <a:solidFill>
                  <a:schemeClr val="accent4"/>
                </a:solidFill>
              </a:defRPr>
            </a:lvl6pPr>
            <a:lvl7pPr lvl="6">
              <a:lnSpc>
                <a:spcPct val="100000"/>
              </a:lnSpc>
              <a:spcBef>
                <a:spcPts val="0"/>
              </a:spcBef>
              <a:spcAft>
                <a:spcPts val="0"/>
              </a:spcAft>
              <a:buClr>
                <a:schemeClr val="accent4"/>
              </a:buClr>
              <a:buSzPts val="1200"/>
              <a:buNone/>
              <a:defRPr>
                <a:solidFill>
                  <a:schemeClr val="accent4"/>
                </a:solidFill>
              </a:defRPr>
            </a:lvl7pPr>
            <a:lvl8pPr lvl="7">
              <a:lnSpc>
                <a:spcPct val="100000"/>
              </a:lnSpc>
              <a:spcBef>
                <a:spcPts val="0"/>
              </a:spcBef>
              <a:spcAft>
                <a:spcPts val="0"/>
              </a:spcAft>
              <a:buClr>
                <a:schemeClr val="accent4"/>
              </a:buClr>
              <a:buSzPts val="1200"/>
              <a:buNone/>
              <a:defRPr>
                <a:solidFill>
                  <a:schemeClr val="accent4"/>
                </a:solidFill>
              </a:defRPr>
            </a:lvl8pPr>
            <a:lvl9pPr lvl="8">
              <a:lnSpc>
                <a:spcPct val="100000"/>
              </a:lnSpc>
              <a:spcBef>
                <a:spcPts val="0"/>
              </a:spcBef>
              <a:spcAft>
                <a:spcPts val="0"/>
              </a:spcAft>
              <a:buClr>
                <a:schemeClr val="accent4"/>
              </a:buClr>
              <a:buSzPts val="1200"/>
              <a:buNone/>
              <a:defRPr>
                <a:solidFill>
                  <a:schemeClr val="accent4"/>
                </a:solidFill>
              </a:defRPr>
            </a:lvl9pPr>
          </a:lstStyle>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cepts - horizontal">
  <p:cSld name="TITLE_AND_TWO_COLUMNS_1_2">
    <p:spTree>
      <p:nvGrpSpPr>
        <p:cNvPr id="500" name="Shape 500"/>
        <p:cNvGrpSpPr/>
        <p:nvPr/>
      </p:nvGrpSpPr>
      <p:grpSpPr>
        <a:xfrm>
          <a:off x="0" y="0"/>
          <a:ext cx="0" cy="0"/>
          <a:chOff x="0" y="0"/>
          <a:chExt cx="0" cy="0"/>
        </a:xfrm>
      </p:grpSpPr>
      <p:sp>
        <p:nvSpPr>
          <p:cNvPr id="501" name="Google Shape;501;p114"/>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502" name="Google Shape;502;p114"/>
          <p:cNvSpPr txBox="1"/>
          <p:nvPr>
            <p:ph idx="1" type="body"/>
          </p:nvPr>
        </p:nvSpPr>
        <p:spPr>
          <a:xfrm>
            <a:off x="571500" y="2435667"/>
            <a:ext cx="1968300" cy="2644200"/>
          </a:xfrm>
          <a:prstGeom prst="rect">
            <a:avLst/>
          </a:prstGeom>
        </p:spPr>
        <p:txBody>
          <a:bodyPr anchorCtr="0" anchor="t" bIns="0" lIns="0" spcFirstLastPara="1" rIns="0" wrap="square" tIns="0">
            <a:spAutoFit/>
          </a:bodyPr>
          <a:lstStyle>
            <a:lvl1pPr indent="-304800" lvl="0" marL="457200">
              <a:spcBef>
                <a:spcPts val="0"/>
              </a:spcBef>
              <a:spcAft>
                <a:spcPts val="0"/>
              </a:spcAft>
              <a:buClr>
                <a:schemeClr val="accent1"/>
              </a:buClr>
              <a:buSzPts val="1200"/>
              <a:buChar char="●"/>
              <a:defRPr sz="12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03" name="Google Shape;503;p114"/>
          <p:cNvSpPr txBox="1"/>
          <p:nvPr>
            <p:ph idx="2" type="body"/>
          </p:nvPr>
        </p:nvSpPr>
        <p:spPr>
          <a:xfrm>
            <a:off x="3586271" y="2435667"/>
            <a:ext cx="1980000" cy="2644200"/>
          </a:xfrm>
          <a:prstGeom prst="rect">
            <a:avLst/>
          </a:prstGeom>
        </p:spPr>
        <p:txBody>
          <a:bodyPr anchorCtr="0" anchor="t" bIns="0" lIns="0" spcFirstLastPara="1" rIns="0" wrap="square" tIns="0">
            <a:spAutoFit/>
          </a:bodyPr>
          <a:lstStyle>
            <a:lvl1pPr indent="-304800" lvl="0" marL="457200">
              <a:spcBef>
                <a:spcPts val="0"/>
              </a:spcBef>
              <a:spcAft>
                <a:spcPts val="0"/>
              </a:spcAft>
              <a:buClr>
                <a:schemeClr val="accent1"/>
              </a:buClr>
              <a:buSzPts val="1200"/>
              <a:buChar char="●"/>
              <a:defRPr sz="12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04" name="Google Shape;504;p114"/>
          <p:cNvSpPr txBox="1"/>
          <p:nvPr>
            <p:ph idx="3" type="body"/>
          </p:nvPr>
        </p:nvSpPr>
        <p:spPr>
          <a:xfrm>
            <a:off x="6604202" y="2435667"/>
            <a:ext cx="1968300" cy="2644200"/>
          </a:xfrm>
          <a:prstGeom prst="rect">
            <a:avLst/>
          </a:prstGeom>
        </p:spPr>
        <p:txBody>
          <a:bodyPr anchorCtr="0" anchor="t" bIns="0" lIns="0" spcFirstLastPara="1" rIns="0" wrap="square" tIns="0">
            <a:spAutoFit/>
          </a:bodyPr>
          <a:lstStyle>
            <a:lvl1pPr indent="-304800" lvl="0" marL="457200">
              <a:spcBef>
                <a:spcPts val="0"/>
              </a:spcBef>
              <a:spcAft>
                <a:spcPts val="0"/>
              </a:spcAft>
              <a:buClr>
                <a:schemeClr val="accent1"/>
              </a:buClr>
              <a:buSzPts val="1200"/>
              <a:buChar char="●"/>
              <a:defRPr sz="12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05" name="Google Shape;505;p114"/>
          <p:cNvSpPr txBox="1"/>
          <p:nvPr>
            <p:ph idx="4" type="subTitle"/>
          </p:nvPr>
        </p:nvSpPr>
        <p:spPr>
          <a:xfrm>
            <a:off x="579900" y="1905000"/>
            <a:ext cx="1968300" cy="398700"/>
          </a:xfrm>
          <a:prstGeom prst="rect">
            <a:avLst/>
          </a:prstGeom>
        </p:spPr>
        <p:txBody>
          <a:bodyPr anchorCtr="0" anchor="t" bIns="0" lIns="0" spcFirstLastPara="1" rIns="0" wrap="square" tIns="0">
            <a:spAutoFit/>
          </a:bodyPr>
          <a:lstStyle>
            <a:lvl1pPr lv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2pPr>
            <a:lvl3pPr lvl="2">
              <a:lnSpc>
                <a:spcPct val="100000"/>
              </a:lnSpc>
              <a:spcBef>
                <a:spcPts val="0"/>
              </a:spcBef>
              <a:spcAft>
                <a:spcPts val="0"/>
              </a:spcAft>
              <a:buClr>
                <a:schemeClr val="accent4"/>
              </a:buClr>
              <a:buSzPts val="1200"/>
              <a:buFont typeface="Poppins SemiBold"/>
              <a:buNone/>
              <a:defRPr>
                <a:solidFill>
                  <a:schemeClr val="accent4"/>
                </a:solidFill>
                <a:latin typeface="Poppins SemiBold"/>
                <a:ea typeface="Poppins SemiBold"/>
                <a:cs typeface="Poppins SemiBold"/>
                <a:sym typeface="Poppins SemiBold"/>
              </a:defRPr>
            </a:lvl3pPr>
            <a:lvl4pPr lvl="3">
              <a:lnSpc>
                <a:spcPct val="100000"/>
              </a:lnSpc>
              <a:spcBef>
                <a:spcPts val="0"/>
              </a:spcBef>
              <a:spcAft>
                <a:spcPts val="0"/>
              </a:spcAft>
              <a:buClr>
                <a:schemeClr val="accent4"/>
              </a:buClr>
              <a:buSzPts val="1200"/>
              <a:buFont typeface="Poppins SemiBold"/>
              <a:buNone/>
              <a:defRPr>
                <a:solidFill>
                  <a:schemeClr val="accent4"/>
                </a:solidFill>
                <a:latin typeface="Poppins SemiBold"/>
                <a:ea typeface="Poppins SemiBold"/>
                <a:cs typeface="Poppins SemiBold"/>
                <a:sym typeface="Poppins SemiBold"/>
              </a:defRPr>
            </a:lvl4pPr>
            <a:lvl5pPr lvl="4">
              <a:lnSpc>
                <a:spcPct val="100000"/>
              </a:lnSpc>
              <a:spcBef>
                <a:spcPts val="0"/>
              </a:spcBef>
              <a:spcAft>
                <a:spcPts val="0"/>
              </a:spcAft>
              <a:buClr>
                <a:schemeClr val="accent4"/>
              </a:buClr>
              <a:buSzPts val="1200"/>
              <a:buFont typeface="Poppins SemiBold"/>
              <a:buNone/>
              <a:defRPr>
                <a:solidFill>
                  <a:schemeClr val="accent4"/>
                </a:solidFill>
                <a:latin typeface="Poppins SemiBold"/>
                <a:ea typeface="Poppins SemiBold"/>
                <a:cs typeface="Poppins SemiBold"/>
                <a:sym typeface="Poppins SemiBold"/>
              </a:defRPr>
            </a:lvl5pPr>
            <a:lvl6pPr lvl="5">
              <a:lnSpc>
                <a:spcPct val="100000"/>
              </a:lnSpc>
              <a:spcBef>
                <a:spcPts val="0"/>
              </a:spcBef>
              <a:spcAft>
                <a:spcPts val="0"/>
              </a:spcAft>
              <a:buClr>
                <a:schemeClr val="accent4"/>
              </a:buClr>
              <a:buSzPts val="1200"/>
              <a:buFont typeface="Poppins SemiBold"/>
              <a:buNone/>
              <a:defRPr>
                <a:solidFill>
                  <a:schemeClr val="accent4"/>
                </a:solidFill>
                <a:latin typeface="Poppins SemiBold"/>
                <a:ea typeface="Poppins SemiBold"/>
                <a:cs typeface="Poppins SemiBold"/>
                <a:sym typeface="Poppins SemiBold"/>
              </a:defRPr>
            </a:lvl6pPr>
            <a:lvl7pPr lvl="6">
              <a:lnSpc>
                <a:spcPct val="100000"/>
              </a:lnSpc>
              <a:spcBef>
                <a:spcPts val="0"/>
              </a:spcBef>
              <a:spcAft>
                <a:spcPts val="0"/>
              </a:spcAft>
              <a:buClr>
                <a:schemeClr val="accent4"/>
              </a:buClr>
              <a:buSzPts val="1200"/>
              <a:buFont typeface="Poppins SemiBold"/>
              <a:buNone/>
              <a:defRPr>
                <a:solidFill>
                  <a:schemeClr val="accent4"/>
                </a:solidFill>
                <a:latin typeface="Poppins SemiBold"/>
                <a:ea typeface="Poppins SemiBold"/>
                <a:cs typeface="Poppins SemiBold"/>
                <a:sym typeface="Poppins SemiBold"/>
              </a:defRPr>
            </a:lvl7pPr>
            <a:lvl8pPr lvl="7">
              <a:lnSpc>
                <a:spcPct val="100000"/>
              </a:lnSpc>
              <a:spcBef>
                <a:spcPts val="0"/>
              </a:spcBef>
              <a:spcAft>
                <a:spcPts val="0"/>
              </a:spcAft>
              <a:buClr>
                <a:schemeClr val="accent4"/>
              </a:buClr>
              <a:buSzPts val="1200"/>
              <a:buFont typeface="Poppins SemiBold"/>
              <a:buNone/>
              <a:defRPr>
                <a:solidFill>
                  <a:schemeClr val="accent4"/>
                </a:solidFill>
                <a:latin typeface="Poppins SemiBold"/>
                <a:ea typeface="Poppins SemiBold"/>
                <a:cs typeface="Poppins SemiBold"/>
                <a:sym typeface="Poppins SemiBold"/>
              </a:defRPr>
            </a:lvl8pPr>
            <a:lvl9pPr lvl="8">
              <a:lnSpc>
                <a:spcPct val="100000"/>
              </a:lnSpc>
              <a:spcBef>
                <a:spcPts val="0"/>
              </a:spcBef>
              <a:spcAft>
                <a:spcPts val="0"/>
              </a:spcAft>
              <a:buClr>
                <a:schemeClr val="accent4"/>
              </a:buClr>
              <a:buSzPts val="1200"/>
              <a:buFont typeface="Poppins SemiBold"/>
              <a:buNone/>
              <a:defRPr>
                <a:solidFill>
                  <a:schemeClr val="accent4"/>
                </a:solidFill>
                <a:latin typeface="Poppins SemiBold"/>
                <a:ea typeface="Poppins SemiBold"/>
                <a:cs typeface="Poppins SemiBold"/>
                <a:sym typeface="Poppins SemiBold"/>
              </a:defRPr>
            </a:lvl9pPr>
          </a:lstStyle>
          <a:p/>
        </p:txBody>
      </p:sp>
      <p:sp>
        <p:nvSpPr>
          <p:cNvPr id="506" name="Google Shape;506;p114"/>
          <p:cNvSpPr txBox="1"/>
          <p:nvPr>
            <p:ph idx="5" type="subTitle"/>
          </p:nvPr>
        </p:nvSpPr>
        <p:spPr>
          <a:xfrm>
            <a:off x="6598950" y="1905000"/>
            <a:ext cx="1968300" cy="398700"/>
          </a:xfrm>
          <a:prstGeom prst="rect">
            <a:avLst/>
          </a:prstGeom>
        </p:spPr>
        <p:txBody>
          <a:bodyPr anchorCtr="0" anchor="t" bIns="0" lIns="0" spcFirstLastPara="1" rIns="0" wrap="square" tIns="0">
            <a:spAutoFit/>
          </a:bodyPr>
          <a:lstStyle>
            <a:lvl1pPr lv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2pPr>
            <a:lvl3pPr lvl="2">
              <a:lnSpc>
                <a:spcPct val="100000"/>
              </a:lnSpc>
              <a:spcBef>
                <a:spcPts val="0"/>
              </a:spcBef>
              <a:spcAft>
                <a:spcPts val="0"/>
              </a:spcAft>
              <a:buClr>
                <a:schemeClr val="accent4"/>
              </a:buClr>
              <a:buSzPts val="1200"/>
              <a:buFont typeface="Poppins SemiBold"/>
              <a:buNone/>
              <a:defRPr>
                <a:solidFill>
                  <a:schemeClr val="accent4"/>
                </a:solidFill>
                <a:latin typeface="Poppins SemiBold"/>
                <a:ea typeface="Poppins SemiBold"/>
                <a:cs typeface="Poppins SemiBold"/>
                <a:sym typeface="Poppins SemiBold"/>
              </a:defRPr>
            </a:lvl3pPr>
            <a:lvl4pPr lvl="3">
              <a:lnSpc>
                <a:spcPct val="100000"/>
              </a:lnSpc>
              <a:spcBef>
                <a:spcPts val="0"/>
              </a:spcBef>
              <a:spcAft>
                <a:spcPts val="0"/>
              </a:spcAft>
              <a:buClr>
                <a:schemeClr val="accent4"/>
              </a:buClr>
              <a:buSzPts val="1200"/>
              <a:buFont typeface="Poppins SemiBold"/>
              <a:buNone/>
              <a:defRPr>
                <a:solidFill>
                  <a:schemeClr val="accent4"/>
                </a:solidFill>
                <a:latin typeface="Poppins SemiBold"/>
                <a:ea typeface="Poppins SemiBold"/>
                <a:cs typeface="Poppins SemiBold"/>
                <a:sym typeface="Poppins SemiBold"/>
              </a:defRPr>
            </a:lvl4pPr>
            <a:lvl5pPr lvl="4">
              <a:lnSpc>
                <a:spcPct val="100000"/>
              </a:lnSpc>
              <a:spcBef>
                <a:spcPts val="0"/>
              </a:spcBef>
              <a:spcAft>
                <a:spcPts val="0"/>
              </a:spcAft>
              <a:buClr>
                <a:schemeClr val="accent4"/>
              </a:buClr>
              <a:buSzPts val="1200"/>
              <a:buFont typeface="Poppins SemiBold"/>
              <a:buNone/>
              <a:defRPr>
                <a:solidFill>
                  <a:schemeClr val="accent4"/>
                </a:solidFill>
                <a:latin typeface="Poppins SemiBold"/>
                <a:ea typeface="Poppins SemiBold"/>
                <a:cs typeface="Poppins SemiBold"/>
                <a:sym typeface="Poppins SemiBold"/>
              </a:defRPr>
            </a:lvl5pPr>
            <a:lvl6pPr lvl="5">
              <a:lnSpc>
                <a:spcPct val="100000"/>
              </a:lnSpc>
              <a:spcBef>
                <a:spcPts val="0"/>
              </a:spcBef>
              <a:spcAft>
                <a:spcPts val="0"/>
              </a:spcAft>
              <a:buClr>
                <a:schemeClr val="accent4"/>
              </a:buClr>
              <a:buSzPts val="1200"/>
              <a:buFont typeface="Poppins SemiBold"/>
              <a:buNone/>
              <a:defRPr>
                <a:solidFill>
                  <a:schemeClr val="accent4"/>
                </a:solidFill>
                <a:latin typeface="Poppins SemiBold"/>
                <a:ea typeface="Poppins SemiBold"/>
                <a:cs typeface="Poppins SemiBold"/>
                <a:sym typeface="Poppins SemiBold"/>
              </a:defRPr>
            </a:lvl6pPr>
            <a:lvl7pPr lvl="6">
              <a:lnSpc>
                <a:spcPct val="100000"/>
              </a:lnSpc>
              <a:spcBef>
                <a:spcPts val="0"/>
              </a:spcBef>
              <a:spcAft>
                <a:spcPts val="0"/>
              </a:spcAft>
              <a:buClr>
                <a:schemeClr val="accent4"/>
              </a:buClr>
              <a:buSzPts val="1200"/>
              <a:buFont typeface="Poppins SemiBold"/>
              <a:buNone/>
              <a:defRPr>
                <a:solidFill>
                  <a:schemeClr val="accent4"/>
                </a:solidFill>
                <a:latin typeface="Poppins SemiBold"/>
                <a:ea typeface="Poppins SemiBold"/>
                <a:cs typeface="Poppins SemiBold"/>
                <a:sym typeface="Poppins SemiBold"/>
              </a:defRPr>
            </a:lvl7pPr>
            <a:lvl8pPr lvl="7">
              <a:lnSpc>
                <a:spcPct val="100000"/>
              </a:lnSpc>
              <a:spcBef>
                <a:spcPts val="0"/>
              </a:spcBef>
              <a:spcAft>
                <a:spcPts val="0"/>
              </a:spcAft>
              <a:buClr>
                <a:schemeClr val="accent4"/>
              </a:buClr>
              <a:buSzPts val="1200"/>
              <a:buFont typeface="Poppins SemiBold"/>
              <a:buNone/>
              <a:defRPr>
                <a:solidFill>
                  <a:schemeClr val="accent4"/>
                </a:solidFill>
                <a:latin typeface="Poppins SemiBold"/>
                <a:ea typeface="Poppins SemiBold"/>
                <a:cs typeface="Poppins SemiBold"/>
                <a:sym typeface="Poppins SemiBold"/>
              </a:defRPr>
            </a:lvl8pPr>
            <a:lvl9pPr lvl="8">
              <a:lnSpc>
                <a:spcPct val="100000"/>
              </a:lnSpc>
              <a:spcBef>
                <a:spcPts val="0"/>
              </a:spcBef>
              <a:spcAft>
                <a:spcPts val="0"/>
              </a:spcAft>
              <a:buClr>
                <a:schemeClr val="accent4"/>
              </a:buClr>
              <a:buSzPts val="1200"/>
              <a:buFont typeface="Poppins SemiBold"/>
              <a:buNone/>
              <a:defRPr>
                <a:solidFill>
                  <a:schemeClr val="accent4"/>
                </a:solidFill>
                <a:latin typeface="Poppins SemiBold"/>
                <a:ea typeface="Poppins SemiBold"/>
                <a:cs typeface="Poppins SemiBold"/>
                <a:sym typeface="Poppins SemiBold"/>
              </a:defRPr>
            </a:lvl9pPr>
          </a:lstStyle>
          <a:p/>
        </p:txBody>
      </p:sp>
      <p:sp>
        <p:nvSpPr>
          <p:cNvPr id="507" name="Google Shape;507;p114"/>
          <p:cNvSpPr txBox="1"/>
          <p:nvPr>
            <p:ph idx="6" type="subTitle"/>
          </p:nvPr>
        </p:nvSpPr>
        <p:spPr>
          <a:xfrm>
            <a:off x="3597825" y="1905000"/>
            <a:ext cx="1968300" cy="398700"/>
          </a:xfrm>
          <a:prstGeom prst="rect">
            <a:avLst/>
          </a:prstGeom>
        </p:spPr>
        <p:txBody>
          <a:bodyPr anchorCtr="0" anchor="t" bIns="0" lIns="0" spcFirstLastPara="1" rIns="0" wrap="square" tIns="0">
            <a:spAutoFit/>
          </a:bodyPr>
          <a:lstStyle>
            <a:lvl1pPr lv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2pPr>
            <a:lvl3pPr lvl="2">
              <a:lnSpc>
                <a:spcPct val="100000"/>
              </a:lnSpc>
              <a:spcBef>
                <a:spcPts val="0"/>
              </a:spcBef>
              <a:spcAft>
                <a:spcPts val="0"/>
              </a:spcAft>
              <a:buClr>
                <a:schemeClr val="accent4"/>
              </a:buClr>
              <a:buSzPts val="1200"/>
              <a:buFont typeface="Poppins SemiBold"/>
              <a:buNone/>
              <a:defRPr>
                <a:solidFill>
                  <a:schemeClr val="accent4"/>
                </a:solidFill>
                <a:latin typeface="Poppins SemiBold"/>
                <a:ea typeface="Poppins SemiBold"/>
                <a:cs typeface="Poppins SemiBold"/>
                <a:sym typeface="Poppins SemiBold"/>
              </a:defRPr>
            </a:lvl3pPr>
            <a:lvl4pPr lvl="3">
              <a:lnSpc>
                <a:spcPct val="100000"/>
              </a:lnSpc>
              <a:spcBef>
                <a:spcPts val="0"/>
              </a:spcBef>
              <a:spcAft>
                <a:spcPts val="0"/>
              </a:spcAft>
              <a:buClr>
                <a:schemeClr val="accent4"/>
              </a:buClr>
              <a:buSzPts val="1200"/>
              <a:buFont typeface="Poppins SemiBold"/>
              <a:buNone/>
              <a:defRPr>
                <a:solidFill>
                  <a:schemeClr val="accent4"/>
                </a:solidFill>
                <a:latin typeface="Poppins SemiBold"/>
                <a:ea typeface="Poppins SemiBold"/>
                <a:cs typeface="Poppins SemiBold"/>
                <a:sym typeface="Poppins SemiBold"/>
              </a:defRPr>
            </a:lvl4pPr>
            <a:lvl5pPr lvl="4">
              <a:lnSpc>
                <a:spcPct val="100000"/>
              </a:lnSpc>
              <a:spcBef>
                <a:spcPts val="0"/>
              </a:spcBef>
              <a:spcAft>
                <a:spcPts val="0"/>
              </a:spcAft>
              <a:buClr>
                <a:schemeClr val="accent4"/>
              </a:buClr>
              <a:buSzPts val="1200"/>
              <a:buFont typeface="Poppins SemiBold"/>
              <a:buNone/>
              <a:defRPr>
                <a:solidFill>
                  <a:schemeClr val="accent4"/>
                </a:solidFill>
                <a:latin typeface="Poppins SemiBold"/>
                <a:ea typeface="Poppins SemiBold"/>
                <a:cs typeface="Poppins SemiBold"/>
                <a:sym typeface="Poppins SemiBold"/>
              </a:defRPr>
            </a:lvl5pPr>
            <a:lvl6pPr lvl="5">
              <a:lnSpc>
                <a:spcPct val="100000"/>
              </a:lnSpc>
              <a:spcBef>
                <a:spcPts val="0"/>
              </a:spcBef>
              <a:spcAft>
                <a:spcPts val="0"/>
              </a:spcAft>
              <a:buClr>
                <a:schemeClr val="accent4"/>
              </a:buClr>
              <a:buSzPts val="1200"/>
              <a:buFont typeface="Poppins SemiBold"/>
              <a:buNone/>
              <a:defRPr>
                <a:solidFill>
                  <a:schemeClr val="accent4"/>
                </a:solidFill>
                <a:latin typeface="Poppins SemiBold"/>
                <a:ea typeface="Poppins SemiBold"/>
                <a:cs typeface="Poppins SemiBold"/>
                <a:sym typeface="Poppins SemiBold"/>
              </a:defRPr>
            </a:lvl6pPr>
            <a:lvl7pPr lvl="6">
              <a:lnSpc>
                <a:spcPct val="100000"/>
              </a:lnSpc>
              <a:spcBef>
                <a:spcPts val="0"/>
              </a:spcBef>
              <a:spcAft>
                <a:spcPts val="0"/>
              </a:spcAft>
              <a:buClr>
                <a:schemeClr val="accent4"/>
              </a:buClr>
              <a:buSzPts val="1200"/>
              <a:buFont typeface="Poppins SemiBold"/>
              <a:buNone/>
              <a:defRPr>
                <a:solidFill>
                  <a:schemeClr val="accent4"/>
                </a:solidFill>
                <a:latin typeface="Poppins SemiBold"/>
                <a:ea typeface="Poppins SemiBold"/>
                <a:cs typeface="Poppins SemiBold"/>
                <a:sym typeface="Poppins SemiBold"/>
              </a:defRPr>
            </a:lvl7pPr>
            <a:lvl8pPr lvl="7">
              <a:lnSpc>
                <a:spcPct val="100000"/>
              </a:lnSpc>
              <a:spcBef>
                <a:spcPts val="0"/>
              </a:spcBef>
              <a:spcAft>
                <a:spcPts val="0"/>
              </a:spcAft>
              <a:buClr>
                <a:schemeClr val="accent4"/>
              </a:buClr>
              <a:buSzPts val="1200"/>
              <a:buFont typeface="Poppins SemiBold"/>
              <a:buNone/>
              <a:defRPr>
                <a:solidFill>
                  <a:schemeClr val="accent4"/>
                </a:solidFill>
                <a:latin typeface="Poppins SemiBold"/>
                <a:ea typeface="Poppins SemiBold"/>
                <a:cs typeface="Poppins SemiBold"/>
                <a:sym typeface="Poppins SemiBold"/>
              </a:defRPr>
            </a:lvl8pPr>
            <a:lvl9pPr lvl="8">
              <a:lnSpc>
                <a:spcPct val="100000"/>
              </a:lnSpc>
              <a:spcBef>
                <a:spcPts val="0"/>
              </a:spcBef>
              <a:spcAft>
                <a:spcPts val="0"/>
              </a:spcAft>
              <a:buClr>
                <a:schemeClr val="accent4"/>
              </a:buClr>
              <a:buSzPts val="1200"/>
              <a:buFont typeface="Poppins SemiBold"/>
              <a:buNone/>
              <a:defRPr>
                <a:solidFill>
                  <a:schemeClr val="accent4"/>
                </a:solidFill>
                <a:latin typeface="Poppins SemiBold"/>
                <a:ea typeface="Poppins SemiBold"/>
                <a:cs typeface="Poppins SemiBold"/>
                <a:sym typeface="Poppins SemiBold"/>
              </a:defRPr>
            </a:lvl9pPr>
          </a:lstStyle>
          <a:p/>
        </p:txBody>
      </p:sp>
      <p:sp>
        <p:nvSpPr>
          <p:cNvPr id="508" name="Google Shape;508;p114"/>
          <p:cNvSpPr txBox="1"/>
          <p:nvPr>
            <p:ph type="title"/>
          </p:nvPr>
        </p:nvSpPr>
        <p:spPr>
          <a:xfrm>
            <a:off x="571500" y="889005"/>
            <a:ext cx="4000500" cy="1016100"/>
          </a:xfrm>
          <a:prstGeom prst="rect">
            <a:avLst/>
          </a:prstGeom>
        </p:spPr>
        <p:txBody>
          <a:bodyPr anchorCtr="0" anchor="ctr" bIns="0" lIns="0" spcFirstLastPara="1" rIns="0" wrap="square" tIns="0">
            <a:spAutoFit/>
          </a:bodyPr>
          <a:lstStyle>
            <a:lvl1pPr lvl="0">
              <a:spcBef>
                <a:spcPts val="0"/>
              </a:spcBef>
              <a:spcAft>
                <a:spcPts val="0"/>
              </a:spcAft>
              <a:buSzPts val="2400"/>
              <a:buNone/>
              <a:defRPr b="1"/>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half screen">
  <p:cSld name="MAIN_POINT_1">
    <p:bg>
      <p:bgPr>
        <a:solidFill>
          <a:schemeClr val="dk2"/>
        </a:solidFill>
      </p:bgPr>
    </p:bg>
    <p:spTree>
      <p:nvGrpSpPr>
        <p:cNvPr id="509" name="Shape 509"/>
        <p:cNvGrpSpPr/>
        <p:nvPr/>
      </p:nvGrpSpPr>
      <p:grpSpPr>
        <a:xfrm>
          <a:off x="0" y="0"/>
          <a:ext cx="0" cy="0"/>
          <a:chOff x="0" y="0"/>
          <a:chExt cx="0" cy="0"/>
        </a:xfrm>
      </p:grpSpPr>
      <p:sp>
        <p:nvSpPr>
          <p:cNvPr id="510" name="Google Shape;510;p115"/>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511" name="Google Shape;511;p115"/>
          <p:cNvSpPr txBox="1"/>
          <p:nvPr>
            <p:ph type="title"/>
          </p:nvPr>
        </p:nvSpPr>
        <p:spPr>
          <a:xfrm>
            <a:off x="571500" y="1010028"/>
            <a:ext cx="4000500" cy="4070100"/>
          </a:xfrm>
          <a:prstGeom prst="rect">
            <a:avLst/>
          </a:prstGeom>
        </p:spPr>
        <p:txBody>
          <a:bodyPr anchorCtr="0" anchor="t" bIns="0" lIns="0" spcFirstLastPara="1" rIns="0" wrap="square" tIns="0">
            <a:spAutoFit/>
          </a:bodyPr>
          <a:lstStyle>
            <a:lvl1pPr lvl="0">
              <a:lnSpc>
                <a:spcPct val="100000"/>
              </a:lnSpc>
              <a:spcBef>
                <a:spcPts val="0"/>
              </a:spcBef>
              <a:spcAft>
                <a:spcPts val="0"/>
              </a:spcAft>
              <a:buClr>
                <a:schemeClr val="lt1"/>
              </a:buClr>
              <a:buSzPts val="3200"/>
              <a:buFont typeface="Poppins SemiBold"/>
              <a:buNone/>
              <a:defRPr b="0" sz="3200">
                <a:solidFill>
                  <a:schemeClr val="lt1"/>
                </a:solidFill>
                <a:latin typeface="Poppins SemiBold"/>
                <a:ea typeface="Poppins SemiBold"/>
                <a:cs typeface="Poppins SemiBold"/>
                <a:sym typeface="Poppins SemiBold"/>
              </a:defRPr>
            </a:lvl1pPr>
            <a:lvl2pPr lvl="1">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2pPr>
            <a:lvl3pPr lvl="2">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3pPr>
            <a:lvl4pPr lvl="3">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4pPr>
            <a:lvl5pPr lvl="4">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5pPr>
            <a:lvl6pPr lvl="5">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6pPr>
            <a:lvl7pPr lvl="6">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7pPr>
            <a:lvl8pPr lvl="7">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8pPr>
            <a:lvl9pPr lvl="8">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items - contrast">
  <p:cSld name="Title + Subtitle_1">
    <p:bg>
      <p:bgPr>
        <a:solidFill>
          <a:schemeClr val="accent2"/>
        </a:solidFill>
      </p:bgPr>
    </p:bg>
    <p:spTree>
      <p:nvGrpSpPr>
        <p:cNvPr id="512" name="Shape 512"/>
        <p:cNvGrpSpPr/>
        <p:nvPr/>
      </p:nvGrpSpPr>
      <p:grpSpPr>
        <a:xfrm>
          <a:off x="0" y="0"/>
          <a:ext cx="0" cy="0"/>
          <a:chOff x="0" y="0"/>
          <a:chExt cx="0" cy="0"/>
        </a:xfrm>
      </p:grpSpPr>
      <p:sp>
        <p:nvSpPr>
          <p:cNvPr id="513" name="Google Shape;513;p116"/>
          <p:cNvSpPr/>
          <p:nvPr>
            <p:ph idx="2" type="pic"/>
          </p:nvPr>
        </p:nvSpPr>
        <p:spPr>
          <a:xfrm>
            <a:off x="457200" y="1524000"/>
            <a:ext cx="1827300" cy="1827300"/>
          </a:xfrm>
          <a:prstGeom prst="roundRect">
            <a:avLst>
              <a:gd fmla="val 4137" name="adj"/>
            </a:avLst>
          </a:prstGeom>
          <a:noFill/>
          <a:ln>
            <a:noFill/>
          </a:ln>
        </p:spPr>
      </p:sp>
      <p:sp>
        <p:nvSpPr>
          <p:cNvPr id="514" name="Google Shape;514;p116"/>
          <p:cNvSpPr/>
          <p:nvPr>
            <p:ph idx="3" type="pic"/>
          </p:nvPr>
        </p:nvSpPr>
        <p:spPr>
          <a:xfrm>
            <a:off x="2591313" y="1524000"/>
            <a:ext cx="1827300" cy="1827300"/>
          </a:xfrm>
          <a:prstGeom prst="roundRect">
            <a:avLst>
              <a:gd fmla="val 4137" name="adj"/>
            </a:avLst>
          </a:prstGeom>
          <a:noFill/>
          <a:ln>
            <a:noFill/>
          </a:ln>
        </p:spPr>
      </p:sp>
      <p:sp>
        <p:nvSpPr>
          <p:cNvPr id="515" name="Google Shape;515;p116"/>
          <p:cNvSpPr/>
          <p:nvPr>
            <p:ph idx="4" type="pic"/>
          </p:nvPr>
        </p:nvSpPr>
        <p:spPr>
          <a:xfrm>
            <a:off x="4725450" y="1524000"/>
            <a:ext cx="1827300" cy="1827300"/>
          </a:xfrm>
          <a:prstGeom prst="roundRect">
            <a:avLst>
              <a:gd fmla="val 4137" name="adj"/>
            </a:avLst>
          </a:prstGeom>
          <a:noFill/>
          <a:ln>
            <a:noFill/>
          </a:ln>
        </p:spPr>
      </p:sp>
      <p:sp>
        <p:nvSpPr>
          <p:cNvPr id="516" name="Google Shape;516;p116"/>
          <p:cNvSpPr/>
          <p:nvPr>
            <p:ph idx="5" type="pic"/>
          </p:nvPr>
        </p:nvSpPr>
        <p:spPr>
          <a:xfrm>
            <a:off x="6859563" y="1524000"/>
            <a:ext cx="1827300" cy="1827300"/>
          </a:xfrm>
          <a:prstGeom prst="roundRect">
            <a:avLst>
              <a:gd fmla="val 4137" name="adj"/>
            </a:avLst>
          </a:prstGeom>
          <a:noFill/>
          <a:ln>
            <a:noFill/>
          </a:ln>
        </p:spPr>
      </p:sp>
      <p:sp>
        <p:nvSpPr>
          <p:cNvPr id="517" name="Google Shape;517;p116"/>
          <p:cNvSpPr txBox="1"/>
          <p:nvPr>
            <p:ph type="title"/>
          </p:nvPr>
        </p:nvSpPr>
        <p:spPr>
          <a:xfrm>
            <a:off x="457200" y="507990"/>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Clr>
                <a:schemeClr val="lt1"/>
              </a:buClr>
              <a:buSzPts val="3000"/>
              <a:buNone/>
              <a:defRPr sz="3000">
                <a:solidFill>
                  <a:schemeClr val="lt1"/>
                </a:solidFill>
              </a:defRPr>
            </a:lvl1pPr>
            <a:lvl2pPr lvl="1" algn="l">
              <a:lnSpc>
                <a:spcPct val="100000"/>
              </a:lnSpc>
              <a:spcBef>
                <a:spcPts val="0"/>
              </a:spcBef>
              <a:spcAft>
                <a:spcPts val="0"/>
              </a:spcAft>
              <a:buClr>
                <a:schemeClr val="lt1"/>
              </a:buClr>
              <a:buSzPts val="3000"/>
              <a:buNone/>
              <a:defRPr sz="3000">
                <a:solidFill>
                  <a:schemeClr val="lt1"/>
                </a:solidFill>
              </a:defRPr>
            </a:lvl2pPr>
            <a:lvl3pPr lvl="2" algn="l">
              <a:lnSpc>
                <a:spcPct val="100000"/>
              </a:lnSpc>
              <a:spcBef>
                <a:spcPts val="0"/>
              </a:spcBef>
              <a:spcAft>
                <a:spcPts val="0"/>
              </a:spcAft>
              <a:buClr>
                <a:schemeClr val="lt1"/>
              </a:buClr>
              <a:buSzPts val="3000"/>
              <a:buNone/>
              <a:defRPr sz="3000">
                <a:solidFill>
                  <a:schemeClr val="lt1"/>
                </a:solidFill>
              </a:defRPr>
            </a:lvl3pPr>
            <a:lvl4pPr lvl="3" algn="l">
              <a:lnSpc>
                <a:spcPct val="100000"/>
              </a:lnSpc>
              <a:spcBef>
                <a:spcPts val="0"/>
              </a:spcBef>
              <a:spcAft>
                <a:spcPts val="0"/>
              </a:spcAft>
              <a:buClr>
                <a:schemeClr val="lt1"/>
              </a:buClr>
              <a:buSzPts val="3000"/>
              <a:buNone/>
              <a:defRPr sz="3000">
                <a:solidFill>
                  <a:schemeClr val="lt1"/>
                </a:solidFill>
              </a:defRPr>
            </a:lvl4pPr>
            <a:lvl5pPr lvl="4" algn="l">
              <a:lnSpc>
                <a:spcPct val="100000"/>
              </a:lnSpc>
              <a:spcBef>
                <a:spcPts val="0"/>
              </a:spcBef>
              <a:spcAft>
                <a:spcPts val="0"/>
              </a:spcAft>
              <a:buClr>
                <a:schemeClr val="lt1"/>
              </a:buClr>
              <a:buSzPts val="3000"/>
              <a:buNone/>
              <a:defRPr sz="3000">
                <a:solidFill>
                  <a:schemeClr val="lt1"/>
                </a:solidFill>
              </a:defRPr>
            </a:lvl5pPr>
            <a:lvl6pPr lvl="5" algn="l">
              <a:lnSpc>
                <a:spcPct val="100000"/>
              </a:lnSpc>
              <a:spcBef>
                <a:spcPts val="0"/>
              </a:spcBef>
              <a:spcAft>
                <a:spcPts val="0"/>
              </a:spcAft>
              <a:buClr>
                <a:schemeClr val="lt1"/>
              </a:buClr>
              <a:buSzPts val="3000"/>
              <a:buNone/>
              <a:defRPr sz="3000">
                <a:solidFill>
                  <a:schemeClr val="lt1"/>
                </a:solidFill>
              </a:defRPr>
            </a:lvl6pPr>
            <a:lvl7pPr lvl="6" algn="l">
              <a:lnSpc>
                <a:spcPct val="100000"/>
              </a:lnSpc>
              <a:spcBef>
                <a:spcPts val="0"/>
              </a:spcBef>
              <a:spcAft>
                <a:spcPts val="0"/>
              </a:spcAft>
              <a:buClr>
                <a:schemeClr val="lt1"/>
              </a:buClr>
              <a:buSzPts val="3000"/>
              <a:buNone/>
              <a:defRPr sz="3000">
                <a:solidFill>
                  <a:schemeClr val="lt1"/>
                </a:solidFill>
              </a:defRPr>
            </a:lvl7pPr>
            <a:lvl8pPr lvl="7" algn="l">
              <a:lnSpc>
                <a:spcPct val="100000"/>
              </a:lnSpc>
              <a:spcBef>
                <a:spcPts val="0"/>
              </a:spcBef>
              <a:spcAft>
                <a:spcPts val="0"/>
              </a:spcAft>
              <a:buClr>
                <a:schemeClr val="lt1"/>
              </a:buClr>
              <a:buSzPts val="3000"/>
              <a:buNone/>
              <a:defRPr sz="3000">
                <a:solidFill>
                  <a:schemeClr val="lt1"/>
                </a:solidFill>
              </a:defRPr>
            </a:lvl8pPr>
            <a:lvl9pPr lvl="8" algn="l">
              <a:lnSpc>
                <a:spcPct val="100000"/>
              </a:lnSpc>
              <a:spcBef>
                <a:spcPts val="0"/>
              </a:spcBef>
              <a:spcAft>
                <a:spcPts val="0"/>
              </a:spcAft>
              <a:buClr>
                <a:schemeClr val="lt1"/>
              </a:buClr>
              <a:buSzPts val="3000"/>
              <a:buNone/>
              <a:defRPr sz="3000">
                <a:solidFill>
                  <a:schemeClr val="lt1"/>
                </a:solidFill>
              </a:defRPr>
            </a:lvl9pPr>
          </a:lstStyle>
          <a:p/>
        </p:txBody>
      </p:sp>
      <p:sp>
        <p:nvSpPr>
          <p:cNvPr id="518" name="Google Shape;518;p116"/>
          <p:cNvSpPr txBox="1"/>
          <p:nvPr>
            <p:ph idx="1" type="body"/>
          </p:nvPr>
        </p:nvSpPr>
        <p:spPr>
          <a:xfrm>
            <a:off x="457200" y="4203333"/>
            <a:ext cx="1827300" cy="1004100"/>
          </a:xfrm>
          <a:prstGeom prst="rect">
            <a:avLst/>
          </a:prstGeom>
        </p:spPr>
        <p:txBody>
          <a:bodyPr anchorCtr="0" anchor="t" bIns="0" lIns="0" spcFirstLastPara="1" rIns="0" wrap="square" tIns="0">
            <a:spAutoFit/>
          </a:bodyPr>
          <a:lstStyle>
            <a:lvl1pPr indent="-298450" lvl="0" marL="457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519" name="Google Shape;519;p116"/>
          <p:cNvSpPr txBox="1"/>
          <p:nvPr>
            <p:ph idx="6" type="body"/>
          </p:nvPr>
        </p:nvSpPr>
        <p:spPr>
          <a:xfrm>
            <a:off x="2591318" y="4203333"/>
            <a:ext cx="1827300" cy="1004100"/>
          </a:xfrm>
          <a:prstGeom prst="rect">
            <a:avLst/>
          </a:prstGeom>
        </p:spPr>
        <p:txBody>
          <a:bodyPr anchorCtr="0" anchor="t" bIns="0" lIns="0" spcFirstLastPara="1" rIns="0" wrap="square" tIns="0">
            <a:spAutoFit/>
          </a:bodyPr>
          <a:lstStyle>
            <a:lvl1pPr indent="-298450" lvl="0" marL="457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520" name="Google Shape;520;p116"/>
          <p:cNvSpPr txBox="1"/>
          <p:nvPr>
            <p:ph idx="7" type="body"/>
          </p:nvPr>
        </p:nvSpPr>
        <p:spPr>
          <a:xfrm>
            <a:off x="4725435" y="4203333"/>
            <a:ext cx="1827300" cy="1004100"/>
          </a:xfrm>
          <a:prstGeom prst="rect">
            <a:avLst/>
          </a:prstGeom>
        </p:spPr>
        <p:txBody>
          <a:bodyPr anchorCtr="0" anchor="t" bIns="0" lIns="0" spcFirstLastPara="1" rIns="0" wrap="square" tIns="0">
            <a:spAutoFit/>
          </a:bodyPr>
          <a:lstStyle>
            <a:lvl1pPr indent="-298450" lvl="0" marL="457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521" name="Google Shape;521;p116"/>
          <p:cNvSpPr txBox="1"/>
          <p:nvPr>
            <p:ph idx="8" type="body"/>
          </p:nvPr>
        </p:nvSpPr>
        <p:spPr>
          <a:xfrm>
            <a:off x="6866700" y="4203333"/>
            <a:ext cx="1827300" cy="1004100"/>
          </a:xfrm>
          <a:prstGeom prst="rect">
            <a:avLst/>
          </a:prstGeom>
        </p:spPr>
        <p:txBody>
          <a:bodyPr anchorCtr="0" anchor="t" bIns="0" lIns="0" spcFirstLastPara="1" rIns="0" wrap="square" tIns="0">
            <a:spAutoFit/>
          </a:bodyPr>
          <a:lstStyle>
            <a:lvl1pPr indent="-298450" lvl="0" marL="457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522" name="Google Shape;522;p116"/>
          <p:cNvSpPr txBox="1"/>
          <p:nvPr>
            <p:ph idx="9" type="title"/>
          </p:nvPr>
        </p:nvSpPr>
        <p:spPr>
          <a:xfrm>
            <a:off x="457225" y="3656500"/>
            <a:ext cx="18273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200"/>
              <a:buNone/>
              <a:defRPr sz="1200">
                <a:solidFill>
                  <a:schemeClr val="lt1"/>
                </a:solidFill>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523" name="Google Shape;523;p116"/>
          <p:cNvSpPr txBox="1"/>
          <p:nvPr>
            <p:ph idx="13" type="title"/>
          </p:nvPr>
        </p:nvSpPr>
        <p:spPr>
          <a:xfrm>
            <a:off x="2591325" y="3656500"/>
            <a:ext cx="18273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200"/>
              <a:buNone/>
              <a:defRPr sz="1200">
                <a:solidFill>
                  <a:schemeClr val="lt1"/>
                </a:solidFill>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524" name="Google Shape;524;p116"/>
          <p:cNvSpPr txBox="1"/>
          <p:nvPr>
            <p:ph idx="14" type="title"/>
          </p:nvPr>
        </p:nvSpPr>
        <p:spPr>
          <a:xfrm>
            <a:off x="4725425" y="3656500"/>
            <a:ext cx="18273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200"/>
              <a:buNone/>
              <a:defRPr sz="1200">
                <a:solidFill>
                  <a:schemeClr val="lt1"/>
                </a:solidFill>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525" name="Google Shape;525;p116"/>
          <p:cNvSpPr txBox="1"/>
          <p:nvPr>
            <p:ph idx="15" type="title"/>
          </p:nvPr>
        </p:nvSpPr>
        <p:spPr>
          <a:xfrm>
            <a:off x="6859525" y="3656500"/>
            <a:ext cx="18273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200"/>
              <a:buNone/>
              <a:defRPr sz="1200">
                <a:solidFill>
                  <a:schemeClr val="lt1"/>
                </a:solidFill>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Tree>
  </p:cSld>
  <p:clrMapOvr>
    <a:masterClrMapping/>
  </p:clrMapOvr>
  <p:extLst>
    <p:ext uri="{DCECCB84-F9BA-43D5-87BE-67443E8EF086}">
      <p15:sldGuideLst>
        <p15:guide id="1" pos="2880">
          <p15:clr>
            <a:srgbClr val="E46962"/>
          </p15:clr>
        </p15:guide>
        <p15:guide id="2" orient="horz" pos="960">
          <p15:clr>
            <a:srgbClr val="E46962"/>
          </p15:clr>
        </p15:guide>
      </p15:sldGuideLst>
    </p:ext>
  </p:extLst>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ructor bio">
  <p:cSld name="TITLE_AND_BODY_1_1">
    <p:bg>
      <p:bgPr>
        <a:solidFill>
          <a:schemeClr val="accent2"/>
        </a:solidFill>
      </p:bgPr>
    </p:bg>
    <p:spTree>
      <p:nvGrpSpPr>
        <p:cNvPr id="526" name="Shape 526"/>
        <p:cNvGrpSpPr/>
        <p:nvPr/>
      </p:nvGrpSpPr>
      <p:grpSpPr>
        <a:xfrm>
          <a:off x="0" y="0"/>
          <a:ext cx="0" cy="0"/>
          <a:chOff x="0" y="0"/>
          <a:chExt cx="0" cy="0"/>
        </a:xfrm>
      </p:grpSpPr>
      <p:sp>
        <p:nvSpPr>
          <p:cNvPr id="527" name="Google Shape;527;p117"/>
          <p:cNvSpPr/>
          <p:nvPr/>
        </p:nvSpPr>
        <p:spPr>
          <a:xfrm>
            <a:off x="4583975" y="0"/>
            <a:ext cx="4567500" cy="57150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528" name="Google Shape;528;p117"/>
          <p:cNvSpPr/>
          <p:nvPr>
            <p:ph idx="2" type="pic"/>
          </p:nvPr>
        </p:nvSpPr>
        <p:spPr>
          <a:xfrm flipH="1">
            <a:off x="953803" y="1184556"/>
            <a:ext cx="2664300" cy="3336300"/>
          </a:xfrm>
          <a:prstGeom prst="rect">
            <a:avLst/>
          </a:prstGeom>
          <a:noFill/>
          <a:ln>
            <a:noFill/>
          </a:ln>
        </p:spPr>
      </p:sp>
      <p:sp>
        <p:nvSpPr>
          <p:cNvPr id="529" name="Google Shape;529;p117"/>
          <p:cNvSpPr txBox="1"/>
          <p:nvPr>
            <p:ph type="title"/>
          </p:nvPr>
        </p:nvSpPr>
        <p:spPr>
          <a:xfrm>
            <a:off x="5036975" y="942000"/>
            <a:ext cx="3661500" cy="1064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530" name="Google Shape;530;p117"/>
          <p:cNvSpPr txBox="1"/>
          <p:nvPr>
            <p:ph idx="1" type="subTitle"/>
          </p:nvPr>
        </p:nvSpPr>
        <p:spPr>
          <a:xfrm>
            <a:off x="5036975" y="508000"/>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531" name="Google Shape;531;p117"/>
          <p:cNvSpPr txBox="1"/>
          <p:nvPr>
            <p:ph idx="3" type="body"/>
          </p:nvPr>
        </p:nvSpPr>
        <p:spPr>
          <a:xfrm>
            <a:off x="5036975" y="2139583"/>
            <a:ext cx="3661500" cy="3067800"/>
          </a:xfrm>
          <a:prstGeom prst="rect">
            <a:avLst/>
          </a:prstGeom>
        </p:spPr>
        <p:txBody>
          <a:bodyPr anchorCtr="0" anchor="t" bIns="0" lIns="0" spcFirstLastPara="1" rIns="0" wrap="square" tIns="0">
            <a:spAutoFit/>
          </a:bodyPr>
          <a:lstStyle>
            <a:lvl1pPr indent="-304800" lvl="0" marL="457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9pPr>
          </a:lstStyle>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rtification covers 1">
  <p:cSld name="TITLE_1_1">
    <p:spTree>
      <p:nvGrpSpPr>
        <p:cNvPr id="532" name="Shape 532"/>
        <p:cNvGrpSpPr/>
        <p:nvPr/>
      </p:nvGrpSpPr>
      <p:grpSpPr>
        <a:xfrm>
          <a:off x="0" y="0"/>
          <a:ext cx="0" cy="0"/>
          <a:chOff x="0" y="0"/>
          <a:chExt cx="0" cy="0"/>
        </a:xfrm>
      </p:grpSpPr>
      <p:pic>
        <p:nvPicPr>
          <p:cNvPr id="533" name="Google Shape;533;p118" title="Mesh Holographic Gradients - Dark Gradient 22.png"/>
          <p:cNvPicPr preferRelativeResize="0"/>
          <p:nvPr/>
        </p:nvPicPr>
        <p:blipFill rotWithShape="1">
          <a:blip r:embed="rId2">
            <a:alphaModFix/>
          </a:blip>
          <a:srcRect b="0" l="0" r="0" t="0"/>
          <a:stretch/>
        </p:blipFill>
        <p:spPr>
          <a:xfrm>
            <a:off x="0" y="0"/>
            <a:ext cx="9144003" cy="5143499"/>
          </a:xfrm>
          <a:prstGeom prst="rect">
            <a:avLst/>
          </a:prstGeom>
          <a:noFill/>
          <a:ln>
            <a:noFill/>
          </a:ln>
        </p:spPr>
      </p:pic>
      <p:pic>
        <p:nvPicPr>
          <p:cNvPr id="534" name="Google Shape;534;p118"/>
          <p:cNvPicPr preferRelativeResize="0"/>
          <p:nvPr/>
        </p:nvPicPr>
        <p:blipFill rotWithShape="1">
          <a:blip r:embed="rId3">
            <a:alphaModFix/>
          </a:blip>
          <a:srcRect b="0" l="0" r="0" t="0"/>
          <a:stretch/>
        </p:blipFill>
        <p:spPr>
          <a:xfrm>
            <a:off x="457200" y="531584"/>
            <a:ext cx="316413" cy="390600"/>
          </a:xfrm>
          <a:prstGeom prst="rect">
            <a:avLst/>
          </a:prstGeom>
          <a:noFill/>
          <a:ln>
            <a:noFill/>
          </a:ln>
        </p:spPr>
      </p:pic>
      <p:sp>
        <p:nvSpPr>
          <p:cNvPr id="535" name="Google Shape;535;p118"/>
          <p:cNvSpPr txBox="1"/>
          <p:nvPr>
            <p:ph type="title"/>
          </p:nvPr>
        </p:nvSpPr>
        <p:spPr>
          <a:xfrm>
            <a:off x="457200" y="2925261"/>
            <a:ext cx="6862800" cy="1734900"/>
          </a:xfrm>
          <a:prstGeom prst="rect">
            <a:avLst/>
          </a:prstGeom>
        </p:spPr>
        <p:txBody>
          <a:bodyPr anchorCtr="0" anchor="b"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536" name="Google Shape;536;p118"/>
          <p:cNvSpPr txBox="1"/>
          <p:nvPr>
            <p:ph idx="1" type="subTitle"/>
          </p:nvPr>
        </p:nvSpPr>
        <p:spPr>
          <a:xfrm>
            <a:off x="457200" y="4773000"/>
            <a:ext cx="68628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2">
    <p:spTree>
      <p:nvGrpSpPr>
        <p:cNvPr id="537" name="Shape 537"/>
        <p:cNvGrpSpPr/>
        <p:nvPr/>
      </p:nvGrpSpPr>
      <p:grpSpPr>
        <a:xfrm>
          <a:off x="0" y="0"/>
          <a:ext cx="0" cy="0"/>
          <a:chOff x="0" y="0"/>
          <a:chExt cx="0" cy="0"/>
        </a:xfrm>
      </p:grpSpPr>
      <p:sp>
        <p:nvSpPr>
          <p:cNvPr id="538" name="Google Shape;538;p119"/>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539" name="Google Shape;539;p119"/>
          <p:cNvSpPr txBox="1"/>
          <p:nvPr>
            <p:ph idx="1" type="body"/>
          </p:nvPr>
        </p:nvSpPr>
        <p:spPr>
          <a:xfrm>
            <a:off x="457200" y="1524417"/>
            <a:ext cx="4105200" cy="3682800"/>
          </a:xfrm>
          <a:prstGeom prst="rect">
            <a:avLst/>
          </a:prstGeom>
        </p:spPr>
        <p:txBody>
          <a:bodyPr anchorCtr="0" anchor="t" bIns="0" lIns="0" spcFirstLastPara="1" rIns="0" wrap="square" tIns="0">
            <a:spAutoFit/>
          </a:bodyPr>
          <a:lstStyle>
            <a:lvl1pPr indent="-304800" lvl="0" marL="457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Full width visual">
  <p:cSld name="TITLE_ONLY_1_1">
    <p:spTree>
      <p:nvGrpSpPr>
        <p:cNvPr id="540" name="Shape 540"/>
        <p:cNvGrpSpPr/>
        <p:nvPr/>
      </p:nvGrpSpPr>
      <p:grpSpPr>
        <a:xfrm>
          <a:off x="0" y="0"/>
          <a:ext cx="0" cy="0"/>
          <a:chOff x="0" y="0"/>
          <a:chExt cx="0" cy="0"/>
        </a:xfrm>
      </p:grpSpPr>
      <p:sp>
        <p:nvSpPr>
          <p:cNvPr id="541" name="Google Shape;541;p120"/>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542" name="Google Shape;542;p120"/>
          <p:cNvSpPr txBox="1"/>
          <p:nvPr>
            <p:ph type="title"/>
          </p:nvPr>
        </p:nvSpPr>
        <p:spPr>
          <a:xfrm>
            <a:off x="571500" y="889000"/>
            <a:ext cx="8001000" cy="1016100"/>
          </a:xfrm>
          <a:prstGeom prst="rect">
            <a:avLst/>
          </a:prstGeom>
        </p:spPr>
        <p:txBody>
          <a:bodyPr anchorCtr="0" anchor="ctr" bIns="0" lIns="0" spcFirstLastPara="1" rIns="0" wrap="square" tIns="0">
            <a:spAutoFit/>
          </a:bodyPr>
          <a:lstStyle>
            <a:lvl1pPr lvl="0">
              <a:spcBef>
                <a:spcPts val="0"/>
              </a:spcBef>
              <a:spcAft>
                <a:spcPts val="0"/>
              </a:spcAft>
              <a:buSzPts val="2400"/>
              <a:buNone/>
              <a:defRPr b="1"/>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43" name="Google Shape;543;p120"/>
          <p:cNvSpPr/>
          <p:nvPr>
            <p:ph idx="2" type="pic"/>
          </p:nvPr>
        </p:nvSpPr>
        <p:spPr>
          <a:xfrm>
            <a:off x="944450" y="1901167"/>
            <a:ext cx="7283700" cy="3179100"/>
          </a:xfrm>
          <a:prstGeom prst="rect">
            <a:avLst/>
          </a:prstGeom>
          <a:noFill/>
          <a:ln>
            <a:noFill/>
          </a:ln>
        </p:spPr>
      </p:sp>
    </p:spTree>
  </p:cSld>
  <p:clrMapOvr>
    <a:masterClrMapping/>
  </p:clrMapOvr>
  <p:extLst>
    <p:ext uri="{DCECCB84-F9BA-43D5-87BE-67443E8EF086}">
      <p15:sldGuideLst>
        <p15:guide id="1" pos="595">
          <p15:clr>
            <a:srgbClr val="E46962"/>
          </p15:clr>
        </p15:guide>
        <p15:guide id="2" pos="5183">
          <p15:clr>
            <a:srgbClr val="E46962"/>
          </p15:clr>
        </p15:guide>
      </p15:sldGuideLst>
    </p:ext>
  </p:extLst>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2">
  <p:cSld name="TITLE_AND_BODY_4">
    <p:spTree>
      <p:nvGrpSpPr>
        <p:cNvPr id="544" name="Shape 544"/>
        <p:cNvGrpSpPr/>
        <p:nvPr/>
      </p:nvGrpSpPr>
      <p:grpSpPr>
        <a:xfrm>
          <a:off x="0" y="0"/>
          <a:ext cx="0" cy="0"/>
          <a:chOff x="0" y="0"/>
          <a:chExt cx="0" cy="0"/>
        </a:xfrm>
      </p:grpSpPr>
      <p:sp>
        <p:nvSpPr>
          <p:cNvPr id="545" name="Google Shape;545;p121"/>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546" name="Google Shape;546;p121"/>
          <p:cNvSpPr txBox="1"/>
          <p:nvPr>
            <p:ph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547" name="Google Shape;547;p121"/>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5">
  <p:cSld name="TITLE_ONLY_5">
    <p:spTree>
      <p:nvGrpSpPr>
        <p:cNvPr id="548" name="Shape 548"/>
        <p:cNvGrpSpPr/>
        <p:nvPr/>
      </p:nvGrpSpPr>
      <p:grpSpPr>
        <a:xfrm>
          <a:off x="0" y="0"/>
          <a:ext cx="0" cy="0"/>
          <a:chOff x="0" y="0"/>
          <a:chExt cx="0" cy="0"/>
        </a:xfrm>
      </p:grpSpPr>
      <p:sp>
        <p:nvSpPr>
          <p:cNvPr id="549" name="Google Shape;549;p122"/>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550" name="Google Shape;550;p122"/>
          <p:cNvSpPr txBox="1"/>
          <p:nvPr>
            <p:ph type="title"/>
          </p:nvPr>
        </p:nvSpPr>
        <p:spPr>
          <a:xfrm>
            <a:off x="571500" y="889000"/>
            <a:ext cx="8001000" cy="1016100"/>
          </a:xfrm>
          <a:prstGeom prst="rect">
            <a:avLst/>
          </a:prstGeom>
        </p:spPr>
        <p:txBody>
          <a:bodyPr anchorCtr="0" anchor="ctr" bIns="0" lIns="0" spcFirstLastPara="1" rIns="0" wrap="square" tIns="0">
            <a:spAutoFit/>
          </a:bodyPr>
          <a:lstStyle>
            <a:lvl1pPr lvl="0">
              <a:spcBef>
                <a:spcPts val="0"/>
              </a:spcBef>
              <a:spcAft>
                <a:spcPts val="0"/>
              </a:spcAft>
              <a:buSzPts val="2400"/>
              <a:buNone/>
              <a:defRPr b="1"/>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1">
  <p:cSld name="TITLE_AND_BODY_3">
    <p:spTree>
      <p:nvGrpSpPr>
        <p:cNvPr id="551" name="Shape 551"/>
        <p:cNvGrpSpPr/>
        <p:nvPr/>
      </p:nvGrpSpPr>
      <p:grpSpPr>
        <a:xfrm>
          <a:off x="0" y="0"/>
          <a:ext cx="0" cy="0"/>
          <a:chOff x="0" y="0"/>
          <a:chExt cx="0" cy="0"/>
        </a:xfrm>
      </p:grpSpPr>
      <p:sp>
        <p:nvSpPr>
          <p:cNvPr id="552" name="Google Shape;552;p123"/>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553" name="Google Shape;553;p123"/>
          <p:cNvSpPr txBox="1"/>
          <p:nvPr>
            <p:ph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554" name="Google Shape;554;p123"/>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 header, one column">
  <p:cSld name="CUSTOM_3_1">
    <p:spTree>
      <p:nvGrpSpPr>
        <p:cNvPr id="555" name="Shape 555"/>
        <p:cNvGrpSpPr/>
        <p:nvPr/>
      </p:nvGrpSpPr>
      <p:grpSpPr>
        <a:xfrm>
          <a:off x="0" y="0"/>
          <a:ext cx="0" cy="0"/>
          <a:chOff x="0" y="0"/>
          <a:chExt cx="0" cy="0"/>
        </a:xfrm>
      </p:grpSpPr>
      <p:sp>
        <p:nvSpPr>
          <p:cNvPr id="556" name="Google Shape;556;p124"/>
          <p:cNvSpPr txBox="1"/>
          <p:nvPr>
            <p:ph idx="1" type="subTitle"/>
          </p:nvPr>
        </p:nvSpPr>
        <p:spPr>
          <a:xfrm>
            <a:off x="571500" y="1905000"/>
            <a:ext cx="3093000" cy="3987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200"/>
              <a:buNone/>
              <a:defRPr>
                <a:solidFill>
                  <a:schemeClr val="accent4"/>
                </a:solidFill>
              </a:defRPr>
            </a:lvl2pPr>
            <a:lvl3pPr lvl="2">
              <a:lnSpc>
                <a:spcPct val="100000"/>
              </a:lnSpc>
              <a:spcBef>
                <a:spcPts val="0"/>
              </a:spcBef>
              <a:spcAft>
                <a:spcPts val="0"/>
              </a:spcAft>
              <a:buClr>
                <a:schemeClr val="accent4"/>
              </a:buClr>
              <a:buSzPts val="1200"/>
              <a:buNone/>
              <a:defRPr>
                <a:solidFill>
                  <a:schemeClr val="accent4"/>
                </a:solidFill>
              </a:defRPr>
            </a:lvl3pPr>
            <a:lvl4pPr lvl="3">
              <a:lnSpc>
                <a:spcPct val="100000"/>
              </a:lnSpc>
              <a:spcBef>
                <a:spcPts val="0"/>
              </a:spcBef>
              <a:spcAft>
                <a:spcPts val="0"/>
              </a:spcAft>
              <a:buClr>
                <a:schemeClr val="accent4"/>
              </a:buClr>
              <a:buSzPts val="1200"/>
              <a:buNone/>
              <a:defRPr>
                <a:solidFill>
                  <a:schemeClr val="accent4"/>
                </a:solidFill>
              </a:defRPr>
            </a:lvl4pPr>
            <a:lvl5pPr lvl="4">
              <a:lnSpc>
                <a:spcPct val="100000"/>
              </a:lnSpc>
              <a:spcBef>
                <a:spcPts val="0"/>
              </a:spcBef>
              <a:spcAft>
                <a:spcPts val="0"/>
              </a:spcAft>
              <a:buClr>
                <a:schemeClr val="accent4"/>
              </a:buClr>
              <a:buSzPts val="1200"/>
              <a:buNone/>
              <a:defRPr>
                <a:solidFill>
                  <a:schemeClr val="accent4"/>
                </a:solidFill>
              </a:defRPr>
            </a:lvl5pPr>
            <a:lvl6pPr lvl="5">
              <a:lnSpc>
                <a:spcPct val="100000"/>
              </a:lnSpc>
              <a:spcBef>
                <a:spcPts val="0"/>
              </a:spcBef>
              <a:spcAft>
                <a:spcPts val="0"/>
              </a:spcAft>
              <a:buClr>
                <a:schemeClr val="accent4"/>
              </a:buClr>
              <a:buSzPts val="1200"/>
              <a:buNone/>
              <a:defRPr>
                <a:solidFill>
                  <a:schemeClr val="accent4"/>
                </a:solidFill>
              </a:defRPr>
            </a:lvl6pPr>
            <a:lvl7pPr lvl="6">
              <a:lnSpc>
                <a:spcPct val="100000"/>
              </a:lnSpc>
              <a:spcBef>
                <a:spcPts val="0"/>
              </a:spcBef>
              <a:spcAft>
                <a:spcPts val="0"/>
              </a:spcAft>
              <a:buClr>
                <a:schemeClr val="accent4"/>
              </a:buClr>
              <a:buSzPts val="1200"/>
              <a:buNone/>
              <a:defRPr>
                <a:solidFill>
                  <a:schemeClr val="accent4"/>
                </a:solidFill>
              </a:defRPr>
            </a:lvl7pPr>
            <a:lvl8pPr lvl="7">
              <a:lnSpc>
                <a:spcPct val="100000"/>
              </a:lnSpc>
              <a:spcBef>
                <a:spcPts val="0"/>
              </a:spcBef>
              <a:spcAft>
                <a:spcPts val="0"/>
              </a:spcAft>
              <a:buClr>
                <a:schemeClr val="accent4"/>
              </a:buClr>
              <a:buSzPts val="1200"/>
              <a:buNone/>
              <a:defRPr>
                <a:solidFill>
                  <a:schemeClr val="accent4"/>
                </a:solidFill>
              </a:defRPr>
            </a:lvl8pPr>
            <a:lvl9pPr lvl="8">
              <a:lnSpc>
                <a:spcPct val="100000"/>
              </a:lnSpc>
              <a:spcBef>
                <a:spcPts val="0"/>
              </a:spcBef>
              <a:spcAft>
                <a:spcPts val="0"/>
              </a:spcAft>
              <a:buClr>
                <a:schemeClr val="accent4"/>
              </a:buClr>
              <a:buSzPts val="1200"/>
              <a:buNone/>
              <a:defRPr>
                <a:solidFill>
                  <a:schemeClr val="accent4"/>
                </a:solidFill>
              </a:defRPr>
            </a:lvl9pPr>
          </a:lstStyle>
          <a:p/>
        </p:txBody>
      </p:sp>
      <p:sp>
        <p:nvSpPr>
          <p:cNvPr id="557" name="Google Shape;557;p124"/>
          <p:cNvSpPr txBox="1"/>
          <p:nvPr>
            <p:ph type="title"/>
          </p:nvPr>
        </p:nvSpPr>
        <p:spPr>
          <a:xfrm>
            <a:off x="571500" y="889005"/>
            <a:ext cx="4000500" cy="1016100"/>
          </a:xfrm>
          <a:prstGeom prst="rect">
            <a:avLst/>
          </a:prstGeom>
        </p:spPr>
        <p:txBody>
          <a:bodyPr anchorCtr="0" anchor="ctr" bIns="0" lIns="0" spcFirstLastPara="1" rIns="0" wrap="square" tIns="0">
            <a:spAutoFit/>
          </a:bodyPr>
          <a:lstStyle>
            <a:lvl1pPr lvl="0">
              <a:spcBef>
                <a:spcPts val="0"/>
              </a:spcBef>
              <a:spcAft>
                <a:spcPts val="0"/>
              </a:spcAft>
              <a:buSzPts val="2400"/>
              <a:buNone/>
              <a:defRPr b="1"/>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58" name="Google Shape;558;p124"/>
          <p:cNvSpPr txBox="1"/>
          <p:nvPr>
            <p:ph idx="2" type="body"/>
          </p:nvPr>
        </p:nvSpPr>
        <p:spPr>
          <a:xfrm>
            <a:off x="571500" y="2406917"/>
            <a:ext cx="3093000" cy="26730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59" name="Google Shape;559;p124"/>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6">
    <p:spTree>
      <p:nvGrpSpPr>
        <p:cNvPr id="560" name="Shape 560"/>
        <p:cNvGrpSpPr/>
        <p:nvPr/>
      </p:nvGrpSpPr>
      <p:grpSpPr>
        <a:xfrm>
          <a:off x="0" y="0"/>
          <a:ext cx="0" cy="0"/>
          <a:chOff x="0" y="0"/>
          <a:chExt cx="0" cy="0"/>
        </a:xfrm>
      </p:grpSpPr>
      <p:sp>
        <p:nvSpPr>
          <p:cNvPr id="561" name="Google Shape;561;p125"/>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hree columns 3 1">
  <p:cSld name="TITLE_AND_TWO_COLUMNS_1_3_1">
    <p:spTree>
      <p:nvGrpSpPr>
        <p:cNvPr id="562" name="Shape 562"/>
        <p:cNvGrpSpPr/>
        <p:nvPr/>
      </p:nvGrpSpPr>
      <p:grpSpPr>
        <a:xfrm>
          <a:off x="0" y="0"/>
          <a:ext cx="0" cy="0"/>
          <a:chOff x="0" y="0"/>
          <a:chExt cx="0" cy="0"/>
        </a:xfrm>
      </p:grpSpPr>
      <p:sp>
        <p:nvSpPr>
          <p:cNvPr id="563" name="Google Shape;563;p126"/>
          <p:cNvSpPr txBox="1"/>
          <p:nvPr>
            <p:ph idx="12" type="sldNum"/>
          </p:nvPr>
        </p:nvSpPr>
        <p:spPr>
          <a:xfrm>
            <a:off x="8472458" y="5181352"/>
            <a:ext cx="548700" cy="4374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564" name="Google Shape;564;p126"/>
          <p:cNvSpPr txBox="1"/>
          <p:nvPr>
            <p:ph type="title"/>
          </p:nvPr>
        </p:nvSpPr>
        <p:spPr>
          <a:xfrm>
            <a:off x="607200" y="1140611"/>
            <a:ext cx="3936000" cy="596400"/>
          </a:xfrm>
          <a:prstGeom prst="rect">
            <a:avLst/>
          </a:prstGeom>
        </p:spPr>
        <p:txBody>
          <a:bodyPr anchorCtr="0" anchor="ctr" bIns="0" lIns="0" spcFirstLastPara="1" rIns="0" wrap="square" tIns="0">
            <a:spAutoFit/>
          </a:bodyPr>
          <a:lstStyle>
            <a:lvl1pPr lvl="0">
              <a:spcBef>
                <a:spcPts val="0"/>
              </a:spcBef>
              <a:spcAft>
                <a:spcPts val="0"/>
              </a:spcAft>
              <a:buSzPts val="2400"/>
              <a:buNone/>
              <a:defRPr b="1" sz="1800"/>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65" name="Google Shape;565;p126"/>
          <p:cNvSpPr txBox="1"/>
          <p:nvPr>
            <p:ph idx="1" type="body"/>
          </p:nvPr>
        </p:nvSpPr>
        <p:spPr>
          <a:xfrm>
            <a:off x="607200" y="3520806"/>
            <a:ext cx="1951500" cy="1613400"/>
          </a:xfrm>
          <a:prstGeom prst="rect">
            <a:avLst/>
          </a:prstGeom>
        </p:spPr>
        <p:txBody>
          <a:bodyPr anchorCtr="0" anchor="t" bIns="0" lIns="0" spcFirstLastPara="1" rIns="0" wrap="square" tIns="0">
            <a:spAutoFit/>
          </a:bodyPr>
          <a:lstStyle>
            <a:lvl1pPr indent="-304800" lvl="0" marL="457200">
              <a:spcBef>
                <a:spcPts val="0"/>
              </a:spcBef>
              <a:spcAft>
                <a:spcPts val="0"/>
              </a:spcAft>
              <a:buClr>
                <a:schemeClr val="accent1"/>
              </a:buClr>
              <a:buSzPts val="1200"/>
              <a:buChar char="●"/>
              <a:defRPr sz="10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66" name="Google Shape;566;p126"/>
          <p:cNvSpPr txBox="1"/>
          <p:nvPr>
            <p:ph idx="2" type="body"/>
          </p:nvPr>
        </p:nvSpPr>
        <p:spPr>
          <a:xfrm>
            <a:off x="2759850" y="3520806"/>
            <a:ext cx="1951500" cy="1613400"/>
          </a:xfrm>
          <a:prstGeom prst="rect">
            <a:avLst/>
          </a:prstGeom>
        </p:spPr>
        <p:txBody>
          <a:bodyPr anchorCtr="0" anchor="t" bIns="0" lIns="0" spcFirstLastPara="1" rIns="0" wrap="square" tIns="0">
            <a:spAutoFit/>
          </a:bodyPr>
          <a:lstStyle>
            <a:lvl1pPr indent="-304800" lvl="0" marL="457200">
              <a:spcBef>
                <a:spcPts val="0"/>
              </a:spcBef>
              <a:spcAft>
                <a:spcPts val="0"/>
              </a:spcAft>
              <a:buClr>
                <a:schemeClr val="accent1"/>
              </a:buClr>
              <a:buSzPts val="1200"/>
              <a:buChar char="●"/>
              <a:defRPr sz="10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67" name="Google Shape;567;p126"/>
          <p:cNvSpPr txBox="1"/>
          <p:nvPr>
            <p:ph idx="3" type="body"/>
          </p:nvPr>
        </p:nvSpPr>
        <p:spPr>
          <a:xfrm>
            <a:off x="4912500" y="3520806"/>
            <a:ext cx="1951500" cy="1613400"/>
          </a:xfrm>
          <a:prstGeom prst="rect">
            <a:avLst/>
          </a:prstGeom>
        </p:spPr>
        <p:txBody>
          <a:bodyPr anchorCtr="0" anchor="t" bIns="0" lIns="0" spcFirstLastPara="1" rIns="0" wrap="square" tIns="0">
            <a:spAutoFit/>
          </a:bodyPr>
          <a:lstStyle>
            <a:lvl1pPr indent="-304800" lvl="0" marL="457200">
              <a:spcBef>
                <a:spcPts val="0"/>
              </a:spcBef>
              <a:spcAft>
                <a:spcPts val="0"/>
              </a:spcAft>
              <a:buClr>
                <a:schemeClr val="accent1"/>
              </a:buClr>
              <a:buSzPts val="1200"/>
              <a:buChar char="●"/>
              <a:defRPr sz="10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68" name="Google Shape;568;p126"/>
          <p:cNvSpPr txBox="1"/>
          <p:nvPr>
            <p:ph idx="4" type="subTitle"/>
          </p:nvPr>
        </p:nvSpPr>
        <p:spPr>
          <a:xfrm>
            <a:off x="607200" y="3084639"/>
            <a:ext cx="1951500" cy="398700"/>
          </a:xfrm>
          <a:prstGeom prst="rect">
            <a:avLst/>
          </a:prstGeom>
        </p:spPr>
        <p:txBody>
          <a:bodyPr anchorCtr="0" anchor="t" bIns="0" lIns="0" spcFirstLastPara="1" rIns="0" wrap="square" tIns="0">
            <a:spAutoFit/>
          </a:bodyPr>
          <a:lstStyle>
            <a:lvl1pPr lvl="0">
              <a:spcBef>
                <a:spcPts val="0"/>
              </a:spcBef>
              <a:spcAft>
                <a:spcPts val="0"/>
              </a:spcAft>
              <a:buSzPts val="1200"/>
              <a:buNone/>
              <a:defRPr b="1" sz="1000">
                <a:solidFill>
                  <a:schemeClr val="accent4"/>
                </a:solidFill>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569" name="Google Shape;569;p126"/>
          <p:cNvSpPr txBox="1"/>
          <p:nvPr>
            <p:ph idx="5" type="subTitle"/>
          </p:nvPr>
        </p:nvSpPr>
        <p:spPr>
          <a:xfrm>
            <a:off x="4912500" y="3084639"/>
            <a:ext cx="1951500" cy="398700"/>
          </a:xfrm>
          <a:prstGeom prst="rect">
            <a:avLst/>
          </a:prstGeom>
        </p:spPr>
        <p:txBody>
          <a:bodyPr anchorCtr="0" anchor="t" bIns="0" lIns="0" spcFirstLastPara="1" rIns="0" wrap="square" tIns="0">
            <a:spAutoFit/>
          </a:bodyPr>
          <a:lstStyle>
            <a:lvl1pPr lvl="0">
              <a:spcBef>
                <a:spcPts val="0"/>
              </a:spcBef>
              <a:spcAft>
                <a:spcPts val="0"/>
              </a:spcAft>
              <a:buSzPts val="1200"/>
              <a:buNone/>
              <a:defRPr b="1" sz="1000">
                <a:solidFill>
                  <a:schemeClr val="accent4"/>
                </a:solidFill>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570" name="Google Shape;570;p126"/>
          <p:cNvSpPr txBox="1"/>
          <p:nvPr>
            <p:ph idx="6" type="subTitle"/>
          </p:nvPr>
        </p:nvSpPr>
        <p:spPr>
          <a:xfrm>
            <a:off x="2759850" y="3084639"/>
            <a:ext cx="1951500" cy="398700"/>
          </a:xfrm>
          <a:prstGeom prst="rect">
            <a:avLst/>
          </a:prstGeom>
        </p:spPr>
        <p:txBody>
          <a:bodyPr anchorCtr="0" anchor="t" bIns="0" lIns="0" spcFirstLastPara="1" rIns="0" wrap="square" tIns="0">
            <a:spAutoFit/>
          </a:bodyPr>
          <a:lstStyle>
            <a:lvl1pPr lvl="0">
              <a:spcBef>
                <a:spcPts val="0"/>
              </a:spcBef>
              <a:spcAft>
                <a:spcPts val="0"/>
              </a:spcAft>
              <a:buSzPts val="1200"/>
              <a:buNone/>
              <a:defRPr b="1" sz="1000">
                <a:solidFill>
                  <a:schemeClr val="accent4"/>
                </a:solidFill>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ercise">
  <p:cSld name="CUSTOM_7">
    <p:spTree>
      <p:nvGrpSpPr>
        <p:cNvPr id="571" name="Shape 571"/>
        <p:cNvGrpSpPr/>
        <p:nvPr/>
      </p:nvGrpSpPr>
      <p:grpSpPr>
        <a:xfrm>
          <a:off x="0" y="0"/>
          <a:ext cx="0" cy="0"/>
          <a:chOff x="0" y="0"/>
          <a:chExt cx="0" cy="0"/>
        </a:xfrm>
      </p:grpSpPr>
      <p:sp>
        <p:nvSpPr>
          <p:cNvPr id="572" name="Google Shape;572;p127"/>
          <p:cNvSpPr txBox="1"/>
          <p:nvPr>
            <p:ph idx="1" type="subTitle"/>
          </p:nvPr>
        </p:nvSpPr>
        <p:spPr>
          <a:xfrm>
            <a:off x="571500" y="4736333"/>
            <a:ext cx="3259200" cy="343800"/>
          </a:xfrm>
          <a:prstGeom prst="rect">
            <a:avLst/>
          </a:prstGeom>
          <a:solidFill>
            <a:schemeClr val="accent6"/>
          </a:solidFill>
        </p:spPr>
        <p:txBody>
          <a:bodyPr anchorCtr="0" anchor="ctr" bIns="91425" lIns="91425" spcFirstLastPara="1" rIns="91425" wrap="square" tIns="91425">
            <a:spAutoFit/>
          </a:bodyPr>
          <a:lstStyle>
            <a:lvl1pPr lvl="0">
              <a:spcBef>
                <a:spcPts val="0"/>
              </a:spcBef>
              <a:spcAft>
                <a:spcPts val="0"/>
              </a:spcAft>
              <a:buSzPts val="1200"/>
              <a:buNone/>
              <a:defRPr sz="1000"/>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573" name="Google Shape;573;p127"/>
          <p:cNvSpPr txBox="1"/>
          <p:nvPr>
            <p:ph type="title"/>
          </p:nvPr>
        </p:nvSpPr>
        <p:spPr>
          <a:xfrm>
            <a:off x="571500" y="889000"/>
            <a:ext cx="4000500" cy="1016100"/>
          </a:xfrm>
          <a:prstGeom prst="rect">
            <a:avLst/>
          </a:prstGeom>
        </p:spPr>
        <p:txBody>
          <a:bodyPr anchorCtr="0" anchor="ctr" bIns="0" lIns="0" spcFirstLastPara="1" rIns="0" wrap="square" tIns="0">
            <a:spAutoFit/>
          </a:bodyPr>
          <a:lstStyle>
            <a:lvl1pPr lvl="0">
              <a:spcBef>
                <a:spcPts val="0"/>
              </a:spcBef>
              <a:spcAft>
                <a:spcPts val="0"/>
              </a:spcAft>
              <a:buSzPts val="2400"/>
              <a:buNone/>
              <a:defRPr b="1"/>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74" name="Google Shape;574;p127"/>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5184">
          <p15:clr>
            <a:srgbClr val="E46962"/>
          </p15:clr>
        </p15:guide>
        <p15:guide id="2" pos="576">
          <p15:clr>
            <a:srgbClr val="E46962"/>
          </p15:clr>
        </p15:guide>
      </p15:sldGuideLst>
    </p:ext>
  </p:extLst>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lf screen quote">
  <p:cSld name="CUSTOM_8_1">
    <p:spTree>
      <p:nvGrpSpPr>
        <p:cNvPr id="575" name="Shape 575"/>
        <p:cNvGrpSpPr/>
        <p:nvPr/>
      </p:nvGrpSpPr>
      <p:grpSpPr>
        <a:xfrm>
          <a:off x="0" y="0"/>
          <a:ext cx="0" cy="0"/>
          <a:chOff x="0" y="0"/>
          <a:chExt cx="0" cy="0"/>
        </a:xfrm>
      </p:grpSpPr>
      <p:sp>
        <p:nvSpPr>
          <p:cNvPr id="576" name="Google Shape;576;p128"/>
          <p:cNvSpPr txBox="1"/>
          <p:nvPr>
            <p:ph type="title"/>
          </p:nvPr>
        </p:nvSpPr>
        <p:spPr>
          <a:xfrm>
            <a:off x="5139900" y="2026361"/>
            <a:ext cx="3089700" cy="19371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400"/>
              <a:buFont typeface="Poppins SemiBold"/>
              <a:buNone/>
              <a:defRPr b="0" sz="1400">
                <a:solidFill>
                  <a:schemeClr val="lt1"/>
                </a:solidFill>
                <a:latin typeface="Poppins SemiBold"/>
                <a:ea typeface="Poppins SemiBold"/>
                <a:cs typeface="Poppins SemiBold"/>
                <a:sym typeface="Poppins SemiBold"/>
              </a:defRPr>
            </a:lvl1pPr>
            <a:lvl2pPr lvl="1">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2pPr>
            <a:lvl3pPr lvl="2">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3pPr>
            <a:lvl4pPr lvl="3">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4pPr>
            <a:lvl5pPr lvl="4">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5pPr>
            <a:lvl6pPr lvl="5">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6pPr>
            <a:lvl7pPr lvl="6">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7pPr>
            <a:lvl8pPr lvl="7">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8pPr>
            <a:lvl9pPr lvl="8">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9pPr>
          </a:lstStyle>
          <a:p/>
        </p:txBody>
      </p:sp>
      <p:sp>
        <p:nvSpPr>
          <p:cNvPr id="577" name="Google Shape;577;p128"/>
          <p:cNvSpPr txBox="1"/>
          <p:nvPr>
            <p:ph idx="2"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578" name="Google Shape;578;p128"/>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
        <p:nvSpPr>
          <p:cNvPr id="579" name="Google Shape;579;p128"/>
          <p:cNvSpPr txBox="1"/>
          <p:nvPr>
            <p:ph idx="3" type="title"/>
          </p:nvPr>
        </p:nvSpPr>
        <p:spPr>
          <a:xfrm>
            <a:off x="5139900" y="4564667"/>
            <a:ext cx="3089700" cy="2577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000"/>
              <a:buFont typeface="Poppins SemiBold"/>
              <a:buNone/>
              <a:defRPr b="0" sz="1000">
                <a:solidFill>
                  <a:schemeClr val="lt1"/>
                </a:solidFill>
                <a:latin typeface="Poppins SemiBold"/>
                <a:ea typeface="Poppins SemiBold"/>
                <a:cs typeface="Poppins SemiBold"/>
                <a:sym typeface="Poppins SemiBold"/>
              </a:defRPr>
            </a:lvl1pPr>
            <a:lvl2pPr lvl="1">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2pPr>
            <a:lvl3pPr lvl="2">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3pPr>
            <a:lvl4pPr lvl="3">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4pPr>
            <a:lvl5pPr lvl="4">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5pPr>
            <a:lvl6pPr lvl="5">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6pPr>
            <a:lvl7pPr lvl="6">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7pPr>
            <a:lvl8pPr lvl="7">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8pPr>
            <a:lvl9pPr lvl="8">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9pPr>
          </a:lstStyle>
          <a:p/>
        </p:txBody>
      </p:sp>
      <p:sp>
        <p:nvSpPr>
          <p:cNvPr id="580" name="Google Shape;580;p128"/>
          <p:cNvSpPr txBox="1"/>
          <p:nvPr>
            <p:ph idx="4" type="body"/>
          </p:nvPr>
        </p:nvSpPr>
        <p:spPr>
          <a:xfrm>
            <a:off x="5139900" y="4822333"/>
            <a:ext cx="3089700" cy="2577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lt1"/>
              </a:buClr>
              <a:buSzPts val="1000"/>
              <a:buFont typeface="Lato"/>
              <a:buChar char="●"/>
              <a:defRPr sz="1000">
                <a:solidFill>
                  <a:schemeClr val="lt1"/>
                </a:solidFill>
                <a:latin typeface="Lato"/>
                <a:ea typeface="Lato"/>
                <a:cs typeface="Lato"/>
                <a:sym typeface="Lato"/>
              </a:defRPr>
            </a:lvl1pPr>
            <a:lvl2pPr indent="-292100" lvl="1" marL="914400">
              <a:lnSpc>
                <a:spcPct val="115000"/>
              </a:lnSpc>
              <a:spcBef>
                <a:spcPts val="1000"/>
              </a:spcBef>
              <a:spcAft>
                <a:spcPts val="0"/>
              </a:spcAft>
              <a:buClr>
                <a:schemeClr val="lt1"/>
              </a:buClr>
              <a:buSzPts val="1000"/>
              <a:buFont typeface="Lato"/>
              <a:buChar char="○"/>
              <a:defRPr sz="1000">
                <a:solidFill>
                  <a:schemeClr val="lt1"/>
                </a:solidFill>
                <a:latin typeface="Lato"/>
                <a:ea typeface="Lato"/>
                <a:cs typeface="Lato"/>
                <a:sym typeface="Lato"/>
              </a:defRPr>
            </a:lvl2pPr>
            <a:lvl3pPr indent="-304800" lvl="2" marL="1371600">
              <a:lnSpc>
                <a:spcPct val="115000"/>
              </a:lnSpc>
              <a:spcBef>
                <a:spcPts val="1000"/>
              </a:spcBef>
              <a:spcAft>
                <a:spcPts val="0"/>
              </a:spcAft>
              <a:buClr>
                <a:schemeClr val="lt1"/>
              </a:buClr>
              <a:buSzPts val="1200"/>
              <a:buFont typeface="Lato"/>
              <a:buChar char="■"/>
              <a:defRPr>
                <a:solidFill>
                  <a:schemeClr val="lt1"/>
                </a:solidFill>
                <a:latin typeface="Lato"/>
                <a:ea typeface="Lato"/>
                <a:cs typeface="Lato"/>
                <a:sym typeface="Lato"/>
              </a:defRPr>
            </a:lvl3pPr>
            <a:lvl4pPr indent="-304800" lvl="3" marL="1828800">
              <a:lnSpc>
                <a:spcPct val="115000"/>
              </a:lnSpc>
              <a:spcBef>
                <a:spcPts val="1000"/>
              </a:spcBef>
              <a:spcAft>
                <a:spcPts val="0"/>
              </a:spcAft>
              <a:buClr>
                <a:schemeClr val="lt1"/>
              </a:buClr>
              <a:buSzPts val="1200"/>
              <a:buFont typeface="Lato"/>
              <a:buChar char="●"/>
              <a:defRPr>
                <a:solidFill>
                  <a:schemeClr val="lt1"/>
                </a:solidFill>
                <a:latin typeface="Lato"/>
                <a:ea typeface="Lato"/>
                <a:cs typeface="Lato"/>
                <a:sym typeface="Lato"/>
              </a:defRPr>
            </a:lvl4pPr>
            <a:lvl5pPr indent="-304800" lvl="4" marL="2286000">
              <a:lnSpc>
                <a:spcPct val="115000"/>
              </a:lnSpc>
              <a:spcBef>
                <a:spcPts val="1000"/>
              </a:spcBef>
              <a:spcAft>
                <a:spcPts val="0"/>
              </a:spcAft>
              <a:buClr>
                <a:schemeClr val="lt1"/>
              </a:buClr>
              <a:buSzPts val="1200"/>
              <a:buFont typeface="Lato"/>
              <a:buChar char="○"/>
              <a:defRPr>
                <a:solidFill>
                  <a:schemeClr val="lt1"/>
                </a:solidFill>
                <a:latin typeface="Lato"/>
                <a:ea typeface="Lato"/>
                <a:cs typeface="Lato"/>
                <a:sym typeface="Lato"/>
              </a:defRPr>
            </a:lvl5pPr>
            <a:lvl6pPr indent="-304800" lvl="5" marL="2743200">
              <a:lnSpc>
                <a:spcPct val="115000"/>
              </a:lnSpc>
              <a:spcBef>
                <a:spcPts val="1000"/>
              </a:spcBef>
              <a:spcAft>
                <a:spcPts val="0"/>
              </a:spcAft>
              <a:buClr>
                <a:schemeClr val="lt1"/>
              </a:buClr>
              <a:buSzPts val="1200"/>
              <a:buFont typeface="Lato"/>
              <a:buChar char="■"/>
              <a:defRPr>
                <a:solidFill>
                  <a:schemeClr val="lt1"/>
                </a:solidFill>
                <a:latin typeface="Lato"/>
                <a:ea typeface="Lato"/>
                <a:cs typeface="Lato"/>
                <a:sym typeface="Lato"/>
              </a:defRPr>
            </a:lvl6pPr>
            <a:lvl7pPr indent="-304800" lvl="6" marL="3200400">
              <a:lnSpc>
                <a:spcPct val="115000"/>
              </a:lnSpc>
              <a:spcBef>
                <a:spcPts val="1000"/>
              </a:spcBef>
              <a:spcAft>
                <a:spcPts val="0"/>
              </a:spcAft>
              <a:buClr>
                <a:schemeClr val="lt1"/>
              </a:buClr>
              <a:buSzPts val="1200"/>
              <a:buFont typeface="Lato"/>
              <a:buChar char="●"/>
              <a:defRPr>
                <a:solidFill>
                  <a:schemeClr val="lt1"/>
                </a:solidFill>
                <a:latin typeface="Lato"/>
                <a:ea typeface="Lato"/>
                <a:cs typeface="Lato"/>
                <a:sym typeface="Lato"/>
              </a:defRPr>
            </a:lvl7pPr>
            <a:lvl8pPr indent="-304800" lvl="7" marL="3657600">
              <a:lnSpc>
                <a:spcPct val="115000"/>
              </a:lnSpc>
              <a:spcBef>
                <a:spcPts val="1000"/>
              </a:spcBef>
              <a:spcAft>
                <a:spcPts val="0"/>
              </a:spcAft>
              <a:buClr>
                <a:schemeClr val="lt1"/>
              </a:buClr>
              <a:buSzPts val="1200"/>
              <a:buFont typeface="Lato"/>
              <a:buChar char="○"/>
              <a:defRPr>
                <a:solidFill>
                  <a:schemeClr val="lt1"/>
                </a:solidFill>
                <a:latin typeface="Lato"/>
                <a:ea typeface="Lato"/>
                <a:cs typeface="Lato"/>
                <a:sym typeface="Lato"/>
              </a:defRPr>
            </a:lvl8pPr>
            <a:lvl9pPr indent="-304800" lvl="8" marL="4114800">
              <a:lnSpc>
                <a:spcPct val="115000"/>
              </a:lnSpc>
              <a:spcBef>
                <a:spcPts val="1000"/>
              </a:spcBef>
              <a:spcAft>
                <a:spcPts val="1000"/>
              </a:spcAft>
              <a:buClr>
                <a:schemeClr val="lt1"/>
              </a:buClr>
              <a:buSzPts val="1200"/>
              <a:buFont typeface="Lato"/>
              <a:buChar char="■"/>
              <a:defRPr>
                <a:solidFill>
                  <a:schemeClr val="lt1"/>
                </a:solidFill>
                <a:latin typeface="Lato"/>
                <a:ea typeface="Lato"/>
                <a:cs typeface="Lato"/>
                <a:sym typeface="Lato"/>
              </a:defRPr>
            </a:lvl9pPr>
          </a:lstStyle>
          <a:p/>
        </p:txBody>
      </p:sp>
      <p:sp>
        <p:nvSpPr>
          <p:cNvPr id="581" name="Google Shape;581;p128"/>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576">
          <p15:clr>
            <a:srgbClr val="E46962"/>
          </p15:clr>
        </p15:guide>
        <p15:guide id="2" pos="5184">
          <p15:clr>
            <a:srgbClr val="E46962"/>
          </p15:clr>
        </p15:guide>
      </p15:sldGuideLst>
    </p:ext>
  </p:extLst>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 header, two columns">
  <p:cSld name="TITLE_AND_BODY_1_1_1">
    <p:spTree>
      <p:nvGrpSpPr>
        <p:cNvPr id="582" name="Shape 582"/>
        <p:cNvGrpSpPr/>
        <p:nvPr/>
      </p:nvGrpSpPr>
      <p:grpSpPr>
        <a:xfrm>
          <a:off x="0" y="0"/>
          <a:ext cx="0" cy="0"/>
          <a:chOff x="0" y="0"/>
          <a:chExt cx="0" cy="0"/>
        </a:xfrm>
      </p:grpSpPr>
      <p:sp>
        <p:nvSpPr>
          <p:cNvPr id="583" name="Google Shape;583;p129"/>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584" name="Google Shape;584;p129"/>
          <p:cNvSpPr txBox="1"/>
          <p:nvPr>
            <p:ph type="title"/>
          </p:nvPr>
        </p:nvSpPr>
        <p:spPr>
          <a:xfrm>
            <a:off x="571500" y="889005"/>
            <a:ext cx="4000500" cy="1016100"/>
          </a:xfrm>
          <a:prstGeom prst="rect">
            <a:avLst/>
          </a:prstGeom>
        </p:spPr>
        <p:txBody>
          <a:bodyPr anchorCtr="0" anchor="ctr" bIns="0" lIns="0" spcFirstLastPara="1" rIns="0" wrap="square" tIns="0">
            <a:spAutoFit/>
          </a:bodyPr>
          <a:lstStyle>
            <a:lvl1pPr lvl="0">
              <a:spcBef>
                <a:spcPts val="0"/>
              </a:spcBef>
              <a:spcAft>
                <a:spcPts val="0"/>
              </a:spcAft>
              <a:buSzPts val="2400"/>
              <a:buNone/>
              <a:defRPr b="1"/>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85" name="Google Shape;585;p129"/>
          <p:cNvSpPr txBox="1"/>
          <p:nvPr>
            <p:ph idx="1" type="body"/>
          </p:nvPr>
        </p:nvSpPr>
        <p:spPr>
          <a:xfrm>
            <a:off x="571500" y="2406917"/>
            <a:ext cx="3093000" cy="26730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86" name="Google Shape;586;p129"/>
          <p:cNvSpPr txBox="1"/>
          <p:nvPr>
            <p:ph idx="2" type="body"/>
          </p:nvPr>
        </p:nvSpPr>
        <p:spPr>
          <a:xfrm>
            <a:off x="4572000" y="2406917"/>
            <a:ext cx="3093000" cy="26730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87" name="Google Shape;587;p129"/>
          <p:cNvSpPr txBox="1"/>
          <p:nvPr>
            <p:ph idx="3" type="subTitle"/>
          </p:nvPr>
        </p:nvSpPr>
        <p:spPr>
          <a:xfrm>
            <a:off x="571500" y="1905000"/>
            <a:ext cx="3093000" cy="3987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200"/>
              <a:buNone/>
              <a:defRPr>
                <a:solidFill>
                  <a:schemeClr val="accent4"/>
                </a:solidFill>
              </a:defRPr>
            </a:lvl2pPr>
            <a:lvl3pPr lvl="2">
              <a:lnSpc>
                <a:spcPct val="100000"/>
              </a:lnSpc>
              <a:spcBef>
                <a:spcPts val="0"/>
              </a:spcBef>
              <a:spcAft>
                <a:spcPts val="0"/>
              </a:spcAft>
              <a:buClr>
                <a:schemeClr val="accent4"/>
              </a:buClr>
              <a:buSzPts val="1200"/>
              <a:buNone/>
              <a:defRPr>
                <a:solidFill>
                  <a:schemeClr val="accent4"/>
                </a:solidFill>
              </a:defRPr>
            </a:lvl3pPr>
            <a:lvl4pPr lvl="3">
              <a:lnSpc>
                <a:spcPct val="100000"/>
              </a:lnSpc>
              <a:spcBef>
                <a:spcPts val="0"/>
              </a:spcBef>
              <a:spcAft>
                <a:spcPts val="0"/>
              </a:spcAft>
              <a:buClr>
                <a:schemeClr val="accent4"/>
              </a:buClr>
              <a:buSzPts val="1200"/>
              <a:buNone/>
              <a:defRPr>
                <a:solidFill>
                  <a:schemeClr val="accent4"/>
                </a:solidFill>
              </a:defRPr>
            </a:lvl4pPr>
            <a:lvl5pPr lvl="4">
              <a:lnSpc>
                <a:spcPct val="100000"/>
              </a:lnSpc>
              <a:spcBef>
                <a:spcPts val="0"/>
              </a:spcBef>
              <a:spcAft>
                <a:spcPts val="0"/>
              </a:spcAft>
              <a:buClr>
                <a:schemeClr val="accent4"/>
              </a:buClr>
              <a:buSzPts val="1200"/>
              <a:buNone/>
              <a:defRPr>
                <a:solidFill>
                  <a:schemeClr val="accent4"/>
                </a:solidFill>
              </a:defRPr>
            </a:lvl5pPr>
            <a:lvl6pPr lvl="5">
              <a:lnSpc>
                <a:spcPct val="100000"/>
              </a:lnSpc>
              <a:spcBef>
                <a:spcPts val="0"/>
              </a:spcBef>
              <a:spcAft>
                <a:spcPts val="0"/>
              </a:spcAft>
              <a:buClr>
                <a:schemeClr val="accent4"/>
              </a:buClr>
              <a:buSzPts val="1200"/>
              <a:buNone/>
              <a:defRPr>
                <a:solidFill>
                  <a:schemeClr val="accent4"/>
                </a:solidFill>
              </a:defRPr>
            </a:lvl6pPr>
            <a:lvl7pPr lvl="6">
              <a:lnSpc>
                <a:spcPct val="100000"/>
              </a:lnSpc>
              <a:spcBef>
                <a:spcPts val="0"/>
              </a:spcBef>
              <a:spcAft>
                <a:spcPts val="0"/>
              </a:spcAft>
              <a:buClr>
                <a:schemeClr val="accent4"/>
              </a:buClr>
              <a:buSzPts val="1200"/>
              <a:buNone/>
              <a:defRPr>
                <a:solidFill>
                  <a:schemeClr val="accent4"/>
                </a:solidFill>
              </a:defRPr>
            </a:lvl7pPr>
            <a:lvl8pPr lvl="7">
              <a:lnSpc>
                <a:spcPct val="100000"/>
              </a:lnSpc>
              <a:spcBef>
                <a:spcPts val="0"/>
              </a:spcBef>
              <a:spcAft>
                <a:spcPts val="0"/>
              </a:spcAft>
              <a:buClr>
                <a:schemeClr val="accent4"/>
              </a:buClr>
              <a:buSzPts val="1200"/>
              <a:buNone/>
              <a:defRPr>
                <a:solidFill>
                  <a:schemeClr val="accent4"/>
                </a:solidFill>
              </a:defRPr>
            </a:lvl8pPr>
            <a:lvl9pPr lvl="8">
              <a:lnSpc>
                <a:spcPct val="100000"/>
              </a:lnSpc>
              <a:spcBef>
                <a:spcPts val="0"/>
              </a:spcBef>
              <a:spcAft>
                <a:spcPts val="0"/>
              </a:spcAft>
              <a:buClr>
                <a:schemeClr val="accent4"/>
              </a:buClr>
              <a:buSzPts val="1200"/>
              <a:buNone/>
              <a:defRPr>
                <a:solidFill>
                  <a:schemeClr val="accent4"/>
                </a:solidFill>
              </a:defRPr>
            </a:lvl9pPr>
          </a:lstStyle>
          <a:p/>
        </p:txBody>
      </p:sp>
      <p:sp>
        <p:nvSpPr>
          <p:cNvPr id="588" name="Google Shape;588;p129"/>
          <p:cNvSpPr txBox="1"/>
          <p:nvPr>
            <p:ph idx="4" type="subTitle"/>
          </p:nvPr>
        </p:nvSpPr>
        <p:spPr>
          <a:xfrm>
            <a:off x="4572000" y="1905000"/>
            <a:ext cx="3093000" cy="3987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200"/>
              <a:buNone/>
              <a:defRPr>
                <a:solidFill>
                  <a:schemeClr val="accent4"/>
                </a:solidFill>
              </a:defRPr>
            </a:lvl2pPr>
            <a:lvl3pPr lvl="2">
              <a:lnSpc>
                <a:spcPct val="100000"/>
              </a:lnSpc>
              <a:spcBef>
                <a:spcPts val="0"/>
              </a:spcBef>
              <a:spcAft>
                <a:spcPts val="0"/>
              </a:spcAft>
              <a:buClr>
                <a:schemeClr val="accent4"/>
              </a:buClr>
              <a:buSzPts val="1200"/>
              <a:buNone/>
              <a:defRPr>
                <a:solidFill>
                  <a:schemeClr val="accent4"/>
                </a:solidFill>
              </a:defRPr>
            </a:lvl3pPr>
            <a:lvl4pPr lvl="3">
              <a:lnSpc>
                <a:spcPct val="100000"/>
              </a:lnSpc>
              <a:spcBef>
                <a:spcPts val="0"/>
              </a:spcBef>
              <a:spcAft>
                <a:spcPts val="0"/>
              </a:spcAft>
              <a:buClr>
                <a:schemeClr val="accent4"/>
              </a:buClr>
              <a:buSzPts val="1200"/>
              <a:buNone/>
              <a:defRPr>
                <a:solidFill>
                  <a:schemeClr val="accent4"/>
                </a:solidFill>
              </a:defRPr>
            </a:lvl4pPr>
            <a:lvl5pPr lvl="4">
              <a:lnSpc>
                <a:spcPct val="100000"/>
              </a:lnSpc>
              <a:spcBef>
                <a:spcPts val="0"/>
              </a:spcBef>
              <a:spcAft>
                <a:spcPts val="0"/>
              </a:spcAft>
              <a:buClr>
                <a:schemeClr val="accent4"/>
              </a:buClr>
              <a:buSzPts val="1200"/>
              <a:buNone/>
              <a:defRPr>
                <a:solidFill>
                  <a:schemeClr val="accent4"/>
                </a:solidFill>
              </a:defRPr>
            </a:lvl5pPr>
            <a:lvl6pPr lvl="5">
              <a:lnSpc>
                <a:spcPct val="100000"/>
              </a:lnSpc>
              <a:spcBef>
                <a:spcPts val="0"/>
              </a:spcBef>
              <a:spcAft>
                <a:spcPts val="0"/>
              </a:spcAft>
              <a:buClr>
                <a:schemeClr val="accent4"/>
              </a:buClr>
              <a:buSzPts val="1200"/>
              <a:buNone/>
              <a:defRPr>
                <a:solidFill>
                  <a:schemeClr val="accent4"/>
                </a:solidFill>
              </a:defRPr>
            </a:lvl6pPr>
            <a:lvl7pPr lvl="6">
              <a:lnSpc>
                <a:spcPct val="100000"/>
              </a:lnSpc>
              <a:spcBef>
                <a:spcPts val="0"/>
              </a:spcBef>
              <a:spcAft>
                <a:spcPts val="0"/>
              </a:spcAft>
              <a:buClr>
                <a:schemeClr val="accent4"/>
              </a:buClr>
              <a:buSzPts val="1200"/>
              <a:buNone/>
              <a:defRPr>
                <a:solidFill>
                  <a:schemeClr val="accent4"/>
                </a:solidFill>
              </a:defRPr>
            </a:lvl7pPr>
            <a:lvl8pPr lvl="7">
              <a:lnSpc>
                <a:spcPct val="100000"/>
              </a:lnSpc>
              <a:spcBef>
                <a:spcPts val="0"/>
              </a:spcBef>
              <a:spcAft>
                <a:spcPts val="0"/>
              </a:spcAft>
              <a:buClr>
                <a:schemeClr val="accent4"/>
              </a:buClr>
              <a:buSzPts val="1200"/>
              <a:buNone/>
              <a:defRPr>
                <a:solidFill>
                  <a:schemeClr val="accent4"/>
                </a:solidFill>
              </a:defRPr>
            </a:lvl8pPr>
            <a:lvl9pPr lvl="8">
              <a:lnSpc>
                <a:spcPct val="100000"/>
              </a:lnSpc>
              <a:spcBef>
                <a:spcPts val="0"/>
              </a:spcBef>
              <a:spcAft>
                <a:spcPts val="0"/>
              </a:spcAft>
              <a:buClr>
                <a:schemeClr val="accent4"/>
              </a:buClr>
              <a:buSzPts val="1200"/>
              <a:buNone/>
              <a:defRPr>
                <a:solidFill>
                  <a:schemeClr val="accent4"/>
                </a:solidFill>
              </a:defRPr>
            </a:lvl9pPr>
          </a:lstStyle>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bullet point 2 1">
  <p:cSld name="CUSTOM_1_1_1_1_4">
    <p:spTree>
      <p:nvGrpSpPr>
        <p:cNvPr id="589" name="Shape 589"/>
        <p:cNvGrpSpPr/>
        <p:nvPr/>
      </p:nvGrpSpPr>
      <p:grpSpPr>
        <a:xfrm>
          <a:off x="0" y="0"/>
          <a:ext cx="0" cy="0"/>
          <a:chOff x="0" y="0"/>
          <a:chExt cx="0" cy="0"/>
        </a:xfrm>
      </p:grpSpPr>
      <p:sp>
        <p:nvSpPr>
          <p:cNvPr id="590" name="Google Shape;590;p130"/>
          <p:cNvSpPr txBox="1"/>
          <p:nvPr>
            <p:ph type="title"/>
          </p:nvPr>
        </p:nvSpPr>
        <p:spPr>
          <a:xfrm>
            <a:off x="607200" y="1111921"/>
            <a:ext cx="3936000" cy="598800"/>
          </a:xfrm>
          <a:prstGeom prst="rect">
            <a:avLst/>
          </a:prstGeom>
        </p:spPr>
        <p:txBody>
          <a:bodyPr anchorCtr="0" anchor="ctr" bIns="0" lIns="0" spcFirstLastPara="1" rIns="0" wrap="square" tIns="0">
            <a:spAutoFit/>
          </a:bodyPr>
          <a:lstStyle>
            <a:lvl1pPr lvl="0">
              <a:spcBef>
                <a:spcPts val="0"/>
              </a:spcBef>
              <a:spcAft>
                <a:spcPts val="0"/>
              </a:spcAft>
              <a:buSzPts val="2400"/>
              <a:buNone/>
              <a:defRPr b="1" sz="2000"/>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91" name="Google Shape;591;p130"/>
          <p:cNvSpPr txBox="1"/>
          <p:nvPr>
            <p:ph idx="1" type="body"/>
          </p:nvPr>
        </p:nvSpPr>
        <p:spPr>
          <a:xfrm>
            <a:off x="607200" y="1739278"/>
            <a:ext cx="4607400" cy="33804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3">
  <p:cSld name="TITLE_AND_BODY_5">
    <p:spTree>
      <p:nvGrpSpPr>
        <p:cNvPr id="592" name="Shape 592"/>
        <p:cNvGrpSpPr/>
        <p:nvPr/>
      </p:nvGrpSpPr>
      <p:grpSpPr>
        <a:xfrm>
          <a:off x="0" y="0"/>
          <a:ext cx="0" cy="0"/>
          <a:chOff x="0" y="0"/>
          <a:chExt cx="0" cy="0"/>
        </a:xfrm>
      </p:grpSpPr>
      <p:sp>
        <p:nvSpPr>
          <p:cNvPr id="593" name="Google Shape;593;p131"/>
          <p:cNvSpPr txBox="1"/>
          <p:nvPr>
            <p:ph idx="12" type="sldNum"/>
          </p:nvPr>
        </p:nvSpPr>
        <p:spPr>
          <a:xfrm>
            <a:off x="8472458" y="5181352"/>
            <a:ext cx="548700" cy="4374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594" name="Google Shape;594;p131"/>
          <p:cNvSpPr txBox="1"/>
          <p:nvPr>
            <p:ph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595" name="Google Shape;595;p131"/>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1 1">
  <p:cSld name="TITLE_AND_BODY_3_1">
    <p:spTree>
      <p:nvGrpSpPr>
        <p:cNvPr id="596" name="Shape 596"/>
        <p:cNvGrpSpPr/>
        <p:nvPr/>
      </p:nvGrpSpPr>
      <p:grpSpPr>
        <a:xfrm>
          <a:off x="0" y="0"/>
          <a:ext cx="0" cy="0"/>
          <a:chOff x="0" y="0"/>
          <a:chExt cx="0" cy="0"/>
        </a:xfrm>
      </p:grpSpPr>
      <p:sp>
        <p:nvSpPr>
          <p:cNvPr id="597" name="Google Shape;597;p132"/>
          <p:cNvSpPr txBox="1"/>
          <p:nvPr>
            <p:ph idx="12" type="sldNum"/>
          </p:nvPr>
        </p:nvSpPr>
        <p:spPr>
          <a:xfrm>
            <a:off x="8572500" y="5080004"/>
            <a:ext cx="571500" cy="635100"/>
          </a:xfrm>
          <a:prstGeom prst="rect">
            <a:avLst/>
          </a:prstGeom>
          <a:noFill/>
          <a:ln>
            <a:noFill/>
          </a:ln>
        </p:spPr>
        <p:txBody>
          <a:bodyPr anchorCtr="0" anchor="t" bIns="68575" lIns="68575" spcFirstLastPara="1" rIns="68575" wrap="square" tIns="68575">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598" name="Google Shape;598;p132"/>
          <p:cNvSpPr txBox="1"/>
          <p:nvPr>
            <p:ph type="title"/>
          </p:nvPr>
        </p:nvSpPr>
        <p:spPr>
          <a:xfrm>
            <a:off x="571500" y="889000"/>
            <a:ext cx="30897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8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800">
                <a:solidFill>
                  <a:schemeClr val="dk1"/>
                </a:solidFill>
              </a:defRPr>
            </a:lvl2pPr>
            <a:lvl3pPr lvl="2" algn="l">
              <a:lnSpc>
                <a:spcPct val="115000"/>
              </a:lnSpc>
              <a:spcBef>
                <a:spcPts val="0"/>
              </a:spcBef>
              <a:spcAft>
                <a:spcPts val="0"/>
              </a:spcAft>
              <a:buClr>
                <a:schemeClr val="dk1"/>
              </a:buClr>
              <a:buSzPts val="1400"/>
              <a:buNone/>
              <a:defRPr sz="1800">
                <a:solidFill>
                  <a:schemeClr val="dk1"/>
                </a:solidFill>
              </a:defRPr>
            </a:lvl3pPr>
            <a:lvl4pPr lvl="3" algn="l">
              <a:lnSpc>
                <a:spcPct val="115000"/>
              </a:lnSpc>
              <a:spcBef>
                <a:spcPts val="0"/>
              </a:spcBef>
              <a:spcAft>
                <a:spcPts val="0"/>
              </a:spcAft>
              <a:buClr>
                <a:schemeClr val="dk1"/>
              </a:buClr>
              <a:buSzPts val="1400"/>
              <a:buNone/>
              <a:defRPr sz="1800">
                <a:solidFill>
                  <a:schemeClr val="dk1"/>
                </a:solidFill>
              </a:defRPr>
            </a:lvl4pPr>
            <a:lvl5pPr lvl="4" algn="l">
              <a:lnSpc>
                <a:spcPct val="115000"/>
              </a:lnSpc>
              <a:spcBef>
                <a:spcPts val="0"/>
              </a:spcBef>
              <a:spcAft>
                <a:spcPts val="0"/>
              </a:spcAft>
              <a:buClr>
                <a:schemeClr val="dk1"/>
              </a:buClr>
              <a:buSzPts val="1400"/>
              <a:buNone/>
              <a:defRPr sz="1800">
                <a:solidFill>
                  <a:schemeClr val="dk1"/>
                </a:solidFill>
              </a:defRPr>
            </a:lvl5pPr>
            <a:lvl6pPr lvl="5" algn="l">
              <a:lnSpc>
                <a:spcPct val="115000"/>
              </a:lnSpc>
              <a:spcBef>
                <a:spcPts val="0"/>
              </a:spcBef>
              <a:spcAft>
                <a:spcPts val="0"/>
              </a:spcAft>
              <a:buClr>
                <a:schemeClr val="dk1"/>
              </a:buClr>
              <a:buSzPts val="1400"/>
              <a:buNone/>
              <a:defRPr sz="1800">
                <a:solidFill>
                  <a:schemeClr val="dk1"/>
                </a:solidFill>
              </a:defRPr>
            </a:lvl6pPr>
            <a:lvl7pPr lvl="6" algn="l">
              <a:lnSpc>
                <a:spcPct val="115000"/>
              </a:lnSpc>
              <a:spcBef>
                <a:spcPts val="0"/>
              </a:spcBef>
              <a:spcAft>
                <a:spcPts val="0"/>
              </a:spcAft>
              <a:buClr>
                <a:schemeClr val="dk1"/>
              </a:buClr>
              <a:buSzPts val="1400"/>
              <a:buNone/>
              <a:defRPr sz="1800">
                <a:solidFill>
                  <a:schemeClr val="dk1"/>
                </a:solidFill>
              </a:defRPr>
            </a:lvl7pPr>
            <a:lvl8pPr lvl="7" algn="l">
              <a:lnSpc>
                <a:spcPct val="115000"/>
              </a:lnSpc>
              <a:spcBef>
                <a:spcPts val="0"/>
              </a:spcBef>
              <a:spcAft>
                <a:spcPts val="0"/>
              </a:spcAft>
              <a:buClr>
                <a:schemeClr val="dk1"/>
              </a:buClr>
              <a:buSzPts val="1400"/>
              <a:buNone/>
              <a:defRPr sz="1800">
                <a:solidFill>
                  <a:schemeClr val="dk1"/>
                </a:solidFill>
              </a:defRPr>
            </a:lvl8pPr>
            <a:lvl9pPr lvl="8" algn="l">
              <a:lnSpc>
                <a:spcPct val="115000"/>
              </a:lnSpc>
              <a:spcBef>
                <a:spcPts val="0"/>
              </a:spcBef>
              <a:spcAft>
                <a:spcPts val="0"/>
              </a:spcAft>
              <a:buClr>
                <a:schemeClr val="dk1"/>
              </a:buClr>
              <a:buSzPts val="1400"/>
              <a:buNone/>
              <a:defRPr sz="1800">
                <a:solidFill>
                  <a:schemeClr val="dk1"/>
                </a:solidFill>
              </a:defRPr>
            </a:lvl9pPr>
          </a:lstStyle>
          <a:p/>
        </p:txBody>
      </p:sp>
      <p:sp>
        <p:nvSpPr>
          <p:cNvPr id="599" name="Google Shape;599;p132"/>
          <p:cNvSpPr txBox="1"/>
          <p:nvPr>
            <p:ph idx="1" type="body"/>
          </p:nvPr>
        </p:nvSpPr>
        <p:spPr>
          <a:xfrm>
            <a:off x="571500" y="1905000"/>
            <a:ext cx="30897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out logo 2 1 1">
  <p:cSld name="Cover without logo 2_1_1">
    <p:bg>
      <p:bgPr>
        <a:solidFill>
          <a:srgbClr val="07182C"/>
        </a:solidFill>
      </p:bgPr>
    </p:bg>
    <p:spTree>
      <p:nvGrpSpPr>
        <p:cNvPr id="600" name="Shape 600"/>
        <p:cNvGrpSpPr/>
        <p:nvPr/>
      </p:nvGrpSpPr>
      <p:grpSpPr>
        <a:xfrm>
          <a:off x="0" y="0"/>
          <a:ext cx="0" cy="0"/>
          <a:chOff x="0" y="0"/>
          <a:chExt cx="0" cy="0"/>
        </a:xfrm>
      </p:grpSpPr>
      <p:pic>
        <p:nvPicPr>
          <p:cNvPr id="601" name="Google Shape;601;p133" title="Mesh Holographic Gradients - Dark Gradient 22.png"/>
          <p:cNvPicPr preferRelativeResize="0"/>
          <p:nvPr/>
        </p:nvPicPr>
        <p:blipFill rotWithShape="1">
          <a:blip r:embed="rId2">
            <a:alphaModFix/>
          </a:blip>
          <a:srcRect b="0" l="0" r="0" t="0"/>
          <a:stretch/>
        </p:blipFill>
        <p:spPr>
          <a:xfrm flipH="1" rot="10800000">
            <a:off x="0" y="571500"/>
            <a:ext cx="9144003" cy="5143499"/>
          </a:xfrm>
          <a:prstGeom prst="rect">
            <a:avLst/>
          </a:prstGeom>
          <a:noFill/>
          <a:ln>
            <a:noFill/>
          </a:ln>
        </p:spPr>
      </p:pic>
      <p:sp>
        <p:nvSpPr>
          <p:cNvPr id="602" name="Google Shape;602;p133"/>
          <p:cNvSpPr txBox="1"/>
          <p:nvPr>
            <p:ph type="title"/>
          </p:nvPr>
        </p:nvSpPr>
        <p:spPr>
          <a:xfrm>
            <a:off x="457200" y="508000"/>
            <a:ext cx="6862800" cy="1734900"/>
          </a:xfrm>
          <a:prstGeom prst="rect">
            <a:avLst/>
          </a:prstGeom>
        </p:spPr>
        <p:txBody>
          <a:bodyPr anchorCtr="0" anchor="b"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603" name="Google Shape;603;p133"/>
          <p:cNvSpPr txBox="1"/>
          <p:nvPr>
            <p:ph idx="1" type="subTitle"/>
          </p:nvPr>
        </p:nvSpPr>
        <p:spPr>
          <a:xfrm>
            <a:off x="457200" y="2243000"/>
            <a:ext cx="68628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screen - Alt 6">
  <p:cSld name="CUSTOM_11">
    <p:bg>
      <p:bgPr>
        <a:solidFill>
          <a:schemeClr val="lt2"/>
        </a:solidFill>
      </p:bgPr>
    </p:bg>
    <p:spTree>
      <p:nvGrpSpPr>
        <p:cNvPr id="604" name="Shape 604"/>
        <p:cNvGrpSpPr/>
        <p:nvPr/>
      </p:nvGrpSpPr>
      <p:grpSpPr>
        <a:xfrm>
          <a:off x="0" y="0"/>
          <a:ext cx="0" cy="0"/>
          <a:chOff x="0" y="0"/>
          <a:chExt cx="0" cy="0"/>
        </a:xfrm>
      </p:grpSpPr>
      <p:sp>
        <p:nvSpPr>
          <p:cNvPr id="605" name="Google Shape;605;p134"/>
          <p:cNvSpPr txBox="1"/>
          <p:nvPr>
            <p:ph idx="1" type="subTitle"/>
          </p:nvPr>
        </p:nvSpPr>
        <p:spPr>
          <a:xfrm>
            <a:off x="6600775" y="2845802"/>
            <a:ext cx="1877400" cy="539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4800"/>
              <a:buFont typeface="IBM Plex Sans"/>
              <a:buNone/>
              <a:defRPr sz="4800">
                <a:solidFill>
                  <a:schemeClr val="lt1"/>
                </a:solidFill>
              </a:defRPr>
            </a:lvl1pPr>
            <a:lvl2pPr lvl="1" algn="ctr">
              <a:spcBef>
                <a:spcPts val="0"/>
              </a:spcBef>
              <a:spcAft>
                <a:spcPts val="0"/>
              </a:spcAft>
              <a:buClr>
                <a:schemeClr val="lt1"/>
              </a:buClr>
              <a:buSzPts val="4800"/>
              <a:buFont typeface="IBM Plex Sans"/>
              <a:buNone/>
              <a:defRPr sz="4800">
                <a:solidFill>
                  <a:schemeClr val="lt1"/>
                </a:solidFill>
              </a:defRPr>
            </a:lvl2pPr>
            <a:lvl3pPr lvl="2" algn="ctr">
              <a:spcBef>
                <a:spcPts val="0"/>
              </a:spcBef>
              <a:spcAft>
                <a:spcPts val="0"/>
              </a:spcAft>
              <a:buClr>
                <a:schemeClr val="lt1"/>
              </a:buClr>
              <a:buSzPts val="4800"/>
              <a:buFont typeface="IBM Plex Sans"/>
              <a:buNone/>
              <a:defRPr sz="4800">
                <a:solidFill>
                  <a:schemeClr val="lt1"/>
                </a:solidFill>
              </a:defRPr>
            </a:lvl3pPr>
            <a:lvl4pPr lvl="3" algn="ctr">
              <a:spcBef>
                <a:spcPts val="0"/>
              </a:spcBef>
              <a:spcAft>
                <a:spcPts val="0"/>
              </a:spcAft>
              <a:buClr>
                <a:schemeClr val="lt1"/>
              </a:buClr>
              <a:buSzPts val="4800"/>
              <a:buFont typeface="IBM Plex Sans"/>
              <a:buNone/>
              <a:defRPr sz="4800">
                <a:solidFill>
                  <a:schemeClr val="lt1"/>
                </a:solidFill>
              </a:defRPr>
            </a:lvl4pPr>
            <a:lvl5pPr lvl="4" algn="ctr">
              <a:spcBef>
                <a:spcPts val="0"/>
              </a:spcBef>
              <a:spcAft>
                <a:spcPts val="0"/>
              </a:spcAft>
              <a:buClr>
                <a:schemeClr val="lt1"/>
              </a:buClr>
              <a:buSzPts val="4800"/>
              <a:buFont typeface="IBM Plex Sans"/>
              <a:buNone/>
              <a:defRPr sz="4800">
                <a:solidFill>
                  <a:schemeClr val="lt1"/>
                </a:solidFill>
              </a:defRPr>
            </a:lvl5pPr>
            <a:lvl6pPr lvl="5" algn="ctr">
              <a:spcBef>
                <a:spcPts val="0"/>
              </a:spcBef>
              <a:spcAft>
                <a:spcPts val="0"/>
              </a:spcAft>
              <a:buClr>
                <a:schemeClr val="lt1"/>
              </a:buClr>
              <a:buSzPts val="4800"/>
              <a:buFont typeface="IBM Plex Sans"/>
              <a:buNone/>
              <a:defRPr sz="4800">
                <a:solidFill>
                  <a:schemeClr val="lt1"/>
                </a:solidFill>
              </a:defRPr>
            </a:lvl6pPr>
            <a:lvl7pPr lvl="6" algn="ctr">
              <a:spcBef>
                <a:spcPts val="0"/>
              </a:spcBef>
              <a:spcAft>
                <a:spcPts val="0"/>
              </a:spcAft>
              <a:buClr>
                <a:schemeClr val="lt1"/>
              </a:buClr>
              <a:buSzPts val="4800"/>
              <a:buFont typeface="IBM Plex Sans"/>
              <a:buNone/>
              <a:defRPr sz="4800">
                <a:solidFill>
                  <a:schemeClr val="lt1"/>
                </a:solidFill>
              </a:defRPr>
            </a:lvl7pPr>
            <a:lvl8pPr lvl="7" algn="ctr">
              <a:spcBef>
                <a:spcPts val="0"/>
              </a:spcBef>
              <a:spcAft>
                <a:spcPts val="0"/>
              </a:spcAft>
              <a:buClr>
                <a:schemeClr val="lt1"/>
              </a:buClr>
              <a:buSzPts val="4800"/>
              <a:buFont typeface="IBM Plex Sans"/>
              <a:buNone/>
              <a:defRPr sz="4800">
                <a:solidFill>
                  <a:schemeClr val="lt1"/>
                </a:solidFill>
              </a:defRPr>
            </a:lvl8pPr>
            <a:lvl9pPr lvl="8" algn="ctr">
              <a:spcBef>
                <a:spcPts val="0"/>
              </a:spcBef>
              <a:spcAft>
                <a:spcPts val="0"/>
              </a:spcAft>
              <a:buClr>
                <a:schemeClr val="lt1"/>
              </a:buClr>
              <a:buSzPts val="4800"/>
              <a:buFont typeface="IBM Plex Sans"/>
              <a:buNone/>
              <a:defRPr sz="4800">
                <a:solidFill>
                  <a:schemeClr val="lt1"/>
                </a:solidFill>
              </a:defRPr>
            </a:lvl9pPr>
          </a:lstStyle>
          <a:p/>
        </p:txBody>
      </p:sp>
      <p:sp>
        <p:nvSpPr>
          <p:cNvPr id="606" name="Google Shape;606;p134"/>
          <p:cNvSpPr txBox="1"/>
          <p:nvPr>
            <p:ph idx="2" type="body"/>
          </p:nvPr>
        </p:nvSpPr>
        <p:spPr>
          <a:xfrm>
            <a:off x="3479850" y="4591333"/>
            <a:ext cx="2271000" cy="864600"/>
          </a:xfrm>
          <a:prstGeom prst="rect">
            <a:avLst/>
          </a:prstGeom>
        </p:spPr>
        <p:txBody>
          <a:bodyPr anchorCtr="0" anchor="t" bIns="91425" lIns="0" spcFirstLastPara="1" rIns="0" wrap="square" tIns="0">
            <a:spAutoFit/>
          </a:bodyPr>
          <a:lstStyle>
            <a:lvl1pPr indent="-304800" lvl="0" marL="457200" algn="ctr">
              <a:spcBef>
                <a:spcPts val="0"/>
              </a:spcBef>
              <a:spcAft>
                <a:spcPts val="0"/>
              </a:spcAft>
              <a:buClr>
                <a:schemeClr val="lt1"/>
              </a:buClr>
              <a:buSzPts val="1200"/>
              <a:buFont typeface="IBM Plex Sans"/>
              <a:buChar char="●"/>
              <a:defRPr sz="1200">
                <a:solidFill>
                  <a:schemeClr val="lt1"/>
                </a:solidFill>
              </a:defRPr>
            </a:lvl1pPr>
            <a:lvl2pPr indent="-304800" lvl="1" marL="914400" algn="ctr">
              <a:spcBef>
                <a:spcPts val="1200"/>
              </a:spcBef>
              <a:spcAft>
                <a:spcPts val="0"/>
              </a:spcAft>
              <a:buClr>
                <a:schemeClr val="lt1"/>
              </a:buClr>
              <a:buSzPts val="1200"/>
              <a:buFont typeface="IBM Plex Sans"/>
              <a:buChar char="○"/>
              <a:defRPr sz="1200">
                <a:solidFill>
                  <a:schemeClr val="lt1"/>
                </a:solidFill>
              </a:defRPr>
            </a:lvl2pPr>
            <a:lvl3pPr indent="-304800" lvl="2" marL="1371600" algn="ctr">
              <a:spcBef>
                <a:spcPts val="1200"/>
              </a:spcBef>
              <a:spcAft>
                <a:spcPts val="0"/>
              </a:spcAft>
              <a:buClr>
                <a:schemeClr val="lt1"/>
              </a:buClr>
              <a:buSzPts val="1200"/>
              <a:buFont typeface="IBM Plex Sans"/>
              <a:buChar char="■"/>
              <a:defRPr sz="1200">
                <a:solidFill>
                  <a:schemeClr val="lt1"/>
                </a:solidFill>
              </a:defRPr>
            </a:lvl3pPr>
            <a:lvl4pPr indent="-304800" lvl="3" marL="1828800" algn="ctr">
              <a:spcBef>
                <a:spcPts val="1200"/>
              </a:spcBef>
              <a:spcAft>
                <a:spcPts val="0"/>
              </a:spcAft>
              <a:buClr>
                <a:schemeClr val="lt1"/>
              </a:buClr>
              <a:buSzPts val="1200"/>
              <a:buFont typeface="IBM Plex Sans"/>
              <a:buChar char="●"/>
              <a:defRPr sz="1200">
                <a:solidFill>
                  <a:schemeClr val="lt1"/>
                </a:solidFill>
              </a:defRPr>
            </a:lvl4pPr>
            <a:lvl5pPr indent="-304800" lvl="4" marL="2286000" algn="ctr">
              <a:spcBef>
                <a:spcPts val="1200"/>
              </a:spcBef>
              <a:spcAft>
                <a:spcPts val="0"/>
              </a:spcAft>
              <a:buClr>
                <a:schemeClr val="lt1"/>
              </a:buClr>
              <a:buSzPts val="1200"/>
              <a:buFont typeface="IBM Plex Sans"/>
              <a:buChar char="○"/>
              <a:defRPr sz="1200">
                <a:solidFill>
                  <a:schemeClr val="lt1"/>
                </a:solidFill>
              </a:defRPr>
            </a:lvl5pPr>
            <a:lvl6pPr indent="-304800" lvl="5" marL="2743200" algn="ctr">
              <a:spcBef>
                <a:spcPts val="1200"/>
              </a:spcBef>
              <a:spcAft>
                <a:spcPts val="0"/>
              </a:spcAft>
              <a:buClr>
                <a:schemeClr val="lt1"/>
              </a:buClr>
              <a:buSzPts val="1200"/>
              <a:buFont typeface="IBM Plex Sans"/>
              <a:buChar char="■"/>
              <a:defRPr sz="1200">
                <a:solidFill>
                  <a:schemeClr val="lt1"/>
                </a:solidFill>
              </a:defRPr>
            </a:lvl6pPr>
            <a:lvl7pPr indent="-304800" lvl="6" marL="3200400" algn="ctr">
              <a:spcBef>
                <a:spcPts val="1200"/>
              </a:spcBef>
              <a:spcAft>
                <a:spcPts val="0"/>
              </a:spcAft>
              <a:buClr>
                <a:schemeClr val="lt1"/>
              </a:buClr>
              <a:buSzPts val="1200"/>
              <a:buFont typeface="IBM Plex Sans"/>
              <a:buChar char="●"/>
              <a:defRPr sz="1200">
                <a:solidFill>
                  <a:schemeClr val="lt1"/>
                </a:solidFill>
              </a:defRPr>
            </a:lvl7pPr>
            <a:lvl8pPr indent="-304800" lvl="7" marL="3657600" algn="ctr">
              <a:spcBef>
                <a:spcPts val="1200"/>
              </a:spcBef>
              <a:spcAft>
                <a:spcPts val="0"/>
              </a:spcAft>
              <a:buClr>
                <a:schemeClr val="lt1"/>
              </a:buClr>
              <a:buSzPts val="1200"/>
              <a:buFont typeface="IBM Plex Sans"/>
              <a:buChar char="○"/>
              <a:defRPr sz="1200">
                <a:solidFill>
                  <a:schemeClr val="lt1"/>
                </a:solidFill>
              </a:defRPr>
            </a:lvl8pPr>
            <a:lvl9pPr indent="-304800" lvl="8" marL="4114800" algn="ctr">
              <a:spcBef>
                <a:spcPts val="1200"/>
              </a:spcBef>
              <a:spcAft>
                <a:spcPts val="1200"/>
              </a:spcAft>
              <a:buClr>
                <a:schemeClr val="lt1"/>
              </a:buClr>
              <a:buSzPts val="1200"/>
              <a:buFont typeface="IBM Plex Sans"/>
              <a:buChar char="■"/>
              <a:defRPr sz="1200">
                <a:solidFill>
                  <a:schemeClr val="lt1"/>
                </a:solidFill>
              </a:defRPr>
            </a:lvl9pPr>
          </a:lstStyle>
          <a:p/>
        </p:txBody>
      </p:sp>
      <p:sp>
        <p:nvSpPr>
          <p:cNvPr id="607" name="Google Shape;607;p134"/>
          <p:cNvSpPr txBox="1"/>
          <p:nvPr>
            <p:ph idx="3" type="subTitle"/>
          </p:nvPr>
        </p:nvSpPr>
        <p:spPr>
          <a:xfrm>
            <a:off x="440575" y="2969668"/>
            <a:ext cx="2366700" cy="2871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200"/>
              <a:buFont typeface="IBM Plex Sans"/>
              <a:buNone/>
              <a:defRPr sz="1200">
                <a:solidFill>
                  <a:schemeClr val="lt1"/>
                </a:solidFill>
              </a:defRPr>
            </a:lvl1pPr>
            <a:lvl2pPr lvl="1">
              <a:spcBef>
                <a:spcPts val="0"/>
              </a:spcBef>
              <a:spcAft>
                <a:spcPts val="0"/>
              </a:spcAft>
              <a:buClr>
                <a:schemeClr val="lt1"/>
              </a:buClr>
              <a:buSzPts val="1200"/>
              <a:buFont typeface="IBM Plex Sans"/>
              <a:buNone/>
              <a:defRPr sz="1200">
                <a:solidFill>
                  <a:schemeClr val="lt1"/>
                </a:solidFill>
              </a:defRPr>
            </a:lvl2pPr>
            <a:lvl3pPr lvl="2">
              <a:spcBef>
                <a:spcPts val="0"/>
              </a:spcBef>
              <a:spcAft>
                <a:spcPts val="0"/>
              </a:spcAft>
              <a:buClr>
                <a:schemeClr val="lt1"/>
              </a:buClr>
              <a:buSzPts val="1200"/>
              <a:buFont typeface="IBM Plex Sans"/>
              <a:buNone/>
              <a:defRPr sz="1200">
                <a:solidFill>
                  <a:schemeClr val="lt1"/>
                </a:solidFill>
              </a:defRPr>
            </a:lvl3pPr>
            <a:lvl4pPr lvl="3">
              <a:spcBef>
                <a:spcPts val="0"/>
              </a:spcBef>
              <a:spcAft>
                <a:spcPts val="0"/>
              </a:spcAft>
              <a:buClr>
                <a:schemeClr val="lt1"/>
              </a:buClr>
              <a:buSzPts val="1200"/>
              <a:buFont typeface="IBM Plex Sans"/>
              <a:buNone/>
              <a:defRPr sz="1200">
                <a:solidFill>
                  <a:schemeClr val="lt1"/>
                </a:solidFill>
              </a:defRPr>
            </a:lvl4pPr>
            <a:lvl5pPr lvl="4">
              <a:spcBef>
                <a:spcPts val="0"/>
              </a:spcBef>
              <a:spcAft>
                <a:spcPts val="0"/>
              </a:spcAft>
              <a:buClr>
                <a:schemeClr val="lt1"/>
              </a:buClr>
              <a:buSzPts val="1200"/>
              <a:buFont typeface="IBM Plex Sans"/>
              <a:buNone/>
              <a:defRPr sz="1200">
                <a:solidFill>
                  <a:schemeClr val="lt1"/>
                </a:solidFill>
              </a:defRPr>
            </a:lvl5pPr>
            <a:lvl6pPr lvl="5">
              <a:spcBef>
                <a:spcPts val="0"/>
              </a:spcBef>
              <a:spcAft>
                <a:spcPts val="0"/>
              </a:spcAft>
              <a:buClr>
                <a:schemeClr val="lt1"/>
              </a:buClr>
              <a:buSzPts val="1200"/>
              <a:buFont typeface="IBM Plex Sans"/>
              <a:buNone/>
              <a:defRPr sz="1200">
                <a:solidFill>
                  <a:schemeClr val="lt1"/>
                </a:solidFill>
              </a:defRPr>
            </a:lvl6pPr>
            <a:lvl7pPr lvl="6">
              <a:spcBef>
                <a:spcPts val="0"/>
              </a:spcBef>
              <a:spcAft>
                <a:spcPts val="0"/>
              </a:spcAft>
              <a:buClr>
                <a:schemeClr val="lt1"/>
              </a:buClr>
              <a:buSzPts val="1200"/>
              <a:buFont typeface="IBM Plex Sans"/>
              <a:buNone/>
              <a:defRPr sz="1200">
                <a:solidFill>
                  <a:schemeClr val="lt1"/>
                </a:solidFill>
              </a:defRPr>
            </a:lvl7pPr>
            <a:lvl8pPr lvl="7">
              <a:spcBef>
                <a:spcPts val="0"/>
              </a:spcBef>
              <a:spcAft>
                <a:spcPts val="0"/>
              </a:spcAft>
              <a:buClr>
                <a:schemeClr val="lt1"/>
              </a:buClr>
              <a:buSzPts val="1200"/>
              <a:buFont typeface="IBM Plex Sans"/>
              <a:buNone/>
              <a:defRPr sz="1200">
                <a:solidFill>
                  <a:schemeClr val="lt1"/>
                </a:solidFill>
              </a:defRPr>
            </a:lvl8pPr>
            <a:lvl9pPr lvl="8">
              <a:spcBef>
                <a:spcPts val="0"/>
              </a:spcBef>
              <a:spcAft>
                <a:spcPts val="0"/>
              </a:spcAft>
              <a:buClr>
                <a:schemeClr val="lt1"/>
              </a:buClr>
              <a:buSzPts val="1200"/>
              <a:buFont typeface="IBM Plex Sans"/>
              <a:buNone/>
              <a:defRPr sz="1200">
                <a:solidFill>
                  <a:schemeClr val="lt1"/>
                </a:solidFill>
              </a:defRPr>
            </a:lvl9pPr>
          </a:lstStyle>
          <a:p/>
        </p:txBody>
      </p:sp>
      <p:sp>
        <p:nvSpPr>
          <p:cNvPr id="608" name="Google Shape;608;p134"/>
          <p:cNvSpPr txBox="1"/>
          <p:nvPr>
            <p:ph idx="4" type="body"/>
          </p:nvPr>
        </p:nvSpPr>
        <p:spPr>
          <a:xfrm>
            <a:off x="436800" y="3489741"/>
            <a:ext cx="2366700" cy="1968300"/>
          </a:xfrm>
          <a:prstGeom prst="rect">
            <a:avLst/>
          </a:prstGeom>
        </p:spPr>
        <p:txBody>
          <a:bodyPr anchorCtr="0" anchor="t" bIns="91425" lIns="0" spcFirstLastPara="1" rIns="0" wrap="square" tIns="0">
            <a:spAutoFit/>
          </a:bodyPr>
          <a:lstStyle>
            <a:lvl1pPr indent="-292100" lvl="0" marL="457200">
              <a:spcBef>
                <a:spcPts val="0"/>
              </a:spcBef>
              <a:spcAft>
                <a:spcPts val="0"/>
              </a:spcAft>
              <a:buClr>
                <a:schemeClr val="lt1"/>
              </a:buClr>
              <a:buSzPts val="1000"/>
              <a:buFont typeface="IBM Plex Sans"/>
              <a:buChar char="●"/>
              <a:defRPr>
                <a:solidFill>
                  <a:schemeClr val="lt1"/>
                </a:solidFill>
              </a:defRPr>
            </a:lvl1pPr>
            <a:lvl2pPr indent="-292100" lvl="1" marL="914400">
              <a:spcBef>
                <a:spcPts val="1200"/>
              </a:spcBef>
              <a:spcAft>
                <a:spcPts val="0"/>
              </a:spcAft>
              <a:buClr>
                <a:schemeClr val="lt1"/>
              </a:buClr>
              <a:buSzPts val="1000"/>
              <a:buFont typeface="IBM Plex Sans"/>
              <a:buChar char="○"/>
              <a:defRPr>
                <a:solidFill>
                  <a:schemeClr val="lt1"/>
                </a:solidFill>
              </a:defRPr>
            </a:lvl2pPr>
            <a:lvl3pPr indent="-292100" lvl="2" marL="1371600">
              <a:spcBef>
                <a:spcPts val="1200"/>
              </a:spcBef>
              <a:spcAft>
                <a:spcPts val="0"/>
              </a:spcAft>
              <a:buClr>
                <a:schemeClr val="lt1"/>
              </a:buClr>
              <a:buSzPts val="1000"/>
              <a:buFont typeface="IBM Plex Sans"/>
              <a:buChar char="■"/>
              <a:defRPr>
                <a:solidFill>
                  <a:schemeClr val="lt1"/>
                </a:solidFill>
              </a:defRPr>
            </a:lvl3pPr>
            <a:lvl4pPr indent="-292100" lvl="3" marL="1828800">
              <a:spcBef>
                <a:spcPts val="1200"/>
              </a:spcBef>
              <a:spcAft>
                <a:spcPts val="0"/>
              </a:spcAft>
              <a:buClr>
                <a:schemeClr val="lt1"/>
              </a:buClr>
              <a:buSzPts val="1000"/>
              <a:buFont typeface="IBM Plex Sans"/>
              <a:buChar char="●"/>
              <a:defRPr>
                <a:solidFill>
                  <a:schemeClr val="lt1"/>
                </a:solidFill>
              </a:defRPr>
            </a:lvl4pPr>
            <a:lvl5pPr indent="-292100" lvl="4" marL="2286000">
              <a:spcBef>
                <a:spcPts val="1200"/>
              </a:spcBef>
              <a:spcAft>
                <a:spcPts val="0"/>
              </a:spcAft>
              <a:buClr>
                <a:schemeClr val="lt1"/>
              </a:buClr>
              <a:buSzPts val="1000"/>
              <a:buFont typeface="IBM Plex Sans"/>
              <a:buChar char="○"/>
              <a:defRPr>
                <a:solidFill>
                  <a:schemeClr val="lt1"/>
                </a:solidFill>
              </a:defRPr>
            </a:lvl5pPr>
            <a:lvl6pPr indent="-292100" lvl="5" marL="2743200">
              <a:spcBef>
                <a:spcPts val="1200"/>
              </a:spcBef>
              <a:spcAft>
                <a:spcPts val="0"/>
              </a:spcAft>
              <a:buClr>
                <a:schemeClr val="lt1"/>
              </a:buClr>
              <a:buSzPts val="1000"/>
              <a:buFont typeface="IBM Plex Sans"/>
              <a:buChar char="■"/>
              <a:defRPr>
                <a:solidFill>
                  <a:schemeClr val="lt1"/>
                </a:solidFill>
              </a:defRPr>
            </a:lvl6pPr>
            <a:lvl7pPr indent="-292100" lvl="6" marL="3200400">
              <a:spcBef>
                <a:spcPts val="1200"/>
              </a:spcBef>
              <a:spcAft>
                <a:spcPts val="0"/>
              </a:spcAft>
              <a:buClr>
                <a:schemeClr val="lt1"/>
              </a:buClr>
              <a:buSzPts val="1000"/>
              <a:buFont typeface="IBM Plex Sans"/>
              <a:buChar char="●"/>
              <a:defRPr>
                <a:solidFill>
                  <a:schemeClr val="lt1"/>
                </a:solidFill>
              </a:defRPr>
            </a:lvl7pPr>
            <a:lvl8pPr indent="-292100" lvl="7" marL="3657600">
              <a:spcBef>
                <a:spcPts val="1200"/>
              </a:spcBef>
              <a:spcAft>
                <a:spcPts val="0"/>
              </a:spcAft>
              <a:buClr>
                <a:schemeClr val="lt1"/>
              </a:buClr>
              <a:buSzPts val="1000"/>
              <a:buFont typeface="IBM Plex Sans"/>
              <a:buChar char="○"/>
              <a:defRPr>
                <a:solidFill>
                  <a:schemeClr val="lt1"/>
                </a:solidFill>
              </a:defRPr>
            </a:lvl8pPr>
            <a:lvl9pPr indent="-292100" lvl="8" marL="4114800">
              <a:spcBef>
                <a:spcPts val="1200"/>
              </a:spcBef>
              <a:spcAft>
                <a:spcPts val="1200"/>
              </a:spcAft>
              <a:buClr>
                <a:schemeClr val="lt1"/>
              </a:buClr>
              <a:buSzPts val="1000"/>
              <a:buFont typeface="IBM Plex Sans"/>
              <a:buChar char="■"/>
              <a:defRPr>
                <a:solidFill>
                  <a:schemeClr val="lt1"/>
                </a:solidFill>
              </a:defRPr>
            </a:lvl9pPr>
          </a:lstStyle>
          <a:p/>
        </p:txBody>
      </p:sp>
      <p:sp>
        <p:nvSpPr>
          <p:cNvPr id="609" name="Google Shape;609;p134"/>
          <p:cNvSpPr txBox="1"/>
          <p:nvPr>
            <p:ph idx="5" type="subTitle"/>
          </p:nvPr>
        </p:nvSpPr>
        <p:spPr>
          <a:xfrm>
            <a:off x="3633300" y="3612944"/>
            <a:ext cx="1877400" cy="287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1000"/>
              <a:buFont typeface="IBM Plex Sans"/>
              <a:buNone/>
              <a:defRPr sz="1000">
                <a:solidFill>
                  <a:schemeClr val="lt1"/>
                </a:solidFill>
              </a:defRPr>
            </a:lvl1pPr>
            <a:lvl2pPr lvl="1" algn="ctr">
              <a:spcBef>
                <a:spcPts val="0"/>
              </a:spcBef>
              <a:spcAft>
                <a:spcPts val="0"/>
              </a:spcAft>
              <a:buClr>
                <a:schemeClr val="lt1"/>
              </a:buClr>
              <a:buSzPts val="1000"/>
              <a:buFont typeface="IBM Plex Sans"/>
              <a:buNone/>
              <a:defRPr sz="1000">
                <a:solidFill>
                  <a:schemeClr val="lt1"/>
                </a:solidFill>
              </a:defRPr>
            </a:lvl2pPr>
            <a:lvl3pPr lvl="2" algn="ctr">
              <a:spcBef>
                <a:spcPts val="0"/>
              </a:spcBef>
              <a:spcAft>
                <a:spcPts val="0"/>
              </a:spcAft>
              <a:buClr>
                <a:schemeClr val="lt1"/>
              </a:buClr>
              <a:buSzPts val="1000"/>
              <a:buFont typeface="IBM Plex Sans"/>
              <a:buNone/>
              <a:defRPr sz="1000">
                <a:solidFill>
                  <a:schemeClr val="lt1"/>
                </a:solidFill>
              </a:defRPr>
            </a:lvl3pPr>
            <a:lvl4pPr lvl="3" algn="ctr">
              <a:spcBef>
                <a:spcPts val="0"/>
              </a:spcBef>
              <a:spcAft>
                <a:spcPts val="0"/>
              </a:spcAft>
              <a:buClr>
                <a:schemeClr val="lt1"/>
              </a:buClr>
              <a:buSzPts val="1000"/>
              <a:buFont typeface="IBM Plex Sans"/>
              <a:buNone/>
              <a:defRPr sz="1000">
                <a:solidFill>
                  <a:schemeClr val="lt1"/>
                </a:solidFill>
              </a:defRPr>
            </a:lvl4pPr>
            <a:lvl5pPr lvl="4" algn="ctr">
              <a:spcBef>
                <a:spcPts val="0"/>
              </a:spcBef>
              <a:spcAft>
                <a:spcPts val="0"/>
              </a:spcAft>
              <a:buClr>
                <a:schemeClr val="lt1"/>
              </a:buClr>
              <a:buSzPts val="1000"/>
              <a:buFont typeface="IBM Plex Sans"/>
              <a:buNone/>
              <a:defRPr sz="1000">
                <a:solidFill>
                  <a:schemeClr val="lt1"/>
                </a:solidFill>
              </a:defRPr>
            </a:lvl5pPr>
            <a:lvl6pPr lvl="5" algn="ctr">
              <a:spcBef>
                <a:spcPts val="0"/>
              </a:spcBef>
              <a:spcAft>
                <a:spcPts val="0"/>
              </a:spcAft>
              <a:buClr>
                <a:schemeClr val="lt1"/>
              </a:buClr>
              <a:buSzPts val="1000"/>
              <a:buFont typeface="IBM Plex Sans"/>
              <a:buNone/>
              <a:defRPr sz="1000">
                <a:solidFill>
                  <a:schemeClr val="lt1"/>
                </a:solidFill>
              </a:defRPr>
            </a:lvl6pPr>
            <a:lvl7pPr lvl="6" algn="ctr">
              <a:spcBef>
                <a:spcPts val="0"/>
              </a:spcBef>
              <a:spcAft>
                <a:spcPts val="0"/>
              </a:spcAft>
              <a:buClr>
                <a:schemeClr val="lt1"/>
              </a:buClr>
              <a:buSzPts val="1000"/>
              <a:buFont typeface="IBM Plex Sans"/>
              <a:buNone/>
              <a:defRPr sz="1000">
                <a:solidFill>
                  <a:schemeClr val="lt1"/>
                </a:solidFill>
              </a:defRPr>
            </a:lvl7pPr>
            <a:lvl8pPr lvl="7" algn="ctr">
              <a:spcBef>
                <a:spcPts val="0"/>
              </a:spcBef>
              <a:spcAft>
                <a:spcPts val="0"/>
              </a:spcAft>
              <a:buClr>
                <a:schemeClr val="lt1"/>
              </a:buClr>
              <a:buSzPts val="1000"/>
              <a:buFont typeface="IBM Plex Sans"/>
              <a:buNone/>
              <a:defRPr sz="1000">
                <a:solidFill>
                  <a:schemeClr val="lt1"/>
                </a:solidFill>
              </a:defRPr>
            </a:lvl8pPr>
            <a:lvl9pPr lvl="8" algn="ctr">
              <a:spcBef>
                <a:spcPts val="0"/>
              </a:spcBef>
              <a:spcAft>
                <a:spcPts val="0"/>
              </a:spcAft>
              <a:buClr>
                <a:schemeClr val="lt1"/>
              </a:buClr>
              <a:buSzPts val="1000"/>
              <a:buFont typeface="IBM Plex Sans"/>
              <a:buNone/>
              <a:defRPr sz="1000">
                <a:solidFill>
                  <a:schemeClr val="lt1"/>
                </a:solidFill>
              </a:defRPr>
            </a:lvl9pPr>
          </a:lstStyle>
          <a:p/>
        </p:txBody>
      </p:sp>
      <p:sp>
        <p:nvSpPr>
          <p:cNvPr id="610" name="Google Shape;610;p134"/>
          <p:cNvSpPr txBox="1"/>
          <p:nvPr>
            <p:ph idx="6" type="subTitle"/>
          </p:nvPr>
        </p:nvSpPr>
        <p:spPr>
          <a:xfrm>
            <a:off x="6600775" y="3612944"/>
            <a:ext cx="1877400" cy="287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1000"/>
              <a:buFont typeface="IBM Plex Sans"/>
              <a:buNone/>
              <a:defRPr sz="1000">
                <a:solidFill>
                  <a:schemeClr val="lt1"/>
                </a:solidFill>
              </a:defRPr>
            </a:lvl1pPr>
            <a:lvl2pPr lvl="1" algn="ctr">
              <a:spcBef>
                <a:spcPts val="0"/>
              </a:spcBef>
              <a:spcAft>
                <a:spcPts val="0"/>
              </a:spcAft>
              <a:buClr>
                <a:schemeClr val="lt1"/>
              </a:buClr>
              <a:buSzPts val="1000"/>
              <a:buFont typeface="IBM Plex Sans"/>
              <a:buNone/>
              <a:defRPr sz="1000">
                <a:solidFill>
                  <a:schemeClr val="lt1"/>
                </a:solidFill>
              </a:defRPr>
            </a:lvl2pPr>
            <a:lvl3pPr lvl="2" algn="ctr">
              <a:spcBef>
                <a:spcPts val="0"/>
              </a:spcBef>
              <a:spcAft>
                <a:spcPts val="0"/>
              </a:spcAft>
              <a:buClr>
                <a:schemeClr val="lt1"/>
              </a:buClr>
              <a:buSzPts val="1000"/>
              <a:buFont typeface="IBM Plex Sans"/>
              <a:buNone/>
              <a:defRPr sz="1000">
                <a:solidFill>
                  <a:schemeClr val="lt1"/>
                </a:solidFill>
              </a:defRPr>
            </a:lvl3pPr>
            <a:lvl4pPr lvl="3" algn="ctr">
              <a:spcBef>
                <a:spcPts val="0"/>
              </a:spcBef>
              <a:spcAft>
                <a:spcPts val="0"/>
              </a:spcAft>
              <a:buClr>
                <a:schemeClr val="lt1"/>
              </a:buClr>
              <a:buSzPts val="1000"/>
              <a:buFont typeface="IBM Plex Sans"/>
              <a:buNone/>
              <a:defRPr sz="1000">
                <a:solidFill>
                  <a:schemeClr val="lt1"/>
                </a:solidFill>
              </a:defRPr>
            </a:lvl4pPr>
            <a:lvl5pPr lvl="4" algn="ctr">
              <a:spcBef>
                <a:spcPts val="0"/>
              </a:spcBef>
              <a:spcAft>
                <a:spcPts val="0"/>
              </a:spcAft>
              <a:buClr>
                <a:schemeClr val="lt1"/>
              </a:buClr>
              <a:buSzPts val="1000"/>
              <a:buFont typeface="IBM Plex Sans"/>
              <a:buNone/>
              <a:defRPr sz="1000">
                <a:solidFill>
                  <a:schemeClr val="lt1"/>
                </a:solidFill>
              </a:defRPr>
            </a:lvl5pPr>
            <a:lvl6pPr lvl="5" algn="ctr">
              <a:spcBef>
                <a:spcPts val="0"/>
              </a:spcBef>
              <a:spcAft>
                <a:spcPts val="0"/>
              </a:spcAft>
              <a:buClr>
                <a:schemeClr val="lt1"/>
              </a:buClr>
              <a:buSzPts val="1000"/>
              <a:buFont typeface="IBM Plex Sans"/>
              <a:buNone/>
              <a:defRPr sz="1000">
                <a:solidFill>
                  <a:schemeClr val="lt1"/>
                </a:solidFill>
              </a:defRPr>
            </a:lvl6pPr>
            <a:lvl7pPr lvl="6" algn="ctr">
              <a:spcBef>
                <a:spcPts val="0"/>
              </a:spcBef>
              <a:spcAft>
                <a:spcPts val="0"/>
              </a:spcAft>
              <a:buClr>
                <a:schemeClr val="lt1"/>
              </a:buClr>
              <a:buSzPts val="1000"/>
              <a:buFont typeface="IBM Plex Sans"/>
              <a:buNone/>
              <a:defRPr sz="1000">
                <a:solidFill>
                  <a:schemeClr val="lt1"/>
                </a:solidFill>
              </a:defRPr>
            </a:lvl7pPr>
            <a:lvl8pPr lvl="7" algn="ctr">
              <a:spcBef>
                <a:spcPts val="0"/>
              </a:spcBef>
              <a:spcAft>
                <a:spcPts val="0"/>
              </a:spcAft>
              <a:buClr>
                <a:schemeClr val="lt1"/>
              </a:buClr>
              <a:buSzPts val="1000"/>
              <a:buFont typeface="IBM Plex Sans"/>
              <a:buNone/>
              <a:defRPr sz="1000">
                <a:solidFill>
                  <a:schemeClr val="lt1"/>
                </a:solidFill>
              </a:defRPr>
            </a:lvl8pPr>
            <a:lvl9pPr lvl="8" algn="ctr">
              <a:spcBef>
                <a:spcPts val="0"/>
              </a:spcBef>
              <a:spcAft>
                <a:spcPts val="0"/>
              </a:spcAft>
              <a:buClr>
                <a:schemeClr val="lt1"/>
              </a:buClr>
              <a:buSzPts val="1000"/>
              <a:buFont typeface="IBM Plex Sans"/>
              <a:buNone/>
              <a:defRPr sz="1000">
                <a:solidFill>
                  <a:schemeClr val="lt1"/>
                </a:solidFill>
              </a:defRPr>
            </a:lvl9pPr>
          </a:lstStyle>
          <a:p/>
        </p:txBody>
      </p:sp>
      <p:sp>
        <p:nvSpPr>
          <p:cNvPr id="611" name="Google Shape;611;p134"/>
          <p:cNvSpPr txBox="1"/>
          <p:nvPr>
            <p:ph idx="7" type="subTitle"/>
          </p:nvPr>
        </p:nvSpPr>
        <p:spPr>
          <a:xfrm>
            <a:off x="6600775" y="5077028"/>
            <a:ext cx="1877400" cy="287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1000"/>
              <a:buFont typeface="IBM Plex Sans"/>
              <a:buNone/>
              <a:defRPr sz="1000">
                <a:solidFill>
                  <a:schemeClr val="lt1"/>
                </a:solidFill>
              </a:defRPr>
            </a:lvl1pPr>
            <a:lvl2pPr lvl="1" algn="ctr">
              <a:spcBef>
                <a:spcPts val="0"/>
              </a:spcBef>
              <a:spcAft>
                <a:spcPts val="0"/>
              </a:spcAft>
              <a:buClr>
                <a:schemeClr val="lt1"/>
              </a:buClr>
              <a:buSzPts val="1000"/>
              <a:buFont typeface="IBM Plex Sans"/>
              <a:buNone/>
              <a:defRPr sz="1000">
                <a:solidFill>
                  <a:schemeClr val="lt1"/>
                </a:solidFill>
              </a:defRPr>
            </a:lvl2pPr>
            <a:lvl3pPr lvl="2" algn="ctr">
              <a:spcBef>
                <a:spcPts val="0"/>
              </a:spcBef>
              <a:spcAft>
                <a:spcPts val="0"/>
              </a:spcAft>
              <a:buClr>
                <a:schemeClr val="lt1"/>
              </a:buClr>
              <a:buSzPts val="1000"/>
              <a:buFont typeface="IBM Plex Sans"/>
              <a:buNone/>
              <a:defRPr sz="1000">
                <a:solidFill>
                  <a:schemeClr val="lt1"/>
                </a:solidFill>
              </a:defRPr>
            </a:lvl3pPr>
            <a:lvl4pPr lvl="3" algn="ctr">
              <a:spcBef>
                <a:spcPts val="0"/>
              </a:spcBef>
              <a:spcAft>
                <a:spcPts val="0"/>
              </a:spcAft>
              <a:buClr>
                <a:schemeClr val="lt1"/>
              </a:buClr>
              <a:buSzPts val="1000"/>
              <a:buFont typeface="IBM Plex Sans"/>
              <a:buNone/>
              <a:defRPr sz="1000">
                <a:solidFill>
                  <a:schemeClr val="lt1"/>
                </a:solidFill>
              </a:defRPr>
            </a:lvl4pPr>
            <a:lvl5pPr lvl="4" algn="ctr">
              <a:spcBef>
                <a:spcPts val="0"/>
              </a:spcBef>
              <a:spcAft>
                <a:spcPts val="0"/>
              </a:spcAft>
              <a:buClr>
                <a:schemeClr val="lt1"/>
              </a:buClr>
              <a:buSzPts val="1000"/>
              <a:buFont typeface="IBM Plex Sans"/>
              <a:buNone/>
              <a:defRPr sz="1000">
                <a:solidFill>
                  <a:schemeClr val="lt1"/>
                </a:solidFill>
              </a:defRPr>
            </a:lvl5pPr>
            <a:lvl6pPr lvl="5" algn="ctr">
              <a:spcBef>
                <a:spcPts val="0"/>
              </a:spcBef>
              <a:spcAft>
                <a:spcPts val="0"/>
              </a:spcAft>
              <a:buClr>
                <a:schemeClr val="lt1"/>
              </a:buClr>
              <a:buSzPts val="1000"/>
              <a:buFont typeface="IBM Plex Sans"/>
              <a:buNone/>
              <a:defRPr sz="1000">
                <a:solidFill>
                  <a:schemeClr val="lt1"/>
                </a:solidFill>
              </a:defRPr>
            </a:lvl6pPr>
            <a:lvl7pPr lvl="6" algn="ctr">
              <a:spcBef>
                <a:spcPts val="0"/>
              </a:spcBef>
              <a:spcAft>
                <a:spcPts val="0"/>
              </a:spcAft>
              <a:buClr>
                <a:schemeClr val="lt1"/>
              </a:buClr>
              <a:buSzPts val="1000"/>
              <a:buFont typeface="IBM Plex Sans"/>
              <a:buNone/>
              <a:defRPr sz="1000">
                <a:solidFill>
                  <a:schemeClr val="lt1"/>
                </a:solidFill>
              </a:defRPr>
            </a:lvl7pPr>
            <a:lvl8pPr lvl="7" algn="ctr">
              <a:spcBef>
                <a:spcPts val="0"/>
              </a:spcBef>
              <a:spcAft>
                <a:spcPts val="0"/>
              </a:spcAft>
              <a:buClr>
                <a:schemeClr val="lt1"/>
              </a:buClr>
              <a:buSzPts val="1000"/>
              <a:buFont typeface="IBM Plex Sans"/>
              <a:buNone/>
              <a:defRPr sz="1000">
                <a:solidFill>
                  <a:schemeClr val="lt1"/>
                </a:solidFill>
              </a:defRPr>
            </a:lvl8pPr>
            <a:lvl9pPr lvl="8" algn="ctr">
              <a:spcBef>
                <a:spcPts val="0"/>
              </a:spcBef>
              <a:spcAft>
                <a:spcPts val="0"/>
              </a:spcAft>
              <a:buClr>
                <a:schemeClr val="lt1"/>
              </a:buClr>
              <a:buSzPts val="1000"/>
              <a:buFont typeface="IBM Plex Sans"/>
              <a:buNone/>
              <a:defRPr sz="1000">
                <a:solidFill>
                  <a:schemeClr val="lt1"/>
                </a:solidFill>
              </a:defRPr>
            </a:lvl9pPr>
          </a:lstStyle>
          <a:p/>
        </p:txBody>
      </p:sp>
      <p:sp>
        <p:nvSpPr>
          <p:cNvPr id="612" name="Google Shape;612;p134"/>
          <p:cNvSpPr txBox="1"/>
          <p:nvPr>
            <p:ph idx="8" type="subTitle"/>
          </p:nvPr>
        </p:nvSpPr>
        <p:spPr>
          <a:xfrm>
            <a:off x="3633300" y="2845802"/>
            <a:ext cx="1877400" cy="539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4800"/>
              <a:buFont typeface="IBM Plex Sans"/>
              <a:buNone/>
              <a:defRPr sz="4800">
                <a:solidFill>
                  <a:schemeClr val="lt1"/>
                </a:solidFill>
              </a:defRPr>
            </a:lvl1pPr>
            <a:lvl2pPr lvl="1" algn="ctr">
              <a:spcBef>
                <a:spcPts val="0"/>
              </a:spcBef>
              <a:spcAft>
                <a:spcPts val="0"/>
              </a:spcAft>
              <a:buClr>
                <a:schemeClr val="lt1"/>
              </a:buClr>
              <a:buSzPts val="4800"/>
              <a:buFont typeface="IBM Plex Sans"/>
              <a:buNone/>
              <a:defRPr sz="4800">
                <a:solidFill>
                  <a:schemeClr val="lt1"/>
                </a:solidFill>
              </a:defRPr>
            </a:lvl2pPr>
            <a:lvl3pPr lvl="2" algn="ctr">
              <a:spcBef>
                <a:spcPts val="0"/>
              </a:spcBef>
              <a:spcAft>
                <a:spcPts val="0"/>
              </a:spcAft>
              <a:buClr>
                <a:schemeClr val="lt1"/>
              </a:buClr>
              <a:buSzPts val="4800"/>
              <a:buFont typeface="IBM Plex Sans"/>
              <a:buNone/>
              <a:defRPr sz="4800">
                <a:solidFill>
                  <a:schemeClr val="lt1"/>
                </a:solidFill>
              </a:defRPr>
            </a:lvl3pPr>
            <a:lvl4pPr lvl="3" algn="ctr">
              <a:spcBef>
                <a:spcPts val="0"/>
              </a:spcBef>
              <a:spcAft>
                <a:spcPts val="0"/>
              </a:spcAft>
              <a:buClr>
                <a:schemeClr val="lt1"/>
              </a:buClr>
              <a:buSzPts val="4800"/>
              <a:buFont typeface="IBM Plex Sans"/>
              <a:buNone/>
              <a:defRPr sz="4800">
                <a:solidFill>
                  <a:schemeClr val="lt1"/>
                </a:solidFill>
              </a:defRPr>
            </a:lvl4pPr>
            <a:lvl5pPr lvl="4" algn="ctr">
              <a:spcBef>
                <a:spcPts val="0"/>
              </a:spcBef>
              <a:spcAft>
                <a:spcPts val="0"/>
              </a:spcAft>
              <a:buClr>
                <a:schemeClr val="lt1"/>
              </a:buClr>
              <a:buSzPts val="4800"/>
              <a:buFont typeface="IBM Plex Sans"/>
              <a:buNone/>
              <a:defRPr sz="4800">
                <a:solidFill>
                  <a:schemeClr val="lt1"/>
                </a:solidFill>
              </a:defRPr>
            </a:lvl5pPr>
            <a:lvl6pPr lvl="5" algn="ctr">
              <a:spcBef>
                <a:spcPts val="0"/>
              </a:spcBef>
              <a:spcAft>
                <a:spcPts val="0"/>
              </a:spcAft>
              <a:buClr>
                <a:schemeClr val="lt1"/>
              </a:buClr>
              <a:buSzPts val="4800"/>
              <a:buFont typeface="IBM Plex Sans"/>
              <a:buNone/>
              <a:defRPr sz="4800">
                <a:solidFill>
                  <a:schemeClr val="lt1"/>
                </a:solidFill>
              </a:defRPr>
            </a:lvl6pPr>
            <a:lvl7pPr lvl="6" algn="ctr">
              <a:spcBef>
                <a:spcPts val="0"/>
              </a:spcBef>
              <a:spcAft>
                <a:spcPts val="0"/>
              </a:spcAft>
              <a:buClr>
                <a:schemeClr val="lt1"/>
              </a:buClr>
              <a:buSzPts val="4800"/>
              <a:buFont typeface="IBM Plex Sans"/>
              <a:buNone/>
              <a:defRPr sz="4800">
                <a:solidFill>
                  <a:schemeClr val="lt1"/>
                </a:solidFill>
              </a:defRPr>
            </a:lvl7pPr>
            <a:lvl8pPr lvl="7" algn="ctr">
              <a:spcBef>
                <a:spcPts val="0"/>
              </a:spcBef>
              <a:spcAft>
                <a:spcPts val="0"/>
              </a:spcAft>
              <a:buClr>
                <a:schemeClr val="lt1"/>
              </a:buClr>
              <a:buSzPts val="4800"/>
              <a:buFont typeface="IBM Plex Sans"/>
              <a:buNone/>
              <a:defRPr sz="4800">
                <a:solidFill>
                  <a:schemeClr val="lt1"/>
                </a:solidFill>
              </a:defRPr>
            </a:lvl8pPr>
            <a:lvl9pPr lvl="8" algn="ctr">
              <a:spcBef>
                <a:spcPts val="0"/>
              </a:spcBef>
              <a:spcAft>
                <a:spcPts val="0"/>
              </a:spcAft>
              <a:buClr>
                <a:schemeClr val="lt1"/>
              </a:buClr>
              <a:buSzPts val="4800"/>
              <a:buFont typeface="IBM Plex Sans"/>
              <a:buNone/>
              <a:defRPr sz="4800">
                <a:solidFill>
                  <a:schemeClr val="lt1"/>
                </a:solidFill>
              </a:defRPr>
            </a:lvl9pPr>
          </a:lstStyle>
          <a:p/>
        </p:txBody>
      </p:sp>
      <p:sp>
        <p:nvSpPr>
          <p:cNvPr id="613" name="Google Shape;613;p134"/>
          <p:cNvSpPr txBox="1"/>
          <p:nvPr>
            <p:ph idx="9" type="subTitle"/>
          </p:nvPr>
        </p:nvSpPr>
        <p:spPr>
          <a:xfrm>
            <a:off x="436725" y="905333"/>
            <a:ext cx="4182300" cy="2871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200"/>
              <a:buFont typeface="IBM Plex Sans"/>
              <a:buNone/>
              <a:defRPr sz="1200">
                <a:solidFill>
                  <a:schemeClr val="lt1"/>
                </a:solidFill>
              </a:defRPr>
            </a:lvl1pPr>
            <a:lvl2pPr lvl="1">
              <a:spcBef>
                <a:spcPts val="0"/>
              </a:spcBef>
              <a:spcAft>
                <a:spcPts val="0"/>
              </a:spcAft>
              <a:buClr>
                <a:schemeClr val="lt1"/>
              </a:buClr>
              <a:buSzPts val="1200"/>
              <a:buFont typeface="IBM Plex Sans"/>
              <a:buNone/>
              <a:defRPr sz="1200">
                <a:solidFill>
                  <a:schemeClr val="lt1"/>
                </a:solidFill>
              </a:defRPr>
            </a:lvl2pPr>
            <a:lvl3pPr lvl="2">
              <a:spcBef>
                <a:spcPts val="0"/>
              </a:spcBef>
              <a:spcAft>
                <a:spcPts val="0"/>
              </a:spcAft>
              <a:buClr>
                <a:schemeClr val="lt1"/>
              </a:buClr>
              <a:buSzPts val="1200"/>
              <a:buFont typeface="IBM Plex Sans"/>
              <a:buNone/>
              <a:defRPr sz="1200">
                <a:solidFill>
                  <a:schemeClr val="lt1"/>
                </a:solidFill>
              </a:defRPr>
            </a:lvl3pPr>
            <a:lvl4pPr lvl="3">
              <a:spcBef>
                <a:spcPts val="0"/>
              </a:spcBef>
              <a:spcAft>
                <a:spcPts val="0"/>
              </a:spcAft>
              <a:buClr>
                <a:schemeClr val="lt1"/>
              </a:buClr>
              <a:buSzPts val="1200"/>
              <a:buFont typeface="IBM Plex Sans"/>
              <a:buNone/>
              <a:defRPr sz="1200">
                <a:solidFill>
                  <a:schemeClr val="lt1"/>
                </a:solidFill>
              </a:defRPr>
            </a:lvl4pPr>
            <a:lvl5pPr lvl="4">
              <a:spcBef>
                <a:spcPts val="0"/>
              </a:spcBef>
              <a:spcAft>
                <a:spcPts val="0"/>
              </a:spcAft>
              <a:buClr>
                <a:schemeClr val="lt1"/>
              </a:buClr>
              <a:buSzPts val="1200"/>
              <a:buFont typeface="IBM Plex Sans"/>
              <a:buNone/>
              <a:defRPr sz="1200">
                <a:solidFill>
                  <a:schemeClr val="lt1"/>
                </a:solidFill>
              </a:defRPr>
            </a:lvl5pPr>
            <a:lvl6pPr lvl="5">
              <a:spcBef>
                <a:spcPts val="0"/>
              </a:spcBef>
              <a:spcAft>
                <a:spcPts val="0"/>
              </a:spcAft>
              <a:buClr>
                <a:schemeClr val="lt1"/>
              </a:buClr>
              <a:buSzPts val="1200"/>
              <a:buFont typeface="IBM Plex Sans"/>
              <a:buNone/>
              <a:defRPr sz="1200">
                <a:solidFill>
                  <a:schemeClr val="lt1"/>
                </a:solidFill>
              </a:defRPr>
            </a:lvl6pPr>
            <a:lvl7pPr lvl="6">
              <a:spcBef>
                <a:spcPts val="0"/>
              </a:spcBef>
              <a:spcAft>
                <a:spcPts val="0"/>
              </a:spcAft>
              <a:buClr>
                <a:schemeClr val="lt1"/>
              </a:buClr>
              <a:buSzPts val="1200"/>
              <a:buFont typeface="IBM Plex Sans"/>
              <a:buNone/>
              <a:defRPr sz="1200">
                <a:solidFill>
                  <a:schemeClr val="lt1"/>
                </a:solidFill>
              </a:defRPr>
            </a:lvl7pPr>
            <a:lvl8pPr lvl="7">
              <a:spcBef>
                <a:spcPts val="0"/>
              </a:spcBef>
              <a:spcAft>
                <a:spcPts val="0"/>
              </a:spcAft>
              <a:buClr>
                <a:schemeClr val="lt1"/>
              </a:buClr>
              <a:buSzPts val="1200"/>
              <a:buFont typeface="IBM Plex Sans"/>
              <a:buNone/>
              <a:defRPr sz="1200">
                <a:solidFill>
                  <a:schemeClr val="lt1"/>
                </a:solidFill>
              </a:defRPr>
            </a:lvl8pPr>
            <a:lvl9pPr lvl="8">
              <a:spcBef>
                <a:spcPts val="0"/>
              </a:spcBef>
              <a:spcAft>
                <a:spcPts val="0"/>
              </a:spcAft>
              <a:buClr>
                <a:schemeClr val="lt1"/>
              </a:buClr>
              <a:buSzPts val="1200"/>
              <a:buFont typeface="IBM Plex Sans"/>
              <a:buNone/>
              <a:defRPr sz="1200">
                <a:solidFill>
                  <a:schemeClr val="lt1"/>
                </a:solidFill>
              </a:defRPr>
            </a:lvl9pPr>
          </a:lstStyle>
          <a:p/>
        </p:txBody>
      </p:sp>
      <p:sp>
        <p:nvSpPr>
          <p:cNvPr id="614" name="Google Shape;614;p134"/>
          <p:cNvSpPr txBox="1"/>
          <p:nvPr>
            <p:ph type="title"/>
          </p:nvPr>
        </p:nvSpPr>
        <p:spPr>
          <a:xfrm>
            <a:off x="436725" y="1368694"/>
            <a:ext cx="4182300" cy="653100"/>
          </a:xfrm>
          <a:prstGeom prst="rect">
            <a:avLst/>
          </a:prstGeom>
        </p:spPr>
        <p:txBody>
          <a:bodyPr anchorCtr="0" anchor="ctr" bIns="0" lIns="0" spcFirstLastPara="1" rIns="0" wrap="square" tIns="0">
            <a:spAutoFit/>
          </a:bodyPr>
          <a:lstStyle>
            <a:lvl1pPr lvl="0">
              <a:spcBef>
                <a:spcPts val="0"/>
              </a:spcBef>
              <a:spcAft>
                <a:spcPts val="0"/>
              </a:spcAft>
              <a:buNone/>
              <a:defRPr sz="1800">
                <a:solidFill>
                  <a:schemeClr val="lt1"/>
                </a:solidFill>
              </a:defRPr>
            </a:lvl1pPr>
            <a:lvl2pPr lvl="1">
              <a:spcBef>
                <a:spcPts val="0"/>
              </a:spcBef>
              <a:spcAft>
                <a:spcPts val="0"/>
              </a:spcAft>
              <a:buNone/>
              <a:defRPr>
                <a:solidFill>
                  <a:schemeClr val="lt1"/>
                </a:solidFill>
              </a:defRPr>
            </a:lvl2pPr>
            <a:lvl3pPr lvl="2">
              <a:spcBef>
                <a:spcPts val="0"/>
              </a:spcBef>
              <a:spcAft>
                <a:spcPts val="0"/>
              </a:spcAft>
              <a:buNone/>
              <a:defRPr>
                <a:solidFill>
                  <a:schemeClr val="lt1"/>
                </a:solidFill>
              </a:defRPr>
            </a:lvl3pPr>
            <a:lvl4pPr lvl="3">
              <a:spcBef>
                <a:spcPts val="0"/>
              </a:spcBef>
              <a:spcAft>
                <a:spcPts val="0"/>
              </a:spcAft>
              <a:buNone/>
              <a:defRPr>
                <a:solidFill>
                  <a:schemeClr val="lt1"/>
                </a:solidFill>
              </a:defRPr>
            </a:lvl4pPr>
            <a:lvl5pPr lvl="4">
              <a:spcBef>
                <a:spcPts val="0"/>
              </a:spcBef>
              <a:spcAft>
                <a:spcPts val="0"/>
              </a:spcAft>
              <a:buNone/>
              <a:defRPr>
                <a:solidFill>
                  <a:schemeClr val="lt1"/>
                </a:solidFill>
              </a:defRPr>
            </a:lvl5pPr>
            <a:lvl6pPr lvl="5">
              <a:spcBef>
                <a:spcPts val="0"/>
              </a:spcBef>
              <a:spcAft>
                <a:spcPts val="0"/>
              </a:spcAft>
              <a:buNone/>
              <a:defRPr>
                <a:solidFill>
                  <a:schemeClr val="lt1"/>
                </a:solidFill>
              </a:defRPr>
            </a:lvl6pPr>
            <a:lvl7pPr lvl="6">
              <a:spcBef>
                <a:spcPts val="0"/>
              </a:spcBef>
              <a:spcAft>
                <a:spcPts val="0"/>
              </a:spcAft>
              <a:buNone/>
              <a:defRPr>
                <a:solidFill>
                  <a:schemeClr val="lt1"/>
                </a:solidFill>
              </a:defRPr>
            </a:lvl7pPr>
            <a:lvl8pPr lvl="7">
              <a:spcBef>
                <a:spcPts val="0"/>
              </a:spcBef>
              <a:spcAft>
                <a:spcPts val="0"/>
              </a:spcAft>
              <a:buNone/>
              <a:defRPr>
                <a:solidFill>
                  <a:schemeClr val="lt1"/>
                </a:solidFill>
              </a:defRPr>
            </a:lvl8pPr>
            <a:lvl9pPr lvl="8">
              <a:spcBef>
                <a:spcPts val="0"/>
              </a:spcBef>
              <a:spcAft>
                <a:spcPts val="0"/>
              </a:spcAft>
              <a:buNone/>
              <a:defRPr>
                <a:solidFill>
                  <a:schemeClr val="lt1"/>
                </a:solidFill>
              </a:defRPr>
            </a:lvl9pPr>
          </a:lstStyle>
          <a:p/>
        </p:txBody>
      </p:sp>
      <p:sp>
        <p:nvSpPr>
          <p:cNvPr id="615" name="Google Shape;615;p134"/>
          <p:cNvSpPr txBox="1"/>
          <p:nvPr>
            <p:ph idx="12" type="sldNum"/>
          </p:nvPr>
        </p:nvSpPr>
        <p:spPr>
          <a:xfrm>
            <a:off x="8280600" y="254000"/>
            <a:ext cx="386400" cy="254100"/>
          </a:xfrm>
          <a:prstGeom prst="rect">
            <a:avLst/>
          </a:prstGeom>
          <a:noFill/>
          <a:ln>
            <a:noFill/>
          </a:ln>
        </p:spPr>
        <p:txBody>
          <a:bodyPr anchorCtr="0" anchor="t" bIns="0" lIns="0" spcFirstLastPara="1" rIns="0" wrap="square" tIns="0">
            <a:noAutofit/>
          </a:bodyPr>
          <a:lstStyle>
            <a:lvl1pPr lvl="0" algn="r">
              <a:buClr>
                <a:schemeClr val="lt1"/>
              </a:buClr>
              <a:buSzPts val="800"/>
              <a:buNone/>
              <a:defRPr sz="800">
                <a:solidFill>
                  <a:schemeClr val="lt1"/>
                </a:solidFill>
                <a:latin typeface="IBM Plex Sans"/>
                <a:ea typeface="IBM Plex Sans"/>
                <a:cs typeface="IBM Plex Sans"/>
                <a:sym typeface="IBM Plex Sans"/>
              </a:defRPr>
            </a:lvl1pPr>
            <a:lvl2pPr lvl="1" algn="r">
              <a:buClr>
                <a:schemeClr val="lt1"/>
              </a:buClr>
              <a:buSzPts val="800"/>
              <a:buNone/>
              <a:defRPr sz="800">
                <a:solidFill>
                  <a:schemeClr val="lt1"/>
                </a:solidFill>
                <a:latin typeface="IBM Plex Sans"/>
                <a:ea typeface="IBM Plex Sans"/>
                <a:cs typeface="IBM Plex Sans"/>
                <a:sym typeface="IBM Plex Sans"/>
              </a:defRPr>
            </a:lvl2pPr>
            <a:lvl3pPr lvl="2" algn="r">
              <a:buClr>
                <a:schemeClr val="lt1"/>
              </a:buClr>
              <a:buSzPts val="800"/>
              <a:buNone/>
              <a:defRPr sz="800">
                <a:solidFill>
                  <a:schemeClr val="lt1"/>
                </a:solidFill>
                <a:latin typeface="IBM Plex Sans"/>
                <a:ea typeface="IBM Plex Sans"/>
                <a:cs typeface="IBM Plex Sans"/>
                <a:sym typeface="IBM Plex Sans"/>
              </a:defRPr>
            </a:lvl3pPr>
            <a:lvl4pPr lvl="3" algn="r">
              <a:buClr>
                <a:schemeClr val="lt1"/>
              </a:buClr>
              <a:buSzPts val="800"/>
              <a:buNone/>
              <a:defRPr sz="800">
                <a:solidFill>
                  <a:schemeClr val="lt1"/>
                </a:solidFill>
                <a:latin typeface="IBM Plex Sans"/>
                <a:ea typeface="IBM Plex Sans"/>
                <a:cs typeface="IBM Plex Sans"/>
                <a:sym typeface="IBM Plex Sans"/>
              </a:defRPr>
            </a:lvl4pPr>
            <a:lvl5pPr lvl="4" algn="r">
              <a:buClr>
                <a:schemeClr val="lt1"/>
              </a:buClr>
              <a:buSzPts val="800"/>
              <a:buNone/>
              <a:defRPr sz="800">
                <a:solidFill>
                  <a:schemeClr val="lt1"/>
                </a:solidFill>
                <a:latin typeface="IBM Plex Sans"/>
                <a:ea typeface="IBM Plex Sans"/>
                <a:cs typeface="IBM Plex Sans"/>
                <a:sym typeface="IBM Plex Sans"/>
              </a:defRPr>
            </a:lvl5pPr>
            <a:lvl6pPr lvl="5" algn="r">
              <a:buClr>
                <a:schemeClr val="lt1"/>
              </a:buClr>
              <a:buSzPts val="800"/>
              <a:buNone/>
              <a:defRPr sz="800">
                <a:solidFill>
                  <a:schemeClr val="lt1"/>
                </a:solidFill>
                <a:latin typeface="IBM Plex Sans"/>
                <a:ea typeface="IBM Plex Sans"/>
                <a:cs typeface="IBM Plex Sans"/>
                <a:sym typeface="IBM Plex Sans"/>
              </a:defRPr>
            </a:lvl6pPr>
            <a:lvl7pPr lvl="6" algn="r">
              <a:buClr>
                <a:schemeClr val="lt1"/>
              </a:buClr>
              <a:buSzPts val="800"/>
              <a:buNone/>
              <a:defRPr sz="800">
                <a:solidFill>
                  <a:schemeClr val="lt1"/>
                </a:solidFill>
                <a:latin typeface="IBM Plex Sans"/>
                <a:ea typeface="IBM Plex Sans"/>
                <a:cs typeface="IBM Plex Sans"/>
                <a:sym typeface="IBM Plex Sans"/>
              </a:defRPr>
            </a:lvl7pPr>
            <a:lvl8pPr lvl="7" algn="r">
              <a:buClr>
                <a:schemeClr val="lt1"/>
              </a:buClr>
              <a:buSzPts val="800"/>
              <a:buNone/>
              <a:defRPr sz="800">
                <a:solidFill>
                  <a:schemeClr val="lt1"/>
                </a:solidFill>
                <a:latin typeface="IBM Plex Sans"/>
                <a:ea typeface="IBM Plex Sans"/>
                <a:cs typeface="IBM Plex Sans"/>
                <a:sym typeface="IBM Plex Sans"/>
              </a:defRPr>
            </a:lvl8pPr>
            <a:lvl9pPr lvl="8" algn="r">
              <a:buClr>
                <a:schemeClr val="lt1"/>
              </a:buClr>
              <a:buSzPts val="800"/>
              <a:buNone/>
              <a:defRPr sz="800">
                <a:solidFill>
                  <a:schemeClr val="lt1"/>
                </a:solidFill>
                <a:latin typeface="IBM Plex Sans"/>
                <a:ea typeface="IBM Plex Sans"/>
                <a:cs typeface="IBM Plex Sans"/>
                <a:sym typeface="IBM Plex Sans"/>
              </a:defRPr>
            </a:lvl9pPr>
          </a:lstStyle>
          <a:p>
            <a:pPr indent="-50800" lvl="0" marL="0" rtl="0" algn="r">
              <a:spcBef>
                <a:spcPts val="0"/>
              </a:spcBef>
              <a:spcAft>
                <a:spcPts val="0"/>
              </a:spcAft>
              <a:buClr>
                <a:schemeClr val="lt1"/>
              </a:buClr>
              <a:buSzPts val="800"/>
              <a:buFont typeface="IBM Plex Sans"/>
              <a:buNone/>
            </a:pPr>
            <a:fld id="{00000000-1234-1234-1234-123412341234}" type="slidenum">
              <a:rPr lang="en"/>
              <a:t>‹#›</a:t>
            </a:fld>
            <a:endParaRPr/>
          </a:p>
        </p:txBody>
      </p:sp>
      <p:sp>
        <p:nvSpPr>
          <p:cNvPr id="616" name="Google Shape;616;p134"/>
          <p:cNvSpPr txBox="1"/>
          <p:nvPr>
            <p:ph idx="13" type="subTitle"/>
          </p:nvPr>
        </p:nvSpPr>
        <p:spPr>
          <a:xfrm>
            <a:off x="6802800" y="256333"/>
            <a:ext cx="1050600" cy="162000"/>
          </a:xfrm>
          <a:prstGeom prst="rect">
            <a:avLst/>
          </a:prstGeom>
        </p:spPr>
        <p:txBody>
          <a:bodyPr anchorCtr="0" anchor="t" bIns="0" lIns="0" spcFirstLastPara="1" rIns="0" wrap="square" tIns="0">
            <a:spAutoFit/>
          </a:bodyPr>
          <a:lstStyle>
            <a:lvl1pPr lvl="0" algn="r">
              <a:spcBef>
                <a:spcPts val="0"/>
              </a:spcBef>
              <a:spcAft>
                <a:spcPts val="0"/>
              </a:spcAft>
              <a:buClr>
                <a:schemeClr val="lt1"/>
              </a:buClr>
              <a:buSzPts val="800"/>
              <a:buFont typeface="IBM Plex Sans"/>
              <a:buNone/>
              <a:defRPr sz="800">
                <a:solidFill>
                  <a:schemeClr val="lt1"/>
                </a:solidFill>
              </a:defRPr>
            </a:lvl1pPr>
            <a:lvl2pPr lvl="1" algn="r">
              <a:spcBef>
                <a:spcPts val="0"/>
              </a:spcBef>
              <a:spcAft>
                <a:spcPts val="0"/>
              </a:spcAft>
              <a:buClr>
                <a:schemeClr val="lt1"/>
              </a:buClr>
              <a:buSzPts val="800"/>
              <a:buFont typeface="IBM Plex Sans"/>
              <a:buNone/>
              <a:defRPr sz="800">
                <a:solidFill>
                  <a:schemeClr val="lt1"/>
                </a:solidFill>
              </a:defRPr>
            </a:lvl2pPr>
            <a:lvl3pPr lvl="2" algn="r">
              <a:spcBef>
                <a:spcPts val="0"/>
              </a:spcBef>
              <a:spcAft>
                <a:spcPts val="0"/>
              </a:spcAft>
              <a:buClr>
                <a:schemeClr val="lt1"/>
              </a:buClr>
              <a:buSzPts val="800"/>
              <a:buFont typeface="IBM Plex Sans"/>
              <a:buNone/>
              <a:defRPr sz="800">
                <a:solidFill>
                  <a:schemeClr val="lt1"/>
                </a:solidFill>
              </a:defRPr>
            </a:lvl3pPr>
            <a:lvl4pPr lvl="3" algn="r">
              <a:spcBef>
                <a:spcPts val="0"/>
              </a:spcBef>
              <a:spcAft>
                <a:spcPts val="0"/>
              </a:spcAft>
              <a:buClr>
                <a:schemeClr val="lt1"/>
              </a:buClr>
              <a:buSzPts val="800"/>
              <a:buFont typeface="IBM Plex Sans"/>
              <a:buNone/>
              <a:defRPr sz="800">
                <a:solidFill>
                  <a:schemeClr val="lt1"/>
                </a:solidFill>
              </a:defRPr>
            </a:lvl4pPr>
            <a:lvl5pPr lvl="4" algn="r">
              <a:spcBef>
                <a:spcPts val="0"/>
              </a:spcBef>
              <a:spcAft>
                <a:spcPts val="0"/>
              </a:spcAft>
              <a:buClr>
                <a:schemeClr val="lt1"/>
              </a:buClr>
              <a:buSzPts val="800"/>
              <a:buFont typeface="IBM Plex Sans"/>
              <a:buNone/>
              <a:defRPr sz="800">
                <a:solidFill>
                  <a:schemeClr val="lt1"/>
                </a:solidFill>
              </a:defRPr>
            </a:lvl5pPr>
            <a:lvl6pPr lvl="5" algn="r">
              <a:spcBef>
                <a:spcPts val="0"/>
              </a:spcBef>
              <a:spcAft>
                <a:spcPts val="0"/>
              </a:spcAft>
              <a:buClr>
                <a:schemeClr val="lt1"/>
              </a:buClr>
              <a:buSzPts val="800"/>
              <a:buFont typeface="IBM Plex Sans"/>
              <a:buNone/>
              <a:defRPr sz="800">
                <a:solidFill>
                  <a:schemeClr val="lt1"/>
                </a:solidFill>
              </a:defRPr>
            </a:lvl6pPr>
            <a:lvl7pPr lvl="6" algn="r">
              <a:spcBef>
                <a:spcPts val="0"/>
              </a:spcBef>
              <a:spcAft>
                <a:spcPts val="0"/>
              </a:spcAft>
              <a:buClr>
                <a:schemeClr val="lt1"/>
              </a:buClr>
              <a:buSzPts val="800"/>
              <a:buFont typeface="IBM Plex Sans"/>
              <a:buNone/>
              <a:defRPr sz="800">
                <a:solidFill>
                  <a:schemeClr val="lt1"/>
                </a:solidFill>
              </a:defRPr>
            </a:lvl7pPr>
            <a:lvl8pPr lvl="7" algn="r">
              <a:spcBef>
                <a:spcPts val="0"/>
              </a:spcBef>
              <a:spcAft>
                <a:spcPts val="0"/>
              </a:spcAft>
              <a:buClr>
                <a:schemeClr val="lt1"/>
              </a:buClr>
              <a:buSzPts val="800"/>
              <a:buFont typeface="IBM Plex Sans"/>
              <a:buNone/>
              <a:defRPr sz="800">
                <a:solidFill>
                  <a:schemeClr val="lt1"/>
                </a:solidFill>
              </a:defRPr>
            </a:lvl8pPr>
            <a:lvl9pPr lvl="8" algn="r">
              <a:spcBef>
                <a:spcPts val="0"/>
              </a:spcBef>
              <a:spcAft>
                <a:spcPts val="0"/>
              </a:spcAft>
              <a:buClr>
                <a:schemeClr val="lt1"/>
              </a:buClr>
              <a:buSzPts val="800"/>
              <a:buFont typeface="IBM Plex Sans"/>
              <a:buNone/>
              <a:defRPr sz="800">
                <a:solidFill>
                  <a:schemeClr val="lt1"/>
                </a:solidFill>
              </a:defRPr>
            </a:lvl9pPr>
          </a:lstStyle>
          <a:p/>
        </p:txBody>
      </p:sp>
      <p:sp>
        <p:nvSpPr>
          <p:cNvPr id="617" name="Google Shape;617;p134"/>
          <p:cNvSpPr txBox="1"/>
          <p:nvPr>
            <p:ph idx="14" type="subTitle"/>
          </p:nvPr>
        </p:nvSpPr>
        <p:spPr>
          <a:xfrm>
            <a:off x="436725" y="256333"/>
            <a:ext cx="1893000" cy="254100"/>
          </a:xfrm>
          <a:prstGeom prst="rect">
            <a:avLst/>
          </a:prstGeom>
        </p:spPr>
        <p:txBody>
          <a:bodyPr anchorCtr="0" anchor="t" bIns="0" lIns="0" spcFirstLastPara="1" rIns="91425" wrap="square" tIns="0">
            <a:spAutoFit/>
          </a:bodyPr>
          <a:lstStyle>
            <a:lvl1pPr lvl="0">
              <a:spcBef>
                <a:spcPts val="0"/>
              </a:spcBef>
              <a:spcAft>
                <a:spcPts val="0"/>
              </a:spcAft>
              <a:buClr>
                <a:schemeClr val="lt1"/>
              </a:buClr>
              <a:buSzPts val="800"/>
              <a:buFont typeface="IBM Plex Sans"/>
              <a:buNone/>
              <a:defRPr sz="800">
                <a:solidFill>
                  <a:schemeClr val="lt1"/>
                </a:solidFill>
              </a:defRPr>
            </a:lvl1pPr>
            <a:lvl2pPr lvl="1">
              <a:spcBef>
                <a:spcPts val="0"/>
              </a:spcBef>
              <a:spcAft>
                <a:spcPts val="0"/>
              </a:spcAft>
              <a:buClr>
                <a:schemeClr val="lt1"/>
              </a:buClr>
              <a:buSzPts val="800"/>
              <a:buFont typeface="IBM Plex Sans"/>
              <a:buNone/>
              <a:defRPr sz="800">
                <a:solidFill>
                  <a:schemeClr val="lt1"/>
                </a:solidFill>
              </a:defRPr>
            </a:lvl2pPr>
            <a:lvl3pPr lvl="2">
              <a:spcBef>
                <a:spcPts val="0"/>
              </a:spcBef>
              <a:spcAft>
                <a:spcPts val="0"/>
              </a:spcAft>
              <a:buClr>
                <a:schemeClr val="lt1"/>
              </a:buClr>
              <a:buSzPts val="800"/>
              <a:buFont typeface="IBM Plex Sans"/>
              <a:buNone/>
              <a:defRPr sz="800">
                <a:solidFill>
                  <a:schemeClr val="lt1"/>
                </a:solidFill>
              </a:defRPr>
            </a:lvl3pPr>
            <a:lvl4pPr lvl="3">
              <a:spcBef>
                <a:spcPts val="0"/>
              </a:spcBef>
              <a:spcAft>
                <a:spcPts val="0"/>
              </a:spcAft>
              <a:buClr>
                <a:schemeClr val="lt1"/>
              </a:buClr>
              <a:buSzPts val="800"/>
              <a:buFont typeface="IBM Plex Sans"/>
              <a:buNone/>
              <a:defRPr sz="800">
                <a:solidFill>
                  <a:schemeClr val="lt1"/>
                </a:solidFill>
              </a:defRPr>
            </a:lvl4pPr>
            <a:lvl5pPr lvl="4">
              <a:spcBef>
                <a:spcPts val="0"/>
              </a:spcBef>
              <a:spcAft>
                <a:spcPts val="0"/>
              </a:spcAft>
              <a:buClr>
                <a:schemeClr val="lt1"/>
              </a:buClr>
              <a:buSzPts val="800"/>
              <a:buFont typeface="IBM Plex Sans"/>
              <a:buNone/>
              <a:defRPr sz="800">
                <a:solidFill>
                  <a:schemeClr val="lt1"/>
                </a:solidFill>
              </a:defRPr>
            </a:lvl5pPr>
            <a:lvl6pPr lvl="5">
              <a:spcBef>
                <a:spcPts val="0"/>
              </a:spcBef>
              <a:spcAft>
                <a:spcPts val="0"/>
              </a:spcAft>
              <a:buClr>
                <a:schemeClr val="lt1"/>
              </a:buClr>
              <a:buSzPts val="800"/>
              <a:buFont typeface="IBM Plex Sans"/>
              <a:buNone/>
              <a:defRPr sz="800">
                <a:solidFill>
                  <a:schemeClr val="lt1"/>
                </a:solidFill>
              </a:defRPr>
            </a:lvl6pPr>
            <a:lvl7pPr lvl="6">
              <a:spcBef>
                <a:spcPts val="0"/>
              </a:spcBef>
              <a:spcAft>
                <a:spcPts val="0"/>
              </a:spcAft>
              <a:buClr>
                <a:schemeClr val="lt1"/>
              </a:buClr>
              <a:buSzPts val="800"/>
              <a:buFont typeface="IBM Plex Sans"/>
              <a:buNone/>
              <a:defRPr sz="800">
                <a:solidFill>
                  <a:schemeClr val="lt1"/>
                </a:solidFill>
              </a:defRPr>
            </a:lvl7pPr>
            <a:lvl8pPr lvl="7">
              <a:spcBef>
                <a:spcPts val="0"/>
              </a:spcBef>
              <a:spcAft>
                <a:spcPts val="0"/>
              </a:spcAft>
              <a:buClr>
                <a:schemeClr val="lt1"/>
              </a:buClr>
              <a:buSzPts val="800"/>
              <a:buFont typeface="IBM Plex Sans"/>
              <a:buNone/>
              <a:defRPr sz="800">
                <a:solidFill>
                  <a:schemeClr val="lt1"/>
                </a:solidFill>
              </a:defRPr>
            </a:lvl8pPr>
            <a:lvl9pPr lvl="8">
              <a:spcBef>
                <a:spcPts val="0"/>
              </a:spcBef>
              <a:spcAft>
                <a:spcPts val="0"/>
              </a:spcAft>
              <a:buClr>
                <a:schemeClr val="lt1"/>
              </a:buClr>
              <a:buSzPts val="800"/>
              <a:buFont typeface="IBM Plex Sans"/>
              <a:buNone/>
              <a:defRPr sz="800">
                <a:solidFill>
                  <a:schemeClr val="lt1"/>
                </a:solidFill>
              </a:defRPr>
            </a:lvl9pPr>
          </a:lstStyle>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dule index">
  <p:cSld name="CUSTOM_6_1">
    <p:bg>
      <p:bgPr>
        <a:solidFill>
          <a:schemeClr val="dk1"/>
        </a:solidFill>
      </p:bgPr>
    </p:bg>
    <p:spTree>
      <p:nvGrpSpPr>
        <p:cNvPr id="618" name="Shape 618"/>
        <p:cNvGrpSpPr/>
        <p:nvPr/>
      </p:nvGrpSpPr>
      <p:grpSpPr>
        <a:xfrm>
          <a:off x="0" y="0"/>
          <a:ext cx="0" cy="0"/>
          <a:chOff x="0" y="0"/>
          <a:chExt cx="0" cy="0"/>
        </a:xfrm>
      </p:grpSpPr>
      <p:sp>
        <p:nvSpPr>
          <p:cNvPr id="619" name="Google Shape;619;p135"/>
          <p:cNvSpPr txBox="1"/>
          <p:nvPr>
            <p:ph type="title"/>
          </p:nvPr>
        </p:nvSpPr>
        <p:spPr>
          <a:xfrm>
            <a:off x="571500" y="889002"/>
            <a:ext cx="4000500" cy="633900"/>
          </a:xfrm>
          <a:prstGeom prst="rect">
            <a:avLst/>
          </a:prstGeom>
        </p:spPr>
        <p:txBody>
          <a:bodyPr anchorCtr="0" anchor="ctr" bIns="0" lIns="0" spcFirstLastPara="1" rIns="0" wrap="square" tIns="0">
            <a:spAutoFit/>
          </a:bodyPr>
          <a:lstStyle>
            <a:lvl1pPr lvl="0">
              <a:spcBef>
                <a:spcPts val="0"/>
              </a:spcBef>
              <a:spcAft>
                <a:spcPts val="0"/>
              </a:spcAft>
              <a:buClr>
                <a:schemeClr val="lt1"/>
              </a:buClr>
              <a:buSzPts val="2400"/>
              <a:buNone/>
              <a:defRPr b="1">
                <a:solidFill>
                  <a:schemeClr val="lt1"/>
                </a:solidFill>
              </a:defRPr>
            </a:lvl1pPr>
            <a:lvl2pPr lvl="1">
              <a:spcBef>
                <a:spcPts val="0"/>
              </a:spcBef>
              <a:spcAft>
                <a:spcPts val="0"/>
              </a:spcAft>
              <a:buClr>
                <a:schemeClr val="lt1"/>
              </a:buClr>
              <a:buSzPts val="2400"/>
              <a:buNone/>
              <a:defRPr>
                <a:solidFill>
                  <a:schemeClr val="lt1"/>
                </a:solidFill>
              </a:defRPr>
            </a:lvl2pPr>
            <a:lvl3pPr lvl="2">
              <a:spcBef>
                <a:spcPts val="0"/>
              </a:spcBef>
              <a:spcAft>
                <a:spcPts val="0"/>
              </a:spcAft>
              <a:buClr>
                <a:schemeClr val="lt1"/>
              </a:buClr>
              <a:buSzPts val="2400"/>
              <a:buNone/>
              <a:defRPr>
                <a:solidFill>
                  <a:schemeClr val="lt1"/>
                </a:solidFill>
              </a:defRPr>
            </a:lvl3pPr>
            <a:lvl4pPr lvl="3">
              <a:spcBef>
                <a:spcPts val="0"/>
              </a:spcBef>
              <a:spcAft>
                <a:spcPts val="0"/>
              </a:spcAft>
              <a:buClr>
                <a:schemeClr val="lt1"/>
              </a:buClr>
              <a:buSzPts val="2400"/>
              <a:buNone/>
              <a:defRPr>
                <a:solidFill>
                  <a:schemeClr val="lt1"/>
                </a:solidFill>
              </a:defRPr>
            </a:lvl4pPr>
            <a:lvl5pPr lvl="4">
              <a:spcBef>
                <a:spcPts val="0"/>
              </a:spcBef>
              <a:spcAft>
                <a:spcPts val="0"/>
              </a:spcAft>
              <a:buClr>
                <a:schemeClr val="lt1"/>
              </a:buClr>
              <a:buSzPts val="2400"/>
              <a:buNone/>
              <a:defRPr>
                <a:solidFill>
                  <a:schemeClr val="lt1"/>
                </a:solidFill>
              </a:defRPr>
            </a:lvl5pPr>
            <a:lvl6pPr lvl="5">
              <a:spcBef>
                <a:spcPts val="0"/>
              </a:spcBef>
              <a:spcAft>
                <a:spcPts val="0"/>
              </a:spcAft>
              <a:buClr>
                <a:schemeClr val="lt1"/>
              </a:buClr>
              <a:buSzPts val="2400"/>
              <a:buNone/>
              <a:defRPr>
                <a:solidFill>
                  <a:schemeClr val="lt1"/>
                </a:solidFill>
              </a:defRPr>
            </a:lvl6pPr>
            <a:lvl7pPr lvl="6">
              <a:spcBef>
                <a:spcPts val="0"/>
              </a:spcBef>
              <a:spcAft>
                <a:spcPts val="0"/>
              </a:spcAft>
              <a:buClr>
                <a:schemeClr val="lt1"/>
              </a:buClr>
              <a:buSzPts val="2400"/>
              <a:buNone/>
              <a:defRPr>
                <a:solidFill>
                  <a:schemeClr val="lt1"/>
                </a:solidFill>
              </a:defRPr>
            </a:lvl7pPr>
            <a:lvl8pPr lvl="7">
              <a:spcBef>
                <a:spcPts val="0"/>
              </a:spcBef>
              <a:spcAft>
                <a:spcPts val="0"/>
              </a:spcAft>
              <a:buClr>
                <a:schemeClr val="lt1"/>
              </a:buClr>
              <a:buSzPts val="2400"/>
              <a:buNone/>
              <a:defRPr>
                <a:solidFill>
                  <a:schemeClr val="lt1"/>
                </a:solidFill>
              </a:defRPr>
            </a:lvl8pPr>
            <a:lvl9pPr lvl="8">
              <a:spcBef>
                <a:spcPts val="0"/>
              </a:spcBef>
              <a:spcAft>
                <a:spcPts val="0"/>
              </a:spcAft>
              <a:buClr>
                <a:schemeClr val="lt1"/>
              </a:buClr>
              <a:buSzPts val="2400"/>
              <a:buNone/>
              <a:defRPr>
                <a:solidFill>
                  <a:schemeClr val="lt1"/>
                </a:solidFill>
              </a:defRPr>
            </a:lvl9pPr>
          </a:lstStyle>
          <a:p/>
        </p:txBody>
      </p:sp>
      <p:sp>
        <p:nvSpPr>
          <p:cNvPr id="620" name="Google Shape;620;p135"/>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959">
          <p15:clr>
            <a:srgbClr val="E46962"/>
          </p15:clr>
        </p15:guide>
      </p15:sldGuideLst>
    </p:ext>
  </p:extLst>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3  1">
  <p:cSld name="CUSTOM_6_1_1">
    <p:bg>
      <p:bgPr>
        <a:solidFill>
          <a:schemeClr val="lt2"/>
        </a:solidFill>
      </p:bgPr>
    </p:bg>
    <p:spTree>
      <p:nvGrpSpPr>
        <p:cNvPr id="621" name="Shape 621"/>
        <p:cNvGrpSpPr/>
        <p:nvPr/>
      </p:nvGrpSpPr>
      <p:grpSpPr>
        <a:xfrm>
          <a:off x="0" y="0"/>
          <a:ext cx="0" cy="0"/>
          <a:chOff x="0" y="0"/>
          <a:chExt cx="0" cy="0"/>
        </a:xfrm>
      </p:grpSpPr>
      <p:sp>
        <p:nvSpPr>
          <p:cNvPr id="622" name="Google Shape;622;p136"/>
          <p:cNvSpPr txBox="1"/>
          <p:nvPr>
            <p:ph type="title"/>
          </p:nvPr>
        </p:nvSpPr>
        <p:spPr>
          <a:xfrm>
            <a:off x="607200" y="1140611"/>
            <a:ext cx="3936000" cy="596400"/>
          </a:xfrm>
          <a:prstGeom prst="rect">
            <a:avLst/>
          </a:prstGeom>
        </p:spPr>
        <p:txBody>
          <a:bodyPr anchorCtr="0" anchor="ctr" bIns="0" lIns="0" spcFirstLastPara="1" rIns="0" wrap="square" tIns="0">
            <a:spAutoFit/>
          </a:bodyPr>
          <a:lstStyle>
            <a:lvl1pPr lvl="0">
              <a:spcBef>
                <a:spcPts val="0"/>
              </a:spcBef>
              <a:spcAft>
                <a:spcPts val="0"/>
              </a:spcAft>
              <a:buSzPts val="2400"/>
              <a:buAutoNum type="arabicPeriod"/>
              <a:defRPr b="1" sz="1800">
                <a:solidFill>
                  <a:schemeClr val="lt1"/>
                </a:solidFill>
              </a:defRPr>
            </a:lvl1pPr>
            <a:lvl2pPr lvl="1">
              <a:spcBef>
                <a:spcPts val="0"/>
              </a:spcBef>
              <a:spcAft>
                <a:spcPts val="0"/>
              </a:spcAft>
              <a:buSzPts val="2400"/>
              <a:buAutoNum type="alphaLcPeriod"/>
              <a:defRPr/>
            </a:lvl2pPr>
            <a:lvl3pPr lvl="2">
              <a:spcBef>
                <a:spcPts val="0"/>
              </a:spcBef>
              <a:spcAft>
                <a:spcPts val="0"/>
              </a:spcAft>
              <a:buSzPts val="2400"/>
              <a:buAutoNum type="romanLcPeriod"/>
              <a:defRPr/>
            </a:lvl3pPr>
            <a:lvl4pPr lvl="3">
              <a:spcBef>
                <a:spcPts val="0"/>
              </a:spcBef>
              <a:spcAft>
                <a:spcPts val="0"/>
              </a:spcAft>
              <a:buSzPts val="2400"/>
              <a:buAutoNum type="arabicPeriod"/>
              <a:defRPr/>
            </a:lvl4pPr>
            <a:lvl5pPr lvl="4">
              <a:spcBef>
                <a:spcPts val="0"/>
              </a:spcBef>
              <a:spcAft>
                <a:spcPts val="0"/>
              </a:spcAft>
              <a:buSzPts val="2400"/>
              <a:buAutoNum type="alphaLcPeriod"/>
              <a:defRPr/>
            </a:lvl5pPr>
            <a:lvl6pPr lvl="5">
              <a:spcBef>
                <a:spcPts val="0"/>
              </a:spcBef>
              <a:spcAft>
                <a:spcPts val="0"/>
              </a:spcAft>
              <a:buSzPts val="2400"/>
              <a:buAutoNum type="romanLcPeriod"/>
              <a:defRPr/>
            </a:lvl6pPr>
            <a:lvl7pPr lvl="6">
              <a:spcBef>
                <a:spcPts val="0"/>
              </a:spcBef>
              <a:spcAft>
                <a:spcPts val="0"/>
              </a:spcAft>
              <a:buSzPts val="2400"/>
              <a:buAutoNum type="arabicPeriod"/>
              <a:defRPr/>
            </a:lvl7pPr>
            <a:lvl8pPr lvl="7">
              <a:spcBef>
                <a:spcPts val="0"/>
              </a:spcBef>
              <a:spcAft>
                <a:spcPts val="0"/>
              </a:spcAft>
              <a:buSzPts val="2400"/>
              <a:buAutoNum type="alphaLcPeriod"/>
              <a:defRPr/>
            </a:lvl8pPr>
            <a:lvl9pPr lvl="8">
              <a:spcBef>
                <a:spcPts val="0"/>
              </a:spcBef>
              <a:spcAft>
                <a:spcPts val="0"/>
              </a:spcAft>
              <a:buSzPts val="2400"/>
              <a:buAutoNum type="romanLcPeriod"/>
              <a:defRPr/>
            </a:lvl9pPr>
          </a:lstStyle>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7">
    <p:spTree>
      <p:nvGrpSpPr>
        <p:cNvPr id="623" name="Shape 623"/>
        <p:cNvGrpSpPr/>
        <p:nvPr/>
      </p:nvGrpSpPr>
      <p:grpSpPr>
        <a:xfrm>
          <a:off x="0" y="0"/>
          <a:ext cx="0" cy="0"/>
          <a:chOff x="0" y="0"/>
          <a:chExt cx="0" cy="0"/>
        </a:xfrm>
      </p:grpSpPr>
      <p:sp>
        <p:nvSpPr>
          <p:cNvPr id="624" name="Google Shape;624;p137"/>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1">
  <p:cSld name="Title + Subtitle_2">
    <p:spTree>
      <p:nvGrpSpPr>
        <p:cNvPr id="625" name="Shape 625"/>
        <p:cNvGrpSpPr/>
        <p:nvPr/>
      </p:nvGrpSpPr>
      <p:grpSpPr>
        <a:xfrm>
          <a:off x="0" y="0"/>
          <a:ext cx="0" cy="0"/>
          <a:chOff x="0" y="0"/>
          <a:chExt cx="0" cy="0"/>
        </a:xfrm>
      </p:grpSpPr>
      <p:sp>
        <p:nvSpPr>
          <p:cNvPr id="626" name="Google Shape;626;p138"/>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627" name="Google Shape;627;p138"/>
          <p:cNvSpPr txBox="1"/>
          <p:nvPr>
            <p:ph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Body: 1 column 1">
  <p:cSld name="Title + Body_1">
    <p:spTree>
      <p:nvGrpSpPr>
        <p:cNvPr id="628" name="Shape 628"/>
        <p:cNvGrpSpPr/>
        <p:nvPr/>
      </p:nvGrpSpPr>
      <p:grpSpPr>
        <a:xfrm>
          <a:off x="0" y="0"/>
          <a:ext cx="0" cy="0"/>
          <a:chOff x="0" y="0"/>
          <a:chExt cx="0" cy="0"/>
        </a:xfrm>
      </p:grpSpPr>
      <p:sp>
        <p:nvSpPr>
          <p:cNvPr id="629" name="Google Shape;629;p139"/>
          <p:cNvSpPr txBox="1"/>
          <p:nvPr>
            <p:ph type="title"/>
          </p:nvPr>
        </p:nvSpPr>
        <p:spPr>
          <a:xfrm>
            <a:off x="457200" y="942000"/>
            <a:ext cx="3661500" cy="1064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630" name="Google Shape;630;p139"/>
          <p:cNvSpPr txBox="1"/>
          <p:nvPr>
            <p:ph idx="1" type="subTitle"/>
          </p:nvPr>
        </p:nvSpPr>
        <p:spPr>
          <a:xfrm>
            <a:off x="457200" y="508000"/>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631" name="Google Shape;631;p139"/>
          <p:cNvSpPr txBox="1"/>
          <p:nvPr>
            <p:ph idx="2" type="body"/>
          </p:nvPr>
        </p:nvSpPr>
        <p:spPr>
          <a:xfrm>
            <a:off x="457200" y="2139583"/>
            <a:ext cx="3661500" cy="3067800"/>
          </a:xfrm>
          <a:prstGeom prst="rect">
            <a:avLst/>
          </a:prstGeom>
        </p:spPr>
        <p:txBody>
          <a:bodyPr anchorCtr="0" anchor="t" bIns="0" lIns="0" spcFirstLastPara="1" rIns="0" wrap="square" tIns="0">
            <a:spAutoFit/>
          </a:bodyPr>
          <a:lstStyle>
            <a:lvl1pPr indent="-304800" lvl="0" marL="457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column 1">
  <p:cSld name="ONE_COLUMN_TEXT_1">
    <p:spTree>
      <p:nvGrpSpPr>
        <p:cNvPr id="632" name="Shape 632"/>
        <p:cNvGrpSpPr/>
        <p:nvPr/>
      </p:nvGrpSpPr>
      <p:grpSpPr>
        <a:xfrm>
          <a:off x="0" y="0"/>
          <a:ext cx="0" cy="0"/>
          <a:chOff x="0" y="0"/>
          <a:chExt cx="0" cy="0"/>
        </a:xfrm>
      </p:grpSpPr>
      <p:sp>
        <p:nvSpPr>
          <p:cNvPr id="633" name="Google Shape;633;p140"/>
          <p:cNvSpPr txBox="1"/>
          <p:nvPr>
            <p:ph type="title"/>
          </p:nvPr>
        </p:nvSpPr>
        <p:spPr>
          <a:xfrm>
            <a:off x="457200" y="518667"/>
            <a:ext cx="3204600" cy="10056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634" name="Google Shape;634;p140"/>
          <p:cNvSpPr txBox="1"/>
          <p:nvPr>
            <p:ph idx="1" type="body"/>
          </p:nvPr>
        </p:nvSpPr>
        <p:spPr>
          <a:xfrm>
            <a:off x="457200" y="1524417"/>
            <a:ext cx="3204600" cy="3682800"/>
          </a:xfrm>
          <a:prstGeom prst="rect">
            <a:avLst/>
          </a:prstGeom>
        </p:spPr>
        <p:txBody>
          <a:bodyPr anchorCtr="0" anchor="t" bIns="0" lIns="0" spcFirstLastPara="1" rIns="0" wrap="square" tIns="0">
            <a:spAutoFit/>
          </a:bodyPr>
          <a:lstStyle>
            <a:lvl1pPr indent="-304800" lvl="0" marL="457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9pPr>
          </a:lstStyle>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Right 1">
  <p:cSld name="Text + Image_1">
    <p:spTree>
      <p:nvGrpSpPr>
        <p:cNvPr id="635" name="Shape 635"/>
        <p:cNvGrpSpPr/>
        <p:nvPr/>
      </p:nvGrpSpPr>
      <p:grpSpPr>
        <a:xfrm>
          <a:off x="0" y="0"/>
          <a:ext cx="0" cy="0"/>
          <a:chOff x="0" y="0"/>
          <a:chExt cx="0" cy="0"/>
        </a:xfrm>
      </p:grpSpPr>
      <p:sp>
        <p:nvSpPr>
          <p:cNvPr id="636" name="Google Shape;636;p141"/>
          <p:cNvSpPr/>
          <p:nvPr>
            <p:ph idx="2" type="pic"/>
          </p:nvPr>
        </p:nvSpPr>
        <p:spPr>
          <a:xfrm>
            <a:off x="4572000" y="91667"/>
            <a:ext cx="4495800" cy="5531700"/>
          </a:xfrm>
          <a:prstGeom prst="roundRect">
            <a:avLst>
              <a:gd fmla="val 16667" name="adj"/>
            </a:avLst>
          </a:prstGeom>
          <a:noFill/>
          <a:ln>
            <a:noFill/>
          </a:ln>
        </p:spPr>
      </p:sp>
      <p:sp>
        <p:nvSpPr>
          <p:cNvPr id="637" name="Google Shape;637;p141"/>
          <p:cNvSpPr txBox="1"/>
          <p:nvPr>
            <p:ph type="title"/>
          </p:nvPr>
        </p:nvSpPr>
        <p:spPr>
          <a:xfrm>
            <a:off x="457200" y="942000"/>
            <a:ext cx="3661500" cy="1064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638" name="Google Shape;638;p141"/>
          <p:cNvSpPr txBox="1"/>
          <p:nvPr>
            <p:ph idx="1" type="subTitle"/>
          </p:nvPr>
        </p:nvSpPr>
        <p:spPr>
          <a:xfrm>
            <a:off x="457200" y="508000"/>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639" name="Google Shape;639;p141"/>
          <p:cNvSpPr txBox="1"/>
          <p:nvPr>
            <p:ph idx="3" type="body"/>
          </p:nvPr>
        </p:nvSpPr>
        <p:spPr>
          <a:xfrm>
            <a:off x="457200" y="2139583"/>
            <a:ext cx="3661500" cy="3067800"/>
          </a:xfrm>
          <a:prstGeom prst="rect">
            <a:avLst/>
          </a:prstGeom>
        </p:spPr>
        <p:txBody>
          <a:bodyPr anchorCtr="0" anchor="t" bIns="0" lIns="0" spcFirstLastPara="1" rIns="0" wrap="square" tIns="0">
            <a:spAutoFit/>
          </a:bodyPr>
          <a:lstStyle>
            <a:lvl1pPr indent="-304800" lvl="0" marL="457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Body 1">
  <p:cSld name="Title + Body 1_1">
    <p:spTree>
      <p:nvGrpSpPr>
        <p:cNvPr id="640" name="Shape 640"/>
        <p:cNvGrpSpPr/>
        <p:nvPr/>
      </p:nvGrpSpPr>
      <p:grpSpPr>
        <a:xfrm>
          <a:off x="0" y="0"/>
          <a:ext cx="0" cy="0"/>
          <a:chOff x="0" y="0"/>
          <a:chExt cx="0" cy="0"/>
        </a:xfrm>
      </p:grpSpPr>
      <p:sp>
        <p:nvSpPr>
          <p:cNvPr id="641" name="Google Shape;641;p142"/>
          <p:cNvSpPr txBox="1"/>
          <p:nvPr>
            <p:ph type="title"/>
          </p:nvPr>
        </p:nvSpPr>
        <p:spPr>
          <a:xfrm>
            <a:off x="457200" y="1694917"/>
            <a:ext cx="41148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642" name="Google Shape;642;p142"/>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643" name="Google Shape;643;p142"/>
          <p:cNvSpPr txBox="1"/>
          <p:nvPr>
            <p:ph idx="2"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644" name="Google Shape;644;p142"/>
          <p:cNvSpPr txBox="1"/>
          <p:nvPr>
            <p:ph idx="3" type="body"/>
          </p:nvPr>
        </p:nvSpPr>
        <p:spPr>
          <a:xfrm>
            <a:off x="457200" y="2139583"/>
            <a:ext cx="4114800" cy="3067800"/>
          </a:xfrm>
          <a:prstGeom prst="rect">
            <a:avLst/>
          </a:prstGeom>
        </p:spPr>
        <p:txBody>
          <a:bodyPr anchorCtr="0" anchor="t" bIns="0" lIns="0" spcFirstLastPara="1" rIns="0" wrap="square" tIns="0">
            <a:spAutoFit/>
          </a:bodyPr>
          <a:lstStyle>
            <a:lvl1pPr indent="-304800" lvl="0" marL="457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6">
    <p:spTree>
      <p:nvGrpSpPr>
        <p:cNvPr id="645" name="Shape 645"/>
        <p:cNvGrpSpPr/>
        <p:nvPr/>
      </p:nvGrpSpPr>
      <p:grpSpPr>
        <a:xfrm>
          <a:off x="0" y="0"/>
          <a:ext cx="0" cy="0"/>
          <a:chOff x="0" y="0"/>
          <a:chExt cx="0" cy="0"/>
        </a:xfrm>
      </p:grpSpPr>
      <p:sp>
        <p:nvSpPr>
          <p:cNvPr id="646" name="Google Shape;646;p143"/>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647" name="Google Shape;647;p143"/>
          <p:cNvSpPr txBox="1"/>
          <p:nvPr>
            <p:ph idx="1" type="body"/>
          </p:nvPr>
        </p:nvSpPr>
        <p:spPr>
          <a:xfrm>
            <a:off x="457200" y="1524417"/>
            <a:ext cx="4105200" cy="3682800"/>
          </a:xfrm>
          <a:prstGeom prst="rect">
            <a:avLst/>
          </a:prstGeom>
        </p:spPr>
        <p:txBody>
          <a:bodyPr anchorCtr="0" anchor="t" bIns="0" lIns="0" spcFirstLastPara="1" rIns="0" wrap="square" tIns="0">
            <a:spAutoFit/>
          </a:bodyPr>
          <a:lstStyle>
            <a:lvl1pPr indent="-304800" lvl="0" marL="457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8">
    <p:spTree>
      <p:nvGrpSpPr>
        <p:cNvPr id="648" name="Shape 648"/>
        <p:cNvGrpSpPr/>
        <p:nvPr/>
      </p:nvGrpSpPr>
      <p:grpSpPr>
        <a:xfrm>
          <a:off x="0" y="0"/>
          <a:ext cx="0" cy="0"/>
          <a:chOff x="0" y="0"/>
          <a:chExt cx="0" cy="0"/>
        </a:xfrm>
      </p:grpSpPr>
      <p:sp>
        <p:nvSpPr>
          <p:cNvPr id="649" name="Google Shape;649;p144"/>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Title and text">
    <p:spTree>
      <p:nvGrpSpPr>
        <p:cNvPr id="650" name="Shape 650"/>
        <p:cNvGrpSpPr/>
        <p:nvPr/>
      </p:nvGrpSpPr>
      <p:grpSpPr>
        <a:xfrm>
          <a:off x="0" y="0"/>
          <a:ext cx="0" cy="0"/>
          <a:chOff x="0" y="0"/>
          <a:chExt cx="0" cy="0"/>
        </a:xfrm>
      </p:grpSpPr>
      <p:sp>
        <p:nvSpPr>
          <p:cNvPr id="651" name="Google Shape;651;p145"/>
          <p:cNvSpPr txBox="1"/>
          <p:nvPr>
            <p:ph type="title"/>
          </p:nvPr>
        </p:nvSpPr>
        <p:spPr>
          <a:xfrm>
            <a:off x="571500" y="889000"/>
            <a:ext cx="40005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9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900">
                <a:solidFill>
                  <a:schemeClr val="dk1"/>
                </a:solidFill>
              </a:defRPr>
            </a:lvl2pPr>
            <a:lvl3pPr lvl="2" algn="l">
              <a:lnSpc>
                <a:spcPct val="115000"/>
              </a:lnSpc>
              <a:spcBef>
                <a:spcPts val="0"/>
              </a:spcBef>
              <a:spcAft>
                <a:spcPts val="0"/>
              </a:spcAft>
              <a:buClr>
                <a:schemeClr val="dk1"/>
              </a:buClr>
              <a:buSzPts val="1400"/>
              <a:buNone/>
              <a:defRPr sz="1900">
                <a:solidFill>
                  <a:schemeClr val="dk1"/>
                </a:solidFill>
              </a:defRPr>
            </a:lvl3pPr>
            <a:lvl4pPr lvl="3" algn="l">
              <a:lnSpc>
                <a:spcPct val="115000"/>
              </a:lnSpc>
              <a:spcBef>
                <a:spcPts val="0"/>
              </a:spcBef>
              <a:spcAft>
                <a:spcPts val="0"/>
              </a:spcAft>
              <a:buClr>
                <a:schemeClr val="dk1"/>
              </a:buClr>
              <a:buSzPts val="1400"/>
              <a:buNone/>
              <a:defRPr sz="1900">
                <a:solidFill>
                  <a:schemeClr val="dk1"/>
                </a:solidFill>
              </a:defRPr>
            </a:lvl4pPr>
            <a:lvl5pPr lvl="4" algn="l">
              <a:lnSpc>
                <a:spcPct val="115000"/>
              </a:lnSpc>
              <a:spcBef>
                <a:spcPts val="0"/>
              </a:spcBef>
              <a:spcAft>
                <a:spcPts val="0"/>
              </a:spcAft>
              <a:buClr>
                <a:schemeClr val="dk1"/>
              </a:buClr>
              <a:buSzPts val="1400"/>
              <a:buNone/>
              <a:defRPr sz="1900">
                <a:solidFill>
                  <a:schemeClr val="dk1"/>
                </a:solidFill>
              </a:defRPr>
            </a:lvl5pPr>
            <a:lvl6pPr lvl="5" algn="l">
              <a:lnSpc>
                <a:spcPct val="115000"/>
              </a:lnSpc>
              <a:spcBef>
                <a:spcPts val="0"/>
              </a:spcBef>
              <a:spcAft>
                <a:spcPts val="0"/>
              </a:spcAft>
              <a:buClr>
                <a:schemeClr val="dk1"/>
              </a:buClr>
              <a:buSzPts val="1400"/>
              <a:buNone/>
              <a:defRPr sz="1900">
                <a:solidFill>
                  <a:schemeClr val="dk1"/>
                </a:solidFill>
              </a:defRPr>
            </a:lvl6pPr>
            <a:lvl7pPr lvl="6" algn="l">
              <a:lnSpc>
                <a:spcPct val="115000"/>
              </a:lnSpc>
              <a:spcBef>
                <a:spcPts val="0"/>
              </a:spcBef>
              <a:spcAft>
                <a:spcPts val="0"/>
              </a:spcAft>
              <a:buClr>
                <a:schemeClr val="dk1"/>
              </a:buClr>
              <a:buSzPts val="1400"/>
              <a:buNone/>
              <a:defRPr sz="1900">
                <a:solidFill>
                  <a:schemeClr val="dk1"/>
                </a:solidFill>
              </a:defRPr>
            </a:lvl7pPr>
            <a:lvl8pPr lvl="7" algn="l">
              <a:lnSpc>
                <a:spcPct val="115000"/>
              </a:lnSpc>
              <a:spcBef>
                <a:spcPts val="0"/>
              </a:spcBef>
              <a:spcAft>
                <a:spcPts val="0"/>
              </a:spcAft>
              <a:buClr>
                <a:schemeClr val="dk1"/>
              </a:buClr>
              <a:buSzPts val="1400"/>
              <a:buNone/>
              <a:defRPr sz="1900">
                <a:solidFill>
                  <a:schemeClr val="dk1"/>
                </a:solidFill>
              </a:defRPr>
            </a:lvl8pPr>
            <a:lvl9pPr lvl="8" algn="l">
              <a:lnSpc>
                <a:spcPct val="115000"/>
              </a:lnSpc>
              <a:spcBef>
                <a:spcPts val="0"/>
              </a:spcBef>
              <a:spcAft>
                <a:spcPts val="0"/>
              </a:spcAft>
              <a:buClr>
                <a:schemeClr val="dk1"/>
              </a:buClr>
              <a:buSzPts val="1400"/>
              <a:buNone/>
              <a:defRPr sz="1900">
                <a:solidFill>
                  <a:schemeClr val="dk1"/>
                </a:solidFill>
              </a:defRPr>
            </a:lvl9pPr>
          </a:lstStyle>
          <a:p/>
        </p:txBody>
      </p:sp>
      <p:sp>
        <p:nvSpPr>
          <p:cNvPr id="652" name="Google Shape;652;p145"/>
          <p:cNvSpPr txBox="1"/>
          <p:nvPr>
            <p:ph idx="1" type="body"/>
          </p:nvPr>
        </p:nvSpPr>
        <p:spPr>
          <a:xfrm>
            <a:off x="571500" y="1905000"/>
            <a:ext cx="40005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
        <p:nvSpPr>
          <p:cNvPr id="653" name="Google Shape;653;p145"/>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 header, one column 1">
  <p:cSld name="Sub header, one column">
    <p:spTree>
      <p:nvGrpSpPr>
        <p:cNvPr id="654" name="Shape 654"/>
        <p:cNvGrpSpPr/>
        <p:nvPr/>
      </p:nvGrpSpPr>
      <p:grpSpPr>
        <a:xfrm>
          <a:off x="0" y="0"/>
          <a:ext cx="0" cy="0"/>
          <a:chOff x="0" y="0"/>
          <a:chExt cx="0" cy="0"/>
        </a:xfrm>
      </p:grpSpPr>
      <p:sp>
        <p:nvSpPr>
          <p:cNvPr id="655" name="Google Shape;655;p146"/>
          <p:cNvSpPr txBox="1"/>
          <p:nvPr>
            <p:ph idx="1" type="subTitle"/>
          </p:nvPr>
        </p:nvSpPr>
        <p:spPr>
          <a:xfrm>
            <a:off x="571500" y="1905000"/>
            <a:ext cx="3093000" cy="1710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accent4"/>
              </a:buClr>
              <a:buSzPts val="800"/>
              <a:buFont typeface="Poppins SemiBold"/>
              <a:buNone/>
              <a:defRPr sz="1000">
                <a:solidFill>
                  <a:schemeClr val="accent4"/>
                </a:solidFill>
                <a:latin typeface="Poppins SemiBold"/>
                <a:ea typeface="Poppins SemiBold"/>
                <a:cs typeface="Poppins SemiBold"/>
                <a:sym typeface="Poppins SemiBold"/>
              </a:defRPr>
            </a:lvl1pPr>
            <a:lvl2pPr lvl="1" algn="l">
              <a:lnSpc>
                <a:spcPct val="100000"/>
              </a:lnSpc>
              <a:spcBef>
                <a:spcPts val="0"/>
              </a:spcBef>
              <a:spcAft>
                <a:spcPts val="0"/>
              </a:spcAft>
              <a:buClr>
                <a:schemeClr val="accent4"/>
              </a:buClr>
              <a:buSzPts val="900"/>
              <a:buNone/>
              <a:defRPr>
                <a:solidFill>
                  <a:schemeClr val="accent4"/>
                </a:solidFill>
              </a:defRPr>
            </a:lvl2pPr>
            <a:lvl3pPr lvl="2" algn="l">
              <a:lnSpc>
                <a:spcPct val="100000"/>
              </a:lnSpc>
              <a:spcBef>
                <a:spcPts val="0"/>
              </a:spcBef>
              <a:spcAft>
                <a:spcPts val="0"/>
              </a:spcAft>
              <a:buClr>
                <a:schemeClr val="accent4"/>
              </a:buClr>
              <a:buSzPts val="800"/>
              <a:buNone/>
              <a:defRPr>
                <a:solidFill>
                  <a:schemeClr val="accent4"/>
                </a:solidFill>
              </a:defRPr>
            </a:lvl3pPr>
            <a:lvl4pPr lvl="3" algn="l">
              <a:lnSpc>
                <a:spcPct val="100000"/>
              </a:lnSpc>
              <a:spcBef>
                <a:spcPts val="0"/>
              </a:spcBef>
              <a:spcAft>
                <a:spcPts val="0"/>
              </a:spcAft>
              <a:buClr>
                <a:schemeClr val="accent4"/>
              </a:buClr>
              <a:buSzPts val="800"/>
              <a:buNone/>
              <a:defRPr>
                <a:solidFill>
                  <a:schemeClr val="accent4"/>
                </a:solidFill>
              </a:defRPr>
            </a:lvl4pPr>
            <a:lvl5pPr lvl="4" algn="l">
              <a:lnSpc>
                <a:spcPct val="100000"/>
              </a:lnSpc>
              <a:spcBef>
                <a:spcPts val="0"/>
              </a:spcBef>
              <a:spcAft>
                <a:spcPts val="0"/>
              </a:spcAft>
              <a:buClr>
                <a:schemeClr val="accent4"/>
              </a:buClr>
              <a:buSzPts val="800"/>
              <a:buNone/>
              <a:defRPr>
                <a:solidFill>
                  <a:schemeClr val="accent4"/>
                </a:solidFill>
              </a:defRPr>
            </a:lvl5pPr>
            <a:lvl6pPr lvl="5" algn="l">
              <a:lnSpc>
                <a:spcPct val="100000"/>
              </a:lnSpc>
              <a:spcBef>
                <a:spcPts val="0"/>
              </a:spcBef>
              <a:spcAft>
                <a:spcPts val="0"/>
              </a:spcAft>
              <a:buClr>
                <a:schemeClr val="accent4"/>
              </a:buClr>
              <a:buSzPts val="800"/>
              <a:buNone/>
              <a:defRPr>
                <a:solidFill>
                  <a:schemeClr val="accent4"/>
                </a:solidFill>
              </a:defRPr>
            </a:lvl6pPr>
            <a:lvl7pPr lvl="6" algn="l">
              <a:lnSpc>
                <a:spcPct val="100000"/>
              </a:lnSpc>
              <a:spcBef>
                <a:spcPts val="0"/>
              </a:spcBef>
              <a:spcAft>
                <a:spcPts val="0"/>
              </a:spcAft>
              <a:buClr>
                <a:schemeClr val="accent4"/>
              </a:buClr>
              <a:buSzPts val="800"/>
              <a:buNone/>
              <a:defRPr>
                <a:solidFill>
                  <a:schemeClr val="accent4"/>
                </a:solidFill>
              </a:defRPr>
            </a:lvl7pPr>
            <a:lvl8pPr lvl="7" algn="l">
              <a:lnSpc>
                <a:spcPct val="100000"/>
              </a:lnSpc>
              <a:spcBef>
                <a:spcPts val="0"/>
              </a:spcBef>
              <a:spcAft>
                <a:spcPts val="0"/>
              </a:spcAft>
              <a:buClr>
                <a:schemeClr val="accent4"/>
              </a:buClr>
              <a:buSzPts val="800"/>
              <a:buNone/>
              <a:defRPr>
                <a:solidFill>
                  <a:schemeClr val="accent4"/>
                </a:solidFill>
              </a:defRPr>
            </a:lvl8pPr>
            <a:lvl9pPr lvl="8" algn="l">
              <a:lnSpc>
                <a:spcPct val="100000"/>
              </a:lnSpc>
              <a:spcBef>
                <a:spcPts val="0"/>
              </a:spcBef>
              <a:spcAft>
                <a:spcPts val="0"/>
              </a:spcAft>
              <a:buClr>
                <a:schemeClr val="accent4"/>
              </a:buClr>
              <a:buSzPts val="800"/>
              <a:buNone/>
              <a:defRPr>
                <a:solidFill>
                  <a:schemeClr val="accent4"/>
                </a:solidFill>
              </a:defRPr>
            </a:lvl9pPr>
          </a:lstStyle>
          <a:p/>
        </p:txBody>
      </p:sp>
      <p:sp>
        <p:nvSpPr>
          <p:cNvPr id="656" name="Google Shape;656;p146"/>
          <p:cNvSpPr txBox="1"/>
          <p:nvPr>
            <p:ph type="title"/>
          </p:nvPr>
        </p:nvSpPr>
        <p:spPr>
          <a:xfrm>
            <a:off x="571500" y="889006"/>
            <a:ext cx="40005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b="1"/>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657" name="Google Shape;657;p146"/>
          <p:cNvSpPr txBox="1"/>
          <p:nvPr>
            <p:ph idx="2" type="body"/>
          </p:nvPr>
        </p:nvSpPr>
        <p:spPr>
          <a:xfrm>
            <a:off x="571500" y="2406917"/>
            <a:ext cx="3093000" cy="26730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SzPts val="900"/>
              <a:buChar char="●"/>
              <a:defRPr sz="1200"/>
            </a:lvl1pPr>
            <a:lvl2pPr indent="-285750" lvl="1" marL="914400" algn="l">
              <a:lnSpc>
                <a:spcPct val="115000"/>
              </a:lnSpc>
              <a:spcBef>
                <a:spcPts val="0"/>
              </a:spcBef>
              <a:spcAft>
                <a:spcPts val="0"/>
              </a:spcAft>
              <a:buSzPts val="900"/>
              <a:buChar char="○"/>
              <a:defRPr/>
            </a:lvl2pPr>
            <a:lvl3pPr indent="-279400" lvl="2" marL="1371600" algn="l">
              <a:lnSpc>
                <a:spcPct val="115000"/>
              </a:lnSpc>
              <a:spcBef>
                <a:spcPts val="1000"/>
              </a:spcBef>
              <a:spcAft>
                <a:spcPts val="0"/>
              </a:spcAft>
              <a:buSzPts val="800"/>
              <a:buChar char="■"/>
              <a:defRPr/>
            </a:lvl3pPr>
            <a:lvl4pPr indent="-279400" lvl="3" marL="1828800" algn="l">
              <a:lnSpc>
                <a:spcPct val="115000"/>
              </a:lnSpc>
              <a:spcBef>
                <a:spcPts val="1000"/>
              </a:spcBef>
              <a:spcAft>
                <a:spcPts val="0"/>
              </a:spcAft>
              <a:buSzPts val="800"/>
              <a:buChar char="●"/>
              <a:defRPr/>
            </a:lvl4pPr>
            <a:lvl5pPr indent="-279400" lvl="4" marL="2286000" algn="l">
              <a:lnSpc>
                <a:spcPct val="115000"/>
              </a:lnSpc>
              <a:spcBef>
                <a:spcPts val="1000"/>
              </a:spcBef>
              <a:spcAft>
                <a:spcPts val="0"/>
              </a:spcAft>
              <a:buSzPts val="800"/>
              <a:buChar char="○"/>
              <a:defRPr/>
            </a:lvl5pPr>
            <a:lvl6pPr indent="-279400" lvl="5" marL="2743200" algn="l">
              <a:lnSpc>
                <a:spcPct val="115000"/>
              </a:lnSpc>
              <a:spcBef>
                <a:spcPts val="1000"/>
              </a:spcBef>
              <a:spcAft>
                <a:spcPts val="0"/>
              </a:spcAft>
              <a:buSzPts val="800"/>
              <a:buChar char="■"/>
              <a:defRPr/>
            </a:lvl6pPr>
            <a:lvl7pPr indent="-279400" lvl="6" marL="3200400" algn="l">
              <a:lnSpc>
                <a:spcPct val="115000"/>
              </a:lnSpc>
              <a:spcBef>
                <a:spcPts val="1000"/>
              </a:spcBef>
              <a:spcAft>
                <a:spcPts val="0"/>
              </a:spcAft>
              <a:buSzPts val="800"/>
              <a:buChar char="●"/>
              <a:defRPr/>
            </a:lvl7pPr>
            <a:lvl8pPr indent="-279400" lvl="7" marL="3657600" algn="l">
              <a:lnSpc>
                <a:spcPct val="115000"/>
              </a:lnSpc>
              <a:spcBef>
                <a:spcPts val="1000"/>
              </a:spcBef>
              <a:spcAft>
                <a:spcPts val="0"/>
              </a:spcAft>
              <a:buSzPts val="800"/>
              <a:buChar char="○"/>
              <a:defRPr/>
            </a:lvl8pPr>
            <a:lvl9pPr indent="-279400" lvl="8" marL="4114800" algn="l">
              <a:lnSpc>
                <a:spcPct val="115000"/>
              </a:lnSpc>
              <a:spcBef>
                <a:spcPts val="1000"/>
              </a:spcBef>
              <a:spcAft>
                <a:spcPts val="1000"/>
              </a:spcAft>
              <a:buSzPts val="800"/>
              <a:buChar char="■"/>
              <a:defRPr/>
            </a:lvl9pPr>
          </a:lstStyle>
          <a:p/>
        </p:txBody>
      </p:sp>
      <p:sp>
        <p:nvSpPr>
          <p:cNvPr id="658" name="Google Shape;658;p146"/>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s with icons 1 1">
  <p:cSld name="Highlights with icons 1_1">
    <p:spTree>
      <p:nvGrpSpPr>
        <p:cNvPr id="659" name="Shape 659"/>
        <p:cNvGrpSpPr/>
        <p:nvPr/>
      </p:nvGrpSpPr>
      <p:grpSpPr>
        <a:xfrm>
          <a:off x="0" y="0"/>
          <a:ext cx="0" cy="0"/>
          <a:chOff x="0" y="0"/>
          <a:chExt cx="0" cy="0"/>
        </a:xfrm>
      </p:grpSpPr>
      <p:sp>
        <p:nvSpPr>
          <p:cNvPr id="660" name="Google Shape;660;p147"/>
          <p:cNvSpPr txBox="1"/>
          <p:nvPr>
            <p:ph idx="12" type="sldNum"/>
          </p:nvPr>
        </p:nvSpPr>
        <p:spPr>
          <a:xfrm>
            <a:off x="8572500" y="5080004"/>
            <a:ext cx="571500" cy="635100"/>
          </a:xfrm>
          <a:prstGeom prst="rect">
            <a:avLst/>
          </a:prstGeom>
          <a:noFill/>
          <a:ln>
            <a:noFill/>
          </a:ln>
        </p:spPr>
        <p:txBody>
          <a:bodyPr anchorCtr="0" anchor="t" bIns="126400" lIns="126400" spcFirstLastPara="1" rIns="126400" wrap="square" tIns="126400">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661" name="Google Shape;661;p147"/>
          <p:cNvSpPr/>
          <p:nvPr>
            <p:ph idx="2" type="pic"/>
          </p:nvPr>
        </p:nvSpPr>
        <p:spPr>
          <a:xfrm>
            <a:off x="0" y="0"/>
            <a:ext cx="9144000" cy="2814900"/>
          </a:xfrm>
          <a:prstGeom prst="roundRect">
            <a:avLst>
              <a:gd fmla="val 1254" name="adj"/>
            </a:avLst>
          </a:prstGeom>
          <a:noFill/>
          <a:ln>
            <a:noFill/>
          </a:ln>
        </p:spPr>
      </p:sp>
      <p:sp>
        <p:nvSpPr>
          <p:cNvPr id="662" name="Google Shape;662;p147"/>
          <p:cNvSpPr txBox="1"/>
          <p:nvPr>
            <p:ph type="title"/>
          </p:nvPr>
        </p:nvSpPr>
        <p:spPr>
          <a:xfrm>
            <a:off x="457200" y="3730167"/>
            <a:ext cx="3667500" cy="1080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663" name="Google Shape;663;p147"/>
          <p:cNvSpPr txBox="1"/>
          <p:nvPr>
            <p:ph idx="1" type="subTitle"/>
          </p:nvPr>
        </p:nvSpPr>
        <p:spPr>
          <a:xfrm>
            <a:off x="457200" y="3211500"/>
            <a:ext cx="36675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664" name="Google Shape;664;p147"/>
          <p:cNvSpPr txBox="1"/>
          <p:nvPr>
            <p:ph idx="3" type="body"/>
          </p:nvPr>
        </p:nvSpPr>
        <p:spPr>
          <a:xfrm>
            <a:off x="4581600" y="2815000"/>
            <a:ext cx="4105200" cy="2391900"/>
          </a:xfrm>
          <a:prstGeom prst="rect">
            <a:avLst/>
          </a:prstGeom>
        </p:spPr>
        <p:txBody>
          <a:bodyPr anchorCtr="0" anchor="t" bIns="0" lIns="0" spcFirstLastPara="1" rIns="0" wrap="square" tIns="94800">
            <a:sp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1 2">
  <p:cSld name="TITLE_AND_BODY_3_2">
    <p:spTree>
      <p:nvGrpSpPr>
        <p:cNvPr id="665" name="Shape 665"/>
        <p:cNvGrpSpPr/>
        <p:nvPr/>
      </p:nvGrpSpPr>
      <p:grpSpPr>
        <a:xfrm>
          <a:off x="0" y="0"/>
          <a:ext cx="0" cy="0"/>
          <a:chOff x="0" y="0"/>
          <a:chExt cx="0" cy="0"/>
        </a:xfrm>
      </p:grpSpPr>
      <p:sp>
        <p:nvSpPr>
          <p:cNvPr id="666" name="Google Shape;666;p148"/>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667" name="Google Shape;667;p148"/>
          <p:cNvSpPr txBox="1"/>
          <p:nvPr>
            <p:ph type="title"/>
          </p:nvPr>
        </p:nvSpPr>
        <p:spPr>
          <a:xfrm>
            <a:off x="571500" y="889000"/>
            <a:ext cx="30897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9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900">
                <a:solidFill>
                  <a:schemeClr val="dk1"/>
                </a:solidFill>
              </a:defRPr>
            </a:lvl2pPr>
            <a:lvl3pPr lvl="2" algn="l">
              <a:lnSpc>
                <a:spcPct val="115000"/>
              </a:lnSpc>
              <a:spcBef>
                <a:spcPts val="0"/>
              </a:spcBef>
              <a:spcAft>
                <a:spcPts val="0"/>
              </a:spcAft>
              <a:buClr>
                <a:schemeClr val="dk1"/>
              </a:buClr>
              <a:buSzPts val="1400"/>
              <a:buNone/>
              <a:defRPr sz="1900">
                <a:solidFill>
                  <a:schemeClr val="dk1"/>
                </a:solidFill>
              </a:defRPr>
            </a:lvl3pPr>
            <a:lvl4pPr lvl="3" algn="l">
              <a:lnSpc>
                <a:spcPct val="115000"/>
              </a:lnSpc>
              <a:spcBef>
                <a:spcPts val="0"/>
              </a:spcBef>
              <a:spcAft>
                <a:spcPts val="0"/>
              </a:spcAft>
              <a:buClr>
                <a:schemeClr val="dk1"/>
              </a:buClr>
              <a:buSzPts val="1400"/>
              <a:buNone/>
              <a:defRPr sz="1900">
                <a:solidFill>
                  <a:schemeClr val="dk1"/>
                </a:solidFill>
              </a:defRPr>
            </a:lvl4pPr>
            <a:lvl5pPr lvl="4" algn="l">
              <a:lnSpc>
                <a:spcPct val="115000"/>
              </a:lnSpc>
              <a:spcBef>
                <a:spcPts val="0"/>
              </a:spcBef>
              <a:spcAft>
                <a:spcPts val="0"/>
              </a:spcAft>
              <a:buClr>
                <a:schemeClr val="dk1"/>
              </a:buClr>
              <a:buSzPts val="1400"/>
              <a:buNone/>
              <a:defRPr sz="1900">
                <a:solidFill>
                  <a:schemeClr val="dk1"/>
                </a:solidFill>
              </a:defRPr>
            </a:lvl5pPr>
            <a:lvl6pPr lvl="5" algn="l">
              <a:lnSpc>
                <a:spcPct val="115000"/>
              </a:lnSpc>
              <a:spcBef>
                <a:spcPts val="0"/>
              </a:spcBef>
              <a:spcAft>
                <a:spcPts val="0"/>
              </a:spcAft>
              <a:buClr>
                <a:schemeClr val="dk1"/>
              </a:buClr>
              <a:buSzPts val="1400"/>
              <a:buNone/>
              <a:defRPr sz="1900">
                <a:solidFill>
                  <a:schemeClr val="dk1"/>
                </a:solidFill>
              </a:defRPr>
            </a:lvl6pPr>
            <a:lvl7pPr lvl="6" algn="l">
              <a:lnSpc>
                <a:spcPct val="115000"/>
              </a:lnSpc>
              <a:spcBef>
                <a:spcPts val="0"/>
              </a:spcBef>
              <a:spcAft>
                <a:spcPts val="0"/>
              </a:spcAft>
              <a:buClr>
                <a:schemeClr val="dk1"/>
              </a:buClr>
              <a:buSzPts val="1400"/>
              <a:buNone/>
              <a:defRPr sz="1900">
                <a:solidFill>
                  <a:schemeClr val="dk1"/>
                </a:solidFill>
              </a:defRPr>
            </a:lvl7pPr>
            <a:lvl8pPr lvl="7" algn="l">
              <a:lnSpc>
                <a:spcPct val="115000"/>
              </a:lnSpc>
              <a:spcBef>
                <a:spcPts val="0"/>
              </a:spcBef>
              <a:spcAft>
                <a:spcPts val="0"/>
              </a:spcAft>
              <a:buClr>
                <a:schemeClr val="dk1"/>
              </a:buClr>
              <a:buSzPts val="1400"/>
              <a:buNone/>
              <a:defRPr sz="1900">
                <a:solidFill>
                  <a:schemeClr val="dk1"/>
                </a:solidFill>
              </a:defRPr>
            </a:lvl8pPr>
            <a:lvl9pPr lvl="8" algn="l">
              <a:lnSpc>
                <a:spcPct val="115000"/>
              </a:lnSpc>
              <a:spcBef>
                <a:spcPts val="0"/>
              </a:spcBef>
              <a:spcAft>
                <a:spcPts val="0"/>
              </a:spcAft>
              <a:buClr>
                <a:schemeClr val="dk1"/>
              </a:buClr>
              <a:buSzPts val="1400"/>
              <a:buNone/>
              <a:defRPr sz="1900">
                <a:solidFill>
                  <a:schemeClr val="dk1"/>
                </a:solidFill>
              </a:defRPr>
            </a:lvl9pPr>
          </a:lstStyle>
          <a:p/>
        </p:txBody>
      </p:sp>
      <p:sp>
        <p:nvSpPr>
          <p:cNvPr id="668" name="Google Shape;668;p148"/>
          <p:cNvSpPr txBox="1"/>
          <p:nvPr>
            <p:ph idx="1" type="body"/>
          </p:nvPr>
        </p:nvSpPr>
        <p:spPr>
          <a:xfrm>
            <a:off x="571500" y="1905000"/>
            <a:ext cx="30897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column 2">
  <p:cSld name="ONE_COLUMN_TEXT_2">
    <p:spTree>
      <p:nvGrpSpPr>
        <p:cNvPr id="669" name="Shape 669"/>
        <p:cNvGrpSpPr/>
        <p:nvPr/>
      </p:nvGrpSpPr>
      <p:grpSpPr>
        <a:xfrm>
          <a:off x="0" y="0"/>
          <a:ext cx="0" cy="0"/>
          <a:chOff x="0" y="0"/>
          <a:chExt cx="0" cy="0"/>
        </a:xfrm>
      </p:grpSpPr>
      <p:sp>
        <p:nvSpPr>
          <p:cNvPr id="670" name="Google Shape;670;p149"/>
          <p:cNvSpPr txBox="1"/>
          <p:nvPr>
            <p:ph type="title"/>
          </p:nvPr>
        </p:nvSpPr>
        <p:spPr>
          <a:xfrm>
            <a:off x="457200" y="518667"/>
            <a:ext cx="3204600" cy="1005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671" name="Google Shape;671;p149"/>
          <p:cNvSpPr txBox="1"/>
          <p:nvPr>
            <p:ph idx="1" type="body"/>
          </p:nvPr>
        </p:nvSpPr>
        <p:spPr>
          <a:xfrm>
            <a:off x="457200" y="1524417"/>
            <a:ext cx="3204600" cy="3682800"/>
          </a:xfrm>
          <a:prstGeom prst="rect">
            <a:avLst/>
          </a:prstGeom>
        </p:spPr>
        <p:txBody>
          <a:bodyPr anchorCtr="0" anchor="t" bIns="0" lIns="0" spcFirstLastPara="1" rIns="0" wrap="square" tIns="0">
            <a:spAutoFit/>
          </a:bodyPr>
          <a:lstStyle>
            <a:lvl1pPr indent="-304800" lvl="0" marL="457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307">
          <p15:clr>
            <a:srgbClr val="E46962"/>
          </p15:clr>
        </p15:guide>
      </p15:sldGuideLst>
    </p:ext>
  </p:extLst>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Body 2">
  <p:cSld name="Title + Body 1_2">
    <p:spTree>
      <p:nvGrpSpPr>
        <p:cNvPr id="672" name="Shape 672"/>
        <p:cNvGrpSpPr/>
        <p:nvPr/>
      </p:nvGrpSpPr>
      <p:grpSpPr>
        <a:xfrm>
          <a:off x="0" y="0"/>
          <a:ext cx="0" cy="0"/>
          <a:chOff x="0" y="0"/>
          <a:chExt cx="0" cy="0"/>
        </a:xfrm>
      </p:grpSpPr>
      <p:sp>
        <p:nvSpPr>
          <p:cNvPr id="673" name="Google Shape;673;p150"/>
          <p:cNvSpPr txBox="1"/>
          <p:nvPr>
            <p:ph type="title"/>
          </p:nvPr>
        </p:nvSpPr>
        <p:spPr>
          <a:xfrm>
            <a:off x="457200" y="1694917"/>
            <a:ext cx="4114800" cy="4449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674" name="Google Shape;674;p150"/>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675" name="Google Shape;675;p150"/>
          <p:cNvSpPr txBox="1"/>
          <p:nvPr>
            <p:ph idx="2"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676" name="Google Shape;676;p150"/>
          <p:cNvSpPr txBox="1"/>
          <p:nvPr>
            <p:ph idx="3" type="body"/>
          </p:nvPr>
        </p:nvSpPr>
        <p:spPr>
          <a:xfrm>
            <a:off x="457200" y="2139583"/>
            <a:ext cx="4114800" cy="3067800"/>
          </a:xfrm>
          <a:prstGeom prst="rect">
            <a:avLst/>
          </a:prstGeom>
        </p:spPr>
        <p:txBody>
          <a:bodyPr anchorCtr="0" anchor="t" bIns="0" lIns="0" spcFirstLastPara="1" rIns="0" wrap="square" tIns="0">
            <a:spAutoFit/>
          </a:bodyPr>
          <a:lstStyle>
            <a:lvl1pPr indent="-304800" lvl="0" marL="457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1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 header, two columns 1">
  <p:cSld name="Sub header, two columns">
    <p:spTree>
      <p:nvGrpSpPr>
        <p:cNvPr id="677" name="Shape 677"/>
        <p:cNvGrpSpPr/>
        <p:nvPr/>
      </p:nvGrpSpPr>
      <p:grpSpPr>
        <a:xfrm>
          <a:off x="0" y="0"/>
          <a:ext cx="0" cy="0"/>
          <a:chOff x="0" y="0"/>
          <a:chExt cx="0" cy="0"/>
        </a:xfrm>
      </p:grpSpPr>
      <p:sp>
        <p:nvSpPr>
          <p:cNvPr id="678" name="Google Shape;678;p151"/>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679" name="Google Shape;679;p151"/>
          <p:cNvSpPr txBox="1"/>
          <p:nvPr>
            <p:ph type="title"/>
          </p:nvPr>
        </p:nvSpPr>
        <p:spPr>
          <a:xfrm>
            <a:off x="571500" y="889006"/>
            <a:ext cx="40005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b="1"/>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680" name="Google Shape;680;p151"/>
          <p:cNvSpPr txBox="1"/>
          <p:nvPr>
            <p:ph idx="1" type="body"/>
          </p:nvPr>
        </p:nvSpPr>
        <p:spPr>
          <a:xfrm>
            <a:off x="571500" y="2406917"/>
            <a:ext cx="3093000" cy="26730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SzPts val="900"/>
              <a:buChar char="●"/>
              <a:defRPr sz="1200"/>
            </a:lvl1pPr>
            <a:lvl2pPr indent="-285750" lvl="1" marL="914400" algn="l">
              <a:lnSpc>
                <a:spcPct val="115000"/>
              </a:lnSpc>
              <a:spcBef>
                <a:spcPts val="0"/>
              </a:spcBef>
              <a:spcAft>
                <a:spcPts val="0"/>
              </a:spcAft>
              <a:buSzPts val="900"/>
              <a:buChar char="○"/>
              <a:defRPr/>
            </a:lvl2pPr>
            <a:lvl3pPr indent="-279400" lvl="2" marL="1371600" algn="l">
              <a:lnSpc>
                <a:spcPct val="115000"/>
              </a:lnSpc>
              <a:spcBef>
                <a:spcPts val="1000"/>
              </a:spcBef>
              <a:spcAft>
                <a:spcPts val="0"/>
              </a:spcAft>
              <a:buSzPts val="800"/>
              <a:buChar char="■"/>
              <a:defRPr/>
            </a:lvl3pPr>
            <a:lvl4pPr indent="-279400" lvl="3" marL="1828800" algn="l">
              <a:lnSpc>
                <a:spcPct val="115000"/>
              </a:lnSpc>
              <a:spcBef>
                <a:spcPts val="1000"/>
              </a:spcBef>
              <a:spcAft>
                <a:spcPts val="0"/>
              </a:spcAft>
              <a:buSzPts val="800"/>
              <a:buChar char="●"/>
              <a:defRPr/>
            </a:lvl4pPr>
            <a:lvl5pPr indent="-279400" lvl="4" marL="2286000" algn="l">
              <a:lnSpc>
                <a:spcPct val="115000"/>
              </a:lnSpc>
              <a:spcBef>
                <a:spcPts val="1000"/>
              </a:spcBef>
              <a:spcAft>
                <a:spcPts val="0"/>
              </a:spcAft>
              <a:buSzPts val="800"/>
              <a:buChar char="○"/>
              <a:defRPr/>
            </a:lvl5pPr>
            <a:lvl6pPr indent="-279400" lvl="5" marL="2743200" algn="l">
              <a:lnSpc>
                <a:spcPct val="115000"/>
              </a:lnSpc>
              <a:spcBef>
                <a:spcPts val="1000"/>
              </a:spcBef>
              <a:spcAft>
                <a:spcPts val="0"/>
              </a:spcAft>
              <a:buSzPts val="800"/>
              <a:buChar char="■"/>
              <a:defRPr/>
            </a:lvl6pPr>
            <a:lvl7pPr indent="-279400" lvl="6" marL="3200400" algn="l">
              <a:lnSpc>
                <a:spcPct val="115000"/>
              </a:lnSpc>
              <a:spcBef>
                <a:spcPts val="1000"/>
              </a:spcBef>
              <a:spcAft>
                <a:spcPts val="0"/>
              </a:spcAft>
              <a:buSzPts val="800"/>
              <a:buChar char="●"/>
              <a:defRPr/>
            </a:lvl7pPr>
            <a:lvl8pPr indent="-279400" lvl="7" marL="3657600" algn="l">
              <a:lnSpc>
                <a:spcPct val="115000"/>
              </a:lnSpc>
              <a:spcBef>
                <a:spcPts val="1000"/>
              </a:spcBef>
              <a:spcAft>
                <a:spcPts val="0"/>
              </a:spcAft>
              <a:buSzPts val="800"/>
              <a:buChar char="○"/>
              <a:defRPr/>
            </a:lvl8pPr>
            <a:lvl9pPr indent="-279400" lvl="8" marL="4114800" algn="l">
              <a:lnSpc>
                <a:spcPct val="115000"/>
              </a:lnSpc>
              <a:spcBef>
                <a:spcPts val="1000"/>
              </a:spcBef>
              <a:spcAft>
                <a:spcPts val="1000"/>
              </a:spcAft>
              <a:buSzPts val="800"/>
              <a:buChar char="■"/>
              <a:defRPr/>
            </a:lvl9pPr>
          </a:lstStyle>
          <a:p/>
        </p:txBody>
      </p:sp>
      <p:sp>
        <p:nvSpPr>
          <p:cNvPr id="681" name="Google Shape;681;p151"/>
          <p:cNvSpPr txBox="1"/>
          <p:nvPr>
            <p:ph idx="2" type="body"/>
          </p:nvPr>
        </p:nvSpPr>
        <p:spPr>
          <a:xfrm>
            <a:off x="4572000" y="2406917"/>
            <a:ext cx="3093000" cy="26730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SzPts val="900"/>
              <a:buChar char="●"/>
              <a:defRPr sz="1200"/>
            </a:lvl1pPr>
            <a:lvl2pPr indent="-285750" lvl="1" marL="914400" algn="l">
              <a:lnSpc>
                <a:spcPct val="115000"/>
              </a:lnSpc>
              <a:spcBef>
                <a:spcPts val="0"/>
              </a:spcBef>
              <a:spcAft>
                <a:spcPts val="0"/>
              </a:spcAft>
              <a:buSzPts val="900"/>
              <a:buChar char="○"/>
              <a:defRPr/>
            </a:lvl2pPr>
            <a:lvl3pPr indent="-279400" lvl="2" marL="1371600" algn="l">
              <a:lnSpc>
                <a:spcPct val="115000"/>
              </a:lnSpc>
              <a:spcBef>
                <a:spcPts val="1000"/>
              </a:spcBef>
              <a:spcAft>
                <a:spcPts val="0"/>
              </a:spcAft>
              <a:buSzPts val="800"/>
              <a:buChar char="■"/>
              <a:defRPr/>
            </a:lvl3pPr>
            <a:lvl4pPr indent="-279400" lvl="3" marL="1828800" algn="l">
              <a:lnSpc>
                <a:spcPct val="115000"/>
              </a:lnSpc>
              <a:spcBef>
                <a:spcPts val="1000"/>
              </a:spcBef>
              <a:spcAft>
                <a:spcPts val="0"/>
              </a:spcAft>
              <a:buSzPts val="800"/>
              <a:buChar char="●"/>
              <a:defRPr/>
            </a:lvl4pPr>
            <a:lvl5pPr indent="-279400" lvl="4" marL="2286000" algn="l">
              <a:lnSpc>
                <a:spcPct val="115000"/>
              </a:lnSpc>
              <a:spcBef>
                <a:spcPts val="1000"/>
              </a:spcBef>
              <a:spcAft>
                <a:spcPts val="0"/>
              </a:spcAft>
              <a:buSzPts val="800"/>
              <a:buChar char="○"/>
              <a:defRPr/>
            </a:lvl5pPr>
            <a:lvl6pPr indent="-279400" lvl="5" marL="2743200" algn="l">
              <a:lnSpc>
                <a:spcPct val="115000"/>
              </a:lnSpc>
              <a:spcBef>
                <a:spcPts val="1000"/>
              </a:spcBef>
              <a:spcAft>
                <a:spcPts val="0"/>
              </a:spcAft>
              <a:buSzPts val="800"/>
              <a:buChar char="■"/>
              <a:defRPr/>
            </a:lvl6pPr>
            <a:lvl7pPr indent="-279400" lvl="6" marL="3200400" algn="l">
              <a:lnSpc>
                <a:spcPct val="115000"/>
              </a:lnSpc>
              <a:spcBef>
                <a:spcPts val="1000"/>
              </a:spcBef>
              <a:spcAft>
                <a:spcPts val="0"/>
              </a:spcAft>
              <a:buSzPts val="800"/>
              <a:buChar char="●"/>
              <a:defRPr/>
            </a:lvl7pPr>
            <a:lvl8pPr indent="-279400" lvl="7" marL="3657600" algn="l">
              <a:lnSpc>
                <a:spcPct val="115000"/>
              </a:lnSpc>
              <a:spcBef>
                <a:spcPts val="1000"/>
              </a:spcBef>
              <a:spcAft>
                <a:spcPts val="0"/>
              </a:spcAft>
              <a:buSzPts val="800"/>
              <a:buChar char="○"/>
              <a:defRPr/>
            </a:lvl8pPr>
            <a:lvl9pPr indent="-279400" lvl="8" marL="4114800" algn="l">
              <a:lnSpc>
                <a:spcPct val="115000"/>
              </a:lnSpc>
              <a:spcBef>
                <a:spcPts val="1000"/>
              </a:spcBef>
              <a:spcAft>
                <a:spcPts val="1000"/>
              </a:spcAft>
              <a:buSzPts val="800"/>
              <a:buChar char="■"/>
              <a:defRPr/>
            </a:lvl9pPr>
          </a:lstStyle>
          <a:p/>
        </p:txBody>
      </p:sp>
      <p:sp>
        <p:nvSpPr>
          <p:cNvPr id="682" name="Google Shape;682;p151"/>
          <p:cNvSpPr txBox="1"/>
          <p:nvPr>
            <p:ph idx="3" type="subTitle"/>
          </p:nvPr>
        </p:nvSpPr>
        <p:spPr>
          <a:xfrm>
            <a:off x="571500" y="1905000"/>
            <a:ext cx="3093000" cy="1710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accent4"/>
              </a:buClr>
              <a:buSzPts val="800"/>
              <a:buFont typeface="Poppins SemiBold"/>
              <a:buNone/>
              <a:defRPr sz="1000">
                <a:solidFill>
                  <a:schemeClr val="accent4"/>
                </a:solidFill>
                <a:latin typeface="Poppins SemiBold"/>
                <a:ea typeface="Poppins SemiBold"/>
                <a:cs typeface="Poppins SemiBold"/>
                <a:sym typeface="Poppins SemiBold"/>
              </a:defRPr>
            </a:lvl1pPr>
            <a:lvl2pPr lvl="1" algn="l">
              <a:lnSpc>
                <a:spcPct val="100000"/>
              </a:lnSpc>
              <a:spcBef>
                <a:spcPts val="0"/>
              </a:spcBef>
              <a:spcAft>
                <a:spcPts val="0"/>
              </a:spcAft>
              <a:buClr>
                <a:schemeClr val="accent4"/>
              </a:buClr>
              <a:buSzPts val="900"/>
              <a:buNone/>
              <a:defRPr>
                <a:solidFill>
                  <a:schemeClr val="accent4"/>
                </a:solidFill>
              </a:defRPr>
            </a:lvl2pPr>
            <a:lvl3pPr lvl="2" algn="l">
              <a:lnSpc>
                <a:spcPct val="100000"/>
              </a:lnSpc>
              <a:spcBef>
                <a:spcPts val="0"/>
              </a:spcBef>
              <a:spcAft>
                <a:spcPts val="0"/>
              </a:spcAft>
              <a:buClr>
                <a:schemeClr val="accent4"/>
              </a:buClr>
              <a:buSzPts val="800"/>
              <a:buNone/>
              <a:defRPr>
                <a:solidFill>
                  <a:schemeClr val="accent4"/>
                </a:solidFill>
              </a:defRPr>
            </a:lvl3pPr>
            <a:lvl4pPr lvl="3" algn="l">
              <a:lnSpc>
                <a:spcPct val="100000"/>
              </a:lnSpc>
              <a:spcBef>
                <a:spcPts val="0"/>
              </a:spcBef>
              <a:spcAft>
                <a:spcPts val="0"/>
              </a:spcAft>
              <a:buClr>
                <a:schemeClr val="accent4"/>
              </a:buClr>
              <a:buSzPts val="800"/>
              <a:buNone/>
              <a:defRPr>
                <a:solidFill>
                  <a:schemeClr val="accent4"/>
                </a:solidFill>
              </a:defRPr>
            </a:lvl4pPr>
            <a:lvl5pPr lvl="4" algn="l">
              <a:lnSpc>
                <a:spcPct val="100000"/>
              </a:lnSpc>
              <a:spcBef>
                <a:spcPts val="0"/>
              </a:spcBef>
              <a:spcAft>
                <a:spcPts val="0"/>
              </a:spcAft>
              <a:buClr>
                <a:schemeClr val="accent4"/>
              </a:buClr>
              <a:buSzPts val="800"/>
              <a:buNone/>
              <a:defRPr>
                <a:solidFill>
                  <a:schemeClr val="accent4"/>
                </a:solidFill>
              </a:defRPr>
            </a:lvl5pPr>
            <a:lvl6pPr lvl="5" algn="l">
              <a:lnSpc>
                <a:spcPct val="100000"/>
              </a:lnSpc>
              <a:spcBef>
                <a:spcPts val="0"/>
              </a:spcBef>
              <a:spcAft>
                <a:spcPts val="0"/>
              </a:spcAft>
              <a:buClr>
                <a:schemeClr val="accent4"/>
              </a:buClr>
              <a:buSzPts val="800"/>
              <a:buNone/>
              <a:defRPr>
                <a:solidFill>
                  <a:schemeClr val="accent4"/>
                </a:solidFill>
              </a:defRPr>
            </a:lvl6pPr>
            <a:lvl7pPr lvl="6" algn="l">
              <a:lnSpc>
                <a:spcPct val="100000"/>
              </a:lnSpc>
              <a:spcBef>
                <a:spcPts val="0"/>
              </a:spcBef>
              <a:spcAft>
                <a:spcPts val="0"/>
              </a:spcAft>
              <a:buClr>
                <a:schemeClr val="accent4"/>
              </a:buClr>
              <a:buSzPts val="800"/>
              <a:buNone/>
              <a:defRPr>
                <a:solidFill>
                  <a:schemeClr val="accent4"/>
                </a:solidFill>
              </a:defRPr>
            </a:lvl7pPr>
            <a:lvl8pPr lvl="7" algn="l">
              <a:lnSpc>
                <a:spcPct val="100000"/>
              </a:lnSpc>
              <a:spcBef>
                <a:spcPts val="0"/>
              </a:spcBef>
              <a:spcAft>
                <a:spcPts val="0"/>
              </a:spcAft>
              <a:buClr>
                <a:schemeClr val="accent4"/>
              </a:buClr>
              <a:buSzPts val="800"/>
              <a:buNone/>
              <a:defRPr>
                <a:solidFill>
                  <a:schemeClr val="accent4"/>
                </a:solidFill>
              </a:defRPr>
            </a:lvl8pPr>
            <a:lvl9pPr lvl="8" algn="l">
              <a:lnSpc>
                <a:spcPct val="100000"/>
              </a:lnSpc>
              <a:spcBef>
                <a:spcPts val="0"/>
              </a:spcBef>
              <a:spcAft>
                <a:spcPts val="0"/>
              </a:spcAft>
              <a:buClr>
                <a:schemeClr val="accent4"/>
              </a:buClr>
              <a:buSzPts val="800"/>
              <a:buNone/>
              <a:defRPr>
                <a:solidFill>
                  <a:schemeClr val="accent4"/>
                </a:solidFill>
              </a:defRPr>
            </a:lvl9pPr>
          </a:lstStyle>
          <a:p/>
        </p:txBody>
      </p:sp>
      <p:sp>
        <p:nvSpPr>
          <p:cNvPr id="683" name="Google Shape;683;p151"/>
          <p:cNvSpPr txBox="1"/>
          <p:nvPr>
            <p:ph idx="4" type="subTitle"/>
          </p:nvPr>
        </p:nvSpPr>
        <p:spPr>
          <a:xfrm>
            <a:off x="4572000" y="1905000"/>
            <a:ext cx="3093000" cy="1710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accent4"/>
              </a:buClr>
              <a:buSzPts val="800"/>
              <a:buFont typeface="Poppins SemiBold"/>
              <a:buNone/>
              <a:defRPr sz="1000">
                <a:solidFill>
                  <a:schemeClr val="accent4"/>
                </a:solidFill>
                <a:latin typeface="Poppins SemiBold"/>
                <a:ea typeface="Poppins SemiBold"/>
                <a:cs typeface="Poppins SemiBold"/>
                <a:sym typeface="Poppins SemiBold"/>
              </a:defRPr>
            </a:lvl1pPr>
            <a:lvl2pPr lvl="1" algn="l">
              <a:lnSpc>
                <a:spcPct val="100000"/>
              </a:lnSpc>
              <a:spcBef>
                <a:spcPts val="0"/>
              </a:spcBef>
              <a:spcAft>
                <a:spcPts val="0"/>
              </a:spcAft>
              <a:buClr>
                <a:schemeClr val="accent4"/>
              </a:buClr>
              <a:buSzPts val="900"/>
              <a:buNone/>
              <a:defRPr>
                <a:solidFill>
                  <a:schemeClr val="accent4"/>
                </a:solidFill>
              </a:defRPr>
            </a:lvl2pPr>
            <a:lvl3pPr lvl="2" algn="l">
              <a:lnSpc>
                <a:spcPct val="100000"/>
              </a:lnSpc>
              <a:spcBef>
                <a:spcPts val="0"/>
              </a:spcBef>
              <a:spcAft>
                <a:spcPts val="0"/>
              </a:spcAft>
              <a:buClr>
                <a:schemeClr val="accent4"/>
              </a:buClr>
              <a:buSzPts val="800"/>
              <a:buNone/>
              <a:defRPr>
                <a:solidFill>
                  <a:schemeClr val="accent4"/>
                </a:solidFill>
              </a:defRPr>
            </a:lvl3pPr>
            <a:lvl4pPr lvl="3" algn="l">
              <a:lnSpc>
                <a:spcPct val="100000"/>
              </a:lnSpc>
              <a:spcBef>
                <a:spcPts val="0"/>
              </a:spcBef>
              <a:spcAft>
                <a:spcPts val="0"/>
              </a:spcAft>
              <a:buClr>
                <a:schemeClr val="accent4"/>
              </a:buClr>
              <a:buSzPts val="800"/>
              <a:buNone/>
              <a:defRPr>
                <a:solidFill>
                  <a:schemeClr val="accent4"/>
                </a:solidFill>
              </a:defRPr>
            </a:lvl4pPr>
            <a:lvl5pPr lvl="4" algn="l">
              <a:lnSpc>
                <a:spcPct val="100000"/>
              </a:lnSpc>
              <a:spcBef>
                <a:spcPts val="0"/>
              </a:spcBef>
              <a:spcAft>
                <a:spcPts val="0"/>
              </a:spcAft>
              <a:buClr>
                <a:schemeClr val="accent4"/>
              </a:buClr>
              <a:buSzPts val="800"/>
              <a:buNone/>
              <a:defRPr>
                <a:solidFill>
                  <a:schemeClr val="accent4"/>
                </a:solidFill>
              </a:defRPr>
            </a:lvl5pPr>
            <a:lvl6pPr lvl="5" algn="l">
              <a:lnSpc>
                <a:spcPct val="100000"/>
              </a:lnSpc>
              <a:spcBef>
                <a:spcPts val="0"/>
              </a:spcBef>
              <a:spcAft>
                <a:spcPts val="0"/>
              </a:spcAft>
              <a:buClr>
                <a:schemeClr val="accent4"/>
              </a:buClr>
              <a:buSzPts val="800"/>
              <a:buNone/>
              <a:defRPr>
                <a:solidFill>
                  <a:schemeClr val="accent4"/>
                </a:solidFill>
              </a:defRPr>
            </a:lvl6pPr>
            <a:lvl7pPr lvl="6" algn="l">
              <a:lnSpc>
                <a:spcPct val="100000"/>
              </a:lnSpc>
              <a:spcBef>
                <a:spcPts val="0"/>
              </a:spcBef>
              <a:spcAft>
                <a:spcPts val="0"/>
              </a:spcAft>
              <a:buClr>
                <a:schemeClr val="accent4"/>
              </a:buClr>
              <a:buSzPts val="800"/>
              <a:buNone/>
              <a:defRPr>
                <a:solidFill>
                  <a:schemeClr val="accent4"/>
                </a:solidFill>
              </a:defRPr>
            </a:lvl7pPr>
            <a:lvl8pPr lvl="7" algn="l">
              <a:lnSpc>
                <a:spcPct val="100000"/>
              </a:lnSpc>
              <a:spcBef>
                <a:spcPts val="0"/>
              </a:spcBef>
              <a:spcAft>
                <a:spcPts val="0"/>
              </a:spcAft>
              <a:buClr>
                <a:schemeClr val="accent4"/>
              </a:buClr>
              <a:buSzPts val="800"/>
              <a:buNone/>
              <a:defRPr>
                <a:solidFill>
                  <a:schemeClr val="accent4"/>
                </a:solidFill>
              </a:defRPr>
            </a:lvl8pPr>
            <a:lvl9pPr lvl="8" algn="l">
              <a:lnSpc>
                <a:spcPct val="100000"/>
              </a:lnSpc>
              <a:spcBef>
                <a:spcPts val="0"/>
              </a:spcBef>
              <a:spcAft>
                <a:spcPts val="0"/>
              </a:spcAft>
              <a:buClr>
                <a:schemeClr val="accent4"/>
              </a:buClr>
              <a:buSzPts val="800"/>
              <a:buNone/>
              <a:defRPr>
                <a:solidFill>
                  <a:schemeClr val="accent4"/>
                </a:solidFill>
              </a:defRPr>
            </a:lvl9pPr>
          </a:lstStyle>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ullet points 1">
  <p:cSld name="Title and bullet points_1">
    <p:spTree>
      <p:nvGrpSpPr>
        <p:cNvPr id="684" name="Shape 684"/>
        <p:cNvGrpSpPr/>
        <p:nvPr/>
      </p:nvGrpSpPr>
      <p:grpSpPr>
        <a:xfrm>
          <a:off x="0" y="0"/>
          <a:ext cx="0" cy="0"/>
          <a:chOff x="0" y="0"/>
          <a:chExt cx="0" cy="0"/>
        </a:xfrm>
      </p:grpSpPr>
      <p:sp>
        <p:nvSpPr>
          <p:cNvPr id="685" name="Google Shape;685;p152"/>
          <p:cNvSpPr txBox="1"/>
          <p:nvPr>
            <p:ph idx="12" type="sldNum"/>
          </p:nvPr>
        </p:nvSpPr>
        <p:spPr>
          <a:xfrm>
            <a:off x="8572500" y="5080004"/>
            <a:ext cx="571500" cy="635100"/>
          </a:xfrm>
          <a:prstGeom prst="rect">
            <a:avLst/>
          </a:prstGeom>
          <a:noFill/>
          <a:ln>
            <a:noFill/>
          </a:ln>
        </p:spPr>
        <p:txBody>
          <a:bodyPr anchorCtr="0" anchor="t" bIns="94800" lIns="94800" spcFirstLastPara="1" rIns="94800" wrap="square" tIns="94800">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686" name="Google Shape;686;p152"/>
          <p:cNvSpPr txBox="1"/>
          <p:nvPr>
            <p:ph type="title"/>
          </p:nvPr>
        </p:nvSpPr>
        <p:spPr>
          <a:xfrm>
            <a:off x="457200" y="507990"/>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9">
    <p:spTree>
      <p:nvGrpSpPr>
        <p:cNvPr id="687" name="Shape 687"/>
        <p:cNvGrpSpPr/>
        <p:nvPr/>
      </p:nvGrpSpPr>
      <p:grpSpPr>
        <a:xfrm>
          <a:off x="0" y="0"/>
          <a:ext cx="0" cy="0"/>
          <a:chOff x="0" y="0"/>
          <a:chExt cx="0" cy="0"/>
        </a:xfrm>
      </p:grpSpPr>
      <p:sp>
        <p:nvSpPr>
          <p:cNvPr id="688" name="Google Shape;688;p153"/>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1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p:cSld name="TITLE_ONLY_10">
    <p:spTree>
      <p:nvGrpSpPr>
        <p:cNvPr id="689" name="Shape 689"/>
        <p:cNvGrpSpPr/>
        <p:nvPr/>
      </p:nvGrpSpPr>
      <p:grpSpPr>
        <a:xfrm>
          <a:off x="0" y="0"/>
          <a:ext cx="0" cy="0"/>
          <a:chOff x="0" y="0"/>
          <a:chExt cx="0" cy="0"/>
        </a:xfrm>
      </p:grpSpPr>
      <p:sp>
        <p:nvSpPr>
          <p:cNvPr id="690" name="Google Shape;690;p154"/>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1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Body 3">
  <p:cSld name="Title + Body 1_3">
    <p:spTree>
      <p:nvGrpSpPr>
        <p:cNvPr id="691" name="Shape 691"/>
        <p:cNvGrpSpPr/>
        <p:nvPr/>
      </p:nvGrpSpPr>
      <p:grpSpPr>
        <a:xfrm>
          <a:off x="0" y="0"/>
          <a:ext cx="0" cy="0"/>
          <a:chOff x="0" y="0"/>
          <a:chExt cx="0" cy="0"/>
        </a:xfrm>
      </p:grpSpPr>
      <p:sp>
        <p:nvSpPr>
          <p:cNvPr id="692" name="Google Shape;692;p155"/>
          <p:cNvSpPr txBox="1"/>
          <p:nvPr>
            <p:ph type="title"/>
          </p:nvPr>
        </p:nvSpPr>
        <p:spPr>
          <a:xfrm>
            <a:off x="457200" y="1694917"/>
            <a:ext cx="41148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693" name="Google Shape;693;p155"/>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694" name="Google Shape;694;p155"/>
          <p:cNvSpPr txBox="1"/>
          <p:nvPr>
            <p:ph idx="2"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695" name="Google Shape;695;p155"/>
          <p:cNvSpPr txBox="1"/>
          <p:nvPr>
            <p:ph idx="3" type="body"/>
          </p:nvPr>
        </p:nvSpPr>
        <p:spPr>
          <a:xfrm>
            <a:off x="457200" y="2139583"/>
            <a:ext cx="4114800" cy="3067800"/>
          </a:xfrm>
          <a:prstGeom prst="rect">
            <a:avLst/>
          </a:prstGeom>
        </p:spPr>
        <p:txBody>
          <a:bodyPr anchorCtr="0" anchor="t" bIns="0" lIns="0" spcFirstLastPara="1" rIns="0" wrap="square" tIns="0">
            <a:spAutoFit/>
          </a:bodyPr>
          <a:lstStyle>
            <a:lvl1pPr indent="-304800" lvl="0" marL="457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1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Body 4">
  <p:cSld name="Title + Body 1_4">
    <p:spTree>
      <p:nvGrpSpPr>
        <p:cNvPr id="696" name="Shape 696"/>
        <p:cNvGrpSpPr/>
        <p:nvPr/>
      </p:nvGrpSpPr>
      <p:grpSpPr>
        <a:xfrm>
          <a:off x="0" y="0"/>
          <a:ext cx="0" cy="0"/>
          <a:chOff x="0" y="0"/>
          <a:chExt cx="0" cy="0"/>
        </a:xfrm>
      </p:grpSpPr>
      <p:sp>
        <p:nvSpPr>
          <p:cNvPr id="697" name="Google Shape;697;p156"/>
          <p:cNvSpPr txBox="1"/>
          <p:nvPr>
            <p:ph type="title"/>
          </p:nvPr>
        </p:nvSpPr>
        <p:spPr>
          <a:xfrm>
            <a:off x="457200" y="1694917"/>
            <a:ext cx="4114800" cy="4449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698" name="Google Shape;698;p156"/>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699" name="Google Shape;699;p156"/>
          <p:cNvSpPr txBox="1"/>
          <p:nvPr>
            <p:ph idx="2"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700" name="Google Shape;700;p156"/>
          <p:cNvSpPr txBox="1"/>
          <p:nvPr>
            <p:ph idx="3" type="body"/>
          </p:nvPr>
        </p:nvSpPr>
        <p:spPr>
          <a:xfrm>
            <a:off x="457200" y="2139583"/>
            <a:ext cx="4114800" cy="3067800"/>
          </a:xfrm>
          <a:prstGeom prst="rect">
            <a:avLst/>
          </a:prstGeom>
        </p:spPr>
        <p:txBody>
          <a:bodyPr anchorCtr="0" anchor="t" bIns="0" lIns="0" spcFirstLastPara="1" rIns="0" wrap="square" tIns="0">
            <a:spAutoFit/>
          </a:bodyPr>
          <a:lstStyle>
            <a:lvl1pPr indent="-304800" lvl="0" marL="457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1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1 3">
  <p:cSld name="TITLE_AND_BODY_3_3">
    <p:spTree>
      <p:nvGrpSpPr>
        <p:cNvPr id="701" name="Shape 701"/>
        <p:cNvGrpSpPr/>
        <p:nvPr/>
      </p:nvGrpSpPr>
      <p:grpSpPr>
        <a:xfrm>
          <a:off x="0" y="0"/>
          <a:ext cx="0" cy="0"/>
          <a:chOff x="0" y="0"/>
          <a:chExt cx="0" cy="0"/>
        </a:xfrm>
      </p:grpSpPr>
      <p:sp>
        <p:nvSpPr>
          <p:cNvPr id="702" name="Google Shape;702;p157"/>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703" name="Google Shape;703;p157"/>
          <p:cNvSpPr txBox="1"/>
          <p:nvPr>
            <p:ph type="title"/>
          </p:nvPr>
        </p:nvSpPr>
        <p:spPr>
          <a:xfrm>
            <a:off x="571500" y="889000"/>
            <a:ext cx="30897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9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900">
                <a:solidFill>
                  <a:schemeClr val="dk1"/>
                </a:solidFill>
              </a:defRPr>
            </a:lvl2pPr>
            <a:lvl3pPr lvl="2" algn="l">
              <a:lnSpc>
                <a:spcPct val="115000"/>
              </a:lnSpc>
              <a:spcBef>
                <a:spcPts val="0"/>
              </a:spcBef>
              <a:spcAft>
                <a:spcPts val="0"/>
              </a:spcAft>
              <a:buClr>
                <a:schemeClr val="dk1"/>
              </a:buClr>
              <a:buSzPts val="1400"/>
              <a:buNone/>
              <a:defRPr sz="1900">
                <a:solidFill>
                  <a:schemeClr val="dk1"/>
                </a:solidFill>
              </a:defRPr>
            </a:lvl3pPr>
            <a:lvl4pPr lvl="3" algn="l">
              <a:lnSpc>
                <a:spcPct val="115000"/>
              </a:lnSpc>
              <a:spcBef>
                <a:spcPts val="0"/>
              </a:spcBef>
              <a:spcAft>
                <a:spcPts val="0"/>
              </a:spcAft>
              <a:buClr>
                <a:schemeClr val="dk1"/>
              </a:buClr>
              <a:buSzPts val="1400"/>
              <a:buNone/>
              <a:defRPr sz="1900">
                <a:solidFill>
                  <a:schemeClr val="dk1"/>
                </a:solidFill>
              </a:defRPr>
            </a:lvl4pPr>
            <a:lvl5pPr lvl="4" algn="l">
              <a:lnSpc>
                <a:spcPct val="115000"/>
              </a:lnSpc>
              <a:spcBef>
                <a:spcPts val="0"/>
              </a:spcBef>
              <a:spcAft>
                <a:spcPts val="0"/>
              </a:spcAft>
              <a:buClr>
                <a:schemeClr val="dk1"/>
              </a:buClr>
              <a:buSzPts val="1400"/>
              <a:buNone/>
              <a:defRPr sz="1900">
                <a:solidFill>
                  <a:schemeClr val="dk1"/>
                </a:solidFill>
              </a:defRPr>
            </a:lvl5pPr>
            <a:lvl6pPr lvl="5" algn="l">
              <a:lnSpc>
                <a:spcPct val="115000"/>
              </a:lnSpc>
              <a:spcBef>
                <a:spcPts val="0"/>
              </a:spcBef>
              <a:spcAft>
                <a:spcPts val="0"/>
              </a:spcAft>
              <a:buClr>
                <a:schemeClr val="dk1"/>
              </a:buClr>
              <a:buSzPts val="1400"/>
              <a:buNone/>
              <a:defRPr sz="1900">
                <a:solidFill>
                  <a:schemeClr val="dk1"/>
                </a:solidFill>
              </a:defRPr>
            </a:lvl6pPr>
            <a:lvl7pPr lvl="6" algn="l">
              <a:lnSpc>
                <a:spcPct val="115000"/>
              </a:lnSpc>
              <a:spcBef>
                <a:spcPts val="0"/>
              </a:spcBef>
              <a:spcAft>
                <a:spcPts val="0"/>
              </a:spcAft>
              <a:buClr>
                <a:schemeClr val="dk1"/>
              </a:buClr>
              <a:buSzPts val="1400"/>
              <a:buNone/>
              <a:defRPr sz="1900">
                <a:solidFill>
                  <a:schemeClr val="dk1"/>
                </a:solidFill>
              </a:defRPr>
            </a:lvl7pPr>
            <a:lvl8pPr lvl="7" algn="l">
              <a:lnSpc>
                <a:spcPct val="115000"/>
              </a:lnSpc>
              <a:spcBef>
                <a:spcPts val="0"/>
              </a:spcBef>
              <a:spcAft>
                <a:spcPts val="0"/>
              </a:spcAft>
              <a:buClr>
                <a:schemeClr val="dk1"/>
              </a:buClr>
              <a:buSzPts val="1400"/>
              <a:buNone/>
              <a:defRPr sz="1900">
                <a:solidFill>
                  <a:schemeClr val="dk1"/>
                </a:solidFill>
              </a:defRPr>
            </a:lvl8pPr>
            <a:lvl9pPr lvl="8" algn="l">
              <a:lnSpc>
                <a:spcPct val="115000"/>
              </a:lnSpc>
              <a:spcBef>
                <a:spcPts val="0"/>
              </a:spcBef>
              <a:spcAft>
                <a:spcPts val="0"/>
              </a:spcAft>
              <a:buClr>
                <a:schemeClr val="dk1"/>
              </a:buClr>
              <a:buSzPts val="1400"/>
              <a:buNone/>
              <a:defRPr sz="1900">
                <a:solidFill>
                  <a:schemeClr val="dk1"/>
                </a:solidFill>
              </a:defRPr>
            </a:lvl9pPr>
          </a:lstStyle>
          <a:p/>
        </p:txBody>
      </p:sp>
      <p:sp>
        <p:nvSpPr>
          <p:cNvPr id="704" name="Google Shape;704;p157"/>
          <p:cNvSpPr txBox="1"/>
          <p:nvPr>
            <p:ph idx="1" type="body"/>
          </p:nvPr>
        </p:nvSpPr>
        <p:spPr>
          <a:xfrm>
            <a:off x="571500" y="1905000"/>
            <a:ext cx="30897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column 3">
  <p:cSld name="ONE_COLUMN_TEXT_3">
    <p:spTree>
      <p:nvGrpSpPr>
        <p:cNvPr id="705" name="Shape 705"/>
        <p:cNvGrpSpPr/>
        <p:nvPr/>
      </p:nvGrpSpPr>
      <p:grpSpPr>
        <a:xfrm>
          <a:off x="0" y="0"/>
          <a:ext cx="0" cy="0"/>
          <a:chOff x="0" y="0"/>
          <a:chExt cx="0" cy="0"/>
        </a:xfrm>
      </p:grpSpPr>
      <p:sp>
        <p:nvSpPr>
          <p:cNvPr id="706" name="Google Shape;706;p158"/>
          <p:cNvSpPr txBox="1"/>
          <p:nvPr>
            <p:ph type="title"/>
          </p:nvPr>
        </p:nvSpPr>
        <p:spPr>
          <a:xfrm>
            <a:off x="457200" y="518667"/>
            <a:ext cx="3204600" cy="1005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707" name="Google Shape;707;p158"/>
          <p:cNvSpPr txBox="1"/>
          <p:nvPr>
            <p:ph idx="1" type="body"/>
          </p:nvPr>
        </p:nvSpPr>
        <p:spPr>
          <a:xfrm>
            <a:off x="457200" y="1524417"/>
            <a:ext cx="3204600" cy="3682800"/>
          </a:xfrm>
          <a:prstGeom prst="rect">
            <a:avLst/>
          </a:prstGeom>
        </p:spPr>
        <p:txBody>
          <a:bodyPr anchorCtr="0" anchor="t" bIns="0" lIns="0" spcFirstLastPara="1" rIns="0" wrap="square" tIns="0">
            <a:spAutoFit/>
          </a:bodyPr>
          <a:lstStyle>
            <a:lvl1pPr indent="-304800" lvl="0" marL="457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307">
          <p15:clr>
            <a:srgbClr val="E46962"/>
          </p15:clr>
        </p15:guide>
      </p15:sldGuideLst>
    </p:ext>
  </p:extLst>
</p:sldLayout>
</file>

<file path=ppt/slideLayouts/slideLayout1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7">
  <p:cSld name="TITLE_ONLY_11">
    <p:spTree>
      <p:nvGrpSpPr>
        <p:cNvPr id="708" name="Shape 708"/>
        <p:cNvGrpSpPr/>
        <p:nvPr/>
      </p:nvGrpSpPr>
      <p:grpSpPr>
        <a:xfrm>
          <a:off x="0" y="0"/>
          <a:ext cx="0" cy="0"/>
          <a:chOff x="0" y="0"/>
          <a:chExt cx="0" cy="0"/>
        </a:xfrm>
      </p:grpSpPr>
      <p:sp>
        <p:nvSpPr>
          <p:cNvPr id="709" name="Google Shape;709;p159"/>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1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rtification covers 2">
  <p:cSld name="TITLE_1_2">
    <p:spTree>
      <p:nvGrpSpPr>
        <p:cNvPr id="710" name="Shape 710"/>
        <p:cNvGrpSpPr/>
        <p:nvPr/>
      </p:nvGrpSpPr>
      <p:grpSpPr>
        <a:xfrm>
          <a:off x="0" y="0"/>
          <a:ext cx="0" cy="0"/>
          <a:chOff x="0" y="0"/>
          <a:chExt cx="0" cy="0"/>
        </a:xfrm>
      </p:grpSpPr>
      <p:pic>
        <p:nvPicPr>
          <p:cNvPr id="711" name="Google Shape;711;p160" title="Mesh Holographic Gradients - Dark Gradient 22.png"/>
          <p:cNvPicPr preferRelativeResize="0"/>
          <p:nvPr/>
        </p:nvPicPr>
        <p:blipFill rotWithShape="1">
          <a:blip r:embed="rId2">
            <a:alphaModFix/>
          </a:blip>
          <a:srcRect b="0" l="0" r="0" t="0"/>
          <a:stretch/>
        </p:blipFill>
        <p:spPr>
          <a:xfrm rot="10800000">
            <a:off x="0" y="571500"/>
            <a:ext cx="9144003" cy="5143499"/>
          </a:xfrm>
          <a:prstGeom prst="rect">
            <a:avLst/>
          </a:prstGeom>
          <a:noFill/>
          <a:ln>
            <a:noFill/>
          </a:ln>
        </p:spPr>
      </p:pic>
      <p:pic>
        <p:nvPicPr>
          <p:cNvPr id="712" name="Google Shape;712;p160"/>
          <p:cNvPicPr preferRelativeResize="0"/>
          <p:nvPr/>
        </p:nvPicPr>
        <p:blipFill rotWithShape="1">
          <a:blip r:embed="rId3">
            <a:alphaModFix/>
          </a:blip>
          <a:srcRect b="0" l="0" r="0" t="0"/>
          <a:stretch/>
        </p:blipFill>
        <p:spPr>
          <a:xfrm>
            <a:off x="457200" y="531584"/>
            <a:ext cx="316413" cy="390600"/>
          </a:xfrm>
          <a:prstGeom prst="rect">
            <a:avLst/>
          </a:prstGeom>
          <a:noFill/>
          <a:ln>
            <a:noFill/>
          </a:ln>
        </p:spPr>
      </p:pic>
      <p:sp>
        <p:nvSpPr>
          <p:cNvPr id="713" name="Google Shape;713;p160"/>
          <p:cNvSpPr txBox="1"/>
          <p:nvPr>
            <p:ph type="title"/>
          </p:nvPr>
        </p:nvSpPr>
        <p:spPr>
          <a:xfrm>
            <a:off x="457200" y="2925261"/>
            <a:ext cx="6862800" cy="1734900"/>
          </a:xfrm>
          <a:prstGeom prst="rect">
            <a:avLst/>
          </a:prstGeom>
        </p:spPr>
        <p:txBody>
          <a:bodyPr anchorCtr="0" anchor="b"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714" name="Google Shape;714;p160"/>
          <p:cNvSpPr txBox="1"/>
          <p:nvPr>
            <p:ph idx="1" type="subTitle"/>
          </p:nvPr>
        </p:nvSpPr>
        <p:spPr>
          <a:xfrm>
            <a:off x="457200" y="4773000"/>
            <a:ext cx="68628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ist 2">
  <p:cSld name="CUSTOM_1_1">
    <p:spTree>
      <p:nvGrpSpPr>
        <p:cNvPr id="715" name="Shape 715"/>
        <p:cNvGrpSpPr/>
        <p:nvPr/>
      </p:nvGrpSpPr>
      <p:grpSpPr>
        <a:xfrm>
          <a:off x="0" y="0"/>
          <a:ext cx="0" cy="0"/>
          <a:chOff x="0" y="0"/>
          <a:chExt cx="0" cy="0"/>
        </a:xfrm>
      </p:grpSpPr>
      <p:sp>
        <p:nvSpPr>
          <p:cNvPr id="716" name="Google Shape;716;p161"/>
          <p:cNvSpPr txBox="1"/>
          <p:nvPr>
            <p:ph type="title"/>
          </p:nvPr>
        </p:nvSpPr>
        <p:spPr>
          <a:xfrm>
            <a:off x="571500" y="889000"/>
            <a:ext cx="40005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717" name="Google Shape;717;p161"/>
          <p:cNvSpPr txBox="1"/>
          <p:nvPr>
            <p:ph idx="1" type="body"/>
          </p:nvPr>
        </p:nvSpPr>
        <p:spPr>
          <a:xfrm>
            <a:off x="571500" y="1905000"/>
            <a:ext cx="40005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
        <p:nvSpPr>
          <p:cNvPr id="718" name="Google Shape;718;p161"/>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2">
  <p:cSld name="Title + Subtitle_3">
    <p:spTree>
      <p:nvGrpSpPr>
        <p:cNvPr id="719" name="Shape 719"/>
        <p:cNvGrpSpPr/>
        <p:nvPr/>
      </p:nvGrpSpPr>
      <p:grpSpPr>
        <a:xfrm>
          <a:off x="0" y="0"/>
          <a:ext cx="0" cy="0"/>
          <a:chOff x="0" y="0"/>
          <a:chExt cx="0" cy="0"/>
        </a:xfrm>
      </p:grpSpPr>
      <p:sp>
        <p:nvSpPr>
          <p:cNvPr id="720" name="Google Shape;720;p162"/>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721" name="Google Shape;721;p162"/>
          <p:cNvSpPr txBox="1"/>
          <p:nvPr>
            <p:ph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1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3">
  <p:cSld name="TITLE_AND_BODY_7">
    <p:spTree>
      <p:nvGrpSpPr>
        <p:cNvPr id="722" name="Shape 722"/>
        <p:cNvGrpSpPr/>
        <p:nvPr/>
      </p:nvGrpSpPr>
      <p:grpSpPr>
        <a:xfrm>
          <a:off x="0" y="0"/>
          <a:ext cx="0" cy="0"/>
          <a:chOff x="0" y="0"/>
          <a:chExt cx="0" cy="0"/>
        </a:xfrm>
      </p:grpSpPr>
      <p:sp>
        <p:nvSpPr>
          <p:cNvPr id="723" name="Google Shape;723;p163"/>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724" name="Google Shape;724;p163"/>
          <p:cNvSpPr txBox="1"/>
          <p:nvPr>
            <p:ph idx="1" type="body"/>
          </p:nvPr>
        </p:nvSpPr>
        <p:spPr>
          <a:xfrm>
            <a:off x="457200" y="1524417"/>
            <a:ext cx="4105200" cy="3682800"/>
          </a:xfrm>
          <a:prstGeom prst="rect">
            <a:avLst/>
          </a:prstGeom>
        </p:spPr>
        <p:txBody>
          <a:bodyPr anchorCtr="0" anchor="t" bIns="0" lIns="0" spcFirstLastPara="1" rIns="0" wrap="square" tIns="0">
            <a:spAutoFit/>
          </a:bodyPr>
          <a:lstStyle>
            <a:lvl1pPr indent="-304800" lvl="0" marL="457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1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two columns 1">
  <p:cSld name="Chapter title and two columns_1">
    <p:spTree>
      <p:nvGrpSpPr>
        <p:cNvPr id="725" name="Shape 725"/>
        <p:cNvGrpSpPr/>
        <p:nvPr/>
      </p:nvGrpSpPr>
      <p:grpSpPr>
        <a:xfrm>
          <a:off x="0" y="0"/>
          <a:ext cx="0" cy="0"/>
          <a:chOff x="0" y="0"/>
          <a:chExt cx="0" cy="0"/>
        </a:xfrm>
      </p:grpSpPr>
      <p:sp>
        <p:nvSpPr>
          <p:cNvPr id="726" name="Google Shape;726;p164"/>
          <p:cNvSpPr txBox="1"/>
          <p:nvPr>
            <p:ph type="title"/>
          </p:nvPr>
        </p:nvSpPr>
        <p:spPr>
          <a:xfrm>
            <a:off x="457200" y="1525575"/>
            <a:ext cx="36615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727" name="Google Shape;727;p164"/>
          <p:cNvSpPr txBox="1"/>
          <p:nvPr>
            <p:ph idx="1" type="body"/>
          </p:nvPr>
        </p:nvSpPr>
        <p:spPr>
          <a:xfrm>
            <a:off x="457200" y="2139575"/>
            <a:ext cx="36615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728" name="Google Shape;728;p164"/>
          <p:cNvSpPr txBox="1"/>
          <p:nvPr>
            <p:ph idx="2"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
        <p:nvSpPr>
          <p:cNvPr id="729" name="Google Shape;729;p164"/>
          <p:cNvSpPr txBox="1"/>
          <p:nvPr>
            <p:ph idx="3" type="title"/>
          </p:nvPr>
        </p:nvSpPr>
        <p:spPr>
          <a:xfrm>
            <a:off x="4561700" y="1525575"/>
            <a:ext cx="36615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730" name="Google Shape;730;p164"/>
          <p:cNvSpPr txBox="1"/>
          <p:nvPr>
            <p:ph idx="4" type="body"/>
          </p:nvPr>
        </p:nvSpPr>
        <p:spPr>
          <a:xfrm>
            <a:off x="4561700" y="2139575"/>
            <a:ext cx="36615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Tree>
  </p:cSld>
  <p:clrMapOvr>
    <a:masterClrMapping/>
  </p:clrMapOvr>
</p:sldLayout>
</file>

<file path=ppt/slideLayouts/slideLayout1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1">
  <p:cSld name="TITLE_ONLY_6_1">
    <p:spTree>
      <p:nvGrpSpPr>
        <p:cNvPr id="731" name="Shape 731"/>
        <p:cNvGrpSpPr/>
        <p:nvPr/>
      </p:nvGrpSpPr>
      <p:grpSpPr>
        <a:xfrm>
          <a:off x="0" y="0"/>
          <a:ext cx="0" cy="0"/>
          <a:chOff x="0" y="0"/>
          <a:chExt cx="0" cy="0"/>
        </a:xfrm>
      </p:grpSpPr>
      <p:sp>
        <p:nvSpPr>
          <p:cNvPr id="732" name="Google Shape;732;p165"/>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1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7 1">
  <p:cSld name="TITLE_ONLY_7_1">
    <p:spTree>
      <p:nvGrpSpPr>
        <p:cNvPr id="733" name="Shape 733"/>
        <p:cNvGrpSpPr/>
        <p:nvPr/>
      </p:nvGrpSpPr>
      <p:grpSpPr>
        <a:xfrm>
          <a:off x="0" y="0"/>
          <a:ext cx="0" cy="0"/>
          <a:chOff x="0" y="0"/>
          <a:chExt cx="0" cy="0"/>
        </a:xfrm>
      </p:grpSpPr>
      <p:sp>
        <p:nvSpPr>
          <p:cNvPr id="734" name="Google Shape;734;p166"/>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1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1 1">
  <p:cSld name="Title + Subtitle_1_1">
    <p:spTree>
      <p:nvGrpSpPr>
        <p:cNvPr id="735" name="Shape 735"/>
        <p:cNvGrpSpPr/>
        <p:nvPr/>
      </p:nvGrpSpPr>
      <p:grpSpPr>
        <a:xfrm>
          <a:off x="0" y="0"/>
          <a:ext cx="0" cy="0"/>
          <a:chOff x="0" y="0"/>
          <a:chExt cx="0" cy="0"/>
        </a:xfrm>
      </p:grpSpPr>
      <p:sp>
        <p:nvSpPr>
          <p:cNvPr id="736" name="Google Shape;736;p167"/>
          <p:cNvSpPr txBox="1"/>
          <p:nvPr>
            <p:ph idx="1" type="subTitle"/>
          </p:nvPr>
        </p:nvSpPr>
        <p:spPr>
          <a:xfrm>
            <a:off x="457200" y="457175"/>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737" name="Google Shape;737;p167"/>
          <p:cNvSpPr txBox="1"/>
          <p:nvPr>
            <p:ph type="title"/>
          </p:nvPr>
        </p:nvSpPr>
        <p:spPr>
          <a:xfrm>
            <a:off x="457200" y="891285"/>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1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8">
  <p:cSld name="TITLE_ONLY_12">
    <p:spTree>
      <p:nvGrpSpPr>
        <p:cNvPr id="738" name="Shape 738"/>
        <p:cNvGrpSpPr/>
        <p:nvPr/>
      </p:nvGrpSpPr>
      <p:grpSpPr>
        <a:xfrm>
          <a:off x="0" y="0"/>
          <a:ext cx="0" cy="0"/>
          <a:chOff x="0" y="0"/>
          <a:chExt cx="0" cy="0"/>
        </a:xfrm>
      </p:grpSpPr>
      <p:sp>
        <p:nvSpPr>
          <p:cNvPr id="739" name="Google Shape;739;p168"/>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1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out logo 2 1 1 1">
  <p:cSld name="Cover without logo 2_1_1_1">
    <p:bg>
      <p:bgPr>
        <a:solidFill>
          <a:srgbClr val="07182C"/>
        </a:solidFill>
      </p:bgPr>
    </p:bg>
    <p:spTree>
      <p:nvGrpSpPr>
        <p:cNvPr id="740" name="Shape 740"/>
        <p:cNvGrpSpPr/>
        <p:nvPr/>
      </p:nvGrpSpPr>
      <p:grpSpPr>
        <a:xfrm>
          <a:off x="0" y="0"/>
          <a:ext cx="0" cy="0"/>
          <a:chOff x="0" y="0"/>
          <a:chExt cx="0" cy="0"/>
        </a:xfrm>
      </p:grpSpPr>
      <p:pic>
        <p:nvPicPr>
          <p:cNvPr id="741" name="Google Shape;741;p169" title="Mesh Holographic Gradients - Dark Gradient 22.png"/>
          <p:cNvPicPr preferRelativeResize="0"/>
          <p:nvPr/>
        </p:nvPicPr>
        <p:blipFill rotWithShape="1">
          <a:blip r:embed="rId2">
            <a:alphaModFix/>
          </a:blip>
          <a:srcRect b="0" l="0" r="10177" t="0"/>
          <a:stretch/>
        </p:blipFill>
        <p:spPr>
          <a:xfrm flipH="1" rot="10800000">
            <a:off x="0" y="559011"/>
            <a:ext cx="9147848" cy="5155989"/>
          </a:xfrm>
          <a:prstGeom prst="rect">
            <a:avLst/>
          </a:prstGeom>
          <a:noFill/>
          <a:ln>
            <a:noFill/>
          </a:ln>
        </p:spPr>
      </p:pic>
      <p:pic>
        <p:nvPicPr>
          <p:cNvPr id="742" name="Google Shape;742;p169"/>
          <p:cNvPicPr preferRelativeResize="0"/>
          <p:nvPr/>
        </p:nvPicPr>
        <p:blipFill rotWithShape="1">
          <a:blip r:embed="rId3">
            <a:alphaModFix/>
          </a:blip>
          <a:srcRect b="0" l="0" r="0" t="0"/>
          <a:stretch/>
        </p:blipFill>
        <p:spPr>
          <a:xfrm>
            <a:off x="457200" y="4773000"/>
            <a:ext cx="284772" cy="351540"/>
          </a:xfrm>
          <a:prstGeom prst="rect">
            <a:avLst/>
          </a:prstGeom>
          <a:noFill/>
          <a:ln>
            <a:noFill/>
          </a:ln>
        </p:spPr>
      </p:pic>
      <p:sp>
        <p:nvSpPr>
          <p:cNvPr id="743" name="Google Shape;743;p169"/>
          <p:cNvSpPr/>
          <p:nvPr/>
        </p:nvSpPr>
        <p:spPr>
          <a:xfrm>
            <a:off x="984762" y="4877167"/>
            <a:ext cx="203100" cy="225600"/>
          </a:xfrm>
          <a:prstGeom prst="plus">
            <a:avLst>
              <a:gd fmla="val 43366" name="adj"/>
            </a:avLst>
          </a:prstGeom>
          <a:solidFill>
            <a:srgbClr val="60A5FA"/>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Lato"/>
              <a:ea typeface="Lato"/>
              <a:cs typeface="Lato"/>
              <a:sym typeface="Lato"/>
            </a:endParaRPr>
          </a:p>
        </p:txBody>
      </p:sp>
      <p:sp>
        <p:nvSpPr>
          <p:cNvPr id="744" name="Google Shape;744;p169"/>
          <p:cNvSpPr txBox="1"/>
          <p:nvPr>
            <p:ph type="title"/>
          </p:nvPr>
        </p:nvSpPr>
        <p:spPr>
          <a:xfrm>
            <a:off x="457200" y="457200"/>
            <a:ext cx="5010300" cy="1376700"/>
          </a:xfrm>
          <a:prstGeom prst="rect">
            <a:avLst/>
          </a:prstGeom>
        </p:spPr>
        <p:txBody>
          <a:bodyPr anchorCtr="0" anchor="t"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45" name="Google Shape;745;p169"/>
          <p:cNvSpPr txBox="1"/>
          <p:nvPr>
            <p:ph idx="1" type="subTitle"/>
          </p:nvPr>
        </p:nvSpPr>
        <p:spPr>
          <a:xfrm>
            <a:off x="457200" y="1833900"/>
            <a:ext cx="50103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
        <p:nvSpPr>
          <p:cNvPr id="746" name="Google Shape;746;p169"/>
          <p:cNvSpPr txBox="1"/>
          <p:nvPr>
            <p:ph idx="2" type="subTitle"/>
          </p:nvPr>
        </p:nvSpPr>
        <p:spPr>
          <a:xfrm>
            <a:off x="3676500" y="4823692"/>
            <a:ext cx="5010300" cy="434100"/>
          </a:xfrm>
          <a:prstGeom prst="rect">
            <a:avLst/>
          </a:prstGeom>
        </p:spPr>
        <p:txBody>
          <a:bodyPr anchorCtr="0" anchor="b" bIns="0" lIns="0" spcFirstLastPara="1" rIns="0" wrap="square" tIns="0">
            <a:noAutofit/>
          </a:bodyPr>
          <a:lstStyle>
            <a:lvl1pPr indent="0" lvl="0" marL="0" marR="0" algn="r">
              <a:lnSpc>
                <a:spcPct val="100000"/>
              </a:lnSpc>
              <a:spcBef>
                <a:spcPts val="0"/>
              </a:spcBef>
              <a:spcAft>
                <a:spcPts val="0"/>
              </a:spcAft>
              <a:buNone/>
              <a:defRPr sz="1600">
                <a:solidFill>
                  <a:schemeClr val="lt1"/>
                </a:solidFill>
              </a:defRPr>
            </a:lvl1pPr>
            <a:lvl2pPr indent="0" lvl="1" marL="0" marR="0" algn="r">
              <a:lnSpc>
                <a:spcPct val="100000"/>
              </a:lnSpc>
              <a:spcBef>
                <a:spcPts val="0"/>
              </a:spcBef>
              <a:spcAft>
                <a:spcPts val="0"/>
              </a:spcAft>
              <a:buNone/>
              <a:defRPr sz="1600">
                <a:solidFill>
                  <a:schemeClr val="lt1"/>
                </a:solidFill>
              </a:defRPr>
            </a:lvl2pPr>
            <a:lvl3pPr indent="0" lvl="2" marL="0" marR="0" algn="r">
              <a:lnSpc>
                <a:spcPct val="100000"/>
              </a:lnSpc>
              <a:spcBef>
                <a:spcPts val="0"/>
              </a:spcBef>
              <a:spcAft>
                <a:spcPts val="0"/>
              </a:spcAft>
              <a:buNone/>
              <a:defRPr sz="1600">
                <a:solidFill>
                  <a:schemeClr val="lt1"/>
                </a:solidFill>
              </a:defRPr>
            </a:lvl3pPr>
            <a:lvl4pPr indent="0" lvl="3" marL="0" marR="0" algn="r">
              <a:lnSpc>
                <a:spcPct val="100000"/>
              </a:lnSpc>
              <a:spcBef>
                <a:spcPts val="0"/>
              </a:spcBef>
              <a:spcAft>
                <a:spcPts val="0"/>
              </a:spcAft>
              <a:buNone/>
              <a:defRPr sz="1600">
                <a:solidFill>
                  <a:schemeClr val="lt1"/>
                </a:solidFill>
              </a:defRPr>
            </a:lvl4pPr>
            <a:lvl5pPr indent="0" lvl="4" marL="0" marR="0" algn="r">
              <a:lnSpc>
                <a:spcPct val="100000"/>
              </a:lnSpc>
              <a:spcBef>
                <a:spcPts val="0"/>
              </a:spcBef>
              <a:spcAft>
                <a:spcPts val="0"/>
              </a:spcAft>
              <a:buNone/>
              <a:defRPr sz="1600">
                <a:solidFill>
                  <a:schemeClr val="lt1"/>
                </a:solidFill>
              </a:defRPr>
            </a:lvl5pPr>
            <a:lvl6pPr indent="0" lvl="5" marL="0" marR="0" algn="r">
              <a:lnSpc>
                <a:spcPct val="100000"/>
              </a:lnSpc>
              <a:spcBef>
                <a:spcPts val="0"/>
              </a:spcBef>
              <a:spcAft>
                <a:spcPts val="0"/>
              </a:spcAft>
              <a:buNone/>
              <a:defRPr sz="1600">
                <a:solidFill>
                  <a:schemeClr val="lt1"/>
                </a:solidFill>
              </a:defRPr>
            </a:lvl6pPr>
            <a:lvl7pPr indent="0" lvl="6" marL="0" marR="0" algn="r">
              <a:lnSpc>
                <a:spcPct val="100000"/>
              </a:lnSpc>
              <a:spcBef>
                <a:spcPts val="0"/>
              </a:spcBef>
              <a:spcAft>
                <a:spcPts val="0"/>
              </a:spcAft>
              <a:buNone/>
              <a:defRPr sz="1600">
                <a:solidFill>
                  <a:schemeClr val="lt1"/>
                </a:solidFill>
              </a:defRPr>
            </a:lvl7pPr>
            <a:lvl8pPr indent="0" lvl="7" marL="0" marR="0" algn="r">
              <a:lnSpc>
                <a:spcPct val="100000"/>
              </a:lnSpc>
              <a:spcBef>
                <a:spcPts val="0"/>
              </a:spcBef>
              <a:spcAft>
                <a:spcPts val="0"/>
              </a:spcAft>
              <a:buNone/>
              <a:defRPr sz="1600">
                <a:solidFill>
                  <a:schemeClr val="lt1"/>
                </a:solidFill>
              </a:defRPr>
            </a:lvl8pPr>
            <a:lvl9pPr indent="0" lvl="8" marL="0" marR="0" algn="r">
              <a:lnSpc>
                <a:spcPct val="100000"/>
              </a:lnSpc>
              <a:spcBef>
                <a:spcPts val="0"/>
              </a:spcBef>
              <a:spcAft>
                <a:spcPts val="0"/>
              </a:spcAft>
              <a:buNone/>
              <a:defRPr sz="1600">
                <a:solidFill>
                  <a:schemeClr val="lt1"/>
                </a:solidFill>
              </a:defRPr>
            </a:lvl9pPr>
          </a:lstStyle>
          <a:p/>
        </p:txBody>
      </p:sp>
    </p:spTree>
  </p:cSld>
  <p:clrMapOvr>
    <a:masterClrMapping/>
  </p:clrMapOvr>
</p:sldLayout>
</file>

<file path=ppt/slideLayouts/slideLayout1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50" name="Shape 750"/>
        <p:cNvGrpSpPr/>
        <p:nvPr/>
      </p:nvGrpSpPr>
      <p:grpSpPr>
        <a:xfrm>
          <a:off x="0" y="0"/>
          <a:ext cx="0" cy="0"/>
          <a:chOff x="0" y="0"/>
          <a:chExt cx="0" cy="0"/>
        </a:xfrm>
      </p:grpSpPr>
      <p:pic>
        <p:nvPicPr>
          <p:cNvPr id="751" name="Google Shape;751;p171" title="Mesh Holographic Gradients - Dark Gradient 22.png"/>
          <p:cNvPicPr preferRelativeResize="0"/>
          <p:nvPr/>
        </p:nvPicPr>
        <p:blipFill rotWithShape="1">
          <a:blip r:embed="rId2">
            <a:alphaModFix/>
          </a:blip>
          <a:srcRect b="0" l="0" r="9999" t="0"/>
          <a:stretch/>
        </p:blipFill>
        <p:spPr>
          <a:xfrm>
            <a:off x="0" y="0"/>
            <a:ext cx="9143997" cy="5715000"/>
          </a:xfrm>
          <a:prstGeom prst="rect">
            <a:avLst/>
          </a:prstGeom>
          <a:noFill/>
          <a:ln>
            <a:noFill/>
          </a:ln>
        </p:spPr>
      </p:pic>
      <p:pic>
        <p:nvPicPr>
          <p:cNvPr id="752" name="Google Shape;752;p171"/>
          <p:cNvPicPr preferRelativeResize="0"/>
          <p:nvPr/>
        </p:nvPicPr>
        <p:blipFill rotWithShape="1">
          <a:blip r:embed="rId3">
            <a:alphaModFix/>
          </a:blip>
          <a:srcRect b="0" l="0" r="0" t="0"/>
          <a:stretch/>
        </p:blipFill>
        <p:spPr>
          <a:xfrm>
            <a:off x="457200" y="457209"/>
            <a:ext cx="316413" cy="390600"/>
          </a:xfrm>
          <a:prstGeom prst="rect">
            <a:avLst/>
          </a:prstGeom>
          <a:noFill/>
          <a:ln>
            <a:noFill/>
          </a:ln>
        </p:spPr>
      </p:pic>
      <p:sp>
        <p:nvSpPr>
          <p:cNvPr id="753" name="Google Shape;753;p171"/>
          <p:cNvSpPr/>
          <p:nvPr/>
        </p:nvSpPr>
        <p:spPr>
          <a:xfrm>
            <a:off x="984762" y="561375"/>
            <a:ext cx="203100" cy="225600"/>
          </a:xfrm>
          <a:prstGeom prst="plus">
            <a:avLst>
              <a:gd fmla="val 43366" name="adj"/>
            </a:avLst>
          </a:prstGeom>
          <a:solidFill>
            <a:srgbClr val="60A5FA"/>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Lato"/>
              <a:ea typeface="Lato"/>
              <a:cs typeface="Lato"/>
              <a:sym typeface="Lato"/>
            </a:endParaRPr>
          </a:p>
        </p:txBody>
      </p:sp>
      <p:sp>
        <p:nvSpPr>
          <p:cNvPr id="754" name="Google Shape;754;p171"/>
          <p:cNvSpPr txBox="1"/>
          <p:nvPr/>
        </p:nvSpPr>
        <p:spPr>
          <a:xfrm>
            <a:off x="8081975" y="4984033"/>
            <a:ext cx="614100" cy="2463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lang="en" sz="1600">
                <a:solidFill>
                  <a:schemeClr val="accent4"/>
                </a:solidFill>
                <a:latin typeface="Poppins Medium"/>
                <a:ea typeface="Poppins Medium"/>
                <a:cs typeface="Poppins Medium"/>
                <a:sym typeface="Poppins Medium"/>
              </a:rPr>
              <a:t>2025</a:t>
            </a:r>
            <a:endParaRPr sz="1600">
              <a:solidFill>
                <a:schemeClr val="accent4"/>
              </a:solidFill>
              <a:latin typeface="Poppins Medium"/>
              <a:ea typeface="Poppins Medium"/>
              <a:cs typeface="Poppins Medium"/>
              <a:sym typeface="Poppins Medium"/>
            </a:endParaRPr>
          </a:p>
        </p:txBody>
      </p:sp>
      <p:sp>
        <p:nvSpPr>
          <p:cNvPr id="755" name="Google Shape;755;p171"/>
          <p:cNvSpPr txBox="1"/>
          <p:nvPr>
            <p:ph type="title"/>
          </p:nvPr>
        </p:nvSpPr>
        <p:spPr>
          <a:xfrm>
            <a:off x="457200" y="3038000"/>
            <a:ext cx="6862800" cy="1734900"/>
          </a:xfrm>
          <a:prstGeom prst="rect">
            <a:avLst/>
          </a:prstGeom>
        </p:spPr>
        <p:txBody>
          <a:bodyPr anchorCtr="0" anchor="b"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756" name="Google Shape;756;p171"/>
          <p:cNvSpPr txBox="1"/>
          <p:nvPr>
            <p:ph idx="1" type="subTitle"/>
          </p:nvPr>
        </p:nvSpPr>
        <p:spPr>
          <a:xfrm>
            <a:off x="457200" y="4823700"/>
            <a:ext cx="68628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Tree>
  </p:cSld>
  <p:clrMapOvr>
    <a:masterClrMapping/>
  </p:clrMapOvr>
</p:sldLayout>
</file>

<file path=ppt/slideLayouts/slideLayout1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rtification covers">
  <p:cSld name="TITLE_1">
    <p:spTree>
      <p:nvGrpSpPr>
        <p:cNvPr id="757" name="Shape 757"/>
        <p:cNvGrpSpPr/>
        <p:nvPr/>
      </p:nvGrpSpPr>
      <p:grpSpPr>
        <a:xfrm>
          <a:off x="0" y="0"/>
          <a:ext cx="0" cy="0"/>
          <a:chOff x="0" y="0"/>
          <a:chExt cx="0" cy="0"/>
        </a:xfrm>
      </p:grpSpPr>
      <p:pic>
        <p:nvPicPr>
          <p:cNvPr id="758" name="Google Shape;758;p172" title="Mesh Holographic Gradients - Dark Gradient 22.png"/>
          <p:cNvPicPr preferRelativeResize="0"/>
          <p:nvPr/>
        </p:nvPicPr>
        <p:blipFill rotWithShape="1">
          <a:blip r:embed="rId2">
            <a:alphaModFix/>
          </a:blip>
          <a:srcRect b="0" l="0" r="9999" t="0"/>
          <a:stretch/>
        </p:blipFill>
        <p:spPr>
          <a:xfrm flipH="1" rot="10800000">
            <a:off x="0" y="0"/>
            <a:ext cx="9144003" cy="5715000"/>
          </a:xfrm>
          <a:prstGeom prst="rect">
            <a:avLst/>
          </a:prstGeom>
          <a:noFill/>
          <a:ln>
            <a:noFill/>
          </a:ln>
        </p:spPr>
      </p:pic>
      <p:pic>
        <p:nvPicPr>
          <p:cNvPr id="759" name="Google Shape;759;p172"/>
          <p:cNvPicPr preferRelativeResize="0"/>
          <p:nvPr/>
        </p:nvPicPr>
        <p:blipFill rotWithShape="1">
          <a:blip r:embed="rId3">
            <a:alphaModFix/>
          </a:blip>
          <a:srcRect b="0" l="0" r="0" t="0"/>
          <a:stretch/>
        </p:blipFill>
        <p:spPr>
          <a:xfrm>
            <a:off x="457200" y="531584"/>
            <a:ext cx="316413" cy="390600"/>
          </a:xfrm>
          <a:prstGeom prst="rect">
            <a:avLst/>
          </a:prstGeom>
          <a:noFill/>
          <a:ln>
            <a:noFill/>
          </a:ln>
        </p:spPr>
      </p:pic>
      <p:sp>
        <p:nvSpPr>
          <p:cNvPr id="760" name="Google Shape;760;p172"/>
          <p:cNvSpPr txBox="1"/>
          <p:nvPr>
            <p:ph type="title"/>
          </p:nvPr>
        </p:nvSpPr>
        <p:spPr>
          <a:xfrm>
            <a:off x="457200" y="3038000"/>
            <a:ext cx="6862800" cy="1734900"/>
          </a:xfrm>
          <a:prstGeom prst="rect">
            <a:avLst/>
          </a:prstGeom>
        </p:spPr>
        <p:txBody>
          <a:bodyPr anchorCtr="0" anchor="b"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761" name="Google Shape;761;p172"/>
          <p:cNvSpPr txBox="1"/>
          <p:nvPr>
            <p:ph idx="1" type="subTitle"/>
          </p:nvPr>
        </p:nvSpPr>
        <p:spPr>
          <a:xfrm>
            <a:off x="457200" y="4823700"/>
            <a:ext cx="68628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type="secHead">
  <p:cSld name="SECTION_HEADER">
    <p:spTree>
      <p:nvGrpSpPr>
        <p:cNvPr id="762" name="Shape 762"/>
        <p:cNvGrpSpPr/>
        <p:nvPr/>
      </p:nvGrpSpPr>
      <p:grpSpPr>
        <a:xfrm>
          <a:off x="0" y="0"/>
          <a:ext cx="0" cy="0"/>
          <a:chOff x="0" y="0"/>
          <a:chExt cx="0" cy="0"/>
        </a:xfrm>
      </p:grpSpPr>
      <p:pic>
        <p:nvPicPr>
          <p:cNvPr id="763" name="Google Shape;763;p173" title="Mesh Holographic Gradients - Dark Gradient 22.png"/>
          <p:cNvPicPr preferRelativeResize="0"/>
          <p:nvPr/>
        </p:nvPicPr>
        <p:blipFill rotWithShape="1">
          <a:blip r:embed="rId2">
            <a:alphaModFix/>
          </a:blip>
          <a:srcRect b="0" l="0" r="9999" t="0"/>
          <a:stretch/>
        </p:blipFill>
        <p:spPr>
          <a:xfrm>
            <a:off x="0" y="0"/>
            <a:ext cx="9144003" cy="5715000"/>
          </a:xfrm>
          <a:prstGeom prst="rect">
            <a:avLst/>
          </a:prstGeom>
          <a:noFill/>
          <a:ln>
            <a:noFill/>
          </a:ln>
        </p:spPr>
      </p:pic>
      <p:sp>
        <p:nvSpPr>
          <p:cNvPr id="764" name="Google Shape;764;p173"/>
          <p:cNvSpPr txBox="1"/>
          <p:nvPr>
            <p:ph type="title"/>
          </p:nvPr>
        </p:nvSpPr>
        <p:spPr>
          <a:xfrm>
            <a:off x="457200" y="4271667"/>
            <a:ext cx="5023800" cy="935400"/>
          </a:xfrm>
          <a:prstGeom prst="rect">
            <a:avLst/>
          </a:prstGeom>
        </p:spPr>
        <p:txBody>
          <a:bodyPr anchorCtr="0" anchor="b" bIns="0" lIns="0" spcFirstLastPara="1" rIns="0" wrap="square" tIns="0">
            <a:sp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eak slide">
  <p:cSld name="CUSTOM">
    <p:spTree>
      <p:nvGrpSpPr>
        <p:cNvPr id="765" name="Shape 765"/>
        <p:cNvGrpSpPr/>
        <p:nvPr/>
      </p:nvGrpSpPr>
      <p:grpSpPr>
        <a:xfrm>
          <a:off x="0" y="0"/>
          <a:ext cx="0" cy="0"/>
          <a:chOff x="0" y="0"/>
          <a:chExt cx="0" cy="0"/>
        </a:xfrm>
      </p:grpSpPr>
      <p:grpSp>
        <p:nvGrpSpPr>
          <p:cNvPr id="766" name="Google Shape;766;p174"/>
          <p:cNvGrpSpPr/>
          <p:nvPr/>
        </p:nvGrpSpPr>
        <p:grpSpPr>
          <a:xfrm>
            <a:off x="0" y="0"/>
            <a:ext cx="9143998" cy="5714776"/>
            <a:chOff x="0" y="-2"/>
            <a:chExt cx="10973237" cy="6858005"/>
          </a:xfrm>
        </p:grpSpPr>
        <p:pic>
          <p:nvPicPr>
            <p:cNvPr id="767" name="Google Shape;767;p174" title="Break.png"/>
            <p:cNvPicPr preferRelativeResize="0"/>
            <p:nvPr/>
          </p:nvPicPr>
          <p:blipFill rotWithShape="1">
            <a:blip r:embed="rId2">
              <a:alphaModFix/>
            </a:blip>
            <a:srcRect b="0" l="0" r="9999" t="0"/>
            <a:stretch/>
          </p:blipFill>
          <p:spPr>
            <a:xfrm>
              <a:off x="0" y="-2"/>
              <a:ext cx="10973237" cy="6858005"/>
            </a:xfrm>
            <a:prstGeom prst="rect">
              <a:avLst/>
            </a:prstGeom>
            <a:noFill/>
            <a:ln>
              <a:noFill/>
            </a:ln>
          </p:spPr>
        </p:pic>
        <p:pic>
          <p:nvPicPr>
            <p:cNvPr id="768" name="Google Shape;768;p174" title="Shapes01.png"/>
            <p:cNvPicPr preferRelativeResize="0"/>
            <p:nvPr/>
          </p:nvPicPr>
          <p:blipFill rotWithShape="1">
            <a:blip r:embed="rId3">
              <a:alphaModFix amt="64000"/>
            </a:blip>
            <a:srcRect b="0" l="0" r="9999" t="0"/>
            <a:stretch/>
          </p:blipFill>
          <p:spPr>
            <a:xfrm>
              <a:off x="0" y="-2"/>
              <a:ext cx="10973237" cy="6858005"/>
            </a:xfrm>
            <a:prstGeom prst="rect">
              <a:avLst/>
            </a:prstGeom>
            <a:noFill/>
            <a:ln>
              <a:noFill/>
            </a:ln>
          </p:spPr>
        </p:pic>
      </p:grpSp>
      <p:sp>
        <p:nvSpPr>
          <p:cNvPr id="769" name="Google Shape;769;p174"/>
          <p:cNvSpPr txBox="1"/>
          <p:nvPr/>
        </p:nvSpPr>
        <p:spPr>
          <a:xfrm>
            <a:off x="1367072" y="2080750"/>
            <a:ext cx="5486400" cy="738900"/>
          </a:xfrm>
          <a:prstGeom prst="rect">
            <a:avLst/>
          </a:prstGeom>
          <a:noFill/>
          <a:ln>
            <a:noFill/>
          </a:ln>
        </p:spPr>
        <p:txBody>
          <a:bodyPr anchorCtr="0" anchor="t" bIns="0" lIns="0" spcFirstLastPara="1" rIns="0" wrap="square" tIns="0">
            <a:spAutoFit/>
          </a:bodyPr>
          <a:lstStyle/>
          <a:p>
            <a:pPr indent="-304800" lvl="0" marL="0" marR="0" rtl="0" algn="l">
              <a:lnSpc>
                <a:spcPct val="100000"/>
              </a:lnSpc>
              <a:spcBef>
                <a:spcPts val="0"/>
              </a:spcBef>
              <a:spcAft>
                <a:spcPts val="0"/>
              </a:spcAft>
              <a:buClr>
                <a:schemeClr val="accent2"/>
              </a:buClr>
              <a:buSzPts val="4800"/>
              <a:buFont typeface="Poppins SemiBold"/>
              <a:buNone/>
            </a:pPr>
            <a:r>
              <a:rPr lang="en" sz="4800">
                <a:solidFill>
                  <a:schemeClr val="accent2"/>
                </a:solidFill>
                <a:latin typeface="Poppins SemiBold"/>
                <a:ea typeface="Poppins SemiBold"/>
                <a:cs typeface="Poppins SemiBold"/>
                <a:sym typeface="Poppins SemiBold"/>
              </a:rPr>
              <a:t>Break</a:t>
            </a:r>
            <a:endParaRPr sz="4800">
              <a:solidFill>
                <a:schemeClr val="accent2"/>
              </a:solidFill>
              <a:latin typeface="Poppins SemiBold"/>
              <a:ea typeface="Poppins SemiBold"/>
              <a:cs typeface="Poppins SemiBold"/>
              <a:sym typeface="Poppins SemiBold"/>
            </a:endParaRPr>
          </a:p>
        </p:txBody>
      </p:sp>
      <p:pic>
        <p:nvPicPr>
          <p:cNvPr id="770" name="Google Shape;770;p174"/>
          <p:cNvPicPr preferRelativeResize="0"/>
          <p:nvPr/>
        </p:nvPicPr>
        <p:blipFill rotWithShape="1">
          <a:blip r:embed="rId4">
            <a:alphaModFix/>
          </a:blip>
          <a:srcRect b="0" l="0" r="0" t="0"/>
          <a:stretch/>
        </p:blipFill>
        <p:spPr>
          <a:xfrm>
            <a:off x="1367087" y="2986403"/>
            <a:ext cx="277007" cy="276975"/>
          </a:xfrm>
          <a:prstGeom prst="rect">
            <a:avLst/>
          </a:prstGeom>
          <a:noFill/>
          <a:ln>
            <a:noFill/>
          </a:ln>
        </p:spPr>
      </p:pic>
      <p:sp>
        <p:nvSpPr>
          <p:cNvPr id="771" name="Google Shape;771;p174"/>
          <p:cNvSpPr txBox="1"/>
          <p:nvPr>
            <p:ph idx="1" type="body"/>
          </p:nvPr>
        </p:nvSpPr>
        <p:spPr>
          <a:xfrm>
            <a:off x="1810375" y="2900778"/>
            <a:ext cx="5043000" cy="479100"/>
          </a:xfrm>
          <a:prstGeom prst="rect">
            <a:avLst/>
          </a:prstGeom>
        </p:spPr>
        <p:txBody>
          <a:bodyPr anchorCtr="0" anchor="ctr" bIns="0" lIns="0" spcFirstLastPara="1" rIns="0" wrap="square" tIns="0">
            <a:sp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72" name="Shape 772"/>
        <p:cNvGrpSpPr/>
        <p:nvPr/>
      </p:nvGrpSpPr>
      <p:grpSpPr>
        <a:xfrm>
          <a:off x="0" y="0"/>
          <a:ext cx="0" cy="0"/>
          <a:chOff x="0" y="0"/>
          <a:chExt cx="0" cy="0"/>
        </a:xfrm>
      </p:grpSpPr>
      <p:sp>
        <p:nvSpPr>
          <p:cNvPr id="773" name="Google Shape;773;p175"/>
          <p:cNvSpPr txBox="1"/>
          <p:nvPr>
            <p:ph idx="1" type="body"/>
          </p:nvPr>
        </p:nvSpPr>
        <p:spPr>
          <a:xfrm>
            <a:off x="457200" y="1524425"/>
            <a:ext cx="3650100" cy="3733500"/>
          </a:xfrm>
          <a:prstGeom prst="rect">
            <a:avLst/>
          </a:prstGeom>
        </p:spPr>
        <p:txBody>
          <a:bodyPr anchorCtr="0" anchor="t" bIns="0" lIns="0" spcFirstLastPara="1" rIns="0" wrap="square" tIns="0">
            <a:spAutoFit/>
          </a:bodyPr>
          <a:lstStyle>
            <a:lvl1pPr indent="-342900" lvl="0" marL="457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1pPr>
            <a:lvl2pPr indent="-342900" lvl="1" marL="914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2pPr>
            <a:lvl3pPr indent="-342900" lvl="2" marL="1371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3pPr>
            <a:lvl4pPr indent="-342900" lvl="3" marL="1828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4pPr>
            <a:lvl5pPr indent="-342900" lvl="4" marL="22860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5pPr>
            <a:lvl6pPr indent="-342900" lvl="5" marL="2743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6pPr>
            <a:lvl7pPr indent="-342900" lvl="6" marL="3200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7pPr>
            <a:lvl8pPr indent="-342900" lvl="7" marL="3657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8pPr>
            <a:lvl9pPr indent="-342900" lvl="8" marL="4114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9pPr>
          </a:lstStyle>
          <a:p/>
        </p:txBody>
      </p:sp>
      <p:sp>
        <p:nvSpPr>
          <p:cNvPr id="774" name="Google Shape;774;p175"/>
          <p:cNvSpPr txBox="1"/>
          <p:nvPr>
            <p:ph type="title"/>
          </p:nvPr>
        </p:nvSpPr>
        <p:spPr>
          <a:xfrm>
            <a:off x="457200" y="457200"/>
            <a:ext cx="3650100" cy="10671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1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lumns" type="twoColTx">
  <p:cSld name="TITLE_AND_TWO_COLUMNS">
    <p:spTree>
      <p:nvGrpSpPr>
        <p:cNvPr id="775" name="Shape 775"/>
        <p:cNvGrpSpPr/>
        <p:nvPr/>
      </p:nvGrpSpPr>
      <p:grpSpPr>
        <a:xfrm>
          <a:off x="0" y="0"/>
          <a:ext cx="0" cy="0"/>
          <a:chOff x="0" y="0"/>
          <a:chExt cx="0" cy="0"/>
        </a:xfrm>
      </p:grpSpPr>
      <p:sp>
        <p:nvSpPr>
          <p:cNvPr id="776" name="Google Shape;776;p176"/>
          <p:cNvSpPr txBox="1"/>
          <p:nvPr>
            <p:ph idx="1" type="body"/>
          </p:nvPr>
        </p:nvSpPr>
        <p:spPr>
          <a:xfrm>
            <a:off x="4572000" y="1524425"/>
            <a:ext cx="3650100" cy="37335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777" name="Google Shape;777;p176"/>
          <p:cNvSpPr txBox="1"/>
          <p:nvPr>
            <p:ph idx="2" type="body"/>
          </p:nvPr>
        </p:nvSpPr>
        <p:spPr>
          <a:xfrm>
            <a:off x="457200" y="1524425"/>
            <a:ext cx="3650100" cy="3733500"/>
          </a:xfrm>
          <a:prstGeom prst="rect">
            <a:avLst/>
          </a:prstGeom>
        </p:spPr>
        <p:txBody>
          <a:bodyPr anchorCtr="0" anchor="t" bIns="0" lIns="0" spcFirstLastPara="1" rIns="0" wrap="square" tIns="0">
            <a:spAutoFit/>
          </a:bodyPr>
          <a:lstStyle>
            <a:lvl1pPr indent="-342900" lvl="0" marL="457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1pPr>
            <a:lvl2pPr indent="-342900" lvl="1" marL="914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2pPr>
            <a:lvl3pPr indent="-342900" lvl="2" marL="1371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3pPr>
            <a:lvl4pPr indent="-342900" lvl="3" marL="1828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4pPr>
            <a:lvl5pPr indent="-342900" lvl="4" marL="22860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5pPr>
            <a:lvl6pPr indent="-342900" lvl="5" marL="2743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6pPr>
            <a:lvl7pPr indent="-342900" lvl="6" marL="3200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7pPr>
            <a:lvl8pPr indent="-342900" lvl="7" marL="3657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8pPr>
            <a:lvl9pPr indent="-342900" lvl="8" marL="4114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9pPr>
          </a:lstStyle>
          <a:p/>
        </p:txBody>
      </p:sp>
      <p:sp>
        <p:nvSpPr>
          <p:cNvPr id="778" name="Google Shape;778;p176"/>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guide id="2" pos="2587">
          <p15:clr>
            <a:srgbClr val="E46962"/>
          </p15:clr>
        </p15:guide>
        <p15:guide id="3" pos="2880">
          <p15:clr>
            <a:srgbClr val="E46962"/>
          </p15:clr>
        </p15:guide>
        <p15:guide id="4" pos="5179">
          <p15:clr>
            <a:srgbClr val="E46962"/>
          </p15:clr>
        </p15:guide>
      </p15:sldGuideLst>
    </p:ext>
  </p:extLst>
</p:sldLayout>
</file>

<file path=ppt/slideLayouts/slideLayout1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79" name="Shape 779"/>
        <p:cNvGrpSpPr/>
        <p:nvPr/>
      </p:nvGrpSpPr>
      <p:grpSpPr>
        <a:xfrm>
          <a:off x="0" y="0"/>
          <a:ext cx="0" cy="0"/>
          <a:chOff x="0" y="0"/>
          <a:chExt cx="0" cy="0"/>
        </a:xfrm>
      </p:grpSpPr>
      <p:sp>
        <p:nvSpPr>
          <p:cNvPr id="780" name="Google Shape;780;p177"/>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1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column">
  <p:cSld name="ONE_COLUMN_TEXT">
    <p:spTree>
      <p:nvGrpSpPr>
        <p:cNvPr id="781" name="Shape 781"/>
        <p:cNvGrpSpPr/>
        <p:nvPr/>
      </p:nvGrpSpPr>
      <p:grpSpPr>
        <a:xfrm>
          <a:off x="0" y="0"/>
          <a:ext cx="0" cy="0"/>
          <a:chOff x="0" y="0"/>
          <a:chExt cx="0" cy="0"/>
        </a:xfrm>
      </p:grpSpPr>
      <p:sp>
        <p:nvSpPr>
          <p:cNvPr id="782" name="Google Shape;782;p178"/>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
        <p:nvSpPr>
          <p:cNvPr id="783" name="Google Shape;783;p178"/>
          <p:cNvSpPr txBox="1"/>
          <p:nvPr>
            <p:ph idx="1" type="body"/>
          </p:nvPr>
        </p:nvSpPr>
        <p:spPr>
          <a:xfrm>
            <a:off x="457200" y="1524425"/>
            <a:ext cx="3204600" cy="3733500"/>
          </a:xfrm>
          <a:prstGeom prst="rect">
            <a:avLst/>
          </a:prstGeom>
        </p:spPr>
        <p:txBody>
          <a:bodyPr anchorCtr="0" anchor="t" bIns="0" lIns="0" spcFirstLastPara="1" rIns="0" wrap="square" tIns="0">
            <a:spAutoFit/>
          </a:bodyPr>
          <a:lstStyle>
            <a:lvl1pPr indent="-342900" lvl="0" marL="457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1pPr>
            <a:lvl2pPr indent="-342900" lvl="1" marL="914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2pPr>
            <a:lvl3pPr indent="-342900" lvl="2" marL="1371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3pPr>
            <a:lvl4pPr indent="-342900" lvl="3" marL="1828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4pPr>
            <a:lvl5pPr indent="-342900" lvl="4" marL="22860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5pPr>
            <a:lvl6pPr indent="-342900" lvl="5" marL="2743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6pPr>
            <a:lvl7pPr indent="-342900" lvl="6" marL="3200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7pPr>
            <a:lvl8pPr indent="-342900" lvl="7" marL="3657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8pPr>
            <a:lvl9pPr indent="-342900" lvl="8" marL="4114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307">
          <p15:clr>
            <a:srgbClr val="E46962"/>
          </p15:clr>
        </p15:guide>
      </p15:sldGuideLst>
    </p:ext>
  </p:extLst>
</p:sldLayout>
</file>

<file path=ppt/slideLayouts/slideLayout1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blipFill>
          <a:blip r:embed="rId2">
            <a:alphaModFix/>
          </a:blip>
          <a:stretch>
            <a:fillRect/>
          </a:stretch>
        </a:blipFill>
      </p:bgPr>
    </p:bg>
    <p:spTree>
      <p:nvGrpSpPr>
        <p:cNvPr id="784" name="Shape 784"/>
        <p:cNvGrpSpPr/>
        <p:nvPr/>
      </p:nvGrpSpPr>
      <p:grpSpPr>
        <a:xfrm>
          <a:off x="0" y="0"/>
          <a:ext cx="0" cy="0"/>
          <a:chOff x="0" y="0"/>
          <a:chExt cx="0" cy="0"/>
        </a:xfrm>
      </p:grpSpPr>
      <p:sp>
        <p:nvSpPr>
          <p:cNvPr id="785" name="Google Shape;785;p179"/>
          <p:cNvSpPr txBox="1"/>
          <p:nvPr>
            <p:ph type="title"/>
          </p:nvPr>
        </p:nvSpPr>
        <p:spPr>
          <a:xfrm>
            <a:off x="1378150" y="500167"/>
            <a:ext cx="6387600" cy="4706700"/>
          </a:xfrm>
          <a:prstGeom prst="rect">
            <a:avLst/>
          </a:prstGeom>
        </p:spPr>
        <p:txBody>
          <a:bodyPr anchorCtr="0" anchor="ctr" bIns="0" lIns="0" spcFirstLastPara="1" rIns="0" wrap="square" tIns="0">
            <a:spAutoFit/>
          </a:bodyPr>
          <a:lstStyle>
            <a:lvl1pPr lvl="0" algn="ctr">
              <a:spcBef>
                <a:spcPts val="0"/>
              </a:spcBef>
              <a:spcAft>
                <a:spcPts val="0"/>
              </a:spcAft>
              <a:buClr>
                <a:schemeClr val="lt1"/>
              </a:buClr>
              <a:buSzPts val="4800"/>
              <a:buNone/>
              <a:defRPr sz="4800">
                <a:solidFill>
                  <a:schemeClr val="lt1"/>
                </a:solidFill>
              </a:defRPr>
            </a:lvl1pPr>
            <a:lvl2pPr lvl="1" algn="ctr">
              <a:spcBef>
                <a:spcPts val="0"/>
              </a:spcBef>
              <a:spcAft>
                <a:spcPts val="0"/>
              </a:spcAft>
              <a:buClr>
                <a:schemeClr val="lt1"/>
              </a:buClr>
              <a:buSzPts val="4800"/>
              <a:buNone/>
              <a:defRPr sz="4800">
                <a:solidFill>
                  <a:schemeClr val="lt1"/>
                </a:solidFill>
              </a:defRPr>
            </a:lvl2pPr>
            <a:lvl3pPr lvl="2" algn="ctr">
              <a:spcBef>
                <a:spcPts val="0"/>
              </a:spcBef>
              <a:spcAft>
                <a:spcPts val="0"/>
              </a:spcAft>
              <a:buClr>
                <a:schemeClr val="lt1"/>
              </a:buClr>
              <a:buSzPts val="4800"/>
              <a:buNone/>
              <a:defRPr sz="4800">
                <a:solidFill>
                  <a:schemeClr val="lt1"/>
                </a:solidFill>
              </a:defRPr>
            </a:lvl3pPr>
            <a:lvl4pPr lvl="3" algn="ctr">
              <a:spcBef>
                <a:spcPts val="0"/>
              </a:spcBef>
              <a:spcAft>
                <a:spcPts val="0"/>
              </a:spcAft>
              <a:buClr>
                <a:schemeClr val="lt1"/>
              </a:buClr>
              <a:buSzPts val="4800"/>
              <a:buNone/>
              <a:defRPr sz="4800">
                <a:solidFill>
                  <a:schemeClr val="lt1"/>
                </a:solidFill>
              </a:defRPr>
            </a:lvl4pPr>
            <a:lvl5pPr lvl="4" algn="ctr">
              <a:spcBef>
                <a:spcPts val="0"/>
              </a:spcBef>
              <a:spcAft>
                <a:spcPts val="0"/>
              </a:spcAft>
              <a:buClr>
                <a:schemeClr val="lt1"/>
              </a:buClr>
              <a:buSzPts val="4800"/>
              <a:buNone/>
              <a:defRPr sz="4800">
                <a:solidFill>
                  <a:schemeClr val="lt1"/>
                </a:solidFill>
              </a:defRPr>
            </a:lvl5pPr>
            <a:lvl6pPr lvl="5" algn="ctr">
              <a:spcBef>
                <a:spcPts val="0"/>
              </a:spcBef>
              <a:spcAft>
                <a:spcPts val="0"/>
              </a:spcAft>
              <a:buClr>
                <a:schemeClr val="lt1"/>
              </a:buClr>
              <a:buSzPts val="4800"/>
              <a:buNone/>
              <a:defRPr sz="4800">
                <a:solidFill>
                  <a:schemeClr val="lt1"/>
                </a:solidFill>
              </a:defRPr>
            </a:lvl6pPr>
            <a:lvl7pPr lvl="6" algn="ctr">
              <a:spcBef>
                <a:spcPts val="0"/>
              </a:spcBef>
              <a:spcAft>
                <a:spcPts val="0"/>
              </a:spcAft>
              <a:buClr>
                <a:schemeClr val="lt1"/>
              </a:buClr>
              <a:buSzPts val="4800"/>
              <a:buNone/>
              <a:defRPr sz="4800">
                <a:solidFill>
                  <a:schemeClr val="lt1"/>
                </a:solidFill>
              </a:defRPr>
            </a:lvl7pPr>
            <a:lvl8pPr lvl="7" algn="ctr">
              <a:spcBef>
                <a:spcPts val="0"/>
              </a:spcBef>
              <a:spcAft>
                <a:spcPts val="0"/>
              </a:spcAft>
              <a:buClr>
                <a:schemeClr val="lt1"/>
              </a:buClr>
              <a:buSzPts val="4800"/>
              <a:buNone/>
              <a:defRPr sz="4800">
                <a:solidFill>
                  <a:schemeClr val="lt1"/>
                </a:solidFill>
              </a:defRPr>
            </a:lvl8pPr>
            <a:lvl9pPr lvl="8" algn="ctr">
              <a:spcBef>
                <a:spcPts val="0"/>
              </a:spcBef>
              <a:spcAft>
                <a:spcPts val="0"/>
              </a:spcAft>
              <a:buClr>
                <a:schemeClr val="lt1"/>
              </a:buClr>
              <a:buSzPts val="4800"/>
              <a:buNone/>
              <a:defRPr sz="4800">
                <a:solidFill>
                  <a:schemeClr val="lt1"/>
                </a:solidFill>
              </a:defRPr>
            </a:lvl9pPr>
          </a:lstStyle>
          <a:p/>
        </p:txBody>
      </p:sp>
    </p:spTree>
  </p:cSld>
  <p:clrMapOvr>
    <a:masterClrMapping/>
  </p:clrMapOvr>
</p:sldLayout>
</file>

<file path=ppt/slideLayouts/slideLayout1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Section message">
  <p:cSld name="SECTION_TITLE_AND_DESCRIPTION">
    <p:spTree>
      <p:nvGrpSpPr>
        <p:cNvPr id="786" name="Shape 786"/>
        <p:cNvGrpSpPr/>
        <p:nvPr/>
      </p:nvGrpSpPr>
      <p:grpSpPr>
        <a:xfrm>
          <a:off x="0" y="0"/>
          <a:ext cx="0" cy="0"/>
          <a:chOff x="0" y="0"/>
          <a:chExt cx="0" cy="0"/>
        </a:xfrm>
      </p:grpSpPr>
      <p:sp>
        <p:nvSpPr>
          <p:cNvPr id="787" name="Google Shape;787;p180"/>
          <p:cNvSpPr/>
          <p:nvPr/>
        </p:nvSpPr>
        <p:spPr>
          <a:xfrm>
            <a:off x="4572000" y="457200"/>
            <a:ext cx="4114800" cy="4800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180"/>
          <p:cNvSpPr txBox="1"/>
          <p:nvPr>
            <p:ph idx="1" type="body"/>
          </p:nvPr>
        </p:nvSpPr>
        <p:spPr>
          <a:xfrm>
            <a:off x="4572000" y="457200"/>
            <a:ext cx="4114800" cy="4800600"/>
          </a:xfrm>
          <a:prstGeom prst="rect">
            <a:avLst/>
          </a:prstGeom>
        </p:spPr>
        <p:txBody>
          <a:bodyPr anchorCtr="0" anchor="ctr" bIns="182875" lIns="182875" spcFirstLastPara="1" rIns="182875" wrap="square" tIns="182875">
            <a:spAutoFit/>
          </a:bodyPr>
          <a:lstStyle>
            <a:lvl1pPr indent="-317500" lvl="0" marL="457200">
              <a:spcBef>
                <a:spcPts val="0"/>
              </a:spcBef>
              <a:spcAft>
                <a:spcPts val="0"/>
              </a:spcAft>
              <a:buClr>
                <a:schemeClr val="accent1"/>
              </a:buClr>
              <a:buSzPts val="1400"/>
              <a:buChar char="●"/>
              <a:defRPr>
                <a:solidFill>
                  <a:schemeClr val="accent1"/>
                </a:solidFill>
              </a:defRPr>
            </a:lvl1pPr>
            <a:lvl2pPr indent="-317500" lvl="1" marL="914400">
              <a:spcBef>
                <a:spcPts val="0"/>
              </a:spcBef>
              <a:spcAft>
                <a:spcPts val="0"/>
              </a:spcAft>
              <a:buClr>
                <a:schemeClr val="accent1"/>
              </a:buClr>
              <a:buSzPts val="1400"/>
              <a:buChar char="○"/>
              <a:defRPr>
                <a:solidFill>
                  <a:schemeClr val="accent1"/>
                </a:solidFill>
              </a:defRPr>
            </a:lvl2pPr>
            <a:lvl3pPr indent="-317500" lvl="2" marL="1371600">
              <a:spcBef>
                <a:spcPts val="0"/>
              </a:spcBef>
              <a:spcAft>
                <a:spcPts val="0"/>
              </a:spcAft>
              <a:buClr>
                <a:schemeClr val="accent1"/>
              </a:buClr>
              <a:buSzPts val="1400"/>
              <a:buChar char="■"/>
              <a:defRPr>
                <a:solidFill>
                  <a:schemeClr val="accent1"/>
                </a:solidFill>
              </a:defRPr>
            </a:lvl3pPr>
            <a:lvl4pPr indent="-317500" lvl="3" marL="1828800">
              <a:spcBef>
                <a:spcPts val="0"/>
              </a:spcBef>
              <a:spcAft>
                <a:spcPts val="0"/>
              </a:spcAft>
              <a:buClr>
                <a:schemeClr val="accent1"/>
              </a:buClr>
              <a:buSzPts val="1400"/>
              <a:buChar char="●"/>
              <a:defRPr>
                <a:solidFill>
                  <a:schemeClr val="accent1"/>
                </a:solidFill>
              </a:defRPr>
            </a:lvl4pPr>
            <a:lvl5pPr indent="-317500" lvl="4" marL="2286000">
              <a:spcBef>
                <a:spcPts val="0"/>
              </a:spcBef>
              <a:spcAft>
                <a:spcPts val="0"/>
              </a:spcAft>
              <a:buClr>
                <a:schemeClr val="accent1"/>
              </a:buClr>
              <a:buSzPts val="1400"/>
              <a:buChar char="○"/>
              <a:defRPr>
                <a:solidFill>
                  <a:schemeClr val="accent1"/>
                </a:solidFill>
              </a:defRPr>
            </a:lvl5pPr>
            <a:lvl6pPr indent="-317500" lvl="5" marL="2743200">
              <a:spcBef>
                <a:spcPts val="0"/>
              </a:spcBef>
              <a:spcAft>
                <a:spcPts val="0"/>
              </a:spcAft>
              <a:buClr>
                <a:schemeClr val="accent1"/>
              </a:buClr>
              <a:buSzPts val="1400"/>
              <a:buChar char="■"/>
              <a:defRPr>
                <a:solidFill>
                  <a:schemeClr val="accent1"/>
                </a:solidFill>
              </a:defRPr>
            </a:lvl6pPr>
            <a:lvl7pPr indent="-317500" lvl="6" marL="3200400">
              <a:spcBef>
                <a:spcPts val="0"/>
              </a:spcBef>
              <a:spcAft>
                <a:spcPts val="0"/>
              </a:spcAft>
              <a:buClr>
                <a:schemeClr val="accent1"/>
              </a:buClr>
              <a:buSzPts val="1400"/>
              <a:buChar char="●"/>
              <a:defRPr>
                <a:solidFill>
                  <a:schemeClr val="accent1"/>
                </a:solidFill>
              </a:defRPr>
            </a:lvl7pPr>
            <a:lvl8pPr indent="-317500" lvl="7" marL="3657600">
              <a:spcBef>
                <a:spcPts val="0"/>
              </a:spcBef>
              <a:spcAft>
                <a:spcPts val="0"/>
              </a:spcAft>
              <a:buClr>
                <a:schemeClr val="accent1"/>
              </a:buClr>
              <a:buSzPts val="1400"/>
              <a:buChar char="○"/>
              <a:defRPr>
                <a:solidFill>
                  <a:schemeClr val="accent1"/>
                </a:solidFill>
              </a:defRPr>
            </a:lvl8pPr>
            <a:lvl9pPr indent="-317500" lvl="8" marL="4114800">
              <a:spcBef>
                <a:spcPts val="0"/>
              </a:spcBef>
              <a:spcAft>
                <a:spcPts val="0"/>
              </a:spcAft>
              <a:buClr>
                <a:schemeClr val="accent1"/>
              </a:buClr>
              <a:buSzPts val="1400"/>
              <a:buChar char="■"/>
              <a:defRPr>
                <a:solidFill>
                  <a:schemeClr val="accent1"/>
                </a:solidFill>
              </a:defRPr>
            </a:lvl9pPr>
          </a:lstStyle>
          <a:p/>
        </p:txBody>
      </p:sp>
      <p:sp>
        <p:nvSpPr>
          <p:cNvPr id="789" name="Google Shape;789;p180"/>
          <p:cNvSpPr txBox="1"/>
          <p:nvPr>
            <p:ph type="title"/>
          </p:nvPr>
        </p:nvSpPr>
        <p:spPr>
          <a:xfrm>
            <a:off x="457200" y="457200"/>
            <a:ext cx="3656700" cy="2568000"/>
          </a:xfrm>
          <a:prstGeom prst="rect">
            <a:avLst/>
          </a:prstGeom>
          <a:noFill/>
          <a:ln>
            <a:noFill/>
          </a:ln>
        </p:spPr>
        <p:txBody>
          <a:bodyPr anchorCtr="0" anchor="t" bIns="0" lIns="0" spcFirstLastPara="1" rIns="0" wrap="square" tIns="0">
            <a:noAutofit/>
          </a:bodyPr>
          <a:lstStyle>
            <a:lvl1pPr lvl="0">
              <a:lnSpc>
                <a:spcPct val="100000"/>
              </a:lnSpc>
              <a:spcBef>
                <a:spcPts val="0"/>
              </a:spcBef>
              <a:spcAft>
                <a:spcPts val="0"/>
              </a:spcAft>
              <a:buSzPts val="4400"/>
              <a:buNone/>
              <a:defRPr sz="4400"/>
            </a:lvl1pPr>
            <a:lvl2pPr lvl="1">
              <a:lnSpc>
                <a:spcPct val="100000"/>
              </a:lnSpc>
              <a:spcBef>
                <a:spcPts val="0"/>
              </a:spcBef>
              <a:spcAft>
                <a:spcPts val="0"/>
              </a:spcAft>
              <a:buSzPts val="4400"/>
              <a:buNone/>
              <a:defRPr sz="4400"/>
            </a:lvl2pPr>
            <a:lvl3pPr lvl="2">
              <a:lnSpc>
                <a:spcPct val="100000"/>
              </a:lnSpc>
              <a:spcBef>
                <a:spcPts val="0"/>
              </a:spcBef>
              <a:spcAft>
                <a:spcPts val="0"/>
              </a:spcAft>
              <a:buSzPts val="4400"/>
              <a:buNone/>
              <a:defRPr sz="4400"/>
            </a:lvl3pPr>
            <a:lvl4pPr lvl="3">
              <a:lnSpc>
                <a:spcPct val="100000"/>
              </a:lnSpc>
              <a:spcBef>
                <a:spcPts val="0"/>
              </a:spcBef>
              <a:spcAft>
                <a:spcPts val="0"/>
              </a:spcAft>
              <a:buSzPts val="4400"/>
              <a:buNone/>
              <a:defRPr sz="4400"/>
            </a:lvl4pPr>
            <a:lvl5pPr lvl="4">
              <a:lnSpc>
                <a:spcPct val="100000"/>
              </a:lnSpc>
              <a:spcBef>
                <a:spcPts val="0"/>
              </a:spcBef>
              <a:spcAft>
                <a:spcPts val="0"/>
              </a:spcAft>
              <a:buSzPts val="4400"/>
              <a:buNone/>
              <a:defRPr sz="4400"/>
            </a:lvl5pPr>
            <a:lvl6pPr lvl="5">
              <a:lnSpc>
                <a:spcPct val="100000"/>
              </a:lnSpc>
              <a:spcBef>
                <a:spcPts val="0"/>
              </a:spcBef>
              <a:spcAft>
                <a:spcPts val="0"/>
              </a:spcAft>
              <a:buSzPts val="4400"/>
              <a:buNone/>
              <a:defRPr sz="4400"/>
            </a:lvl6pPr>
            <a:lvl7pPr lvl="6">
              <a:lnSpc>
                <a:spcPct val="100000"/>
              </a:lnSpc>
              <a:spcBef>
                <a:spcPts val="0"/>
              </a:spcBef>
              <a:spcAft>
                <a:spcPts val="0"/>
              </a:spcAft>
              <a:buSzPts val="4400"/>
              <a:buNone/>
              <a:defRPr sz="4400"/>
            </a:lvl7pPr>
            <a:lvl8pPr lvl="7">
              <a:lnSpc>
                <a:spcPct val="100000"/>
              </a:lnSpc>
              <a:spcBef>
                <a:spcPts val="0"/>
              </a:spcBef>
              <a:spcAft>
                <a:spcPts val="0"/>
              </a:spcAft>
              <a:buSzPts val="4400"/>
              <a:buNone/>
              <a:defRPr sz="4400"/>
            </a:lvl8pPr>
            <a:lvl9pPr lvl="8">
              <a:lnSpc>
                <a:spcPct val="100000"/>
              </a:lnSpc>
              <a:spcBef>
                <a:spcPts val="0"/>
              </a:spcBef>
              <a:spcAft>
                <a:spcPts val="0"/>
              </a:spcAft>
              <a:buSzPts val="4400"/>
              <a:buNone/>
              <a:defRPr sz="4400"/>
            </a:lvl9pPr>
          </a:lstStyle>
          <a:p/>
        </p:txBody>
      </p:sp>
      <p:sp>
        <p:nvSpPr>
          <p:cNvPr id="790" name="Google Shape;790;p180"/>
          <p:cNvSpPr txBox="1"/>
          <p:nvPr>
            <p:ph idx="2" type="subTitle"/>
          </p:nvPr>
        </p:nvSpPr>
        <p:spPr>
          <a:xfrm>
            <a:off x="457200" y="3025250"/>
            <a:ext cx="3656700" cy="2232600"/>
          </a:xfrm>
          <a:prstGeom prst="rect">
            <a:avLst/>
          </a:prstGeom>
        </p:spPr>
        <p:txBody>
          <a:bodyPr anchorCtr="0" anchor="t" bIns="0" lIns="0" spcFirstLastPara="1" rIns="0" wrap="square" tIns="0">
            <a:noAutofit/>
          </a:bodyPr>
          <a:lstStyle>
            <a:lvl1pPr indent="0" lvl="0"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Tree>
  </p:cSld>
  <p:clrMapOvr>
    <a:masterClrMapping/>
  </p:clrMapOvr>
  <p:extLst>
    <p:ext uri="{DCECCB84-F9BA-43D5-87BE-67443E8EF086}">
      <p15:sldGuideLst>
        <p15:guide id="1" orient="horz" pos="1906">
          <p15:clr>
            <a:srgbClr val="E46962"/>
          </p15:clr>
        </p15:guide>
      </p15:sldGuideLst>
    </p:ext>
  </p:extLst>
</p:sldLayout>
</file>

<file path=ppt/slideLayouts/slideLayout1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1" name="Shape 791"/>
        <p:cNvGrpSpPr/>
        <p:nvPr/>
      </p:nvGrpSpPr>
      <p:grpSpPr>
        <a:xfrm>
          <a:off x="0" y="0"/>
          <a:ext cx="0" cy="0"/>
          <a:chOff x="0" y="0"/>
          <a:chExt cx="0" cy="0"/>
        </a:xfrm>
      </p:grpSpPr>
    </p:spTree>
  </p:cSld>
  <p:clrMapOvr>
    <a:masterClrMapping/>
  </p:clrMapOvr>
</p:sldLayout>
</file>

<file path=ppt/slideLayouts/slideLayout1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dark)">
  <p:cSld name="TITLE_AND_BODY_1">
    <p:bg>
      <p:bgPr>
        <a:solidFill>
          <a:schemeClr val="dk1"/>
        </a:solidFill>
      </p:bgPr>
    </p:bg>
    <p:spTree>
      <p:nvGrpSpPr>
        <p:cNvPr id="792" name="Shape 792"/>
        <p:cNvGrpSpPr/>
        <p:nvPr/>
      </p:nvGrpSpPr>
      <p:grpSpPr>
        <a:xfrm>
          <a:off x="0" y="0"/>
          <a:ext cx="0" cy="0"/>
          <a:chOff x="0" y="0"/>
          <a:chExt cx="0" cy="0"/>
        </a:xfrm>
      </p:grpSpPr>
    </p:spTree>
  </p:cSld>
  <p:clrMapOvr>
    <a:masterClrMapping/>
  </p:clrMapOvr>
</p:sldLayout>
</file>

<file path=ppt/slideLayouts/slideLayout1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Body">
  <p:cSld name="Title + Body 1">
    <p:spTree>
      <p:nvGrpSpPr>
        <p:cNvPr id="793" name="Shape 793"/>
        <p:cNvGrpSpPr/>
        <p:nvPr/>
      </p:nvGrpSpPr>
      <p:grpSpPr>
        <a:xfrm>
          <a:off x="0" y="0"/>
          <a:ext cx="0" cy="0"/>
          <a:chOff x="0" y="0"/>
          <a:chExt cx="0" cy="0"/>
        </a:xfrm>
      </p:grpSpPr>
      <p:sp>
        <p:nvSpPr>
          <p:cNvPr id="794" name="Google Shape;794;p183"/>
          <p:cNvSpPr txBox="1"/>
          <p:nvPr>
            <p:ph type="title"/>
          </p:nvPr>
        </p:nvSpPr>
        <p:spPr>
          <a:xfrm>
            <a:off x="457200" y="1694917"/>
            <a:ext cx="41148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795" name="Google Shape;795;p183"/>
          <p:cNvSpPr txBox="1"/>
          <p:nvPr>
            <p:ph idx="1" type="subTitle"/>
          </p:nvPr>
        </p:nvSpPr>
        <p:spPr>
          <a:xfrm>
            <a:off x="457200" y="457175"/>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796" name="Google Shape;796;p183"/>
          <p:cNvSpPr txBox="1"/>
          <p:nvPr>
            <p:ph idx="2" type="body"/>
          </p:nvPr>
        </p:nvSpPr>
        <p:spPr>
          <a:xfrm>
            <a:off x="457200" y="2139575"/>
            <a:ext cx="41148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797" name="Google Shape;797;p183"/>
          <p:cNvSpPr txBox="1"/>
          <p:nvPr>
            <p:ph idx="3" type="title"/>
          </p:nvPr>
        </p:nvSpPr>
        <p:spPr>
          <a:xfrm>
            <a:off x="457200" y="891285"/>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1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2 columns">
  <p:cSld name="Body 2 Columns ">
    <p:spTree>
      <p:nvGrpSpPr>
        <p:cNvPr id="798" name="Shape 798"/>
        <p:cNvGrpSpPr/>
        <p:nvPr/>
      </p:nvGrpSpPr>
      <p:grpSpPr>
        <a:xfrm>
          <a:off x="0" y="0"/>
          <a:ext cx="0" cy="0"/>
          <a:chOff x="0" y="0"/>
          <a:chExt cx="0" cy="0"/>
        </a:xfrm>
      </p:grpSpPr>
      <p:sp>
        <p:nvSpPr>
          <p:cNvPr id="799" name="Google Shape;799;p184"/>
          <p:cNvSpPr txBox="1"/>
          <p:nvPr>
            <p:ph type="title"/>
          </p:nvPr>
        </p:nvSpPr>
        <p:spPr>
          <a:xfrm>
            <a:off x="457200" y="1694917"/>
            <a:ext cx="41148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800" name="Google Shape;800;p184"/>
          <p:cNvSpPr txBox="1"/>
          <p:nvPr>
            <p:ph idx="1" type="body"/>
          </p:nvPr>
        </p:nvSpPr>
        <p:spPr>
          <a:xfrm>
            <a:off x="457200" y="2139575"/>
            <a:ext cx="41148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801" name="Google Shape;801;p184"/>
          <p:cNvSpPr txBox="1"/>
          <p:nvPr>
            <p:ph idx="2" type="body"/>
          </p:nvPr>
        </p:nvSpPr>
        <p:spPr>
          <a:xfrm>
            <a:off x="4572000" y="2139575"/>
            <a:ext cx="41148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802" name="Google Shape;802;p184"/>
          <p:cNvSpPr txBox="1"/>
          <p:nvPr>
            <p:ph idx="3" type="subTitle"/>
          </p:nvPr>
        </p:nvSpPr>
        <p:spPr>
          <a:xfrm>
            <a:off x="457200" y="457175"/>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803" name="Google Shape;803;p184"/>
          <p:cNvSpPr txBox="1"/>
          <p:nvPr>
            <p:ph idx="4" type="title"/>
          </p:nvPr>
        </p:nvSpPr>
        <p:spPr>
          <a:xfrm>
            <a:off x="457200" y="891285"/>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1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Section Cover">
    <p:bg>
      <p:bgPr>
        <a:blipFill>
          <a:blip r:embed="rId2">
            <a:alphaModFix/>
          </a:blip>
          <a:stretch>
            <a:fillRect/>
          </a:stretch>
        </a:blipFill>
      </p:bgPr>
    </p:bg>
    <p:spTree>
      <p:nvGrpSpPr>
        <p:cNvPr id="804" name="Shape 804"/>
        <p:cNvGrpSpPr/>
        <p:nvPr/>
      </p:nvGrpSpPr>
      <p:grpSpPr>
        <a:xfrm>
          <a:off x="0" y="0"/>
          <a:ext cx="0" cy="0"/>
          <a:chOff x="0" y="0"/>
          <a:chExt cx="0" cy="0"/>
        </a:xfrm>
      </p:grpSpPr>
      <p:sp>
        <p:nvSpPr>
          <p:cNvPr id="805" name="Google Shape;805;p185"/>
          <p:cNvSpPr txBox="1"/>
          <p:nvPr>
            <p:ph type="title"/>
          </p:nvPr>
        </p:nvSpPr>
        <p:spPr>
          <a:xfrm>
            <a:off x="457200" y="891300"/>
            <a:ext cx="5010300" cy="17349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4800">
                <a:solidFill>
                  <a:schemeClr val="lt1"/>
                </a:solidFill>
              </a:defRPr>
            </a:lvl1pPr>
            <a:lvl2pPr lvl="1">
              <a:lnSpc>
                <a:spcPct val="100000"/>
              </a:lnSpc>
              <a:spcBef>
                <a:spcPts val="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
        <p:nvSpPr>
          <p:cNvPr id="806" name="Google Shape;806;p185"/>
          <p:cNvSpPr txBox="1"/>
          <p:nvPr>
            <p:ph idx="1" type="subTitle"/>
          </p:nvPr>
        </p:nvSpPr>
        <p:spPr>
          <a:xfrm>
            <a:off x="457200" y="457200"/>
            <a:ext cx="5010300" cy="434100"/>
          </a:xfrm>
          <a:prstGeom prst="rect">
            <a:avLst/>
          </a:prstGeom>
        </p:spPr>
        <p:txBody>
          <a:bodyPr anchorCtr="0" anchor="ctr" bIns="0" lIns="0" spcFirstLastPara="1" rIns="0" wrap="square" tIns="0">
            <a:noAutofit/>
          </a:bodyPr>
          <a:lstStyle>
            <a:lvl1pPr indent="0" lvl="0" marL="0" marR="0" algn="l">
              <a:lnSpc>
                <a:spcPct val="115000"/>
              </a:lnSpc>
              <a:spcBef>
                <a:spcPts val="0"/>
              </a:spcBef>
              <a:spcAft>
                <a:spcPts val="0"/>
              </a:spcAft>
              <a:buNone/>
              <a:defRPr sz="2000">
                <a:solidFill>
                  <a:schemeClr val="lt1"/>
                </a:solidFill>
              </a:defRPr>
            </a:lvl1pPr>
            <a:lvl2pPr indent="0" lvl="1" marL="0" marR="0" algn="l">
              <a:lnSpc>
                <a:spcPct val="115000"/>
              </a:lnSpc>
              <a:spcBef>
                <a:spcPts val="0"/>
              </a:spcBef>
              <a:spcAft>
                <a:spcPts val="0"/>
              </a:spcAft>
              <a:buNone/>
              <a:defRPr sz="2000">
                <a:solidFill>
                  <a:schemeClr val="lt1"/>
                </a:solidFill>
              </a:defRPr>
            </a:lvl2pPr>
            <a:lvl3pPr indent="0" lvl="2" marL="0" marR="0" algn="l">
              <a:lnSpc>
                <a:spcPct val="115000"/>
              </a:lnSpc>
              <a:spcBef>
                <a:spcPts val="0"/>
              </a:spcBef>
              <a:spcAft>
                <a:spcPts val="0"/>
              </a:spcAft>
              <a:buNone/>
              <a:defRPr sz="2000">
                <a:solidFill>
                  <a:schemeClr val="lt1"/>
                </a:solidFill>
              </a:defRPr>
            </a:lvl3pPr>
            <a:lvl4pPr indent="0" lvl="3" marL="0" marR="0" algn="l">
              <a:lnSpc>
                <a:spcPct val="115000"/>
              </a:lnSpc>
              <a:spcBef>
                <a:spcPts val="0"/>
              </a:spcBef>
              <a:spcAft>
                <a:spcPts val="0"/>
              </a:spcAft>
              <a:buNone/>
              <a:defRPr sz="2000">
                <a:solidFill>
                  <a:schemeClr val="lt1"/>
                </a:solidFill>
              </a:defRPr>
            </a:lvl4pPr>
            <a:lvl5pPr indent="0" lvl="4" marL="0" marR="0" algn="l">
              <a:lnSpc>
                <a:spcPct val="115000"/>
              </a:lnSpc>
              <a:spcBef>
                <a:spcPts val="0"/>
              </a:spcBef>
              <a:spcAft>
                <a:spcPts val="0"/>
              </a:spcAft>
              <a:buNone/>
              <a:defRPr sz="2000">
                <a:solidFill>
                  <a:schemeClr val="lt1"/>
                </a:solidFill>
              </a:defRPr>
            </a:lvl5pPr>
            <a:lvl6pPr indent="0" lvl="5" marL="0" marR="0" algn="l">
              <a:lnSpc>
                <a:spcPct val="115000"/>
              </a:lnSpc>
              <a:spcBef>
                <a:spcPts val="0"/>
              </a:spcBef>
              <a:spcAft>
                <a:spcPts val="0"/>
              </a:spcAft>
              <a:buNone/>
              <a:defRPr sz="2000">
                <a:solidFill>
                  <a:schemeClr val="lt1"/>
                </a:solidFill>
              </a:defRPr>
            </a:lvl6pPr>
            <a:lvl7pPr indent="0" lvl="6" marL="0" marR="0" algn="l">
              <a:lnSpc>
                <a:spcPct val="115000"/>
              </a:lnSpc>
              <a:spcBef>
                <a:spcPts val="0"/>
              </a:spcBef>
              <a:spcAft>
                <a:spcPts val="0"/>
              </a:spcAft>
              <a:buNone/>
              <a:defRPr sz="2000">
                <a:solidFill>
                  <a:schemeClr val="lt1"/>
                </a:solidFill>
              </a:defRPr>
            </a:lvl7pPr>
            <a:lvl8pPr indent="0" lvl="7" marL="0" marR="0" algn="l">
              <a:lnSpc>
                <a:spcPct val="115000"/>
              </a:lnSpc>
              <a:spcBef>
                <a:spcPts val="0"/>
              </a:spcBef>
              <a:spcAft>
                <a:spcPts val="0"/>
              </a:spcAft>
              <a:buNone/>
              <a:defRPr sz="2000">
                <a:solidFill>
                  <a:schemeClr val="lt1"/>
                </a:solidFill>
              </a:defRPr>
            </a:lvl8pPr>
            <a:lvl9pPr indent="0" lvl="8" marL="0" marR="0" algn="l">
              <a:lnSpc>
                <a:spcPct val="115000"/>
              </a:lnSpc>
              <a:spcBef>
                <a:spcPts val="0"/>
              </a:spcBef>
              <a:spcAft>
                <a:spcPts val="0"/>
              </a:spcAft>
              <a:buNone/>
              <a:defRPr sz="2000">
                <a:solidFill>
                  <a:schemeClr val="lt1"/>
                </a:solidFill>
              </a:defRPr>
            </a:lvl9pPr>
          </a:lstStyle>
          <a:p/>
        </p:txBody>
      </p:sp>
    </p:spTree>
  </p:cSld>
  <p:clrMapOvr>
    <a:masterClrMapping/>
  </p:clrMapOvr>
</p:sldLayout>
</file>

<file path=ppt/slideLayouts/slideLayout1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p:cSld name="Title + Subtitle">
    <p:spTree>
      <p:nvGrpSpPr>
        <p:cNvPr id="807" name="Shape 807"/>
        <p:cNvGrpSpPr/>
        <p:nvPr/>
      </p:nvGrpSpPr>
      <p:grpSpPr>
        <a:xfrm>
          <a:off x="0" y="0"/>
          <a:ext cx="0" cy="0"/>
          <a:chOff x="0" y="0"/>
          <a:chExt cx="0" cy="0"/>
        </a:xfrm>
      </p:grpSpPr>
      <p:sp>
        <p:nvSpPr>
          <p:cNvPr id="808" name="Google Shape;808;p186"/>
          <p:cNvSpPr txBox="1"/>
          <p:nvPr>
            <p:ph idx="1" type="subTitle"/>
          </p:nvPr>
        </p:nvSpPr>
        <p:spPr>
          <a:xfrm>
            <a:off x="457200" y="457175"/>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809" name="Google Shape;809;p186"/>
          <p:cNvSpPr txBox="1"/>
          <p:nvPr>
            <p:ph type="title"/>
          </p:nvPr>
        </p:nvSpPr>
        <p:spPr>
          <a:xfrm>
            <a:off x="457200" y="891285"/>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1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Left">
  <p:cSld name="Text + Image 1">
    <p:spTree>
      <p:nvGrpSpPr>
        <p:cNvPr id="810" name="Shape 810"/>
        <p:cNvGrpSpPr/>
        <p:nvPr/>
      </p:nvGrpSpPr>
      <p:grpSpPr>
        <a:xfrm>
          <a:off x="0" y="0"/>
          <a:ext cx="0" cy="0"/>
          <a:chOff x="0" y="0"/>
          <a:chExt cx="0" cy="0"/>
        </a:xfrm>
      </p:grpSpPr>
      <p:sp>
        <p:nvSpPr>
          <p:cNvPr id="811" name="Google Shape;811;p187"/>
          <p:cNvSpPr/>
          <p:nvPr>
            <p:ph idx="2" type="pic"/>
          </p:nvPr>
        </p:nvSpPr>
        <p:spPr>
          <a:xfrm>
            <a:off x="76200" y="91667"/>
            <a:ext cx="4495800" cy="5531700"/>
          </a:xfrm>
          <a:prstGeom prst="roundRect">
            <a:avLst>
              <a:gd fmla="val 16667" name="adj"/>
            </a:avLst>
          </a:prstGeom>
          <a:noFill/>
          <a:ln>
            <a:noFill/>
          </a:ln>
        </p:spPr>
      </p:sp>
      <p:sp>
        <p:nvSpPr>
          <p:cNvPr id="812" name="Google Shape;812;p187"/>
          <p:cNvSpPr txBox="1"/>
          <p:nvPr>
            <p:ph idx="1" type="body"/>
          </p:nvPr>
        </p:nvSpPr>
        <p:spPr>
          <a:xfrm>
            <a:off x="5025300" y="2190008"/>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813" name="Google Shape;813;p187"/>
          <p:cNvSpPr txBox="1"/>
          <p:nvPr>
            <p:ph idx="3" type="subTitle"/>
          </p:nvPr>
        </p:nvSpPr>
        <p:spPr>
          <a:xfrm>
            <a:off x="5025300" y="457175"/>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814" name="Google Shape;814;p187"/>
          <p:cNvSpPr txBox="1"/>
          <p:nvPr>
            <p:ph type="title"/>
          </p:nvPr>
        </p:nvSpPr>
        <p:spPr>
          <a:xfrm>
            <a:off x="5025300" y="891281"/>
            <a:ext cx="3661500" cy="63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1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Right">
  <p:cSld name="Text + Image">
    <p:spTree>
      <p:nvGrpSpPr>
        <p:cNvPr id="815" name="Shape 815"/>
        <p:cNvGrpSpPr/>
        <p:nvPr/>
      </p:nvGrpSpPr>
      <p:grpSpPr>
        <a:xfrm>
          <a:off x="0" y="0"/>
          <a:ext cx="0" cy="0"/>
          <a:chOff x="0" y="0"/>
          <a:chExt cx="0" cy="0"/>
        </a:xfrm>
      </p:grpSpPr>
      <p:sp>
        <p:nvSpPr>
          <p:cNvPr id="816" name="Google Shape;816;p188"/>
          <p:cNvSpPr/>
          <p:nvPr>
            <p:ph idx="2" type="pic"/>
          </p:nvPr>
        </p:nvSpPr>
        <p:spPr>
          <a:xfrm>
            <a:off x="4572000" y="91667"/>
            <a:ext cx="4495800" cy="5531700"/>
          </a:xfrm>
          <a:prstGeom prst="roundRect">
            <a:avLst>
              <a:gd fmla="val 16667" name="adj"/>
            </a:avLst>
          </a:prstGeom>
          <a:noFill/>
          <a:ln>
            <a:noFill/>
          </a:ln>
        </p:spPr>
      </p:sp>
      <p:sp>
        <p:nvSpPr>
          <p:cNvPr id="817" name="Google Shape;817;p188"/>
          <p:cNvSpPr txBox="1"/>
          <p:nvPr>
            <p:ph idx="1" type="body"/>
          </p:nvPr>
        </p:nvSpPr>
        <p:spPr>
          <a:xfrm>
            <a:off x="457200" y="2190008"/>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818" name="Google Shape;818;p188"/>
          <p:cNvSpPr txBox="1"/>
          <p:nvPr>
            <p:ph idx="3" type="subTitle"/>
          </p:nvPr>
        </p:nvSpPr>
        <p:spPr>
          <a:xfrm>
            <a:off x="457200" y="457175"/>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819" name="Google Shape;819;p188"/>
          <p:cNvSpPr txBox="1"/>
          <p:nvPr>
            <p:ph type="title"/>
          </p:nvPr>
        </p:nvSpPr>
        <p:spPr>
          <a:xfrm>
            <a:off x="457200" y="891281"/>
            <a:ext cx="3661500" cy="63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1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Body: 1 column">
  <p:cSld name="Title + Body">
    <p:spTree>
      <p:nvGrpSpPr>
        <p:cNvPr id="820" name="Shape 820"/>
        <p:cNvGrpSpPr/>
        <p:nvPr/>
      </p:nvGrpSpPr>
      <p:grpSpPr>
        <a:xfrm>
          <a:off x="0" y="0"/>
          <a:ext cx="0" cy="0"/>
          <a:chOff x="0" y="0"/>
          <a:chExt cx="0" cy="0"/>
        </a:xfrm>
      </p:grpSpPr>
      <p:sp>
        <p:nvSpPr>
          <p:cNvPr id="821" name="Google Shape;821;p189"/>
          <p:cNvSpPr txBox="1"/>
          <p:nvPr>
            <p:ph idx="1" type="body"/>
          </p:nvPr>
        </p:nvSpPr>
        <p:spPr>
          <a:xfrm>
            <a:off x="457200" y="2190008"/>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822" name="Google Shape;822;p189"/>
          <p:cNvSpPr txBox="1"/>
          <p:nvPr>
            <p:ph idx="2" type="subTitle"/>
          </p:nvPr>
        </p:nvSpPr>
        <p:spPr>
          <a:xfrm>
            <a:off x="457200" y="457175"/>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823" name="Google Shape;823;p189"/>
          <p:cNvSpPr txBox="1"/>
          <p:nvPr>
            <p:ph type="title"/>
          </p:nvPr>
        </p:nvSpPr>
        <p:spPr>
          <a:xfrm>
            <a:off x="457200" y="891281"/>
            <a:ext cx="3661500" cy="63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1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idea with notes">
  <p:cSld name="Slido">
    <p:spTree>
      <p:nvGrpSpPr>
        <p:cNvPr id="824" name="Shape 824"/>
        <p:cNvGrpSpPr/>
        <p:nvPr/>
      </p:nvGrpSpPr>
      <p:grpSpPr>
        <a:xfrm>
          <a:off x="0" y="0"/>
          <a:ext cx="0" cy="0"/>
          <a:chOff x="0" y="0"/>
          <a:chExt cx="0" cy="0"/>
        </a:xfrm>
      </p:grpSpPr>
      <p:sp>
        <p:nvSpPr>
          <p:cNvPr id="825" name="Google Shape;825;p190"/>
          <p:cNvSpPr txBox="1"/>
          <p:nvPr>
            <p:ph type="title"/>
          </p:nvPr>
        </p:nvSpPr>
        <p:spPr>
          <a:xfrm>
            <a:off x="5030100" y="457200"/>
            <a:ext cx="3656700" cy="2517300"/>
          </a:xfrm>
          <a:prstGeom prst="rect">
            <a:avLst/>
          </a:prstGeom>
          <a:noFill/>
          <a:ln>
            <a:noFill/>
          </a:ln>
        </p:spPr>
        <p:txBody>
          <a:bodyPr anchorCtr="0" anchor="t" bIns="0" lIns="0" spcFirstLastPara="1" rIns="0" wrap="square" tIns="0">
            <a:noAutofit/>
          </a:bodyPr>
          <a:lstStyle>
            <a:lvl1pPr lvl="0">
              <a:lnSpc>
                <a:spcPct val="100000"/>
              </a:lnSpc>
              <a:spcBef>
                <a:spcPts val="0"/>
              </a:spcBef>
              <a:spcAft>
                <a:spcPts val="0"/>
              </a:spcAft>
              <a:buSzPts val="4400"/>
              <a:buNone/>
              <a:defRPr sz="4400"/>
            </a:lvl1pPr>
            <a:lvl2pPr lvl="1">
              <a:lnSpc>
                <a:spcPct val="100000"/>
              </a:lnSpc>
              <a:spcBef>
                <a:spcPts val="0"/>
              </a:spcBef>
              <a:spcAft>
                <a:spcPts val="0"/>
              </a:spcAft>
              <a:buSzPts val="4400"/>
              <a:buNone/>
              <a:defRPr sz="4400"/>
            </a:lvl2pPr>
            <a:lvl3pPr lvl="2">
              <a:lnSpc>
                <a:spcPct val="100000"/>
              </a:lnSpc>
              <a:spcBef>
                <a:spcPts val="0"/>
              </a:spcBef>
              <a:spcAft>
                <a:spcPts val="0"/>
              </a:spcAft>
              <a:buSzPts val="4400"/>
              <a:buNone/>
              <a:defRPr sz="4400"/>
            </a:lvl3pPr>
            <a:lvl4pPr lvl="3">
              <a:lnSpc>
                <a:spcPct val="100000"/>
              </a:lnSpc>
              <a:spcBef>
                <a:spcPts val="0"/>
              </a:spcBef>
              <a:spcAft>
                <a:spcPts val="0"/>
              </a:spcAft>
              <a:buSzPts val="4400"/>
              <a:buNone/>
              <a:defRPr sz="4400"/>
            </a:lvl4pPr>
            <a:lvl5pPr lvl="4">
              <a:lnSpc>
                <a:spcPct val="100000"/>
              </a:lnSpc>
              <a:spcBef>
                <a:spcPts val="0"/>
              </a:spcBef>
              <a:spcAft>
                <a:spcPts val="0"/>
              </a:spcAft>
              <a:buSzPts val="4400"/>
              <a:buNone/>
              <a:defRPr sz="4400"/>
            </a:lvl5pPr>
            <a:lvl6pPr lvl="5">
              <a:lnSpc>
                <a:spcPct val="100000"/>
              </a:lnSpc>
              <a:spcBef>
                <a:spcPts val="0"/>
              </a:spcBef>
              <a:spcAft>
                <a:spcPts val="0"/>
              </a:spcAft>
              <a:buSzPts val="4400"/>
              <a:buNone/>
              <a:defRPr sz="4400"/>
            </a:lvl6pPr>
            <a:lvl7pPr lvl="6">
              <a:lnSpc>
                <a:spcPct val="100000"/>
              </a:lnSpc>
              <a:spcBef>
                <a:spcPts val="0"/>
              </a:spcBef>
              <a:spcAft>
                <a:spcPts val="0"/>
              </a:spcAft>
              <a:buSzPts val="4400"/>
              <a:buNone/>
              <a:defRPr sz="4400"/>
            </a:lvl7pPr>
            <a:lvl8pPr lvl="7">
              <a:lnSpc>
                <a:spcPct val="100000"/>
              </a:lnSpc>
              <a:spcBef>
                <a:spcPts val="0"/>
              </a:spcBef>
              <a:spcAft>
                <a:spcPts val="0"/>
              </a:spcAft>
              <a:buSzPts val="4400"/>
              <a:buNone/>
              <a:defRPr sz="4400"/>
            </a:lvl8pPr>
            <a:lvl9pPr lvl="8">
              <a:lnSpc>
                <a:spcPct val="100000"/>
              </a:lnSpc>
              <a:spcBef>
                <a:spcPts val="0"/>
              </a:spcBef>
              <a:spcAft>
                <a:spcPts val="0"/>
              </a:spcAft>
              <a:buSzPts val="4400"/>
              <a:buNone/>
              <a:defRPr sz="4400"/>
            </a:lvl9pPr>
          </a:lstStyle>
          <a:p/>
        </p:txBody>
      </p:sp>
      <p:sp>
        <p:nvSpPr>
          <p:cNvPr id="826" name="Google Shape;826;p190"/>
          <p:cNvSpPr txBox="1"/>
          <p:nvPr>
            <p:ph idx="1" type="subTitle"/>
          </p:nvPr>
        </p:nvSpPr>
        <p:spPr>
          <a:xfrm>
            <a:off x="5030100" y="3076200"/>
            <a:ext cx="3656700" cy="2181600"/>
          </a:xfrm>
          <a:prstGeom prst="rect">
            <a:avLst/>
          </a:prstGeom>
        </p:spPr>
        <p:txBody>
          <a:bodyPr anchorCtr="0" anchor="t" bIns="0" lIns="0" spcFirstLastPara="1" rIns="0" wrap="square" tIns="0">
            <a:noAutofit/>
          </a:bodyPr>
          <a:lstStyle>
            <a:lvl1pPr indent="0" lvl="0"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827" name="Google Shape;827;p190"/>
          <p:cNvSpPr/>
          <p:nvPr>
            <p:ph idx="2" type="pic"/>
          </p:nvPr>
        </p:nvSpPr>
        <p:spPr>
          <a:xfrm>
            <a:off x="76200" y="91667"/>
            <a:ext cx="4495800" cy="5531700"/>
          </a:xfrm>
          <a:prstGeom prst="roundRect">
            <a:avLst>
              <a:gd fmla="val 16667" name="adj"/>
            </a:avLst>
          </a:prstGeom>
          <a:noFill/>
          <a:ln>
            <a:noFill/>
          </a:ln>
        </p:spPr>
      </p:sp>
    </p:spTree>
  </p:cSld>
  <p:clrMapOvr>
    <a:masterClrMapping/>
  </p:clrMapOvr>
</p:sldLayout>
</file>

<file path=ppt/slideLayouts/slideLayout1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ullet points">
  <p:cSld name="Title and bullet points">
    <p:spTree>
      <p:nvGrpSpPr>
        <p:cNvPr id="828" name="Shape 828"/>
        <p:cNvGrpSpPr/>
        <p:nvPr/>
      </p:nvGrpSpPr>
      <p:grpSpPr>
        <a:xfrm>
          <a:off x="0" y="0"/>
          <a:ext cx="0" cy="0"/>
          <a:chOff x="0" y="0"/>
          <a:chExt cx="0" cy="0"/>
        </a:xfrm>
      </p:grpSpPr>
      <p:sp>
        <p:nvSpPr>
          <p:cNvPr id="829" name="Google Shape;829;p191"/>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830" name="Google Shape;830;p191"/>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sldLayout>
</file>

<file path=ppt/slideLayouts/slideLayout1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mall Image + Text">
  <p:cSld name="Title + Small Image + Text">
    <p:spTree>
      <p:nvGrpSpPr>
        <p:cNvPr id="831" name="Shape 831"/>
        <p:cNvGrpSpPr/>
        <p:nvPr/>
      </p:nvGrpSpPr>
      <p:grpSpPr>
        <a:xfrm>
          <a:off x="0" y="0"/>
          <a:ext cx="0" cy="0"/>
          <a:chOff x="0" y="0"/>
          <a:chExt cx="0" cy="0"/>
        </a:xfrm>
      </p:grpSpPr>
      <p:sp>
        <p:nvSpPr>
          <p:cNvPr id="832" name="Google Shape;832;p192"/>
          <p:cNvSpPr/>
          <p:nvPr>
            <p:ph idx="2" type="pic"/>
          </p:nvPr>
        </p:nvSpPr>
        <p:spPr>
          <a:xfrm>
            <a:off x="0" y="2900000"/>
            <a:ext cx="9144000" cy="2814900"/>
          </a:xfrm>
          <a:prstGeom prst="roundRect">
            <a:avLst>
              <a:gd fmla="val 1254" name="adj"/>
            </a:avLst>
          </a:prstGeom>
          <a:noFill/>
          <a:ln>
            <a:noFill/>
          </a:ln>
        </p:spPr>
      </p:sp>
      <p:sp>
        <p:nvSpPr>
          <p:cNvPr id="833" name="Google Shape;833;p192"/>
          <p:cNvSpPr txBox="1"/>
          <p:nvPr>
            <p:ph type="title"/>
          </p:nvPr>
        </p:nvSpPr>
        <p:spPr>
          <a:xfrm>
            <a:off x="457200" y="1397679"/>
            <a:ext cx="3667500" cy="10803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834" name="Google Shape;834;p192"/>
          <p:cNvSpPr txBox="1"/>
          <p:nvPr>
            <p:ph idx="1" type="subTitle"/>
          </p:nvPr>
        </p:nvSpPr>
        <p:spPr>
          <a:xfrm>
            <a:off x="457200" y="879013"/>
            <a:ext cx="3667500" cy="434100"/>
          </a:xfrm>
          <a:prstGeom prst="rect">
            <a:avLst/>
          </a:prstGeom>
        </p:spPr>
        <p:txBody>
          <a:bodyPr anchorCtr="0" anchor="ctr" bIns="0" lIns="0" spcFirstLastPara="1" rIns="0" wrap="square" tIns="0">
            <a:no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835" name="Google Shape;835;p192"/>
          <p:cNvSpPr txBox="1"/>
          <p:nvPr>
            <p:ph idx="3" type="body"/>
          </p:nvPr>
        </p:nvSpPr>
        <p:spPr>
          <a:xfrm>
            <a:off x="4581600" y="457200"/>
            <a:ext cx="4105200" cy="24426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1830">
          <p15:clr>
            <a:srgbClr val="E46962"/>
          </p15:clr>
        </p15:guide>
        <p15:guide id="2" orient="horz" pos="1057">
          <p15:clr>
            <a:srgbClr val="E46962"/>
          </p15:clr>
        </p15:guide>
      </p15:sldGuideLst>
    </p:ext>
  </p:extLst>
</p:sldLayout>
</file>

<file path=ppt/slideLayouts/slideLayout1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Cover 2">
  <p:cSld name="Section Cover 2">
    <p:bg>
      <p:bgPr>
        <a:blipFill>
          <a:blip r:embed="rId2">
            <a:alphaModFix/>
          </a:blip>
          <a:stretch>
            <a:fillRect/>
          </a:stretch>
        </a:blipFill>
      </p:bgPr>
    </p:bg>
    <p:spTree>
      <p:nvGrpSpPr>
        <p:cNvPr id="836" name="Shape 836"/>
        <p:cNvGrpSpPr/>
        <p:nvPr/>
      </p:nvGrpSpPr>
      <p:grpSpPr>
        <a:xfrm>
          <a:off x="0" y="0"/>
          <a:ext cx="0" cy="0"/>
          <a:chOff x="0" y="0"/>
          <a:chExt cx="0" cy="0"/>
        </a:xfrm>
      </p:grpSpPr>
      <p:sp>
        <p:nvSpPr>
          <p:cNvPr id="837" name="Google Shape;837;p193"/>
          <p:cNvSpPr txBox="1"/>
          <p:nvPr>
            <p:ph type="title"/>
          </p:nvPr>
        </p:nvSpPr>
        <p:spPr>
          <a:xfrm>
            <a:off x="457200" y="508000"/>
            <a:ext cx="5010300" cy="1734900"/>
          </a:xfrm>
          <a:prstGeom prst="rect">
            <a:avLst/>
          </a:prstGeom>
        </p:spPr>
        <p:txBody>
          <a:bodyPr anchorCtr="0" anchor="t" bIns="0" lIns="0" spcFirstLastPara="1" rIns="0" wrap="square" tIns="0">
            <a:noAutofit/>
          </a:bodyPr>
          <a:lstStyle>
            <a:lvl1pPr indent="0" lvl="0" marL="0" marR="0">
              <a:lnSpc>
                <a:spcPct val="80000"/>
              </a:lnSpc>
              <a:spcBef>
                <a:spcPts val="0"/>
              </a:spcBef>
              <a:spcAft>
                <a:spcPts val="0"/>
              </a:spcAft>
              <a:buNone/>
              <a:defRPr sz="4800">
                <a:solidFill>
                  <a:schemeClr val="lt1"/>
                </a:solidFill>
              </a:defRPr>
            </a:lvl1pPr>
            <a:lvl2pPr lvl="1">
              <a:lnSpc>
                <a:spcPct val="100000"/>
              </a:lnSpc>
              <a:spcBef>
                <a:spcPts val="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
        <p:nvSpPr>
          <p:cNvPr id="838" name="Google Shape;838;p193"/>
          <p:cNvSpPr txBox="1"/>
          <p:nvPr>
            <p:ph idx="1" type="subTitle"/>
          </p:nvPr>
        </p:nvSpPr>
        <p:spPr>
          <a:xfrm>
            <a:off x="457200" y="2243000"/>
            <a:ext cx="5010300" cy="434100"/>
          </a:xfrm>
          <a:prstGeom prst="rect">
            <a:avLst/>
          </a:prstGeom>
        </p:spPr>
        <p:txBody>
          <a:bodyPr anchorCtr="0" anchor="ctr" bIns="0" lIns="0" spcFirstLastPara="1" rIns="0" wrap="square" tIns="0">
            <a:spAutoFit/>
          </a:bodyPr>
          <a:lstStyle>
            <a:lvl1pPr indent="0" lvl="0" marL="0" marR="0">
              <a:lnSpc>
                <a:spcPct val="115000"/>
              </a:lnSpc>
              <a:spcBef>
                <a:spcPts val="0"/>
              </a:spcBef>
              <a:spcAft>
                <a:spcPts val="0"/>
              </a:spcAft>
              <a:buNone/>
              <a:defRPr sz="2000">
                <a:solidFill>
                  <a:schemeClr val="lt1"/>
                </a:solidFill>
              </a:defRPr>
            </a:lvl1pPr>
            <a:lvl2pPr indent="0" lvl="1" marL="0" marR="0">
              <a:lnSpc>
                <a:spcPct val="115000"/>
              </a:lnSpc>
              <a:spcBef>
                <a:spcPts val="0"/>
              </a:spcBef>
              <a:spcAft>
                <a:spcPts val="0"/>
              </a:spcAft>
              <a:buNone/>
              <a:defRPr sz="2000">
                <a:solidFill>
                  <a:schemeClr val="lt1"/>
                </a:solidFill>
              </a:defRPr>
            </a:lvl2pPr>
            <a:lvl3pPr indent="0" lvl="2" marL="0" marR="0">
              <a:lnSpc>
                <a:spcPct val="115000"/>
              </a:lnSpc>
              <a:spcBef>
                <a:spcPts val="0"/>
              </a:spcBef>
              <a:spcAft>
                <a:spcPts val="0"/>
              </a:spcAft>
              <a:buNone/>
              <a:defRPr sz="2000">
                <a:solidFill>
                  <a:schemeClr val="lt1"/>
                </a:solidFill>
              </a:defRPr>
            </a:lvl3pPr>
            <a:lvl4pPr indent="0" lvl="3" marL="0" marR="0">
              <a:lnSpc>
                <a:spcPct val="115000"/>
              </a:lnSpc>
              <a:spcBef>
                <a:spcPts val="0"/>
              </a:spcBef>
              <a:spcAft>
                <a:spcPts val="0"/>
              </a:spcAft>
              <a:buNone/>
              <a:defRPr sz="2000">
                <a:solidFill>
                  <a:schemeClr val="lt1"/>
                </a:solidFill>
              </a:defRPr>
            </a:lvl4pPr>
            <a:lvl5pPr indent="0" lvl="4" marL="0" marR="0">
              <a:lnSpc>
                <a:spcPct val="115000"/>
              </a:lnSpc>
              <a:spcBef>
                <a:spcPts val="0"/>
              </a:spcBef>
              <a:spcAft>
                <a:spcPts val="0"/>
              </a:spcAft>
              <a:buNone/>
              <a:defRPr sz="2000">
                <a:solidFill>
                  <a:schemeClr val="lt1"/>
                </a:solidFill>
              </a:defRPr>
            </a:lvl5pPr>
            <a:lvl6pPr indent="0" lvl="5" marL="0" marR="0">
              <a:lnSpc>
                <a:spcPct val="115000"/>
              </a:lnSpc>
              <a:spcBef>
                <a:spcPts val="0"/>
              </a:spcBef>
              <a:spcAft>
                <a:spcPts val="0"/>
              </a:spcAft>
              <a:buNone/>
              <a:defRPr sz="2000">
                <a:solidFill>
                  <a:schemeClr val="lt1"/>
                </a:solidFill>
              </a:defRPr>
            </a:lvl6pPr>
            <a:lvl7pPr indent="0" lvl="6" marL="0" marR="0">
              <a:lnSpc>
                <a:spcPct val="115000"/>
              </a:lnSpc>
              <a:spcBef>
                <a:spcPts val="0"/>
              </a:spcBef>
              <a:spcAft>
                <a:spcPts val="0"/>
              </a:spcAft>
              <a:buNone/>
              <a:defRPr sz="2000">
                <a:solidFill>
                  <a:schemeClr val="lt1"/>
                </a:solidFill>
              </a:defRPr>
            </a:lvl7pPr>
            <a:lvl8pPr indent="0" lvl="7" marL="0" marR="0">
              <a:lnSpc>
                <a:spcPct val="115000"/>
              </a:lnSpc>
              <a:spcBef>
                <a:spcPts val="0"/>
              </a:spcBef>
              <a:spcAft>
                <a:spcPts val="0"/>
              </a:spcAft>
              <a:buNone/>
              <a:defRPr sz="2000">
                <a:solidFill>
                  <a:schemeClr val="lt1"/>
                </a:solidFill>
              </a:defRPr>
            </a:lvl8pPr>
            <a:lvl9pPr indent="0" lvl="8" marL="0" marR="0">
              <a:lnSpc>
                <a:spcPct val="115000"/>
              </a:lnSpc>
              <a:spcBef>
                <a:spcPts val="0"/>
              </a:spcBef>
              <a:spcAft>
                <a:spcPts val="0"/>
              </a:spcAft>
              <a:buNone/>
              <a:defRPr sz="2000">
                <a:solidFill>
                  <a:schemeClr val="lt1"/>
                </a:solidFill>
              </a:defRPr>
            </a:lvl9pPr>
          </a:lstStyle>
          <a:p/>
        </p:txBody>
      </p:sp>
    </p:spTree>
  </p:cSld>
  <p:clrMapOvr>
    <a:masterClrMapping/>
  </p:clrMapOvr>
</p:sldLayout>
</file>

<file path=ppt/slideLayouts/slideLayout1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s with icons 1">
  <p:cSld name="Highlights with icons 1">
    <p:spTree>
      <p:nvGrpSpPr>
        <p:cNvPr id="839" name="Shape 839"/>
        <p:cNvGrpSpPr/>
        <p:nvPr/>
      </p:nvGrpSpPr>
      <p:grpSpPr>
        <a:xfrm>
          <a:off x="0" y="0"/>
          <a:ext cx="0" cy="0"/>
          <a:chOff x="0" y="0"/>
          <a:chExt cx="0" cy="0"/>
        </a:xfrm>
      </p:grpSpPr>
      <p:sp>
        <p:nvSpPr>
          <p:cNvPr id="840" name="Google Shape;840;p194"/>
          <p:cNvSpPr txBox="1"/>
          <p:nvPr>
            <p:ph idx="12" type="sldNum"/>
          </p:nvPr>
        </p:nvSpPr>
        <p:spPr>
          <a:xfrm>
            <a:off x="8572500" y="5080004"/>
            <a:ext cx="571500" cy="635100"/>
          </a:xfrm>
          <a:prstGeom prst="rect">
            <a:avLst/>
          </a:prstGeom>
          <a:noFill/>
          <a:ln>
            <a:noFill/>
          </a:ln>
        </p:spPr>
        <p:txBody>
          <a:bodyPr anchorCtr="0" anchor="t" bIns="121900" lIns="121900" spcFirstLastPara="1" rIns="121900" wrap="square" tIns="121900">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841" name="Google Shape;841;p194"/>
          <p:cNvSpPr/>
          <p:nvPr>
            <p:ph idx="2" type="pic"/>
          </p:nvPr>
        </p:nvSpPr>
        <p:spPr>
          <a:xfrm>
            <a:off x="0" y="0"/>
            <a:ext cx="9144000" cy="2814900"/>
          </a:xfrm>
          <a:prstGeom prst="roundRect">
            <a:avLst>
              <a:gd fmla="val 1254" name="adj"/>
            </a:avLst>
          </a:prstGeom>
          <a:noFill/>
          <a:ln>
            <a:noFill/>
          </a:ln>
        </p:spPr>
      </p:sp>
      <p:sp>
        <p:nvSpPr>
          <p:cNvPr id="842" name="Google Shape;842;p194"/>
          <p:cNvSpPr txBox="1"/>
          <p:nvPr>
            <p:ph type="title"/>
          </p:nvPr>
        </p:nvSpPr>
        <p:spPr>
          <a:xfrm>
            <a:off x="457200" y="3755379"/>
            <a:ext cx="3667500" cy="10803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843" name="Google Shape;843;p194"/>
          <p:cNvSpPr txBox="1"/>
          <p:nvPr>
            <p:ph idx="1" type="subTitle"/>
          </p:nvPr>
        </p:nvSpPr>
        <p:spPr>
          <a:xfrm>
            <a:off x="457200" y="3236713"/>
            <a:ext cx="3667500" cy="434100"/>
          </a:xfrm>
          <a:prstGeom prst="rect">
            <a:avLst/>
          </a:prstGeom>
        </p:spPr>
        <p:txBody>
          <a:bodyPr anchorCtr="0" anchor="ctr" bIns="0" lIns="0" spcFirstLastPara="1" rIns="0" wrap="square" tIns="0">
            <a:no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844" name="Google Shape;844;p194"/>
          <p:cNvSpPr txBox="1"/>
          <p:nvPr>
            <p:ph idx="3" type="body"/>
          </p:nvPr>
        </p:nvSpPr>
        <p:spPr>
          <a:xfrm>
            <a:off x="4581600" y="2814900"/>
            <a:ext cx="4105200" cy="24426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1767">
          <p15:clr>
            <a:srgbClr val="E46962"/>
          </p15:clr>
        </p15:guide>
        <p15:guide id="2" orient="horz" pos="2542">
          <p15:clr>
            <a:srgbClr val="E46962"/>
          </p15:clr>
        </p15:guide>
      </p15:sldGuideLst>
    </p:ext>
  </p:extLst>
</p:sldLayout>
</file>

<file path=ppt/slideLayouts/slideLayout1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hree columns 3">
  <p:cSld name="Content title and three columns 3">
    <p:spTree>
      <p:nvGrpSpPr>
        <p:cNvPr id="845" name="Shape 845"/>
        <p:cNvGrpSpPr/>
        <p:nvPr/>
      </p:nvGrpSpPr>
      <p:grpSpPr>
        <a:xfrm>
          <a:off x="0" y="0"/>
          <a:ext cx="0" cy="0"/>
          <a:chOff x="0" y="0"/>
          <a:chExt cx="0" cy="0"/>
        </a:xfrm>
      </p:grpSpPr>
      <p:sp>
        <p:nvSpPr>
          <p:cNvPr id="846" name="Google Shape;846;p195"/>
          <p:cNvSpPr txBox="1"/>
          <p:nvPr>
            <p:ph type="title"/>
          </p:nvPr>
        </p:nvSpPr>
        <p:spPr>
          <a:xfrm>
            <a:off x="457200" y="1525575"/>
            <a:ext cx="25881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847" name="Google Shape;847;p195"/>
          <p:cNvSpPr txBox="1"/>
          <p:nvPr>
            <p:ph idx="2" type="title"/>
          </p:nvPr>
        </p:nvSpPr>
        <p:spPr>
          <a:xfrm>
            <a:off x="3277943" y="1525575"/>
            <a:ext cx="25881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848" name="Google Shape;848;p195"/>
          <p:cNvSpPr txBox="1"/>
          <p:nvPr>
            <p:ph idx="3" type="title"/>
          </p:nvPr>
        </p:nvSpPr>
        <p:spPr>
          <a:xfrm>
            <a:off x="6098709" y="1525575"/>
            <a:ext cx="25881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849" name="Google Shape;849;p195"/>
          <p:cNvSpPr txBox="1"/>
          <p:nvPr>
            <p:ph idx="1" type="body"/>
          </p:nvPr>
        </p:nvSpPr>
        <p:spPr>
          <a:xfrm>
            <a:off x="457200" y="2139575"/>
            <a:ext cx="25881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850" name="Google Shape;850;p195"/>
          <p:cNvSpPr txBox="1"/>
          <p:nvPr>
            <p:ph idx="4" type="body"/>
          </p:nvPr>
        </p:nvSpPr>
        <p:spPr>
          <a:xfrm>
            <a:off x="3277940" y="2139575"/>
            <a:ext cx="25881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851" name="Google Shape;851;p195"/>
          <p:cNvSpPr txBox="1"/>
          <p:nvPr>
            <p:ph idx="5" type="body"/>
          </p:nvPr>
        </p:nvSpPr>
        <p:spPr>
          <a:xfrm>
            <a:off x="6098703" y="2139575"/>
            <a:ext cx="25881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852" name="Google Shape;852;p195"/>
          <p:cNvSpPr txBox="1"/>
          <p:nvPr>
            <p:ph idx="6"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1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two columns">
  <p:cSld name="Chapter title and two columns">
    <p:spTree>
      <p:nvGrpSpPr>
        <p:cNvPr id="853" name="Shape 853"/>
        <p:cNvGrpSpPr/>
        <p:nvPr/>
      </p:nvGrpSpPr>
      <p:grpSpPr>
        <a:xfrm>
          <a:off x="0" y="0"/>
          <a:ext cx="0" cy="0"/>
          <a:chOff x="0" y="0"/>
          <a:chExt cx="0" cy="0"/>
        </a:xfrm>
      </p:grpSpPr>
      <p:sp>
        <p:nvSpPr>
          <p:cNvPr id="854" name="Google Shape;854;p196"/>
          <p:cNvSpPr txBox="1"/>
          <p:nvPr>
            <p:ph type="title"/>
          </p:nvPr>
        </p:nvSpPr>
        <p:spPr>
          <a:xfrm>
            <a:off x="457200" y="1525575"/>
            <a:ext cx="36615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855" name="Google Shape;855;p196"/>
          <p:cNvSpPr txBox="1"/>
          <p:nvPr>
            <p:ph idx="1" type="body"/>
          </p:nvPr>
        </p:nvSpPr>
        <p:spPr>
          <a:xfrm>
            <a:off x="457200" y="2139575"/>
            <a:ext cx="36615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856" name="Google Shape;856;p196"/>
          <p:cNvSpPr txBox="1"/>
          <p:nvPr>
            <p:ph idx="2"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
        <p:nvSpPr>
          <p:cNvPr id="857" name="Google Shape;857;p196"/>
          <p:cNvSpPr txBox="1"/>
          <p:nvPr>
            <p:ph idx="3" type="title"/>
          </p:nvPr>
        </p:nvSpPr>
        <p:spPr>
          <a:xfrm>
            <a:off x="4561700" y="1525575"/>
            <a:ext cx="36615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858" name="Google Shape;858;p196"/>
          <p:cNvSpPr txBox="1"/>
          <p:nvPr>
            <p:ph idx="4" type="body"/>
          </p:nvPr>
        </p:nvSpPr>
        <p:spPr>
          <a:xfrm>
            <a:off x="4561700" y="2139575"/>
            <a:ext cx="36615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Tree>
  </p:cSld>
  <p:clrMapOvr>
    <a:masterClrMapping/>
  </p:clrMapOvr>
</p:sldLayout>
</file>

<file path=ppt/slideLayouts/slideLayout1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four columns 2">
  <p:cSld name="Content title and four columns 2">
    <p:spTree>
      <p:nvGrpSpPr>
        <p:cNvPr id="859" name="Shape 859"/>
        <p:cNvGrpSpPr/>
        <p:nvPr/>
      </p:nvGrpSpPr>
      <p:grpSpPr>
        <a:xfrm>
          <a:off x="0" y="0"/>
          <a:ext cx="0" cy="0"/>
          <a:chOff x="0" y="0"/>
          <a:chExt cx="0" cy="0"/>
        </a:xfrm>
      </p:grpSpPr>
      <p:sp>
        <p:nvSpPr>
          <p:cNvPr id="860" name="Google Shape;860;p197"/>
          <p:cNvSpPr txBox="1"/>
          <p:nvPr>
            <p:ph idx="12" type="sldNum"/>
          </p:nvPr>
        </p:nvSpPr>
        <p:spPr>
          <a:xfrm>
            <a:off x="8472458" y="5181352"/>
            <a:ext cx="548700" cy="4374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861" name="Google Shape;861;p197"/>
          <p:cNvSpPr txBox="1"/>
          <p:nvPr>
            <p:ph type="title"/>
          </p:nvPr>
        </p:nvSpPr>
        <p:spPr>
          <a:xfrm>
            <a:off x="457200" y="1525583"/>
            <a:ext cx="3201900" cy="734700"/>
          </a:xfrm>
          <a:prstGeom prst="rect">
            <a:avLst/>
          </a:prstGeom>
          <a:noFill/>
          <a:ln>
            <a:noFill/>
          </a:ln>
        </p:spPr>
        <p:txBody>
          <a:bodyPr anchorCtr="0" anchor="ctr" bIns="0" lIns="0" spcFirstLastPara="1" rIns="182875"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862" name="Google Shape;862;p197"/>
          <p:cNvSpPr txBox="1"/>
          <p:nvPr>
            <p:ph idx="2" type="title"/>
          </p:nvPr>
        </p:nvSpPr>
        <p:spPr>
          <a:xfrm>
            <a:off x="457200" y="2462663"/>
            <a:ext cx="3201900" cy="734700"/>
          </a:xfrm>
          <a:prstGeom prst="rect">
            <a:avLst/>
          </a:prstGeom>
          <a:noFill/>
          <a:ln>
            <a:noFill/>
          </a:ln>
        </p:spPr>
        <p:txBody>
          <a:bodyPr anchorCtr="0" anchor="ctr" bIns="0" lIns="0" spcFirstLastPara="1" rIns="182875"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863" name="Google Shape;863;p197"/>
          <p:cNvSpPr txBox="1"/>
          <p:nvPr>
            <p:ph idx="3" type="title"/>
          </p:nvPr>
        </p:nvSpPr>
        <p:spPr>
          <a:xfrm>
            <a:off x="457200" y="3399743"/>
            <a:ext cx="3201900" cy="734700"/>
          </a:xfrm>
          <a:prstGeom prst="rect">
            <a:avLst/>
          </a:prstGeom>
          <a:noFill/>
          <a:ln>
            <a:noFill/>
          </a:ln>
        </p:spPr>
        <p:txBody>
          <a:bodyPr anchorCtr="0" anchor="ctr" bIns="0" lIns="0" spcFirstLastPara="1" rIns="182875"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864" name="Google Shape;864;p197"/>
          <p:cNvSpPr txBox="1"/>
          <p:nvPr>
            <p:ph idx="4" type="title"/>
          </p:nvPr>
        </p:nvSpPr>
        <p:spPr>
          <a:xfrm>
            <a:off x="457200" y="4336822"/>
            <a:ext cx="3201900" cy="734700"/>
          </a:xfrm>
          <a:prstGeom prst="rect">
            <a:avLst/>
          </a:prstGeom>
          <a:noFill/>
          <a:ln>
            <a:noFill/>
          </a:ln>
        </p:spPr>
        <p:txBody>
          <a:bodyPr anchorCtr="0" anchor="ctr" bIns="0" lIns="0" spcFirstLastPara="1" rIns="182875"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865" name="Google Shape;865;p197"/>
          <p:cNvSpPr txBox="1"/>
          <p:nvPr>
            <p:ph idx="1" type="body"/>
          </p:nvPr>
        </p:nvSpPr>
        <p:spPr>
          <a:xfrm>
            <a:off x="3664275" y="4336833"/>
            <a:ext cx="4105200" cy="7347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
        <p:nvSpPr>
          <p:cNvPr id="866" name="Google Shape;866;p197"/>
          <p:cNvSpPr txBox="1"/>
          <p:nvPr>
            <p:ph idx="5" type="body"/>
          </p:nvPr>
        </p:nvSpPr>
        <p:spPr>
          <a:xfrm>
            <a:off x="3664275" y="3399750"/>
            <a:ext cx="4105200" cy="7347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
        <p:nvSpPr>
          <p:cNvPr id="867" name="Google Shape;867;p197"/>
          <p:cNvSpPr txBox="1"/>
          <p:nvPr>
            <p:ph idx="6" type="body"/>
          </p:nvPr>
        </p:nvSpPr>
        <p:spPr>
          <a:xfrm>
            <a:off x="3664275" y="2462667"/>
            <a:ext cx="4105200" cy="7347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
        <p:nvSpPr>
          <p:cNvPr id="868" name="Google Shape;868;p197"/>
          <p:cNvSpPr txBox="1"/>
          <p:nvPr>
            <p:ph idx="7" type="body"/>
          </p:nvPr>
        </p:nvSpPr>
        <p:spPr>
          <a:xfrm>
            <a:off x="3664275" y="1525583"/>
            <a:ext cx="4105200" cy="7347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
        <p:nvSpPr>
          <p:cNvPr id="869" name="Google Shape;869;p197"/>
          <p:cNvSpPr txBox="1"/>
          <p:nvPr>
            <p:ph idx="8"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sldLayout>
</file>

<file path=ppt/slideLayouts/slideLayout1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ig picture">
  <p:cSld name="Title and big picture">
    <p:bg>
      <p:bgPr>
        <a:blipFill>
          <a:blip r:embed="rId2">
            <a:alphaModFix/>
          </a:blip>
          <a:stretch>
            <a:fillRect/>
          </a:stretch>
        </a:blipFill>
      </p:bgPr>
    </p:bg>
    <p:spTree>
      <p:nvGrpSpPr>
        <p:cNvPr id="870" name="Shape 870"/>
        <p:cNvGrpSpPr/>
        <p:nvPr/>
      </p:nvGrpSpPr>
      <p:grpSpPr>
        <a:xfrm>
          <a:off x="0" y="0"/>
          <a:ext cx="0" cy="0"/>
          <a:chOff x="0" y="0"/>
          <a:chExt cx="0" cy="0"/>
        </a:xfrm>
      </p:grpSpPr>
      <p:pic>
        <p:nvPicPr>
          <p:cNvPr id="871" name="Google Shape;871;p198" title="Mesh Holographic Gradients - Dark Gradient 28.png"/>
          <p:cNvPicPr preferRelativeResize="0"/>
          <p:nvPr/>
        </p:nvPicPr>
        <p:blipFill rotWithShape="1">
          <a:blip r:embed="rId2">
            <a:alphaModFix/>
          </a:blip>
          <a:srcRect b="0" l="0" r="9877" t="0"/>
          <a:stretch/>
        </p:blipFill>
        <p:spPr>
          <a:xfrm flipH="1" rot="10800000">
            <a:off x="0" y="350"/>
            <a:ext cx="9156298" cy="5714650"/>
          </a:xfrm>
          <a:prstGeom prst="rect">
            <a:avLst/>
          </a:prstGeom>
          <a:noFill/>
          <a:ln>
            <a:noFill/>
          </a:ln>
        </p:spPr>
      </p:pic>
      <p:sp>
        <p:nvSpPr>
          <p:cNvPr id="872" name="Google Shape;872;p198"/>
          <p:cNvSpPr txBox="1"/>
          <p:nvPr>
            <p:ph type="title"/>
          </p:nvPr>
        </p:nvSpPr>
        <p:spPr>
          <a:xfrm>
            <a:off x="457200" y="3472000"/>
            <a:ext cx="5010300" cy="17349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4800">
                <a:solidFill>
                  <a:schemeClr val="lt1"/>
                </a:solidFill>
              </a:defRPr>
            </a:lvl1pPr>
            <a:lvl2pPr lvl="1">
              <a:lnSpc>
                <a:spcPct val="100000"/>
              </a:lnSpc>
              <a:spcBef>
                <a:spcPts val="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Tree>
  </p:cSld>
  <p:clrMapOvr>
    <a:masterClrMapping/>
  </p:clrMapOvr>
</p:sldLayout>
</file>

<file path=ppt/slideLayouts/slideLayout1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ist">
  <p:cSld name="Title and list">
    <p:spTree>
      <p:nvGrpSpPr>
        <p:cNvPr id="873" name="Shape 873"/>
        <p:cNvGrpSpPr/>
        <p:nvPr/>
      </p:nvGrpSpPr>
      <p:grpSpPr>
        <a:xfrm>
          <a:off x="0" y="0"/>
          <a:ext cx="0" cy="0"/>
          <a:chOff x="0" y="0"/>
          <a:chExt cx="0" cy="0"/>
        </a:xfrm>
      </p:grpSpPr>
      <p:sp>
        <p:nvSpPr>
          <p:cNvPr id="874" name="Google Shape;874;p199"/>
          <p:cNvSpPr txBox="1"/>
          <p:nvPr>
            <p:ph idx="12" type="sldNum"/>
          </p:nvPr>
        </p:nvSpPr>
        <p:spPr>
          <a:xfrm>
            <a:off x="8556784" y="5277612"/>
            <a:ext cx="548700" cy="437400"/>
          </a:xfrm>
          <a:prstGeom prst="rect">
            <a:avLst/>
          </a:prstGeom>
          <a:noFill/>
          <a:ln>
            <a:noFill/>
          </a:ln>
        </p:spPr>
        <p:txBody>
          <a:bodyPr anchorCtr="0" anchor="t" bIns="121900" lIns="121900" spcFirstLastPara="1" rIns="121900" wrap="square" tIns="121900">
            <a:noAutofit/>
          </a:bodyPr>
          <a:lstStyle>
            <a:lvl1pPr indent="0" lvl="0"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1pPr>
            <a:lvl2pPr indent="0" lvl="1"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2pPr>
            <a:lvl3pPr indent="0" lvl="2"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3pPr>
            <a:lvl4pPr indent="0" lvl="3"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4pPr>
            <a:lvl5pPr indent="0" lvl="4"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5pPr>
            <a:lvl6pPr indent="0" lvl="5"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6pPr>
            <a:lvl7pPr indent="0" lvl="6"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7pPr>
            <a:lvl8pPr indent="0" lvl="7"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8pPr>
            <a:lvl9pPr indent="0" lvl="8"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
        <p:nvSpPr>
          <p:cNvPr id="875" name="Google Shape;875;p199"/>
          <p:cNvSpPr txBox="1"/>
          <p:nvPr>
            <p:ph type="title"/>
          </p:nvPr>
        </p:nvSpPr>
        <p:spPr>
          <a:xfrm>
            <a:off x="457200" y="507990"/>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876" name="Google Shape;876;p199"/>
          <p:cNvSpPr txBox="1"/>
          <p:nvPr>
            <p:ph idx="1" type="body"/>
          </p:nvPr>
        </p:nvSpPr>
        <p:spPr>
          <a:xfrm>
            <a:off x="457200" y="1130806"/>
            <a:ext cx="4105200" cy="40764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sldLayout>
</file>

<file path=ppt/slideLayouts/slideLayout1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ist 1">
  <p:cSld name="Title and list 1">
    <p:spTree>
      <p:nvGrpSpPr>
        <p:cNvPr id="877" name="Shape 877"/>
        <p:cNvGrpSpPr/>
        <p:nvPr/>
      </p:nvGrpSpPr>
      <p:grpSpPr>
        <a:xfrm>
          <a:off x="0" y="0"/>
          <a:ext cx="0" cy="0"/>
          <a:chOff x="0" y="0"/>
          <a:chExt cx="0" cy="0"/>
        </a:xfrm>
      </p:grpSpPr>
      <p:sp>
        <p:nvSpPr>
          <p:cNvPr id="878" name="Google Shape;878;p200"/>
          <p:cNvSpPr txBox="1"/>
          <p:nvPr>
            <p:ph idx="12" type="sldNum"/>
          </p:nvPr>
        </p:nvSpPr>
        <p:spPr>
          <a:xfrm>
            <a:off x="8556784" y="5277612"/>
            <a:ext cx="548700" cy="437400"/>
          </a:xfrm>
          <a:prstGeom prst="rect">
            <a:avLst/>
          </a:prstGeom>
          <a:noFill/>
          <a:ln>
            <a:noFill/>
          </a:ln>
        </p:spPr>
        <p:txBody>
          <a:bodyPr anchorCtr="0" anchor="t" bIns="121900" lIns="121900" spcFirstLastPara="1" rIns="121900" wrap="square" tIns="121900">
            <a:noAutofit/>
          </a:bodyPr>
          <a:lstStyle>
            <a:lvl1pPr indent="0" lvl="0"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1pPr>
            <a:lvl2pPr indent="0" lvl="1"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2pPr>
            <a:lvl3pPr indent="0" lvl="2"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3pPr>
            <a:lvl4pPr indent="0" lvl="3"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4pPr>
            <a:lvl5pPr indent="0" lvl="4"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5pPr>
            <a:lvl6pPr indent="0" lvl="5"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6pPr>
            <a:lvl7pPr indent="0" lvl="6"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7pPr>
            <a:lvl8pPr indent="0" lvl="7"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8pPr>
            <a:lvl9pPr indent="0" lvl="8"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
        <p:nvSpPr>
          <p:cNvPr id="879" name="Google Shape;879;p200"/>
          <p:cNvSpPr txBox="1"/>
          <p:nvPr>
            <p:ph type="title"/>
          </p:nvPr>
        </p:nvSpPr>
        <p:spPr>
          <a:xfrm>
            <a:off x="457200" y="507990"/>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880" name="Google Shape;880;p200"/>
          <p:cNvSpPr txBox="1"/>
          <p:nvPr>
            <p:ph idx="1" type="body"/>
          </p:nvPr>
        </p:nvSpPr>
        <p:spPr>
          <a:xfrm>
            <a:off x="457200" y="1130806"/>
            <a:ext cx="4105200" cy="40764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sldLayout>
</file>

<file path=ppt/slideLayouts/slideLayout1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out logo 2">
  <p:cSld name="Cover without logo 2">
    <p:bg>
      <p:bgPr>
        <a:blipFill>
          <a:blip r:embed="rId2">
            <a:alphaModFix/>
          </a:blip>
          <a:stretch>
            <a:fillRect/>
          </a:stretch>
        </a:blipFill>
      </p:bgPr>
    </p:bg>
    <p:spTree>
      <p:nvGrpSpPr>
        <p:cNvPr id="881" name="Shape 881"/>
        <p:cNvGrpSpPr/>
        <p:nvPr/>
      </p:nvGrpSpPr>
      <p:grpSpPr>
        <a:xfrm>
          <a:off x="0" y="0"/>
          <a:ext cx="0" cy="0"/>
          <a:chOff x="0" y="0"/>
          <a:chExt cx="0" cy="0"/>
        </a:xfrm>
      </p:grpSpPr>
      <p:pic>
        <p:nvPicPr>
          <p:cNvPr id="882" name="Google Shape;882;p201" title="Mesh Holographic Gradients - Dark Gradient 24.png"/>
          <p:cNvPicPr preferRelativeResize="0"/>
          <p:nvPr/>
        </p:nvPicPr>
        <p:blipFill rotWithShape="1">
          <a:blip r:embed="rId2">
            <a:alphaModFix/>
          </a:blip>
          <a:srcRect b="0" l="5285" r="5294" t="0"/>
          <a:stretch/>
        </p:blipFill>
        <p:spPr>
          <a:xfrm rot="10800000">
            <a:off x="10602" y="-11749"/>
            <a:ext cx="9122798" cy="5738499"/>
          </a:xfrm>
          <a:prstGeom prst="rect">
            <a:avLst/>
          </a:prstGeom>
          <a:noFill/>
          <a:ln>
            <a:noFill/>
          </a:ln>
        </p:spPr>
      </p:pic>
      <p:sp>
        <p:nvSpPr>
          <p:cNvPr id="883" name="Google Shape;883;p201"/>
          <p:cNvSpPr txBox="1"/>
          <p:nvPr>
            <p:ph type="title"/>
          </p:nvPr>
        </p:nvSpPr>
        <p:spPr>
          <a:xfrm>
            <a:off x="2066850" y="1688333"/>
            <a:ext cx="5010300" cy="1734900"/>
          </a:xfrm>
          <a:prstGeom prst="rect">
            <a:avLst/>
          </a:prstGeom>
        </p:spPr>
        <p:txBody>
          <a:bodyPr anchorCtr="0" anchor="b" bIns="0" lIns="0" spcFirstLastPara="1" rIns="0" wrap="square" tIns="0">
            <a:noAutofit/>
          </a:bodyPr>
          <a:lstStyle>
            <a:lvl1pPr indent="0" lvl="0" marL="0" marR="0" algn="ctr">
              <a:lnSpc>
                <a:spcPct val="100000"/>
              </a:lnSpc>
              <a:spcBef>
                <a:spcPts val="0"/>
              </a:spcBef>
              <a:spcAft>
                <a:spcPts val="0"/>
              </a:spcAft>
              <a:buNone/>
              <a:defRPr sz="4800">
                <a:solidFill>
                  <a:schemeClr val="lt1"/>
                </a:solidFill>
              </a:defRPr>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884" name="Google Shape;884;p201"/>
          <p:cNvSpPr txBox="1"/>
          <p:nvPr>
            <p:ph idx="1" type="subTitle"/>
          </p:nvPr>
        </p:nvSpPr>
        <p:spPr>
          <a:xfrm>
            <a:off x="2066850" y="3592667"/>
            <a:ext cx="5010300" cy="434100"/>
          </a:xfrm>
          <a:prstGeom prst="rect">
            <a:avLst/>
          </a:prstGeom>
        </p:spPr>
        <p:txBody>
          <a:bodyPr anchorCtr="0" anchor="b" bIns="0" lIns="0" spcFirstLastPara="1" rIns="0" wrap="square" tIns="0">
            <a:noAutofit/>
          </a:bodyPr>
          <a:lstStyle>
            <a:lvl1pPr indent="0" lvl="0" marL="0" marR="0" algn="ctr">
              <a:lnSpc>
                <a:spcPct val="100000"/>
              </a:lnSpc>
              <a:spcBef>
                <a:spcPts val="0"/>
              </a:spcBef>
              <a:spcAft>
                <a:spcPts val="0"/>
              </a:spcAft>
              <a:buNone/>
              <a:defRPr sz="2000">
                <a:solidFill>
                  <a:schemeClr val="lt1"/>
                </a:solidFill>
              </a:defRPr>
            </a:lvl1pPr>
            <a:lvl2pPr indent="0" lvl="1" marL="0" marR="0" algn="ctr">
              <a:lnSpc>
                <a:spcPct val="100000"/>
              </a:lnSpc>
              <a:spcBef>
                <a:spcPts val="0"/>
              </a:spcBef>
              <a:spcAft>
                <a:spcPts val="0"/>
              </a:spcAft>
              <a:buNone/>
              <a:defRPr sz="2000">
                <a:solidFill>
                  <a:schemeClr val="lt1"/>
                </a:solidFill>
              </a:defRPr>
            </a:lvl2pPr>
            <a:lvl3pPr indent="0" lvl="2" marL="0" marR="0" algn="ctr">
              <a:lnSpc>
                <a:spcPct val="100000"/>
              </a:lnSpc>
              <a:spcBef>
                <a:spcPts val="0"/>
              </a:spcBef>
              <a:spcAft>
                <a:spcPts val="0"/>
              </a:spcAft>
              <a:buNone/>
              <a:defRPr sz="2000">
                <a:solidFill>
                  <a:schemeClr val="lt1"/>
                </a:solidFill>
              </a:defRPr>
            </a:lvl3pPr>
            <a:lvl4pPr indent="0" lvl="3" marL="0" marR="0" algn="ctr">
              <a:lnSpc>
                <a:spcPct val="100000"/>
              </a:lnSpc>
              <a:spcBef>
                <a:spcPts val="0"/>
              </a:spcBef>
              <a:spcAft>
                <a:spcPts val="0"/>
              </a:spcAft>
              <a:buNone/>
              <a:defRPr sz="2000">
                <a:solidFill>
                  <a:schemeClr val="lt1"/>
                </a:solidFill>
              </a:defRPr>
            </a:lvl4pPr>
            <a:lvl5pPr indent="0" lvl="4" marL="0" marR="0" algn="ctr">
              <a:lnSpc>
                <a:spcPct val="100000"/>
              </a:lnSpc>
              <a:spcBef>
                <a:spcPts val="0"/>
              </a:spcBef>
              <a:spcAft>
                <a:spcPts val="0"/>
              </a:spcAft>
              <a:buNone/>
              <a:defRPr sz="2000">
                <a:solidFill>
                  <a:schemeClr val="lt1"/>
                </a:solidFill>
              </a:defRPr>
            </a:lvl5pPr>
            <a:lvl6pPr indent="0" lvl="5" marL="0" marR="0" algn="ctr">
              <a:lnSpc>
                <a:spcPct val="100000"/>
              </a:lnSpc>
              <a:spcBef>
                <a:spcPts val="0"/>
              </a:spcBef>
              <a:spcAft>
                <a:spcPts val="0"/>
              </a:spcAft>
              <a:buNone/>
              <a:defRPr sz="2000">
                <a:solidFill>
                  <a:schemeClr val="lt1"/>
                </a:solidFill>
              </a:defRPr>
            </a:lvl6pPr>
            <a:lvl7pPr indent="0" lvl="6" marL="0" marR="0" algn="ctr">
              <a:lnSpc>
                <a:spcPct val="100000"/>
              </a:lnSpc>
              <a:spcBef>
                <a:spcPts val="0"/>
              </a:spcBef>
              <a:spcAft>
                <a:spcPts val="0"/>
              </a:spcAft>
              <a:buNone/>
              <a:defRPr sz="2000">
                <a:solidFill>
                  <a:schemeClr val="lt1"/>
                </a:solidFill>
              </a:defRPr>
            </a:lvl7pPr>
            <a:lvl8pPr indent="0" lvl="7" marL="0" marR="0" algn="ctr">
              <a:lnSpc>
                <a:spcPct val="100000"/>
              </a:lnSpc>
              <a:spcBef>
                <a:spcPts val="0"/>
              </a:spcBef>
              <a:spcAft>
                <a:spcPts val="0"/>
              </a:spcAft>
              <a:buNone/>
              <a:defRPr sz="2000">
                <a:solidFill>
                  <a:schemeClr val="lt1"/>
                </a:solidFill>
              </a:defRPr>
            </a:lvl8pPr>
            <a:lvl9pPr indent="0" lvl="8" marL="0" marR="0" algn="ctr">
              <a:lnSpc>
                <a:spcPct val="100000"/>
              </a:lnSpc>
              <a:spcBef>
                <a:spcPts val="0"/>
              </a:spcBef>
              <a:spcAft>
                <a:spcPts val="0"/>
              </a:spcAft>
              <a:buNone/>
              <a:defRPr sz="2000">
                <a:solidFill>
                  <a:schemeClr val="lt1"/>
                </a:solidFill>
              </a:defRPr>
            </a:lvl9pPr>
          </a:lstStyle>
          <a:p/>
        </p:txBody>
      </p:sp>
    </p:spTree>
  </p:cSld>
  <p:clrMapOvr>
    <a:masterClrMapping/>
  </p:clrMapOvr>
</p:sldLayout>
</file>

<file path=ppt/slideLayouts/slideLayout1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out logo 2 1">
  <p:cSld name="Cover without logo 2_1">
    <p:bg>
      <p:bgPr>
        <a:solidFill>
          <a:srgbClr val="07182C"/>
        </a:solidFill>
      </p:bgPr>
    </p:bg>
    <p:spTree>
      <p:nvGrpSpPr>
        <p:cNvPr id="885" name="Shape 885"/>
        <p:cNvGrpSpPr/>
        <p:nvPr/>
      </p:nvGrpSpPr>
      <p:grpSpPr>
        <a:xfrm>
          <a:off x="0" y="0"/>
          <a:ext cx="0" cy="0"/>
          <a:chOff x="0" y="0"/>
          <a:chExt cx="0" cy="0"/>
        </a:xfrm>
      </p:grpSpPr>
      <p:pic>
        <p:nvPicPr>
          <p:cNvPr id="886" name="Google Shape;886;p202" title="Mesh Holographic Gradients - Dark Gradient 22.png"/>
          <p:cNvPicPr preferRelativeResize="0"/>
          <p:nvPr/>
        </p:nvPicPr>
        <p:blipFill rotWithShape="1">
          <a:blip r:embed="rId2">
            <a:alphaModFix/>
          </a:blip>
          <a:srcRect b="0" l="0" r="10177" t="0"/>
          <a:stretch/>
        </p:blipFill>
        <p:spPr>
          <a:xfrm flipH="1" rot="10800000">
            <a:off x="0" y="-13876"/>
            <a:ext cx="9147848" cy="5728876"/>
          </a:xfrm>
          <a:prstGeom prst="rect">
            <a:avLst/>
          </a:prstGeom>
          <a:noFill/>
          <a:ln>
            <a:noFill/>
          </a:ln>
        </p:spPr>
      </p:pic>
      <p:pic>
        <p:nvPicPr>
          <p:cNvPr id="887" name="Google Shape;887;p202"/>
          <p:cNvPicPr preferRelativeResize="0"/>
          <p:nvPr/>
        </p:nvPicPr>
        <p:blipFill rotWithShape="1">
          <a:blip r:embed="rId3">
            <a:alphaModFix/>
          </a:blip>
          <a:srcRect b="0" l="0" r="0" t="0"/>
          <a:stretch/>
        </p:blipFill>
        <p:spPr>
          <a:xfrm>
            <a:off x="457200" y="4773000"/>
            <a:ext cx="316413" cy="390600"/>
          </a:xfrm>
          <a:prstGeom prst="rect">
            <a:avLst/>
          </a:prstGeom>
          <a:noFill/>
          <a:ln>
            <a:noFill/>
          </a:ln>
        </p:spPr>
      </p:pic>
      <p:sp>
        <p:nvSpPr>
          <p:cNvPr id="888" name="Google Shape;888;p202"/>
          <p:cNvSpPr txBox="1"/>
          <p:nvPr>
            <p:ph type="title"/>
          </p:nvPr>
        </p:nvSpPr>
        <p:spPr>
          <a:xfrm>
            <a:off x="457200" y="457200"/>
            <a:ext cx="5010300" cy="1376700"/>
          </a:xfrm>
          <a:prstGeom prst="rect">
            <a:avLst/>
          </a:prstGeom>
        </p:spPr>
        <p:txBody>
          <a:bodyPr anchorCtr="0" anchor="t"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889" name="Google Shape;889;p202"/>
          <p:cNvSpPr txBox="1"/>
          <p:nvPr>
            <p:ph idx="1" type="subTitle"/>
          </p:nvPr>
        </p:nvSpPr>
        <p:spPr>
          <a:xfrm>
            <a:off x="457200" y="1833900"/>
            <a:ext cx="50103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
        <p:nvSpPr>
          <p:cNvPr id="890" name="Google Shape;890;p202"/>
          <p:cNvSpPr txBox="1"/>
          <p:nvPr>
            <p:ph idx="2" type="subTitle"/>
          </p:nvPr>
        </p:nvSpPr>
        <p:spPr>
          <a:xfrm>
            <a:off x="3676500" y="4823692"/>
            <a:ext cx="5010300" cy="434100"/>
          </a:xfrm>
          <a:prstGeom prst="rect">
            <a:avLst/>
          </a:prstGeom>
        </p:spPr>
        <p:txBody>
          <a:bodyPr anchorCtr="0" anchor="b" bIns="0" lIns="0" spcFirstLastPara="1" rIns="0" wrap="square" tIns="0">
            <a:noAutofit/>
          </a:bodyPr>
          <a:lstStyle>
            <a:lvl1pPr indent="0" lvl="0" marL="0" marR="0" algn="r">
              <a:lnSpc>
                <a:spcPct val="100000"/>
              </a:lnSpc>
              <a:spcBef>
                <a:spcPts val="0"/>
              </a:spcBef>
              <a:spcAft>
                <a:spcPts val="0"/>
              </a:spcAft>
              <a:buNone/>
              <a:defRPr sz="1600">
                <a:solidFill>
                  <a:schemeClr val="lt1"/>
                </a:solidFill>
              </a:defRPr>
            </a:lvl1pPr>
            <a:lvl2pPr indent="0" lvl="1" marL="0" marR="0" algn="r">
              <a:lnSpc>
                <a:spcPct val="100000"/>
              </a:lnSpc>
              <a:spcBef>
                <a:spcPts val="0"/>
              </a:spcBef>
              <a:spcAft>
                <a:spcPts val="0"/>
              </a:spcAft>
              <a:buNone/>
              <a:defRPr sz="1600">
                <a:solidFill>
                  <a:schemeClr val="lt1"/>
                </a:solidFill>
              </a:defRPr>
            </a:lvl2pPr>
            <a:lvl3pPr indent="0" lvl="2" marL="0" marR="0" algn="r">
              <a:lnSpc>
                <a:spcPct val="100000"/>
              </a:lnSpc>
              <a:spcBef>
                <a:spcPts val="0"/>
              </a:spcBef>
              <a:spcAft>
                <a:spcPts val="0"/>
              </a:spcAft>
              <a:buNone/>
              <a:defRPr sz="1600">
                <a:solidFill>
                  <a:schemeClr val="lt1"/>
                </a:solidFill>
              </a:defRPr>
            </a:lvl3pPr>
            <a:lvl4pPr indent="0" lvl="3" marL="0" marR="0" algn="r">
              <a:lnSpc>
                <a:spcPct val="100000"/>
              </a:lnSpc>
              <a:spcBef>
                <a:spcPts val="0"/>
              </a:spcBef>
              <a:spcAft>
                <a:spcPts val="0"/>
              </a:spcAft>
              <a:buNone/>
              <a:defRPr sz="1600">
                <a:solidFill>
                  <a:schemeClr val="lt1"/>
                </a:solidFill>
              </a:defRPr>
            </a:lvl4pPr>
            <a:lvl5pPr indent="0" lvl="4" marL="0" marR="0" algn="r">
              <a:lnSpc>
                <a:spcPct val="100000"/>
              </a:lnSpc>
              <a:spcBef>
                <a:spcPts val="0"/>
              </a:spcBef>
              <a:spcAft>
                <a:spcPts val="0"/>
              </a:spcAft>
              <a:buNone/>
              <a:defRPr sz="1600">
                <a:solidFill>
                  <a:schemeClr val="lt1"/>
                </a:solidFill>
              </a:defRPr>
            </a:lvl5pPr>
            <a:lvl6pPr indent="0" lvl="5" marL="0" marR="0" algn="r">
              <a:lnSpc>
                <a:spcPct val="100000"/>
              </a:lnSpc>
              <a:spcBef>
                <a:spcPts val="0"/>
              </a:spcBef>
              <a:spcAft>
                <a:spcPts val="0"/>
              </a:spcAft>
              <a:buNone/>
              <a:defRPr sz="1600">
                <a:solidFill>
                  <a:schemeClr val="lt1"/>
                </a:solidFill>
              </a:defRPr>
            </a:lvl6pPr>
            <a:lvl7pPr indent="0" lvl="6" marL="0" marR="0" algn="r">
              <a:lnSpc>
                <a:spcPct val="100000"/>
              </a:lnSpc>
              <a:spcBef>
                <a:spcPts val="0"/>
              </a:spcBef>
              <a:spcAft>
                <a:spcPts val="0"/>
              </a:spcAft>
              <a:buNone/>
              <a:defRPr sz="1600">
                <a:solidFill>
                  <a:schemeClr val="lt1"/>
                </a:solidFill>
              </a:defRPr>
            </a:lvl7pPr>
            <a:lvl8pPr indent="0" lvl="7" marL="0" marR="0" algn="r">
              <a:lnSpc>
                <a:spcPct val="100000"/>
              </a:lnSpc>
              <a:spcBef>
                <a:spcPts val="0"/>
              </a:spcBef>
              <a:spcAft>
                <a:spcPts val="0"/>
              </a:spcAft>
              <a:buNone/>
              <a:defRPr sz="1600">
                <a:solidFill>
                  <a:schemeClr val="lt1"/>
                </a:solidFill>
              </a:defRPr>
            </a:lvl8pPr>
            <a:lvl9pPr indent="0" lvl="8" marL="0" marR="0" algn="r">
              <a:lnSpc>
                <a:spcPct val="100000"/>
              </a:lnSpc>
              <a:spcBef>
                <a:spcPts val="0"/>
              </a:spcBef>
              <a:spcAft>
                <a:spcPts val="0"/>
              </a:spcAft>
              <a:buNone/>
              <a:defRPr sz="1600">
                <a:solidFill>
                  <a:schemeClr val="lt1"/>
                </a:solidFill>
              </a:defRPr>
            </a:lvl9pPr>
          </a:lstStyle>
          <a:p/>
        </p:txBody>
      </p:sp>
    </p:spTree>
  </p:cSld>
  <p:clrMapOvr>
    <a:masterClrMapping/>
  </p:clrMapOvr>
</p:sldLayout>
</file>

<file path=ppt/slideLayouts/slideLayout2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ncepts - horizontal">
  <p:cSld name="TITLE_AND_TWO_COLUMNS_1_1">
    <p:spTree>
      <p:nvGrpSpPr>
        <p:cNvPr id="891" name="Shape 891"/>
        <p:cNvGrpSpPr/>
        <p:nvPr/>
      </p:nvGrpSpPr>
      <p:grpSpPr>
        <a:xfrm>
          <a:off x="0" y="0"/>
          <a:ext cx="0" cy="0"/>
          <a:chOff x="0" y="0"/>
          <a:chExt cx="0" cy="0"/>
        </a:xfrm>
      </p:grpSpPr>
      <p:sp>
        <p:nvSpPr>
          <p:cNvPr id="892" name="Google Shape;892;p203"/>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893" name="Google Shape;893;p203"/>
          <p:cNvSpPr txBox="1"/>
          <p:nvPr>
            <p:ph idx="1" type="body"/>
          </p:nvPr>
        </p:nvSpPr>
        <p:spPr>
          <a:xfrm>
            <a:off x="571500" y="2420194"/>
            <a:ext cx="1712400" cy="2659800"/>
          </a:xfrm>
          <a:prstGeom prst="rect">
            <a:avLst/>
          </a:prstGeom>
        </p:spPr>
        <p:txBody>
          <a:bodyPr anchorCtr="0" anchor="t" bIns="91425" lIns="0" spcFirstLastPara="1" rIns="182875" wrap="square" tIns="91425">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894" name="Google Shape;894;p203"/>
          <p:cNvSpPr txBox="1"/>
          <p:nvPr>
            <p:ph idx="2" type="subTitle"/>
          </p:nvPr>
        </p:nvSpPr>
        <p:spPr>
          <a:xfrm>
            <a:off x="571500" y="1905000"/>
            <a:ext cx="1712400" cy="4374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
        <p:nvSpPr>
          <p:cNvPr id="895" name="Google Shape;895;p203"/>
          <p:cNvSpPr txBox="1"/>
          <p:nvPr>
            <p:ph type="title"/>
          </p:nvPr>
        </p:nvSpPr>
        <p:spPr>
          <a:xfrm>
            <a:off x="571500" y="889005"/>
            <a:ext cx="40005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896" name="Google Shape;896;p203"/>
          <p:cNvSpPr txBox="1"/>
          <p:nvPr>
            <p:ph idx="3" type="body"/>
          </p:nvPr>
        </p:nvSpPr>
        <p:spPr>
          <a:xfrm>
            <a:off x="2667700" y="2420194"/>
            <a:ext cx="1712400" cy="2659800"/>
          </a:xfrm>
          <a:prstGeom prst="rect">
            <a:avLst/>
          </a:prstGeom>
        </p:spPr>
        <p:txBody>
          <a:bodyPr anchorCtr="0" anchor="t" bIns="91425" lIns="0" spcFirstLastPara="1" rIns="182875" wrap="square" tIns="91425">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897" name="Google Shape;897;p203"/>
          <p:cNvSpPr txBox="1"/>
          <p:nvPr>
            <p:ph idx="4" type="subTitle"/>
          </p:nvPr>
        </p:nvSpPr>
        <p:spPr>
          <a:xfrm>
            <a:off x="2667700" y="1905000"/>
            <a:ext cx="1712400" cy="4374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
        <p:nvSpPr>
          <p:cNvPr id="898" name="Google Shape;898;p203"/>
          <p:cNvSpPr txBox="1"/>
          <p:nvPr>
            <p:ph idx="5" type="body"/>
          </p:nvPr>
        </p:nvSpPr>
        <p:spPr>
          <a:xfrm>
            <a:off x="4763900" y="2420194"/>
            <a:ext cx="1712400" cy="2659800"/>
          </a:xfrm>
          <a:prstGeom prst="rect">
            <a:avLst/>
          </a:prstGeom>
        </p:spPr>
        <p:txBody>
          <a:bodyPr anchorCtr="0" anchor="t" bIns="91425" lIns="0" spcFirstLastPara="1" rIns="182875" wrap="square" tIns="91425">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899" name="Google Shape;899;p203"/>
          <p:cNvSpPr txBox="1"/>
          <p:nvPr>
            <p:ph idx="6" type="subTitle"/>
          </p:nvPr>
        </p:nvSpPr>
        <p:spPr>
          <a:xfrm>
            <a:off x="4763900" y="1905000"/>
            <a:ext cx="1712400" cy="4374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
        <p:nvSpPr>
          <p:cNvPr id="900" name="Google Shape;900;p203"/>
          <p:cNvSpPr txBox="1"/>
          <p:nvPr>
            <p:ph idx="7" type="body"/>
          </p:nvPr>
        </p:nvSpPr>
        <p:spPr>
          <a:xfrm>
            <a:off x="6860100" y="2420194"/>
            <a:ext cx="1712400" cy="2659800"/>
          </a:xfrm>
          <a:prstGeom prst="rect">
            <a:avLst/>
          </a:prstGeom>
        </p:spPr>
        <p:txBody>
          <a:bodyPr anchorCtr="0" anchor="t" bIns="91425" lIns="0" spcFirstLastPara="1" rIns="182875" wrap="square" tIns="91425">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901" name="Google Shape;901;p203"/>
          <p:cNvSpPr txBox="1"/>
          <p:nvPr>
            <p:ph idx="8" type="subTitle"/>
          </p:nvPr>
        </p:nvSpPr>
        <p:spPr>
          <a:xfrm>
            <a:off x="6860100" y="1905000"/>
            <a:ext cx="1712400" cy="4374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Tree>
  </p:cSld>
  <p:clrMapOvr>
    <a:masterClrMapping/>
  </p:clrMapOvr>
</p:sldLayout>
</file>

<file path=ppt/slideLayouts/slideLayout2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cepts - horizontal">
  <p:cSld name="TITLE_AND_TWO_COLUMNS_1_2">
    <p:spTree>
      <p:nvGrpSpPr>
        <p:cNvPr id="902" name="Shape 902"/>
        <p:cNvGrpSpPr/>
        <p:nvPr/>
      </p:nvGrpSpPr>
      <p:grpSpPr>
        <a:xfrm>
          <a:off x="0" y="0"/>
          <a:ext cx="0" cy="0"/>
          <a:chOff x="0" y="0"/>
          <a:chExt cx="0" cy="0"/>
        </a:xfrm>
      </p:grpSpPr>
      <p:sp>
        <p:nvSpPr>
          <p:cNvPr id="903" name="Google Shape;903;p204"/>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904" name="Google Shape;904;p204"/>
          <p:cNvSpPr txBox="1"/>
          <p:nvPr>
            <p:ph idx="1" type="body"/>
          </p:nvPr>
        </p:nvSpPr>
        <p:spPr>
          <a:xfrm>
            <a:off x="571500" y="2435667"/>
            <a:ext cx="1968300" cy="26442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905" name="Google Shape;905;p204"/>
          <p:cNvSpPr txBox="1"/>
          <p:nvPr>
            <p:ph idx="2" type="body"/>
          </p:nvPr>
        </p:nvSpPr>
        <p:spPr>
          <a:xfrm>
            <a:off x="3586271" y="2435667"/>
            <a:ext cx="1980000" cy="26442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906" name="Google Shape;906;p204"/>
          <p:cNvSpPr txBox="1"/>
          <p:nvPr>
            <p:ph idx="3" type="body"/>
          </p:nvPr>
        </p:nvSpPr>
        <p:spPr>
          <a:xfrm>
            <a:off x="6604202" y="2435667"/>
            <a:ext cx="1968300" cy="26442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907" name="Google Shape;907;p204"/>
          <p:cNvSpPr txBox="1"/>
          <p:nvPr>
            <p:ph idx="4" type="subTitle"/>
          </p:nvPr>
        </p:nvSpPr>
        <p:spPr>
          <a:xfrm>
            <a:off x="579900" y="1905000"/>
            <a:ext cx="1968300" cy="398700"/>
          </a:xfrm>
          <a:prstGeom prst="rect">
            <a:avLst/>
          </a:prstGeom>
        </p:spPr>
        <p:txBody>
          <a:bodyPr anchorCtr="0" anchor="t" bIns="0" lIns="0" spcFirstLastPara="1" rIns="0" wrap="square" tIns="0">
            <a:spAutoFit/>
          </a:bodyPr>
          <a:lstStyle>
            <a:lvl1pPr lv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2pPr>
            <a:lvl3pPr lvl="2">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3pPr>
            <a:lvl4pPr lvl="3">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4pPr>
            <a:lvl5pPr lvl="4">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5pPr>
            <a:lvl6pPr lvl="5">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6pPr>
            <a:lvl7pPr lvl="6">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7pPr>
            <a:lvl8pPr lvl="7">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8pPr>
            <a:lvl9pPr lvl="8">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9pPr>
          </a:lstStyle>
          <a:p/>
        </p:txBody>
      </p:sp>
      <p:sp>
        <p:nvSpPr>
          <p:cNvPr id="908" name="Google Shape;908;p204"/>
          <p:cNvSpPr txBox="1"/>
          <p:nvPr>
            <p:ph idx="5" type="subTitle"/>
          </p:nvPr>
        </p:nvSpPr>
        <p:spPr>
          <a:xfrm>
            <a:off x="6598950" y="1905000"/>
            <a:ext cx="1968300" cy="398700"/>
          </a:xfrm>
          <a:prstGeom prst="rect">
            <a:avLst/>
          </a:prstGeom>
        </p:spPr>
        <p:txBody>
          <a:bodyPr anchorCtr="0" anchor="t" bIns="0" lIns="0" spcFirstLastPara="1" rIns="0" wrap="square" tIns="0">
            <a:spAutoFit/>
          </a:bodyPr>
          <a:lstStyle>
            <a:lvl1pPr lv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2pPr>
            <a:lvl3pPr lvl="2">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3pPr>
            <a:lvl4pPr lvl="3">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4pPr>
            <a:lvl5pPr lvl="4">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5pPr>
            <a:lvl6pPr lvl="5">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6pPr>
            <a:lvl7pPr lvl="6">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7pPr>
            <a:lvl8pPr lvl="7">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8pPr>
            <a:lvl9pPr lvl="8">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9pPr>
          </a:lstStyle>
          <a:p/>
        </p:txBody>
      </p:sp>
      <p:sp>
        <p:nvSpPr>
          <p:cNvPr id="909" name="Google Shape;909;p204"/>
          <p:cNvSpPr txBox="1"/>
          <p:nvPr>
            <p:ph idx="6" type="subTitle"/>
          </p:nvPr>
        </p:nvSpPr>
        <p:spPr>
          <a:xfrm>
            <a:off x="3597825" y="1905000"/>
            <a:ext cx="1968300" cy="398700"/>
          </a:xfrm>
          <a:prstGeom prst="rect">
            <a:avLst/>
          </a:prstGeom>
        </p:spPr>
        <p:txBody>
          <a:bodyPr anchorCtr="0" anchor="t" bIns="0" lIns="0" spcFirstLastPara="1" rIns="0" wrap="square" tIns="0">
            <a:spAutoFit/>
          </a:bodyPr>
          <a:lstStyle>
            <a:lvl1pPr lv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2pPr>
            <a:lvl3pPr lvl="2">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3pPr>
            <a:lvl4pPr lvl="3">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4pPr>
            <a:lvl5pPr lvl="4">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5pPr>
            <a:lvl6pPr lvl="5">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6pPr>
            <a:lvl7pPr lvl="6">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7pPr>
            <a:lvl8pPr lvl="7">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8pPr>
            <a:lvl9pPr lvl="8">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9pPr>
          </a:lstStyle>
          <a:p/>
        </p:txBody>
      </p:sp>
      <p:sp>
        <p:nvSpPr>
          <p:cNvPr id="910" name="Google Shape;910;p204"/>
          <p:cNvSpPr txBox="1"/>
          <p:nvPr>
            <p:ph type="title"/>
          </p:nvPr>
        </p:nvSpPr>
        <p:spPr>
          <a:xfrm>
            <a:off x="571500" y="889005"/>
            <a:ext cx="40005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Tree>
  </p:cSld>
  <p:clrMapOvr>
    <a:masterClrMapping/>
  </p:clrMapOvr>
</p:sldLayout>
</file>

<file path=ppt/slideLayouts/slideLayout2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half screen">
  <p:cSld name="MAIN_POINT_1">
    <p:bg>
      <p:bgPr>
        <a:solidFill>
          <a:schemeClr val="dk2"/>
        </a:solidFill>
      </p:bgPr>
    </p:bg>
    <p:spTree>
      <p:nvGrpSpPr>
        <p:cNvPr id="911" name="Shape 911"/>
        <p:cNvGrpSpPr/>
        <p:nvPr/>
      </p:nvGrpSpPr>
      <p:grpSpPr>
        <a:xfrm>
          <a:off x="0" y="0"/>
          <a:ext cx="0" cy="0"/>
          <a:chOff x="0" y="0"/>
          <a:chExt cx="0" cy="0"/>
        </a:xfrm>
      </p:grpSpPr>
      <p:sp>
        <p:nvSpPr>
          <p:cNvPr id="912" name="Google Shape;912;p205"/>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913" name="Google Shape;913;p205"/>
          <p:cNvSpPr txBox="1"/>
          <p:nvPr>
            <p:ph type="title"/>
          </p:nvPr>
        </p:nvSpPr>
        <p:spPr>
          <a:xfrm>
            <a:off x="571500" y="1010028"/>
            <a:ext cx="4000500" cy="4070100"/>
          </a:xfrm>
          <a:prstGeom prst="rect">
            <a:avLst/>
          </a:prstGeom>
        </p:spPr>
        <p:txBody>
          <a:bodyPr anchorCtr="0" anchor="t" bIns="0" lIns="0" spcFirstLastPara="1" rIns="0" wrap="square" tIns="0">
            <a:spAutoFit/>
          </a:bodyPr>
          <a:lstStyle>
            <a:lvl1pPr lvl="0">
              <a:lnSpc>
                <a:spcPct val="100000"/>
              </a:lnSpc>
              <a:spcBef>
                <a:spcPts val="0"/>
              </a:spcBef>
              <a:spcAft>
                <a:spcPts val="0"/>
              </a:spcAft>
              <a:buClr>
                <a:schemeClr val="lt1"/>
              </a:buClr>
              <a:buSzPts val="3200"/>
              <a:buFont typeface="Poppins SemiBold"/>
              <a:buNone/>
              <a:defRPr b="0" sz="3200">
                <a:solidFill>
                  <a:schemeClr val="lt1"/>
                </a:solidFill>
                <a:latin typeface="Poppins SemiBold"/>
                <a:ea typeface="Poppins SemiBold"/>
                <a:cs typeface="Poppins SemiBold"/>
                <a:sym typeface="Poppins SemiBold"/>
              </a:defRPr>
            </a:lvl1pPr>
            <a:lvl2pPr lvl="1">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2pPr>
            <a:lvl3pPr lvl="2">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3pPr>
            <a:lvl4pPr lvl="3">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4pPr>
            <a:lvl5pPr lvl="4">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5pPr>
            <a:lvl6pPr lvl="5">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6pPr>
            <a:lvl7pPr lvl="6">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7pPr>
            <a:lvl8pPr lvl="7">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8pPr>
            <a:lvl9pPr lvl="8">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2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items - contrast">
  <p:cSld name="Title + Subtitle_1">
    <p:bg>
      <p:bgPr>
        <a:solidFill>
          <a:schemeClr val="accent2"/>
        </a:solidFill>
      </p:bgPr>
    </p:bg>
    <p:spTree>
      <p:nvGrpSpPr>
        <p:cNvPr id="914" name="Shape 914"/>
        <p:cNvGrpSpPr/>
        <p:nvPr/>
      </p:nvGrpSpPr>
      <p:grpSpPr>
        <a:xfrm>
          <a:off x="0" y="0"/>
          <a:ext cx="0" cy="0"/>
          <a:chOff x="0" y="0"/>
          <a:chExt cx="0" cy="0"/>
        </a:xfrm>
      </p:grpSpPr>
      <p:sp>
        <p:nvSpPr>
          <p:cNvPr id="915" name="Google Shape;915;p206"/>
          <p:cNvSpPr/>
          <p:nvPr>
            <p:ph idx="2" type="pic"/>
          </p:nvPr>
        </p:nvSpPr>
        <p:spPr>
          <a:xfrm>
            <a:off x="457200" y="1524000"/>
            <a:ext cx="1827300" cy="1827300"/>
          </a:xfrm>
          <a:prstGeom prst="roundRect">
            <a:avLst>
              <a:gd fmla="val 4137" name="adj"/>
            </a:avLst>
          </a:prstGeom>
          <a:noFill/>
          <a:ln>
            <a:noFill/>
          </a:ln>
        </p:spPr>
      </p:sp>
      <p:sp>
        <p:nvSpPr>
          <p:cNvPr id="916" name="Google Shape;916;p206"/>
          <p:cNvSpPr/>
          <p:nvPr>
            <p:ph idx="3" type="pic"/>
          </p:nvPr>
        </p:nvSpPr>
        <p:spPr>
          <a:xfrm>
            <a:off x="2591313" y="1524000"/>
            <a:ext cx="1827300" cy="1827300"/>
          </a:xfrm>
          <a:prstGeom prst="roundRect">
            <a:avLst>
              <a:gd fmla="val 4137" name="adj"/>
            </a:avLst>
          </a:prstGeom>
          <a:noFill/>
          <a:ln>
            <a:noFill/>
          </a:ln>
        </p:spPr>
      </p:sp>
      <p:sp>
        <p:nvSpPr>
          <p:cNvPr id="917" name="Google Shape;917;p206"/>
          <p:cNvSpPr/>
          <p:nvPr>
            <p:ph idx="4" type="pic"/>
          </p:nvPr>
        </p:nvSpPr>
        <p:spPr>
          <a:xfrm>
            <a:off x="4725450" y="1524000"/>
            <a:ext cx="1827300" cy="1827300"/>
          </a:xfrm>
          <a:prstGeom prst="roundRect">
            <a:avLst>
              <a:gd fmla="val 4137" name="adj"/>
            </a:avLst>
          </a:prstGeom>
          <a:noFill/>
          <a:ln>
            <a:noFill/>
          </a:ln>
        </p:spPr>
      </p:sp>
      <p:sp>
        <p:nvSpPr>
          <p:cNvPr id="918" name="Google Shape;918;p206"/>
          <p:cNvSpPr/>
          <p:nvPr>
            <p:ph idx="5" type="pic"/>
          </p:nvPr>
        </p:nvSpPr>
        <p:spPr>
          <a:xfrm>
            <a:off x="6859563" y="1524000"/>
            <a:ext cx="1827300" cy="1827300"/>
          </a:xfrm>
          <a:prstGeom prst="roundRect">
            <a:avLst>
              <a:gd fmla="val 4137" name="adj"/>
            </a:avLst>
          </a:prstGeom>
          <a:noFill/>
          <a:ln>
            <a:noFill/>
          </a:ln>
        </p:spPr>
      </p:sp>
      <p:sp>
        <p:nvSpPr>
          <p:cNvPr id="919" name="Google Shape;919;p206"/>
          <p:cNvSpPr txBox="1"/>
          <p:nvPr>
            <p:ph type="title"/>
          </p:nvPr>
        </p:nvSpPr>
        <p:spPr>
          <a:xfrm>
            <a:off x="457200" y="507990"/>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Clr>
                <a:schemeClr val="lt1"/>
              </a:buClr>
              <a:buSzPts val="3000"/>
              <a:buNone/>
              <a:defRPr sz="3000">
                <a:solidFill>
                  <a:schemeClr val="lt1"/>
                </a:solidFill>
              </a:defRPr>
            </a:lvl1pPr>
            <a:lvl2pPr lvl="1" algn="l">
              <a:lnSpc>
                <a:spcPct val="100000"/>
              </a:lnSpc>
              <a:spcBef>
                <a:spcPts val="0"/>
              </a:spcBef>
              <a:spcAft>
                <a:spcPts val="0"/>
              </a:spcAft>
              <a:buClr>
                <a:schemeClr val="lt1"/>
              </a:buClr>
              <a:buSzPts val="3000"/>
              <a:buNone/>
              <a:defRPr sz="3000">
                <a:solidFill>
                  <a:schemeClr val="lt1"/>
                </a:solidFill>
              </a:defRPr>
            </a:lvl2pPr>
            <a:lvl3pPr lvl="2" algn="l">
              <a:lnSpc>
                <a:spcPct val="100000"/>
              </a:lnSpc>
              <a:spcBef>
                <a:spcPts val="0"/>
              </a:spcBef>
              <a:spcAft>
                <a:spcPts val="0"/>
              </a:spcAft>
              <a:buClr>
                <a:schemeClr val="lt1"/>
              </a:buClr>
              <a:buSzPts val="3000"/>
              <a:buNone/>
              <a:defRPr sz="3000">
                <a:solidFill>
                  <a:schemeClr val="lt1"/>
                </a:solidFill>
              </a:defRPr>
            </a:lvl3pPr>
            <a:lvl4pPr lvl="3" algn="l">
              <a:lnSpc>
                <a:spcPct val="100000"/>
              </a:lnSpc>
              <a:spcBef>
                <a:spcPts val="0"/>
              </a:spcBef>
              <a:spcAft>
                <a:spcPts val="0"/>
              </a:spcAft>
              <a:buClr>
                <a:schemeClr val="lt1"/>
              </a:buClr>
              <a:buSzPts val="3000"/>
              <a:buNone/>
              <a:defRPr sz="3000">
                <a:solidFill>
                  <a:schemeClr val="lt1"/>
                </a:solidFill>
              </a:defRPr>
            </a:lvl4pPr>
            <a:lvl5pPr lvl="4" algn="l">
              <a:lnSpc>
                <a:spcPct val="100000"/>
              </a:lnSpc>
              <a:spcBef>
                <a:spcPts val="0"/>
              </a:spcBef>
              <a:spcAft>
                <a:spcPts val="0"/>
              </a:spcAft>
              <a:buClr>
                <a:schemeClr val="lt1"/>
              </a:buClr>
              <a:buSzPts val="3000"/>
              <a:buNone/>
              <a:defRPr sz="3000">
                <a:solidFill>
                  <a:schemeClr val="lt1"/>
                </a:solidFill>
              </a:defRPr>
            </a:lvl5pPr>
            <a:lvl6pPr lvl="5" algn="l">
              <a:lnSpc>
                <a:spcPct val="100000"/>
              </a:lnSpc>
              <a:spcBef>
                <a:spcPts val="0"/>
              </a:spcBef>
              <a:spcAft>
                <a:spcPts val="0"/>
              </a:spcAft>
              <a:buClr>
                <a:schemeClr val="lt1"/>
              </a:buClr>
              <a:buSzPts val="3000"/>
              <a:buNone/>
              <a:defRPr sz="3000">
                <a:solidFill>
                  <a:schemeClr val="lt1"/>
                </a:solidFill>
              </a:defRPr>
            </a:lvl6pPr>
            <a:lvl7pPr lvl="6" algn="l">
              <a:lnSpc>
                <a:spcPct val="100000"/>
              </a:lnSpc>
              <a:spcBef>
                <a:spcPts val="0"/>
              </a:spcBef>
              <a:spcAft>
                <a:spcPts val="0"/>
              </a:spcAft>
              <a:buClr>
                <a:schemeClr val="lt1"/>
              </a:buClr>
              <a:buSzPts val="3000"/>
              <a:buNone/>
              <a:defRPr sz="3000">
                <a:solidFill>
                  <a:schemeClr val="lt1"/>
                </a:solidFill>
              </a:defRPr>
            </a:lvl7pPr>
            <a:lvl8pPr lvl="7" algn="l">
              <a:lnSpc>
                <a:spcPct val="100000"/>
              </a:lnSpc>
              <a:spcBef>
                <a:spcPts val="0"/>
              </a:spcBef>
              <a:spcAft>
                <a:spcPts val="0"/>
              </a:spcAft>
              <a:buClr>
                <a:schemeClr val="lt1"/>
              </a:buClr>
              <a:buSzPts val="3000"/>
              <a:buNone/>
              <a:defRPr sz="3000">
                <a:solidFill>
                  <a:schemeClr val="lt1"/>
                </a:solidFill>
              </a:defRPr>
            </a:lvl8pPr>
            <a:lvl9pPr lvl="8" algn="l">
              <a:lnSpc>
                <a:spcPct val="100000"/>
              </a:lnSpc>
              <a:spcBef>
                <a:spcPts val="0"/>
              </a:spcBef>
              <a:spcAft>
                <a:spcPts val="0"/>
              </a:spcAft>
              <a:buClr>
                <a:schemeClr val="lt1"/>
              </a:buClr>
              <a:buSzPts val="3000"/>
              <a:buNone/>
              <a:defRPr sz="3000">
                <a:solidFill>
                  <a:schemeClr val="lt1"/>
                </a:solidFill>
              </a:defRPr>
            </a:lvl9pPr>
          </a:lstStyle>
          <a:p/>
        </p:txBody>
      </p:sp>
      <p:sp>
        <p:nvSpPr>
          <p:cNvPr id="920" name="Google Shape;920;p206"/>
          <p:cNvSpPr txBox="1"/>
          <p:nvPr>
            <p:ph idx="1" type="body"/>
          </p:nvPr>
        </p:nvSpPr>
        <p:spPr>
          <a:xfrm>
            <a:off x="457200" y="4203333"/>
            <a:ext cx="1827300" cy="1004100"/>
          </a:xfrm>
          <a:prstGeom prst="rect">
            <a:avLst/>
          </a:prstGeom>
        </p:spPr>
        <p:txBody>
          <a:bodyPr anchorCtr="0" anchor="t" bIns="0" lIns="0" spcFirstLastPara="1" rIns="0" wrap="square" tIns="0">
            <a:spAutoFit/>
          </a:bodyPr>
          <a:lstStyle>
            <a:lvl1pPr indent="-298450" lvl="0" marL="457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921" name="Google Shape;921;p206"/>
          <p:cNvSpPr txBox="1"/>
          <p:nvPr>
            <p:ph idx="6" type="body"/>
          </p:nvPr>
        </p:nvSpPr>
        <p:spPr>
          <a:xfrm>
            <a:off x="2591318" y="4203333"/>
            <a:ext cx="1827300" cy="1004100"/>
          </a:xfrm>
          <a:prstGeom prst="rect">
            <a:avLst/>
          </a:prstGeom>
        </p:spPr>
        <p:txBody>
          <a:bodyPr anchorCtr="0" anchor="t" bIns="0" lIns="0" spcFirstLastPara="1" rIns="0" wrap="square" tIns="0">
            <a:spAutoFit/>
          </a:bodyPr>
          <a:lstStyle>
            <a:lvl1pPr indent="-298450" lvl="0" marL="457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922" name="Google Shape;922;p206"/>
          <p:cNvSpPr txBox="1"/>
          <p:nvPr>
            <p:ph idx="7" type="body"/>
          </p:nvPr>
        </p:nvSpPr>
        <p:spPr>
          <a:xfrm>
            <a:off x="4725435" y="4203333"/>
            <a:ext cx="1827300" cy="1004100"/>
          </a:xfrm>
          <a:prstGeom prst="rect">
            <a:avLst/>
          </a:prstGeom>
        </p:spPr>
        <p:txBody>
          <a:bodyPr anchorCtr="0" anchor="t" bIns="0" lIns="0" spcFirstLastPara="1" rIns="0" wrap="square" tIns="0">
            <a:spAutoFit/>
          </a:bodyPr>
          <a:lstStyle>
            <a:lvl1pPr indent="-298450" lvl="0" marL="457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923" name="Google Shape;923;p206"/>
          <p:cNvSpPr txBox="1"/>
          <p:nvPr>
            <p:ph idx="8" type="body"/>
          </p:nvPr>
        </p:nvSpPr>
        <p:spPr>
          <a:xfrm>
            <a:off x="6866700" y="4203333"/>
            <a:ext cx="1827300" cy="1004100"/>
          </a:xfrm>
          <a:prstGeom prst="rect">
            <a:avLst/>
          </a:prstGeom>
        </p:spPr>
        <p:txBody>
          <a:bodyPr anchorCtr="0" anchor="t" bIns="0" lIns="0" spcFirstLastPara="1" rIns="0" wrap="square" tIns="0">
            <a:spAutoFit/>
          </a:bodyPr>
          <a:lstStyle>
            <a:lvl1pPr indent="-298450" lvl="0" marL="457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924" name="Google Shape;924;p206"/>
          <p:cNvSpPr txBox="1"/>
          <p:nvPr>
            <p:ph idx="9" type="title"/>
          </p:nvPr>
        </p:nvSpPr>
        <p:spPr>
          <a:xfrm>
            <a:off x="457225" y="3656500"/>
            <a:ext cx="18273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200"/>
              <a:buNone/>
              <a:defRPr sz="1200">
                <a:solidFill>
                  <a:schemeClr val="lt1"/>
                </a:solidFill>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925" name="Google Shape;925;p206"/>
          <p:cNvSpPr txBox="1"/>
          <p:nvPr>
            <p:ph idx="13" type="title"/>
          </p:nvPr>
        </p:nvSpPr>
        <p:spPr>
          <a:xfrm>
            <a:off x="2591325" y="3656500"/>
            <a:ext cx="18273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200"/>
              <a:buNone/>
              <a:defRPr sz="1200">
                <a:solidFill>
                  <a:schemeClr val="lt1"/>
                </a:solidFill>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926" name="Google Shape;926;p206"/>
          <p:cNvSpPr txBox="1"/>
          <p:nvPr>
            <p:ph idx="14" type="title"/>
          </p:nvPr>
        </p:nvSpPr>
        <p:spPr>
          <a:xfrm>
            <a:off x="4725425" y="3656500"/>
            <a:ext cx="18273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200"/>
              <a:buNone/>
              <a:defRPr sz="1200">
                <a:solidFill>
                  <a:schemeClr val="lt1"/>
                </a:solidFill>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927" name="Google Shape;927;p206"/>
          <p:cNvSpPr txBox="1"/>
          <p:nvPr>
            <p:ph idx="15" type="title"/>
          </p:nvPr>
        </p:nvSpPr>
        <p:spPr>
          <a:xfrm>
            <a:off x="6859525" y="3656500"/>
            <a:ext cx="18273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200"/>
              <a:buNone/>
              <a:defRPr sz="1200">
                <a:solidFill>
                  <a:schemeClr val="lt1"/>
                </a:solidFill>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Tree>
  </p:cSld>
  <p:clrMapOvr>
    <a:masterClrMapping/>
  </p:clrMapOvr>
  <p:extLst>
    <p:ext uri="{DCECCB84-F9BA-43D5-87BE-67443E8EF086}">
      <p15:sldGuideLst>
        <p15:guide id="1" pos="2880">
          <p15:clr>
            <a:srgbClr val="E46962"/>
          </p15:clr>
        </p15:guide>
        <p15:guide id="2" orient="horz" pos="960">
          <p15:clr>
            <a:srgbClr val="E46962"/>
          </p15:clr>
        </p15:guide>
      </p15:sldGuideLst>
    </p:ext>
  </p:extLst>
</p:sldLayout>
</file>

<file path=ppt/slideLayouts/slideLayout2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ructor bio">
  <p:cSld name="TITLE_AND_BODY_1_1">
    <p:bg>
      <p:bgPr>
        <a:solidFill>
          <a:schemeClr val="accent2"/>
        </a:solidFill>
      </p:bgPr>
    </p:bg>
    <p:spTree>
      <p:nvGrpSpPr>
        <p:cNvPr id="928" name="Shape 928"/>
        <p:cNvGrpSpPr/>
        <p:nvPr/>
      </p:nvGrpSpPr>
      <p:grpSpPr>
        <a:xfrm>
          <a:off x="0" y="0"/>
          <a:ext cx="0" cy="0"/>
          <a:chOff x="0" y="0"/>
          <a:chExt cx="0" cy="0"/>
        </a:xfrm>
      </p:grpSpPr>
      <p:sp>
        <p:nvSpPr>
          <p:cNvPr id="929" name="Google Shape;929;p207"/>
          <p:cNvSpPr/>
          <p:nvPr/>
        </p:nvSpPr>
        <p:spPr>
          <a:xfrm>
            <a:off x="4583975" y="0"/>
            <a:ext cx="4567500" cy="57150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930" name="Google Shape;930;p207"/>
          <p:cNvSpPr/>
          <p:nvPr>
            <p:ph idx="2" type="pic"/>
          </p:nvPr>
        </p:nvSpPr>
        <p:spPr>
          <a:xfrm flipH="1">
            <a:off x="953803" y="1184556"/>
            <a:ext cx="2664300" cy="3336300"/>
          </a:xfrm>
          <a:prstGeom prst="rect">
            <a:avLst/>
          </a:prstGeom>
          <a:noFill/>
          <a:ln>
            <a:noFill/>
          </a:ln>
        </p:spPr>
      </p:sp>
      <p:sp>
        <p:nvSpPr>
          <p:cNvPr id="931" name="Google Shape;931;p207"/>
          <p:cNvSpPr txBox="1"/>
          <p:nvPr>
            <p:ph type="title"/>
          </p:nvPr>
        </p:nvSpPr>
        <p:spPr>
          <a:xfrm>
            <a:off x="5036975" y="942000"/>
            <a:ext cx="3661500" cy="1064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932" name="Google Shape;932;p207"/>
          <p:cNvSpPr txBox="1"/>
          <p:nvPr>
            <p:ph idx="1" type="subTitle"/>
          </p:nvPr>
        </p:nvSpPr>
        <p:spPr>
          <a:xfrm>
            <a:off x="5036975" y="508000"/>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933" name="Google Shape;933;p207"/>
          <p:cNvSpPr txBox="1"/>
          <p:nvPr>
            <p:ph idx="3" type="body"/>
          </p:nvPr>
        </p:nvSpPr>
        <p:spPr>
          <a:xfrm>
            <a:off x="5036975" y="2139583"/>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sldLayout>
</file>

<file path=ppt/slideLayouts/slideLayout2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rtification covers 1">
  <p:cSld name="TITLE_1_1">
    <p:spTree>
      <p:nvGrpSpPr>
        <p:cNvPr id="934" name="Shape 934"/>
        <p:cNvGrpSpPr/>
        <p:nvPr/>
      </p:nvGrpSpPr>
      <p:grpSpPr>
        <a:xfrm>
          <a:off x="0" y="0"/>
          <a:ext cx="0" cy="0"/>
          <a:chOff x="0" y="0"/>
          <a:chExt cx="0" cy="0"/>
        </a:xfrm>
      </p:grpSpPr>
      <p:pic>
        <p:nvPicPr>
          <p:cNvPr id="935" name="Google Shape;935;p208" title="Mesh Holographic Gradients - Dark Gradient 22.png"/>
          <p:cNvPicPr preferRelativeResize="0"/>
          <p:nvPr/>
        </p:nvPicPr>
        <p:blipFill rotWithShape="1">
          <a:blip r:embed="rId2">
            <a:alphaModFix/>
          </a:blip>
          <a:srcRect b="0" l="0" r="0" t="0"/>
          <a:stretch/>
        </p:blipFill>
        <p:spPr>
          <a:xfrm>
            <a:off x="0" y="0"/>
            <a:ext cx="9144003" cy="5143499"/>
          </a:xfrm>
          <a:prstGeom prst="rect">
            <a:avLst/>
          </a:prstGeom>
          <a:noFill/>
          <a:ln>
            <a:noFill/>
          </a:ln>
        </p:spPr>
      </p:pic>
      <p:pic>
        <p:nvPicPr>
          <p:cNvPr id="936" name="Google Shape;936;p208"/>
          <p:cNvPicPr preferRelativeResize="0"/>
          <p:nvPr/>
        </p:nvPicPr>
        <p:blipFill rotWithShape="1">
          <a:blip r:embed="rId3">
            <a:alphaModFix/>
          </a:blip>
          <a:srcRect b="0" l="0" r="0" t="0"/>
          <a:stretch/>
        </p:blipFill>
        <p:spPr>
          <a:xfrm>
            <a:off x="457200" y="531584"/>
            <a:ext cx="316413" cy="390600"/>
          </a:xfrm>
          <a:prstGeom prst="rect">
            <a:avLst/>
          </a:prstGeom>
          <a:noFill/>
          <a:ln>
            <a:noFill/>
          </a:ln>
        </p:spPr>
      </p:pic>
      <p:sp>
        <p:nvSpPr>
          <p:cNvPr id="937" name="Google Shape;937;p208"/>
          <p:cNvSpPr txBox="1"/>
          <p:nvPr>
            <p:ph type="title"/>
          </p:nvPr>
        </p:nvSpPr>
        <p:spPr>
          <a:xfrm>
            <a:off x="457200" y="2925261"/>
            <a:ext cx="6862800" cy="1734900"/>
          </a:xfrm>
          <a:prstGeom prst="rect">
            <a:avLst/>
          </a:prstGeom>
        </p:spPr>
        <p:txBody>
          <a:bodyPr anchorCtr="0" anchor="b"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938" name="Google Shape;938;p208"/>
          <p:cNvSpPr txBox="1"/>
          <p:nvPr>
            <p:ph idx="1" type="subTitle"/>
          </p:nvPr>
        </p:nvSpPr>
        <p:spPr>
          <a:xfrm>
            <a:off x="457200" y="4773000"/>
            <a:ext cx="68628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Tree>
  </p:cSld>
  <p:clrMapOvr>
    <a:masterClrMapping/>
  </p:clrMapOvr>
</p:sldLayout>
</file>

<file path=ppt/slideLayouts/slideLayout2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2">
    <p:spTree>
      <p:nvGrpSpPr>
        <p:cNvPr id="939" name="Shape 939"/>
        <p:cNvGrpSpPr/>
        <p:nvPr/>
      </p:nvGrpSpPr>
      <p:grpSpPr>
        <a:xfrm>
          <a:off x="0" y="0"/>
          <a:ext cx="0" cy="0"/>
          <a:chOff x="0" y="0"/>
          <a:chExt cx="0" cy="0"/>
        </a:xfrm>
      </p:grpSpPr>
      <p:sp>
        <p:nvSpPr>
          <p:cNvPr id="940" name="Google Shape;940;p209"/>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941" name="Google Shape;941;p209"/>
          <p:cNvSpPr txBox="1"/>
          <p:nvPr>
            <p:ph idx="1" type="body"/>
          </p:nvPr>
        </p:nvSpPr>
        <p:spPr>
          <a:xfrm>
            <a:off x="457200" y="1524417"/>
            <a:ext cx="41052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2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Full width visual">
  <p:cSld name="TITLE_ONLY_1_1">
    <p:spTree>
      <p:nvGrpSpPr>
        <p:cNvPr id="942" name="Shape 942"/>
        <p:cNvGrpSpPr/>
        <p:nvPr/>
      </p:nvGrpSpPr>
      <p:grpSpPr>
        <a:xfrm>
          <a:off x="0" y="0"/>
          <a:ext cx="0" cy="0"/>
          <a:chOff x="0" y="0"/>
          <a:chExt cx="0" cy="0"/>
        </a:xfrm>
      </p:grpSpPr>
      <p:sp>
        <p:nvSpPr>
          <p:cNvPr id="943" name="Google Shape;943;p210"/>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944" name="Google Shape;944;p210"/>
          <p:cNvSpPr txBox="1"/>
          <p:nvPr>
            <p:ph type="title"/>
          </p:nvPr>
        </p:nvSpPr>
        <p:spPr>
          <a:xfrm>
            <a:off x="571500" y="889000"/>
            <a:ext cx="80010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945" name="Google Shape;945;p210"/>
          <p:cNvSpPr/>
          <p:nvPr>
            <p:ph idx="2" type="pic"/>
          </p:nvPr>
        </p:nvSpPr>
        <p:spPr>
          <a:xfrm>
            <a:off x="944450" y="1901167"/>
            <a:ext cx="7283700" cy="3179100"/>
          </a:xfrm>
          <a:prstGeom prst="rect">
            <a:avLst/>
          </a:prstGeom>
          <a:noFill/>
          <a:ln>
            <a:noFill/>
          </a:ln>
        </p:spPr>
      </p:sp>
    </p:spTree>
  </p:cSld>
  <p:clrMapOvr>
    <a:masterClrMapping/>
  </p:clrMapOvr>
  <p:extLst>
    <p:ext uri="{DCECCB84-F9BA-43D5-87BE-67443E8EF086}">
      <p15:sldGuideLst>
        <p15:guide id="1" pos="595">
          <p15:clr>
            <a:srgbClr val="E46962"/>
          </p15:clr>
        </p15:guide>
        <p15:guide id="2" pos="5183">
          <p15:clr>
            <a:srgbClr val="E46962"/>
          </p15:clr>
        </p15:guide>
      </p15:sldGuideLst>
    </p:ext>
  </p:extLst>
</p:sldLayout>
</file>

<file path=ppt/slideLayouts/slideLayout2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2">
  <p:cSld name="TITLE_AND_BODY_4">
    <p:spTree>
      <p:nvGrpSpPr>
        <p:cNvPr id="946" name="Shape 946"/>
        <p:cNvGrpSpPr/>
        <p:nvPr/>
      </p:nvGrpSpPr>
      <p:grpSpPr>
        <a:xfrm>
          <a:off x="0" y="0"/>
          <a:ext cx="0" cy="0"/>
          <a:chOff x="0" y="0"/>
          <a:chExt cx="0" cy="0"/>
        </a:xfrm>
      </p:grpSpPr>
      <p:sp>
        <p:nvSpPr>
          <p:cNvPr id="947" name="Google Shape;947;p211"/>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948" name="Google Shape;948;p211"/>
          <p:cNvSpPr txBox="1"/>
          <p:nvPr>
            <p:ph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949" name="Google Shape;949;p211"/>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2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5">
  <p:cSld name="TITLE_ONLY_5">
    <p:spTree>
      <p:nvGrpSpPr>
        <p:cNvPr id="950" name="Shape 950"/>
        <p:cNvGrpSpPr/>
        <p:nvPr/>
      </p:nvGrpSpPr>
      <p:grpSpPr>
        <a:xfrm>
          <a:off x="0" y="0"/>
          <a:ext cx="0" cy="0"/>
          <a:chOff x="0" y="0"/>
          <a:chExt cx="0" cy="0"/>
        </a:xfrm>
      </p:grpSpPr>
      <p:sp>
        <p:nvSpPr>
          <p:cNvPr id="951" name="Google Shape;951;p212"/>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952" name="Google Shape;952;p212"/>
          <p:cNvSpPr txBox="1"/>
          <p:nvPr>
            <p:ph type="title"/>
          </p:nvPr>
        </p:nvSpPr>
        <p:spPr>
          <a:xfrm>
            <a:off x="571500" y="889000"/>
            <a:ext cx="80010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Tree>
  </p:cSld>
  <p:clrMapOvr>
    <a:masterClrMapping/>
  </p:clrMapOvr>
</p:sldLayout>
</file>

<file path=ppt/slideLayouts/slideLayout2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1">
  <p:cSld name="TITLE_AND_BODY_3">
    <p:spTree>
      <p:nvGrpSpPr>
        <p:cNvPr id="953" name="Shape 953"/>
        <p:cNvGrpSpPr/>
        <p:nvPr/>
      </p:nvGrpSpPr>
      <p:grpSpPr>
        <a:xfrm>
          <a:off x="0" y="0"/>
          <a:ext cx="0" cy="0"/>
          <a:chOff x="0" y="0"/>
          <a:chExt cx="0" cy="0"/>
        </a:xfrm>
      </p:grpSpPr>
      <p:sp>
        <p:nvSpPr>
          <p:cNvPr id="954" name="Google Shape;954;p213"/>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955" name="Google Shape;955;p213"/>
          <p:cNvSpPr txBox="1"/>
          <p:nvPr>
            <p:ph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956" name="Google Shape;956;p213"/>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2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 header, one column">
  <p:cSld name="CUSTOM_3_1">
    <p:spTree>
      <p:nvGrpSpPr>
        <p:cNvPr id="957" name="Shape 957"/>
        <p:cNvGrpSpPr/>
        <p:nvPr/>
      </p:nvGrpSpPr>
      <p:grpSpPr>
        <a:xfrm>
          <a:off x="0" y="0"/>
          <a:ext cx="0" cy="0"/>
          <a:chOff x="0" y="0"/>
          <a:chExt cx="0" cy="0"/>
        </a:xfrm>
      </p:grpSpPr>
      <p:sp>
        <p:nvSpPr>
          <p:cNvPr id="958" name="Google Shape;958;p214"/>
          <p:cNvSpPr txBox="1"/>
          <p:nvPr>
            <p:ph idx="1" type="subTitle"/>
          </p:nvPr>
        </p:nvSpPr>
        <p:spPr>
          <a:xfrm>
            <a:off x="571500" y="1905000"/>
            <a:ext cx="3093000" cy="3987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
        <p:nvSpPr>
          <p:cNvPr id="959" name="Google Shape;959;p214"/>
          <p:cNvSpPr txBox="1"/>
          <p:nvPr>
            <p:ph type="title"/>
          </p:nvPr>
        </p:nvSpPr>
        <p:spPr>
          <a:xfrm>
            <a:off x="571500" y="889005"/>
            <a:ext cx="40005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960" name="Google Shape;960;p214"/>
          <p:cNvSpPr txBox="1"/>
          <p:nvPr>
            <p:ph idx="2" type="body"/>
          </p:nvPr>
        </p:nvSpPr>
        <p:spPr>
          <a:xfrm>
            <a:off x="571500" y="2406917"/>
            <a:ext cx="3093000" cy="26730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961" name="Google Shape;961;p214"/>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6">
    <p:spTree>
      <p:nvGrpSpPr>
        <p:cNvPr id="962" name="Shape 962"/>
        <p:cNvGrpSpPr/>
        <p:nvPr/>
      </p:nvGrpSpPr>
      <p:grpSpPr>
        <a:xfrm>
          <a:off x="0" y="0"/>
          <a:ext cx="0" cy="0"/>
          <a:chOff x="0" y="0"/>
          <a:chExt cx="0" cy="0"/>
        </a:xfrm>
      </p:grpSpPr>
      <p:sp>
        <p:nvSpPr>
          <p:cNvPr id="963" name="Google Shape;963;p215"/>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2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hree columns 3 1">
  <p:cSld name="TITLE_AND_TWO_COLUMNS_1_3_1">
    <p:spTree>
      <p:nvGrpSpPr>
        <p:cNvPr id="964" name="Shape 964"/>
        <p:cNvGrpSpPr/>
        <p:nvPr/>
      </p:nvGrpSpPr>
      <p:grpSpPr>
        <a:xfrm>
          <a:off x="0" y="0"/>
          <a:ext cx="0" cy="0"/>
          <a:chOff x="0" y="0"/>
          <a:chExt cx="0" cy="0"/>
        </a:xfrm>
      </p:grpSpPr>
      <p:sp>
        <p:nvSpPr>
          <p:cNvPr id="965" name="Google Shape;965;p216"/>
          <p:cNvSpPr txBox="1"/>
          <p:nvPr>
            <p:ph idx="12" type="sldNum"/>
          </p:nvPr>
        </p:nvSpPr>
        <p:spPr>
          <a:xfrm>
            <a:off x="8472458" y="5181352"/>
            <a:ext cx="548700" cy="4374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966" name="Google Shape;966;p216"/>
          <p:cNvSpPr txBox="1"/>
          <p:nvPr>
            <p:ph type="title"/>
          </p:nvPr>
        </p:nvSpPr>
        <p:spPr>
          <a:xfrm>
            <a:off x="607200" y="1140611"/>
            <a:ext cx="3936000" cy="596400"/>
          </a:xfrm>
          <a:prstGeom prst="rect">
            <a:avLst/>
          </a:prstGeom>
        </p:spPr>
        <p:txBody>
          <a:bodyPr anchorCtr="0" anchor="ctr" bIns="0" lIns="0" spcFirstLastPara="1" rIns="0" wrap="square" tIns="0">
            <a:spAutoFit/>
          </a:bodyPr>
          <a:lstStyle>
            <a:lvl1pPr lvl="0">
              <a:spcBef>
                <a:spcPts val="0"/>
              </a:spcBef>
              <a:spcAft>
                <a:spcPts val="0"/>
              </a:spcAft>
              <a:buSzPts val="3000"/>
              <a:buNone/>
              <a:defRPr b="1" sz="1800"/>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967" name="Google Shape;967;p216"/>
          <p:cNvSpPr txBox="1"/>
          <p:nvPr>
            <p:ph idx="1" type="body"/>
          </p:nvPr>
        </p:nvSpPr>
        <p:spPr>
          <a:xfrm>
            <a:off x="607200" y="3520806"/>
            <a:ext cx="1951500" cy="16134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0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968" name="Google Shape;968;p216"/>
          <p:cNvSpPr txBox="1"/>
          <p:nvPr>
            <p:ph idx="2" type="body"/>
          </p:nvPr>
        </p:nvSpPr>
        <p:spPr>
          <a:xfrm>
            <a:off x="2759850" y="3520806"/>
            <a:ext cx="1951500" cy="16134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0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969" name="Google Shape;969;p216"/>
          <p:cNvSpPr txBox="1"/>
          <p:nvPr>
            <p:ph idx="3" type="body"/>
          </p:nvPr>
        </p:nvSpPr>
        <p:spPr>
          <a:xfrm>
            <a:off x="4912500" y="3520806"/>
            <a:ext cx="1951500" cy="16134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0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970" name="Google Shape;970;p216"/>
          <p:cNvSpPr txBox="1"/>
          <p:nvPr>
            <p:ph idx="4" type="subTitle"/>
          </p:nvPr>
        </p:nvSpPr>
        <p:spPr>
          <a:xfrm>
            <a:off x="607200" y="3084639"/>
            <a:ext cx="1951500" cy="398700"/>
          </a:xfrm>
          <a:prstGeom prst="rect">
            <a:avLst/>
          </a:prstGeom>
        </p:spPr>
        <p:txBody>
          <a:bodyPr anchorCtr="0" anchor="t" bIns="0" lIns="0" spcFirstLastPara="1" rIns="0" wrap="square" tIns="0">
            <a:spAutoFit/>
          </a:bodyPr>
          <a:lstStyle>
            <a:lvl1pPr lvl="0">
              <a:spcBef>
                <a:spcPts val="0"/>
              </a:spcBef>
              <a:spcAft>
                <a:spcPts val="0"/>
              </a:spcAft>
              <a:buSzPts val="1400"/>
              <a:buNone/>
              <a:defRPr b="1" sz="1000">
                <a:solidFill>
                  <a:schemeClr val="accent4"/>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1" name="Google Shape;971;p216"/>
          <p:cNvSpPr txBox="1"/>
          <p:nvPr>
            <p:ph idx="5" type="subTitle"/>
          </p:nvPr>
        </p:nvSpPr>
        <p:spPr>
          <a:xfrm>
            <a:off x="4912500" y="3084639"/>
            <a:ext cx="1951500" cy="398700"/>
          </a:xfrm>
          <a:prstGeom prst="rect">
            <a:avLst/>
          </a:prstGeom>
        </p:spPr>
        <p:txBody>
          <a:bodyPr anchorCtr="0" anchor="t" bIns="0" lIns="0" spcFirstLastPara="1" rIns="0" wrap="square" tIns="0">
            <a:spAutoFit/>
          </a:bodyPr>
          <a:lstStyle>
            <a:lvl1pPr lvl="0">
              <a:spcBef>
                <a:spcPts val="0"/>
              </a:spcBef>
              <a:spcAft>
                <a:spcPts val="0"/>
              </a:spcAft>
              <a:buSzPts val="1400"/>
              <a:buNone/>
              <a:defRPr b="1" sz="1000">
                <a:solidFill>
                  <a:schemeClr val="accent4"/>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2" name="Google Shape;972;p216"/>
          <p:cNvSpPr txBox="1"/>
          <p:nvPr>
            <p:ph idx="6" type="subTitle"/>
          </p:nvPr>
        </p:nvSpPr>
        <p:spPr>
          <a:xfrm>
            <a:off x="2759850" y="3084639"/>
            <a:ext cx="1951500" cy="398700"/>
          </a:xfrm>
          <a:prstGeom prst="rect">
            <a:avLst/>
          </a:prstGeom>
        </p:spPr>
        <p:txBody>
          <a:bodyPr anchorCtr="0" anchor="t" bIns="0" lIns="0" spcFirstLastPara="1" rIns="0" wrap="square" tIns="0">
            <a:spAutoFit/>
          </a:bodyPr>
          <a:lstStyle>
            <a:lvl1pPr lvl="0">
              <a:spcBef>
                <a:spcPts val="0"/>
              </a:spcBef>
              <a:spcAft>
                <a:spcPts val="0"/>
              </a:spcAft>
              <a:buSzPts val="1400"/>
              <a:buNone/>
              <a:defRPr b="1" sz="1000">
                <a:solidFill>
                  <a:schemeClr val="accent4"/>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ercise">
  <p:cSld name="CUSTOM_7">
    <p:spTree>
      <p:nvGrpSpPr>
        <p:cNvPr id="973" name="Shape 973"/>
        <p:cNvGrpSpPr/>
        <p:nvPr/>
      </p:nvGrpSpPr>
      <p:grpSpPr>
        <a:xfrm>
          <a:off x="0" y="0"/>
          <a:ext cx="0" cy="0"/>
          <a:chOff x="0" y="0"/>
          <a:chExt cx="0" cy="0"/>
        </a:xfrm>
      </p:grpSpPr>
      <p:sp>
        <p:nvSpPr>
          <p:cNvPr id="974" name="Google Shape;974;p217"/>
          <p:cNvSpPr txBox="1"/>
          <p:nvPr>
            <p:ph idx="1" type="subTitle"/>
          </p:nvPr>
        </p:nvSpPr>
        <p:spPr>
          <a:xfrm>
            <a:off x="571500" y="4736333"/>
            <a:ext cx="3259200" cy="343800"/>
          </a:xfrm>
          <a:prstGeom prst="rect">
            <a:avLst/>
          </a:prstGeom>
          <a:solidFill>
            <a:schemeClr val="accent6"/>
          </a:solidFill>
        </p:spPr>
        <p:txBody>
          <a:bodyPr anchorCtr="0" anchor="ctr" bIns="91425" lIns="91425" spcFirstLastPara="1" rIns="91425" wrap="square" tIns="91425">
            <a:spAutoFit/>
          </a:bodyPr>
          <a:lstStyle>
            <a:lvl1pPr lvl="0">
              <a:spcBef>
                <a:spcPts val="0"/>
              </a:spcBef>
              <a:spcAft>
                <a:spcPts val="0"/>
              </a:spcAft>
              <a:buSzPts val="1400"/>
              <a:buNone/>
              <a:defRPr sz="1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5" name="Google Shape;975;p217"/>
          <p:cNvSpPr txBox="1"/>
          <p:nvPr>
            <p:ph type="title"/>
          </p:nvPr>
        </p:nvSpPr>
        <p:spPr>
          <a:xfrm>
            <a:off x="571500" y="889000"/>
            <a:ext cx="40005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976" name="Google Shape;976;p217"/>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5184">
          <p15:clr>
            <a:srgbClr val="E46962"/>
          </p15:clr>
        </p15:guide>
        <p15:guide id="2" pos="576">
          <p15:clr>
            <a:srgbClr val="E46962"/>
          </p15:clr>
        </p15:guide>
      </p15:sldGuideLst>
    </p:ext>
  </p:extLst>
</p:sldLayout>
</file>

<file path=ppt/slideLayouts/slideLayout2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lf screen quote">
  <p:cSld name="CUSTOM_8_1">
    <p:spTree>
      <p:nvGrpSpPr>
        <p:cNvPr id="977" name="Shape 977"/>
        <p:cNvGrpSpPr/>
        <p:nvPr/>
      </p:nvGrpSpPr>
      <p:grpSpPr>
        <a:xfrm>
          <a:off x="0" y="0"/>
          <a:ext cx="0" cy="0"/>
          <a:chOff x="0" y="0"/>
          <a:chExt cx="0" cy="0"/>
        </a:xfrm>
      </p:grpSpPr>
      <p:sp>
        <p:nvSpPr>
          <p:cNvPr id="978" name="Google Shape;978;p218"/>
          <p:cNvSpPr txBox="1"/>
          <p:nvPr>
            <p:ph type="title"/>
          </p:nvPr>
        </p:nvSpPr>
        <p:spPr>
          <a:xfrm>
            <a:off x="5139900" y="2026361"/>
            <a:ext cx="3089700" cy="19371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400"/>
              <a:buFont typeface="Poppins SemiBold"/>
              <a:buNone/>
              <a:defRPr b="0" sz="1400">
                <a:solidFill>
                  <a:schemeClr val="lt1"/>
                </a:solidFill>
                <a:latin typeface="Poppins SemiBold"/>
                <a:ea typeface="Poppins SemiBold"/>
                <a:cs typeface="Poppins SemiBold"/>
                <a:sym typeface="Poppins SemiBold"/>
              </a:defRPr>
            </a:lvl1pPr>
            <a:lvl2pPr lvl="1">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2pPr>
            <a:lvl3pPr lvl="2">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3pPr>
            <a:lvl4pPr lvl="3">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4pPr>
            <a:lvl5pPr lvl="4">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5pPr>
            <a:lvl6pPr lvl="5">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6pPr>
            <a:lvl7pPr lvl="6">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7pPr>
            <a:lvl8pPr lvl="7">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8pPr>
            <a:lvl9pPr lvl="8">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9pPr>
          </a:lstStyle>
          <a:p/>
        </p:txBody>
      </p:sp>
      <p:sp>
        <p:nvSpPr>
          <p:cNvPr id="979" name="Google Shape;979;p218"/>
          <p:cNvSpPr txBox="1"/>
          <p:nvPr>
            <p:ph idx="2"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980" name="Google Shape;980;p218"/>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
        <p:nvSpPr>
          <p:cNvPr id="981" name="Google Shape;981;p218"/>
          <p:cNvSpPr txBox="1"/>
          <p:nvPr>
            <p:ph idx="3" type="title"/>
          </p:nvPr>
        </p:nvSpPr>
        <p:spPr>
          <a:xfrm>
            <a:off x="5139900" y="4564667"/>
            <a:ext cx="3089700" cy="2577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000"/>
              <a:buFont typeface="Poppins SemiBold"/>
              <a:buNone/>
              <a:defRPr b="0" sz="1000">
                <a:solidFill>
                  <a:schemeClr val="lt1"/>
                </a:solidFill>
                <a:latin typeface="Poppins SemiBold"/>
                <a:ea typeface="Poppins SemiBold"/>
                <a:cs typeface="Poppins SemiBold"/>
                <a:sym typeface="Poppins SemiBold"/>
              </a:defRPr>
            </a:lvl1pPr>
            <a:lvl2pPr lvl="1">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2pPr>
            <a:lvl3pPr lvl="2">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3pPr>
            <a:lvl4pPr lvl="3">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4pPr>
            <a:lvl5pPr lvl="4">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5pPr>
            <a:lvl6pPr lvl="5">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6pPr>
            <a:lvl7pPr lvl="6">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7pPr>
            <a:lvl8pPr lvl="7">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8pPr>
            <a:lvl9pPr lvl="8">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9pPr>
          </a:lstStyle>
          <a:p/>
        </p:txBody>
      </p:sp>
      <p:sp>
        <p:nvSpPr>
          <p:cNvPr id="982" name="Google Shape;982;p218"/>
          <p:cNvSpPr txBox="1"/>
          <p:nvPr>
            <p:ph idx="4" type="body"/>
          </p:nvPr>
        </p:nvSpPr>
        <p:spPr>
          <a:xfrm>
            <a:off x="5139900" y="4822333"/>
            <a:ext cx="3089700" cy="2577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lt1"/>
              </a:buClr>
              <a:buSzPts val="1000"/>
              <a:buFont typeface="Lato"/>
              <a:buChar char="●"/>
              <a:defRPr sz="1000">
                <a:solidFill>
                  <a:schemeClr val="lt1"/>
                </a:solidFill>
                <a:latin typeface="Lato"/>
                <a:ea typeface="Lato"/>
                <a:cs typeface="Lato"/>
                <a:sym typeface="Lato"/>
              </a:defRPr>
            </a:lvl1pPr>
            <a:lvl2pPr indent="-292100" lvl="1" marL="914400">
              <a:lnSpc>
                <a:spcPct val="115000"/>
              </a:lnSpc>
              <a:spcBef>
                <a:spcPts val="1000"/>
              </a:spcBef>
              <a:spcAft>
                <a:spcPts val="0"/>
              </a:spcAft>
              <a:buClr>
                <a:schemeClr val="lt1"/>
              </a:buClr>
              <a:buSzPts val="1000"/>
              <a:buFont typeface="Lato"/>
              <a:buChar char="○"/>
              <a:defRPr sz="1000">
                <a:solidFill>
                  <a:schemeClr val="lt1"/>
                </a:solidFill>
                <a:latin typeface="Lato"/>
                <a:ea typeface="Lato"/>
                <a:cs typeface="Lato"/>
                <a:sym typeface="Lato"/>
              </a:defRPr>
            </a:lvl2pPr>
            <a:lvl3pPr indent="-317500" lvl="2" marL="13716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3pPr>
            <a:lvl4pPr indent="-317500" lvl="3" marL="18288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4pPr>
            <a:lvl5pPr indent="-317500" lvl="4" marL="22860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5pPr>
            <a:lvl6pPr indent="-317500" lvl="5" marL="27432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6pPr>
            <a:lvl7pPr indent="-317500" lvl="6" marL="32004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7pPr>
            <a:lvl8pPr indent="-317500" lvl="7" marL="36576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8pPr>
            <a:lvl9pPr indent="-317500" lvl="8" marL="4114800">
              <a:lnSpc>
                <a:spcPct val="115000"/>
              </a:lnSpc>
              <a:spcBef>
                <a:spcPts val="1000"/>
              </a:spcBef>
              <a:spcAft>
                <a:spcPts val="1000"/>
              </a:spcAft>
              <a:buClr>
                <a:schemeClr val="lt1"/>
              </a:buClr>
              <a:buSzPts val="1400"/>
              <a:buFont typeface="Lato"/>
              <a:buChar char="■"/>
              <a:defRPr>
                <a:solidFill>
                  <a:schemeClr val="lt1"/>
                </a:solidFill>
                <a:latin typeface="Lato"/>
                <a:ea typeface="Lato"/>
                <a:cs typeface="Lato"/>
                <a:sym typeface="Lato"/>
              </a:defRPr>
            </a:lvl9pPr>
          </a:lstStyle>
          <a:p/>
        </p:txBody>
      </p:sp>
      <p:sp>
        <p:nvSpPr>
          <p:cNvPr id="983" name="Google Shape;983;p218"/>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576">
          <p15:clr>
            <a:srgbClr val="E46962"/>
          </p15:clr>
        </p15:guide>
        <p15:guide id="2" pos="5184">
          <p15:clr>
            <a:srgbClr val="E46962"/>
          </p15:clr>
        </p15:guide>
      </p15:sldGuideLst>
    </p:ext>
  </p:extLst>
</p:sldLayout>
</file>

<file path=ppt/slideLayouts/slideLayout2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 header, two columns">
  <p:cSld name="TITLE_AND_BODY_1_1_1">
    <p:spTree>
      <p:nvGrpSpPr>
        <p:cNvPr id="984" name="Shape 984"/>
        <p:cNvGrpSpPr/>
        <p:nvPr/>
      </p:nvGrpSpPr>
      <p:grpSpPr>
        <a:xfrm>
          <a:off x="0" y="0"/>
          <a:ext cx="0" cy="0"/>
          <a:chOff x="0" y="0"/>
          <a:chExt cx="0" cy="0"/>
        </a:xfrm>
      </p:grpSpPr>
      <p:sp>
        <p:nvSpPr>
          <p:cNvPr id="985" name="Google Shape;985;p219"/>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986" name="Google Shape;986;p219"/>
          <p:cNvSpPr txBox="1"/>
          <p:nvPr>
            <p:ph type="title"/>
          </p:nvPr>
        </p:nvSpPr>
        <p:spPr>
          <a:xfrm>
            <a:off x="571500" y="889005"/>
            <a:ext cx="40005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987" name="Google Shape;987;p219"/>
          <p:cNvSpPr txBox="1"/>
          <p:nvPr>
            <p:ph idx="1" type="body"/>
          </p:nvPr>
        </p:nvSpPr>
        <p:spPr>
          <a:xfrm>
            <a:off x="571500" y="2406917"/>
            <a:ext cx="3093000" cy="26730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988" name="Google Shape;988;p219"/>
          <p:cNvSpPr txBox="1"/>
          <p:nvPr>
            <p:ph idx="2" type="body"/>
          </p:nvPr>
        </p:nvSpPr>
        <p:spPr>
          <a:xfrm>
            <a:off x="4572000" y="2406917"/>
            <a:ext cx="3093000" cy="26730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989" name="Google Shape;989;p219"/>
          <p:cNvSpPr txBox="1"/>
          <p:nvPr>
            <p:ph idx="3" type="subTitle"/>
          </p:nvPr>
        </p:nvSpPr>
        <p:spPr>
          <a:xfrm>
            <a:off x="571500" y="1905000"/>
            <a:ext cx="3093000" cy="3987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
        <p:nvSpPr>
          <p:cNvPr id="990" name="Google Shape;990;p219"/>
          <p:cNvSpPr txBox="1"/>
          <p:nvPr>
            <p:ph idx="4" type="subTitle"/>
          </p:nvPr>
        </p:nvSpPr>
        <p:spPr>
          <a:xfrm>
            <a:off x="4572000" y="1905000"/>
            <a:ext cx="3093000" cy="3987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Tree>
  </p:cSld>
  <p:clrMapOvr>
    <a:masterClrMapping/>
  </p:clrMapOvr>
</p:sldLayout>
</file>

<file path=ppt/slideLayouts/slideLayout2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bullet point 2 1">
  <p:cSld name="CUSTOM_1_1_1_1_4">
    <p:spTree>
      <p:nvGrpSpPr>
        <p:cNvPr id="991" name="Shape 991"/>
        <p:cNvGrpSpPr/>
        <p:nvPr/>
      </p:nvGrpSpPr>
      <p:grpSpPr>
        <a:xfrm>
          <a:off x="0" y="0"/>
          <a:ext cx="0" cy="0"/>
          <a:chOff x="0" y="0"/>
          <a:chExt cx="0" cy="0"/>
        </a:xfrm>
      </p:grpSpPr>
      <p:sp>
        <p:nvSpPr>
          <p:cNvPr id="992" name="Google Shape;992;p220"/>
          <p:cNvSpPr txBox="1"/>
          <p:nvPr>
            <p:ph type="title"/>
          </p:nvPr>
        </p:nvSpPr>
        <p:spPr>
          <a:xfrm>
            <a:off x="607200" y="1111921"/>
            <a:ext cx="3936000" cy="598800"/>
          </a:xfrm>
          <a:prstGeom prst="rect">
            <a:avLst/>
          </a:prstGeom>
        </p:spPr>
        <p:txBody>
          <a:bodyPr anchorCtr="0" anchor="ctr" bIns="0" lIns="0" spcFirstLastPara="1" rIns="0" wrap="square" tIns="0">
            <a:spAutoFit/>
          </a:bodyPr>
          <a:lstStyle>
            <a:lvl1pPr lvl="0">
              <a:spcBef>
                <a:spcPts val="0"/>
              </a:spcBef>
              <a:spcAft>
                <a:spcPts val="0"/>
              </a:spcAft>
              <a:buSzPts val="3000"/>
              <a:buNone/>
              <a:defRPr b="1" sz="2000"/>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993" name="Google Shape;993;p220"/>
          <p:cNvSpPr txBox="1"/>
          <p:nvPr>
            <p:ph idx="1" type="body"/>
          </p:nvPr>
        </p:nvSpPr>
        <p:spPr>
          <a:xfrm>
            <a:off x="607200" y="1739278"/>
            <a:ext cx="4607400" cy="33804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2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3">
  <p:cSld name="TITLE_AND_BODY_5">
    <p:spTree>
      <p:nvGrpSpPr>
        <p:cNvPr id="994" name="Shape 994"/>
        <p:cNvGrpSpPr/>
        <p:nvPr/>
      </p:nvGrpSpPr>
      <p:grpSpPr>
        <a:xfrm>
          <a:off x="0" y="0"/>
          <a:ext cx="0" cy="0"/>
          <a:chOff x="0" y="0"/>
          <a:chExt cx="0" cy="0"/>
        </a:xfrm>
      </p:grpSpPr>
      <p:sp>
        <p:nvSpPr>
          <p:cNvPr id="995" name="Google Shape;995;p221"/>
          <p:cNvSpPr txBox="1"/>
          <p:nvPr>
            <p:ph idx="12" type="sldNum"/>
          </p:nvPr>
        </p:nvSpPr>
        <p:spPr>
          <a:xfrm>
            <a:off x="8472458" y="5181352"/>
            <a:ext cx="548700" cy="4374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996" name="Google Shape;996;p221"/>
          <p:cNvSpPr txBox="1"/>
          <p:nvPr>
            <p:ph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997" name="Google Shape;997;p221"/>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2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1 1">
  <p:cSld name="TITLE_AND_BODY_3_1">
    <p:spTree>
      <p:nvGrpSpPr>
        <p:cNvPr id="998" name="Shape 998"/>
        <p:cNvGrpSpPr/>
        <p:nvPr/>
      </p:nvGrpSpPr>
      <p:grpSpPr>
        <a:xfrm>
          <a:off x="0" y="0"/>
          <a:ext cx="0" cy="0"/>
          <a:chOff x="0" y="0"/>
          <a:chExt cx="0" cy="0"/>
        </a:xfrm>
      </p:grpSpPr>
      <p:sp>
        <p:nvSpPr>
          <p:cNvPr id="999" name="Google Shape;999;p222"/>
          <p:cNvSpPr txBox="1"/>
          <p:nvPr>
            <p:ph idx="12" type="sldNum"/>
          </p:nvPr>
        </p:nvSpPr>
        <p:spPr>
          <a:xfrm>
            <a:off x="8572500" y="5080004"/>
            <a:ext cx="571500" cy="635100"/>
          </a:xfrm>
          <a:prstGeom prst="rect">
            <a:avLst/>
          </a:prstGeom>
          <a:noFill/>
          <a:ln>
            <a:noFill/>
          </a:ln>
        </p:spPr>
        <p:txBody>
          <a:bodyPr anchorCtr="0" anchor="t" bIns="68575" lIns="68575" spcFirstLastPara="1" rIns="68575" wrap="square" tIns="68575">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000" name="Google Shape;1000;p222"/>
          <p:cNvSpPr txBox="1"/>
          <p:nvPr>
            <p:ph type="title"/>
          </p:nvPr>
        </p:nvSpPr>
        <p:spPr>
          <a:xfrm>
            <a:off x="571500" y="889000"/>
            <a:ext cx="30897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8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800">
                <a:solidFill>
                  <a:schemeClr val="dk1"/>
                </a:solidFill>
              </a:defRPr>
            </a:lvl2pPr>
            <a:lvl3pPr lvl="2" algn="l">
              <a:lnSpc>
                <a:spcPct val="115000"/>
              </a:lnSpc>
              <a:spcBef>
                <a:spcPts val="0"/>
              </a:spcBef>
              <a:spcAft>
                <a:spcPts val="0"/>
              </a:spcAft>
              <a:buClr>
                <a:schemeClr val="dk1"/>
              </a:buClr>
              <a:buSzPts val="1400"/>
              <a:buNone/>
              <a:defRPr sz="1800">
                <a:solidFill>
                  <a:schemeClr val="dk1"/>
                </a:solidFill>
              </a:defRPr>
            </a:lvl3pPr>
            <a:lvl4pPr lvl="3" algn="l">
              <a:lnSpc>
                <a:spcPct val="115000"/>
              </a:lnSpc>
              <a:spcBef>
                <a:spcPts val="0"/>
              </a:spcBef>
              <a:spcAft>
                <a:spcPts val="0"/>
              </a:spcAft>
              <a:buClr>
                <a:schemeClr val="dk1"/>
              </a:buClr>
              <a:buSzPts val="1400"/>
              <a:buNone/>
              <a:defRPr sz="1800">
                <a:solidFill>
                  <a:schemeClr val="dk1"/>
                </a:solidFill>
              </a:defRPr>
            </a:lvl4pPr>
            <a:lvl5pPr lvl="4" algn="l">
              <a:lnSpc>
                <a:spcPct val="115000"/>
              </a:lnSpc>
              <a:spcBef>
                <a:spcPts val="0"/>
              </a:spcBef>
              <a:spcAft>
                <a:spcPts val="0"/>
              </a:spcAft>
              <a:buClr>
                <a:schemeClr val="dk1"/>
              </a:buClr>
              <a:buSzPts val="1400"/>
              <a:buNone/>
              <a:defRPr sz="1800">
                <a:solidFill>
                  <a:schemeClr val="dk1"/>
                </a:solidFill>
              </a:defRPr>
            </a:lvl5pPr>
            <a:lvl6pPr lvl="5" algn="l">
              <a:lnSpc>
                <a:spcPct val="115000"/>
              </a:lnSpc>
              <a:spcBef>
                <a:spcPts val="0"/>
              </a:spcBef>
              <a:spcAft>
                <a:spcPts val="0"/>
              </a:spcAft>
              <a:buClr>
                <a:schemeClr val="dk1"/>
              </a:buClr>
              <a:buSzPts val="1400"/>
              <a:buNone/>
              <a:defRPr sz="1800">
                <a:solidFill>
                  <a:schemeClr val="dk1"/>
                </a:solidFill>
              </a:defRPr>
            </a:lvl6pPr>
            <a:lvl7pPr lvl="6" algn="l">
              <a:lnSpc>
                <a:spcPct val="115000"/>
              </a:lnSpc>
              <a:spcBef>
                <a:spcPts val="0"/>
              </a:spcBef>
              <a:spcAft>
                <a:spcPts val="0"/>
              </a:spcAft>
              <a:buClr>
                <a:schemeClr val="dk1"/>
              </a:buClr>
              <a:buSzPts val="1400"/>
              <a:buNone/>
              <a:defRPr sz="1800">
                <a:solidFill>
                  <a:schemeClr val="dk1"/>
                </a:solidFill>
              </a:defRPr>
            </a:lvl7pPr>
            <a:lvl8pPr lvl="7" algn="l">
              <a:lnSpc>
                <a:spcPct val="115000"/>
              </a:lnSpc>
              <a:spcBef>
                <a:spcPts val="0"/>
              </a:spcBef>
              <a:spcAft>
                <a:spcPts val="0"/>
              </a:spcAft>
              <a:buClr>
                <a:schemeClr val="dk1"/>
              </a:buClr>
              <a:buSzPts val="1400"/>
              <a:buNone/>
              <a:defRPr sz="1800">
                <a:solidFill>
                  <a:schemeClr val="dk1"/>
                </a:solidFill>
              </a:defRPr>
            </a:lvl8pPr>
            <a:lvl9pPr lvl="8" algn="l">
              <a:lnSpc>
                <a:spcPct val="115000"/>
              </a:lnSpc>
              <a:spcBef>
                <a:spcPts val="0"/>
              </a:spcBef>
              <a:spcAft>
                <a:spcPts val="0"/>
              </a:spcAft>
              <a:buClr>
                <a:schemeClr val="dk1"/>
              </a:buClr>
              <a:buSzPts val="1400"/>
              <a:buNone/>
              <a:defRPr sz="1800">
                <a:solidFill>
                  <a:schemeClr val="dk1"/>
                </a:solidFill>
              </a:defRPr>
            </a:lvl9pPr>
          </a:lstStyle>
          <a:p/>
        </p:txBody>
      </p:sp>
      <p:sp>
        <p:nvSpPr>
          <p:cNvPr id="1001" name="Google Shape;1001;p222"/>
          <p:cNvSpPr txBox="1"/>
          <p:nvPr>
            <p:ph idx="1" type="body"/>
          </p:nvPr>
        </p:nvSpPr>
        <p:spPr>
          <a:xfrm>
            <a:off x="571500" y="1905000"/>
            <a:ext cx="30897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2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out logo 2 1 1">
  <p:cSld name="Cover without logo 2_1_1">
    <p:bg>
      <p:bgPr>
        <a:solidFill>
          <a:srgbClr val="07182C"/>
        </a:solidFill>
      </p:bgPr>
    </p:bg>
    <p:spTree>
      <p:nvGrpSpPr>
        <p:cNvPr id="1002" name="Shape 1002"/>
        <p:cNvGrpSpPr/>
        <p:nvPr/>
      </p:nvGrpSpPr>
      <p:grpSpPr>
        <a:xfrm>
          <a:off x="0" y="0"/>
          <a:ext cx="0" cy="0"/>
          <a:chOff x="0" y="0"/>
          <a:chExt cx="0" cy="0"/>
        </a:xfrm>
      </p:grpSpPr>
      <p:pic>
        <p:nvPicPr>
          <p:cNvPr id="1003" name="Google Shape;1003;p223" title="Mesh Holographic Gradients - Dark Gradient 22.png"/>
          <p:cNvPicPr preferRelativeResize="0"/>
          <p:nvPr/>
        </p:nvPicPr>
        <p:blipFill rotWithShape="1">
          <a:blip r:embed="rId2">
            <a:alphaModFix/>
          </a:blip>
          <a:srcRect b="0" l="0" r="0" t="0"/>
          <a:stretch/>
        </p:blipFill>
        <p:spPr>
          <a:xfrm flipH="1" rot="10800000">
            <a:off x="0" y="571500"/>
            <a:ext cx="9144003" cy="5143499"/>
          </a:xfrm>
          <a:prstGeom prst="rect">
            <a:avLst/>
          </a:prstGeom>
          <a:noFill/>
          <a:ln>
            <a:noFill/>
          </a:ln>
        </p:spPr>
      </p:pic>
      <p:sp>
        <p:nvSpPr>
          <p:cNvPr id="1004" name="Google Shape;1004;p223"/>
          <p:cNvSpPr txBox="1"/>
          <p:nvPr>
            <p:ph type="title"/>
          </p:nvPr>
        </p:nvSpPr>
        <p:spPr>
          <a:xfrm>
            <a:off x="457200" y="508000"/>
            <a:ext cx="6862800" cy="1734900"/>
          </a:xfrm>
          <a:prstGeom prst="rect">
            <a:avLst/>
          </a:prstGeom>
        </p:spPr>
        <p:txBody>
          <a:bodyPr anchorCtr="0" anchor="b"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005" name="Google Shape;1005;p223"/>
          <p:cNvSpPr txBox="1"/>
          <p:nvPr>
            <p:ph idx="1" type="subTitle"/>
          </p:nvPr>
        </p:nvSpPr>
        <p:spPr>
          <a:xfrm>
            <a:off x="457200" y="2243000"/>
            <a:ext cx="68628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Tree>
  </p:cSld>
  <p:clrMapOvr>
    <a:masterClrMapping/>
  </p:clrMapOvr>
</p:sldLayout>
</file>

<file path=ppt/slideLayouts/slideLayout2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screen - Alt 6">
  <p:cSld name="CUSTOM_11">
    <p:bg>
      <p:bgPr>
        <a:solidFill>
          <a:schemeClr val="lt2"/>
        </a:solidFill>
      </p:bgPr>
    </p:bg>
    <p:spTree>
      <p:nvGrpSpPr>
        <p:cNvPr id="1006" name="Shape 1006"/>
        <p:cNvGrpSpPr/>
        <p:nvPr/>
      </p:nvGrpSpPr>
      <p:grpSpPr>
        <a:xfrm>
          <a:off x="0" y="0"/>
          <a:ext cx="0" cy="0"/>
          <a:chOff x="0" y="0"/>
          <a:chExt cx="0" cy="0"/>
        </a:xfrm>
      </p:grpSpPr>
      <p:sp>
        <p:nvSpPr>
          <p:cNvPr id="1007" name="Google Shape;1007;p224"/>
          <p:cNvSpPr txBox="1"/>
          <p:nvPr>
            <p:ph idx="1" type="subTitle"/>
          </p:nvPr>
        </p:nvSpPr>
        <p:spPr>
          <a:xfrm>
            <a:off x="6600775" y="2845802"/>
            <a:ext cx="1877400" cy="539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4800"/>
              <a:buFont typeface="IBM Plex Sans"/>
              <a:buNone/>
              <a:defRPr sz="4800">
                <a:solidFill>
                  <a:schemeClr val="lt1"/>
                </a:solidFill>
              </a:defRPr>
            </a:lvl1pPr>
            <a:lvl2pPr lvl="1" algn="ctr">
              <a:spcBef>
                <a:spcPts val="0"/>
              </a:spcBef>
              <a:spcAft>
                <a:spcPts val="0"/>
              </a:spcAft>
              <a:buClr>
                <a:schemeClr val="lt1"/>
              </a:buClr>
              <a:buSzPts val="4800"/>
              <a:buFont typeface="IBM Plex Sans"/>
              <a:buNone/>
              <a:defRPr sz="4800">
                <a:solidFill>
                  <a:schemeClr val="lt1"/>
                </a:solidFill>
              </a:defRPr>
            </a:lvl2pPr>
            <a:lvl3pPr lvl="2" algn="ctr">
              <a:spcBef>
                <a:spcPts val="0"/>
              </a:spcBef>
              <a:spcAft>
                <a:spcPts val="0"/>
              </a:spcAft>
              <a:buClr>
                <a:schemeClr val="lt1"/>
              </a:buClr>
              <a:buSzPts val="4800"/>
              <a:buFont typeface="IBM Plex Sans"/>
              <a:buNone/>
              <a:defRPr sz="4800">
                <a:solidFill>
                  <a:schemeClr val="lt1"/>
                </a:solidFill>
              </a:defRPr>
            </a:lvl3pPr>
            <a:lvl4pPr lvl="3" algn="ctr">
              <a:spcBef>
                <a:spcPts val="0"/>
              </a:spcBef>
              <a:spcAft>
                <a:spcPts val="0"/>
              </a:spcAft>
              <a:buClr>
                <a:schemeClr val="lt1"/>
              </a:buClr>
              <a:buSzPts val="4800"/>
              <a:buFont typeface="IBM Plex Sans"/>
              <a:buNone/>
              <a:defRPr sz="4800">
                <a:solidFill>
                  <a:schemeClr val="lt1"/>
                </a:solidFill>
              </a:defRPr>
            </a:lvl4pPr>
            <a:lvl5pPr lvl="4" algn="ctr">
              <a:spcBef>
                <a:spcPts val="0"/>
              </a:spcBef>
              <a:spcAft>
                <a:spcPts val="0"/>
              </a:spcAft>
              <a:buClr>
                <a:schemeClr val="lt1"/>
              </a:buClr>
              <a:buSzPts val="4800"/>
              <a:buFont typeface="IBM Plex Sans"/>
              <a:buNone/>
              <a:defRPr sz="4800">
                <a:solidFill>
                  <a:schemeClr val="lt1"/>
                </a:solidFill>
              </a:defRPr>
            </a:lvl5pPr>
            <a:lvl6pPr lvl="5" algn="ctr">
              <a:spcBef>
                <a:spcPts val="0"/>
              </a:spcBef>
              <a:spcAft>
                <a:spcPts val="0"/>
              </a:spcAft>
              <a:buClr>
                <a:schemeClr val="lt1"/>
              </a:buClr>
              <a:buSzPts val="4800"/>
              <a:buFont typeface="IBM Plex Sans"/>
              <a:buNone/>
              <a:defRPr sz="4800">
                <a:solidFill>
                  <a:schemeClr val="lt1"/>
                </a:solidFill>
              </a:defRPr>
            </a:lvl6pPr>
            <a:lvl7pPr lvl="6" algn="ctr">
              <a:spcBef>
                <a:spcPts val="0"/>
              </a:spcBef>
              <a:spcAft>
                <a:spcPts val="0"/>
              </a:spcAft>
              <a:buClr>
                <a:schemeClr val="lt1"/>
              </a:buClr>
              <a:buSzPts val="4800"/>
              <a:buFont typeface="IBM Plex Sans"/>
              <a:buNone/>
              <a:defRPr sz="4800">
                <a:solidFill>
                  <a:schemeClr val="lt1"/>
                </a:solidFill>
              </a:defRPr>
            </a:lvl7pPr>
            <a:lvl8pPr lvl="7" algn="ctr">
              <a:spcBef>
                <a:spcPts val="0"/>
              </a:spcBef>
              <a:spcAft>
                <a:spcPts val="0"/>
              </a:spcAft>
              <a:buClr>
                <a:schemeClr val="lt1"/>
              </a:buClr>
              <a:buSzPts val="4800"/>
              <a:buFont typeface="IBM Plex Sans"/>
              <a:buNone/>
              <a:defRPr sz="4800">
                <a:solidFill>
                  <a:schemeClr val="lt1"/>
                </a:solidFill>
              </a:defRPr>
            </a:lvl8pPr>
            <a:lvl9pPr lvl="8" algn="ctr">
              <a:spcBef>
                <a:spcPts val="0"/>
              </a:spcBef>
              <a:spcAft>
                <a:spcPts val="0"/>
              </a:spcAft>
              <a:buClr>
                <a:schemeClr val="lt1"/>
              </a:buClr>
              <a:buSzPts val="4800"/>
              <a:buFont typeface="IBM Plex Sans"/>
              <a:buNone/>
              <a:defRPr sz="4800">
                <a:solidFill>
                  <a:schemeClr val="lt1"/>
                </a:solidFill>
              </a:defRPr>
            </a:lvl9pPr>
          </a:lstStyle>
          <a:p/>
        </p:txBody>
      </p:sp>
      <p:sp>
        <p:nvSpPr>
          <p:cNvPr id="1008" name="Google Shape;1008;p224"/>
          <p:cNvSpPr txBox="1"/>
          <p:nvPr>
            <p:ph idx="2" type="body"/>
          </p:nvPr>
        </p:nvSpPr>
        <p:spPr>
          <a:xfrm>
            <a:off x="3479850" y="4591333"/>
            <a:ext cx="2271000" cy="864600"/>
          </a:xfrm>
          <a:prstGeom prst="rect">
            <a:avLst/>
          </a:prstGeom>
        </p:spPr>
        <p:txBody>
          <a:bodyPr anchorCtr="0" anchor="t" bIns="91425" lIns="0" spcFirstLastPara="1" rIns="0" wrap="square" tIns="0">
            <a:spAutoFit/>
          </a:bodyPr>
          <a:lstStyle>
            <a:lvl1pPr indent="-304800" lvl="0" marL="457200" algn="ctr">
              <a:spcBef>
                <a:spcPts val="0"/>
              </a:spcBef>
              <a:spcAft>
                <a:spcPts val="0"/>
              </a:spcAft>
              <a:buClr>
                <a:schemeClr val="lt1"/>
              </a:buClr>
              <a:buSzPts val="1200"/>
              <a:buFont typeface="IBM Plex Sans"/>
              <a:buChar char="●"/>
              <a:defRPr sz="1200">
                <a:solidFill>
                  <a:schemeClr val="lt1"/>
                </a:solidFill>
              </a:defRPr>
            </a:lvl1pPr>
            <a:lvl2pPr indent="-304800" lvl="1" marL="914400" algn="ctr">
              <a:spcBef>
                <a:spcPts val="1200"/>
              </a:spcBef>
              <a:spcAft>
                <a:spcPts val="0"/>
              </a:spcAft>
              <a:buClr>
                <a:schemeClr val="lt1"/>
              </a:buClr>
              <a:buSzPts val="1200"/>
              <a:buFont typeface="IBM Plex Sans"/>
              <a:buChar char="○"/>
              <a:defRPr sz="1200">
                <a:solidFill>
                  <a:schemeClr val="lt1"/>
                </a:solidFill>
              </a:defRPr>
            </a:lvl2pPr>
            <a:lvl3pPr indent="-304800" lvl="2" marL="1371600" algn="ctr">
              <a:spcBef>
                <a:spcPts val="1200"/>
              </a:spcBef>
              <a:spcAft>
                <a:spcPts val="0"/>
              </a:spcAft>
              <a:buClr>
                <a:schemeClr val="lt1"/>
              </a:buClr>
              <a:buSzPts val="1200"/>
              <a:buFont typeface="IBM Plex Sans"/>
              <a:buChar char="■"/>
              <a:defRPr sz="1200">
                <a:solidFill>
                  <a:schemeClr val="lt1"/>
                </a:solidFill>
              </a:defRPr>
            </a:lvl3pPr>
            <a:lvl4pPr indent="-304800" lvl="3" marL="1828800" algn="ctr">
              <a:spcBef>
                <a:spcPts val="1200"/>
              </a:spcBef>
              <a:spcAft>
                <a:spcPts val="0"/>
              </a:spcAft>
              <a:buClr>
                <a:schemeClr val="lt1"/>
              </a:buClr>
              <a:buSzPts val="1200"/>
              <a:buFont typeface="IBM Plex Sans"/>
              <a:buChar char="●"/>
              <a:defRPr sz="1200">
                <a:solidFill>
                  <a:schemeClr val="lt1"/>
                </a:solidFill>
              </a:defRPr>
            </a:lvl4pPr>
            <a:lvl5pPr indent="-304800" lvl="4" marL="2286000" algn="ctr">
              <a:spcBef>
                <a:spcPts val="1200"/>
              </a:spcBef>
              <a:spcAft>
                <a:spcPts val="0"/>
              </a:spcAft>
              <a:buClr>
                <a:schemeClr val="lt1"/>
              </a:buClr>
              <a:buSzPts val="1200"/>
              <a:buFont typeface="IBM Plex Sans"/>
              <a:buChar char="○"/>
              <a:defRPr sz="1200">
                <a:solidFill>
                  <a:schemeClr val="lt1"/>
                </a:solidFill>
              </a:defRPr>
            </a:lvl5pPr>
            <a:lvl6pPr indent="-304800" lvl="5" marL="2743200" algn="ctr">
              <a:spcBef>
                <a:spcPts val="1200"/>
              </a:spcBef>
              <a:spcAft>
                <a:spcPts val="0"/>
              </a:spcAft>
              <a:buClr>
                <a:schemeClr val="lt1"/>
              </a:buClr>
              <a:buSzPts val="1200"/>
              <a:buFont typeface="IBM Plex Sans"/>
              <a:buChar char="■"/>
              <a:defRPr sz="1200">
                <a:solidFill>
                  <a:schemeClr val="lt1"/>
                </a:solidFill>
              </a:defRPr>
            </a:lvl6pPr>
            <a:lvl7pPr indent="-304800" lvl="6" marL="3200400" algn="ctr">
              <a:spcBef>
                <a:spcPts val="1200"/>
              </a:spcBef>
              <a:spcAft>
                <a:spcPts val="0"/>
              </a:spcAft>
              <a:buClr>
                <a:schemeClr val="lt1"/>
              </a:buClr>
              <a:buSzPts val="1200"/>
              <a:buFont typeface="IBM Plex Sans"/>
              <a:buChar char="●"/>
              <a:defRPr sz="1200">
                <a:solidFill>
                  <a:schemeClr val="lt1"/>
                </a:solidFill>
              </a:defRPr>
            </a:lvl7pPr>
            <a:lvl8pPr indent="-304800" lvl="7" marL="3657600" algn="ctr">
              <a:spcBef>
                <a:spcPts val="1200"/>
              </a:spcBef>
              <a:spcAft>
                <a:spcPts val="0"/>
              </a:spcAft>
              <a:buClr>
                <a:schemeClr val="lt1"/>
              </a:buClr>
              <a:buSzPts val="1200"/>
              <a:buFont typeface="IBM Plex Sans"/>
              <a:buChar char="○"/>
              <a:defRPr sz="1200">
                <a:solidFill>
                  <a:schemeClr val="lt1"/>
                </a:solidFill>
              </a:defRPr>
            </a:lvl8pPr>
            <a:lvl9pPr indent="-304800" lvl="8" marL="4114800" algn="ctr">
              <a:spcBef>
                <a:spcPts val="1200"/>
              </a:spcBef>
              <a:spcAft>
                <a:spcPts val="1200"/>
              </a:spcAft>
              <a:buClr>
                <a:schemeClr val="lt1"/>
              </a:buClr>
              <a:buSzPts val="1200"/>
              <a:buFont typeface="IBM Plex Sans"/>
              <a:buChar char="■"/>
              <a:defRPr sz="1200">
                <a:solidFill>
                  <a:schemeClr val="lt1"/>
                </a:solidFill>
              </a:defRPr>
            </a:lvl9pPr>
          </a:lstStyle>
          <a:p/>
        </p:txBody>
      </p:sp>
      <p:sp>
        <p:nvSpPr>
          <p:cNvPr id="1009" name="Google Shape;1009;p224"/>
          <p:cNvSpPr txBox="1"/>
          <p:nvPr>
            <p:ph idx="3" type="subTitle"/>
          </p:nvPr>
        </p:nvSpPr>
        <p:spPr>
          <a:xfrm>
            <a:off x="440575" y="2969668"/>
            <a:ext cx="2366700" cy="2871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200"/>
              <a:buFont typeface="IBM Plex Sans"/>
              <a:buNone/>
              <a:defRPr sz="1200">
                <a:solidFill>
                  <a:schemeClr val="lt1"/>
                </a:solidFill>
              </a:defRPr>
            </a:lvl1pPr>
            <a:lvl2pPr lvl="1">
              <a:spcBef>
                <a:spcPts val="0"/>
              </a:spcBef>
              <a:spcAft>
                <a:spcPts val="0"/>
              </a:spcAft>
              <a:buClr>
                <a:schemeClr val="lt1"/>
              </a:buClr>
              <a:buSzPts val="1200"/>
              <a:buFont typeface="IBM Plex Sans"/>
              <a:buNone/>
              <a:defRPr sz="1200">
                <a:solidFill>
                  <a:schemeClr val="lt1"/>
                </a:solidFill>
              </a:defRPr>
            </a:lvl2pPr>
            <a:lvl3pPr lvl="2">
              <a:spcBef>
                <a:spcPts val="0"/>
              </a:spcBef>
              <a:spcAft>
                <a:spcPts val="0"/>
              </a:spcAft>
              <a:buClr>
                <a:schemeClr val="lt1"/>
              </a:buClr>
              <a:buSzPts val="1200"/>
              <a:buFont typeface="IBM Plex Sans"/>
              <a:buNone/>
              <a:defRPr sz="1200">
                <a:solidFill>
                  <a:schemeClr val="lt1"/>
                </a:solidFill>
              </a:defRPr>
            </a:lvl3pPr>
            <a:lvl4pPr lvl="3">
              <a:spcBef>
                <a:spcPts val="0"/>
              </a:spcBef>
              <a:spcAft>
                <a:spcPts val="0"/>
              </a:spcAft>
              <a:buClr>
                <a:schemeClr val="lt1"/>
              </a:buClr>
              <a:buSzPts val="1200"/>
              <a:buFont typeface="IBM Plex Sans"/>
              <a:buNone/>
              <a:defRPr sz="1200">
                <a:solidFill>
                  <a:schemeClr val="lt1"/>
                </a:solidFill>
              </a:defRPr>
            </a:lvl4pPr>
            <a:lvl5pPr lvl="4">
              <a:spcBef>
                <a:spcPts val="0"/>
              </a:spcBef>
              <a:spcAft>
                <a:spcPts val="0"/>
              </a:spcAft>
              <a:buClr>
                <a:schemeClr val="lt1"/>
              </a:buClr>
              <a:buSzPts val="1200"/>
              <a:buFont typeface="IBM Plex Sans"/>
              <a:buNone/>
              <a:defRPr sz="1200">
                <a:solidFill>
                  <a:schemeClr val="lt1"/>
                </a:solidFill>
              </a:defRPr>
            </a:lvl5pPr>
            <a:lvl6pPr lvl="5">
              <a:spcBef>
                <a:spcPts val="0"/>
              </a:spcBef>
              <a:spcAft>
                <a:spcPts val="0"/>
              </a:spcAft>
              <a:buClr>
                <a:schemeClr val="lt1"/>
              </a:buClr>
              <a:buSzPts val="1200"/>
              <a:buFont typeface="IBM Plex Sans"/>
              <a:buNone/>
              <a:defRPr sz="1200">
                <a:solidFill>
                  <a:schemeClr val="lt1"/>
                </a:solidFill>
              </a:defRPr>
            </a:lvl6pPr>
            <a:lvl7pPr lvl="6">
              <a:spcBef>
                <a:spcPts val="0"/>
              </a:spcBef>
              <a:spcAft>
                <a:spcPts val="0"/>
              </a:spcAft>
              <a:buClr>
                <a:schemeClr val="lt1"/>
              </a:buClr>
              <a:buSzPts val="1200"/>
              <a:buFont typeface="IBM Plex Sans"/>
              <a:buNone/>
              <a:defRPr sz="1200">
                <a:solidFill>
                  <a:schemeClr val="lt1"/>
                </a:solidFill>
              </a:defRPr>
            </a:lvl7pPr>
            <a:lvl8pPr lvl="7">
              <a:spcBef>
                <a:spcPts val="0"/>
              </a:spcBef>
              <a:spcAft>
                <a:spcPts val="0"/>
              </a:spcAft>
              <a:buClr>
                <a:schemeClr val="lt1"/>
              </a:buClr>
              <a:buSzPts val="1200"/>
              <a:buFont typeface="IBM Plex Sans"/>
              <a:buNone/>
              <a:defRPr sz="1200">
                <a:solidFill>
                  <a:schemeClr val="lt1"/>
                </a:solidFill>
              </a:defRPr>
            </a:lvl8pPr>
            <a:lvl9pPr lvl="8">
              <a:spcBef>
                <a:spcPts val="0"/>
              </a:spcBef>
              <a:spcAft>
                <a:spcPts val="0"/>
              </a:spcAft>
              <a:buClr>
                <a:schemeClr val="lt1"/>
              </a:buClr>
              <a:buSzPts val="1200"/>
              <a:buFont typeface="IBM Plex Sans"/>
              <a:buNone/>
              <a:defRPr sz="1200">
                <a:solidFill>
                  <a:schemeClr val="lt1"/>
                </a:solidFill>
              </a:defRPr>
            </a:lvl9pPr>
          </a:lstStyle>
          <a:p/>
        </p:txBody>
      </p:sp>
      <p:sp>
        <p:nvSpPr>
          <p:cNvPr id="1010" name="Google Shape;1010;p224"/>
          <p:cNvSpPr txBox="1"/>
          <p:nvPr>
            <p:ph idx="4" type="body"/>
          </p:nvPr>
        </p:nvSpPr>
        <p:spPr>
          <a:xfrm>
            <a:off x="436800" y="3489741"/>
            <a:ext cx="2366700" cy="1968300"/>
          </a:xfrm>
          <a:prstGeom prst="rect">
            <a:avLst/>
          </a:prstGeom>
        </p:spPr>
        <p:txBody>
          <a:bodyPr anchorCtr="0" anchor="t" bIns="91425" lIns="0" spcFirstLastPara="1" rIns="0" wrap="square" tIns="0">
            <a:spAutoFit/>
          </a:bodyPr>
          <a:lstStyle>
            <a:lvl1pPr indent="-292100" lvl="0" marL="457200">
              <a:spcBef>
                <a:spcPts val="0"/>
              </a:spcBef>
              <a:spcAft>
                <a:spcPts val="0"/>
              </a:spcAft>
              <a:buClr>
                <a:schemeClr val="lt1"/>
              </a:buClr>
              <a:buSzPts val="1000"/>
              <a:buFont typeface="IBM Plex Sans"/>
              <a:buChar char="●"/>
              <a:defRPr>
                <a:solidFill>
                  <a:schemeClr val="lt1"/>
                </a:solidFill>
              </a:defRPr>
            </a:lvl1pPr>
            <a:lvl2pPr indent="-292100" lvl="1" marL="914400">
              <a:spcBef>
                <a:spcPts val="1200"/>
              </a:spcBef>
              <a:spcAft>
                <a:spcPts val="0"/>
              </a:spcAft>
              <a:buClr>
                <a:schemeClr val="lt1"/>
              </a:buClr>
              <a:buSzPts val="1000"/>
              <a:buFont typeface="IBM Plex Sans"/>
              <a:buChar char="○"/>
              <a:defRPr>
                <a:solidFill>
                  <a:schemeClr val="lt1"/>
                </a:solidFill>
              </a:defRPr>
            </a:lvl2pPr>
            <a:lvl3pPr indent="-292100" lvl="2" marL="1371600">
              <a:spcBef>
                <a:spcPts val="1200"/>
              </a:spcBef>
              <a:spcAft>
                <a:spcPts val="0"/>
              </a:spcAft>
              <a:buClr>
                <a:schemeClr val="lt1"/>
              </a:buClr>
              <a:buSzPts val="1000"/>
              <a:buFont typeface="IBM Plex Sans"/>
              <a:buChar char="■"/>
              <a:defRPr>
                <a:solidFill>
                  <a:schemeClr val="lt1"/>
                </a:solidFill>
              </a:defRPr>
            </a:lvl3pPr>
            <a:lvl4pPr indent="-292100" lvl="3" marL="1828800">
              <a:spcBef>
                <a:spcPts val="1200"/>
              </a:spcBef>
              <a:spcAft>
                <a:spcPts val="0"/>
              </a:spcAft>
              <a:buClr>
                <a:schemeClr val="lt1"/>
              </a:buClr>
              <a:buSzPts val="1000"/>
              <a:buFont typeface="IBM Plex Sans"/>
              <a:buChar char="●"/>
              <a:defRPr>
                <a:solidFill>
                  <a:schemeClr val="lt1"/>
                </a:solidFill>
              </a:defRPr>
            </a:lvl4pPr>
            <a:lvl5pPr indent="-292100" lvl="4" marL="2286000">
              <a:spcBef>
                <a:spcPts val="1200"/>
              </a:spcBef>
              <a:spcAft>
                <a:spcPts val="0"/>
              </a:spcAft>
              <a:buClr>
                <a:schemeClr val="lt1"/>
              </a:buClr>
              <a:buSzPts val="1000"/>
              <a:buFont typeface="IBM Plex Sans"/>
              <a:buChar char="○"/>
              <a:defRPr>
                <a:solidFill>
                  <a:schemeClr val="lt1"/>
                </a:solidFill>
              </a:defRPr>
            </a:lvl5pPr>
            <a:lvl6pPr indent="-292100" lvl="5" marL="2743200">
              <a:spcBef>
                <a:spcPts val="1200"/>
              </a:spcBef>
              <a:spcAft>
                <a:spcPts val="0"/>
              </a:spcAft>
              <a:buClr>
                <a:schemeClr val="lt1"/>
              </a:buClr>
              <a:buSzPts val="1000"/>
              <a:buFont typeface="IBM Plex Sans"/>
              <a:buChar char="■"/>
              <a:defRPr>
                <a:solidFill>
                  <a:schemeClr val="lt1"/>
                </a:solidFill>
              </a:defRPr>
            </a:lvl6pPr>
            <a:lvl7pPr indent="-292100" lvl="6" marL="3200400">
              <a:spcBef>
                <a:spcPts val="1200"/>
              </a:spcBef>
              <a:spcAft>
                <a:spcPts val="0"/>
              </a:spcAft>
              <a:buClr>
                <a:schemeClr val="lt1"/>
              </a:buClr>
              <a:buSzPts val="1000"/>
              <a:buFont typeface="IBM Plex Sans"/>
              <a:buChar char="●"/>
              <a:defRPr>
                <a:solidFill>
                  <a:schemeClr val="lt1"/>
                </a:solidFill>
              </a:defRPr>
            </a:lvl7pPr>
            <a:lvl8pPr indent="-292100" lvl="7" marL="3657600">
              <a:spcBef>
                <a:spcPts val="1200"/>
              </a:spcBef>
              <a:spcAft>
                <a:spcPts val="0"/>
              </a:spcAft>
              <a:buClr>
                <a:schemeClr val="lt1"/>
              </a:buClr>
              <a:buSzPts val="1000"/>
              <a:buFont typeface="IBM Plex Sans"/>
              <a:buChar char="○"/>
              <a:defRPr>
                <a:solidFill>
                  <a:schemeClr val="lt1"/>
                </a:solidFill>
              </a:defRPr>
            </a:lvl8pPr>
            <a:lvl9pPr indent="-292100" lvl="8" marL="4114800">
              <a:spcBef>
                <a:spcPts val="1200"/>
              </a:spcBef>
              <a:spcAft>
                <a:spcPts val="1200"/>
              </a:spcAft>
              <a:buClr>
                <a:schemeClr val="lt1"/>
              </a:buClr>
              <a:buSzPts val="1000"/>
              <a:buFont typeface="IBM Plex Sans"/>
              <a:buChar char="■"/>
              <a:defRPr>
                <a:solidFill>
                  <a:schemeClr val="lt1"/>
                </a:solidFill>
              </a:defRPr>
            </a:lvl9pPr>
          </a:lstStyle>
          <a:p/>
        </p:txBody>
      </p:sp>
      <p:sp>
        <p:nvSpPr>
          <p:cNvPr id="1011" name="Google Shape;1011;p224"/>
          <p:cNvSpPr txBox="1"/>
          <p:nvPr>
            <p:ph idx="5" type="subTitle"/>
          </p:nvPr>
        </p:nvSpPr>
        <p:spPr>
          <a:xfrm>
            <a:off x="3633300" y="3612944"/>
            <a:ext cx="1877400" cy="287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1000"/>
              <a:buFont typeface="IBM Plex Sans"/>
              <a:buNone/>
              <a:defRPr sz="1000">
                <a:solidFill>
                  <a:schemeClr val="lt1"/>
                </a:solidFill>
              </a:defRPr>
            </a:lvl1pPr>
            <a:lvl2pPr lvl="1" algn="ctr">
              <a:spcBef>
                <a:spcPts val="0"/>
              </a:spcBef>
              <a:spcAft>
                <a:spcPts val="0"/>
              </a:spcAft>
              <a:buClr>
                <a:schemeClr val="lt1"/>
              </a:buClr>
              <a:buSzPts val="1000"/>
              <a:buFont typeface="IBM Plex Sans"/>
              <a:buNone/>
              <a:defRPr sz="1000">
                <a:solidFill>
                  <a:schemeClr val="lt1"/>
                </a:solidFill>
              </a:defRPr>
            </a:lvl2pPr>
            <a:lvl3pPr lvl="2" algn="ctr">
              <a:spcBef>
                <a:spcPts val="0"/>
              </a:spcBef>
              <a:spcAft>
                <a:spcPts val="0"/>
              </a:spcAft>
              <a:buClr>
                <a:schemeClr val="lt1"/>
              </a:buClr>
              <a:buSzPts val="1000"/>
              <a:buFont typeface="IBM Plex Sans"/>
              <a:buNone/>
              <a:defRPr sz="1000">
                <a:solidFill>
                  <a:schemeClr val="lt1"/>
                </a:solidFill>
              </a:defRPr>
            </a:lvl3pPr>
            <a:lvl4pPr lvl="3" algn="ctr">
              <a:spcBef>
                <a:spcPts val="0"/>
              </a:spcBef>
              <a:spcAft>
                <a:spcPts val="0"/>
              </a:spcAft>
              <a:buClr>
                <a:schemeClr val="lt1"/>
              </a:buClr>
              <a:buSzPts val="1000"/>
              <a:buFont typeface="IBM Plex Sans"/>
              <a:buNone/>
              <a:defRPr sz="1000">
                <a:solidFill>
                  <a:schemeClr val="lt1"/>
                </a:solidFill>
              </a:defRPr>
            </a:lvl4pPr>
            <a:lvl5pPr lvl="4" algn="ctr">
              <a:spcBef>
                <a:spcPts val="0"/>
              </a:spcBef>
              <a:spcAft>
                <a:spcPts val="0"/>
              </a:spcAft>
              <a:buClr>
                <a:schemeClr val="lt1"/>
              </a:buClr>
              <a:buSzPts val="1000"/>
              <a:buFont typeface="IBM Plex Sans"/>
              <a:buNone/>
              <a:defRPr sz="1000">
                <a:solidFill>
                  <a:schemeClr val="lt1"/>
                </a:solidFill>
              </a:defRPr>
            </a:lvl5pPr>
            <a:lvl6pPr lvl="5" algn="ctr">
              <a:spcBef>
                <a:spcPts val="0"/>
              </a:spcBef>
              <a:spcAft>
                <a:spcPts val="0"/>
              </a:spcAft>
              <a:buClr>
                <a:schemeClr val="lt1"/>
              </a:buClr>
              <a:buSzPts val="1000"/>
              <a:buFont typeface="IBM Plex Sans"/>
              <a:buNone/>
              <a:defRPr sz="1000">
                <a:solidFill>
                  <a:schemeClr val="lt1"/>
                </a:solidFill>
              </a:defRPr>
            </a:lvl6pPr>
            <a:lvl7pPr lvl="6" algn="ctr">
              <a:spcBef>
                <a:spcPts val="0"/>
              </a:spcBef>
              <a:spcAft>
                <a:spcPts val="0"/>
              </a:spcAft>
              <a:buClr>
                <a:schemeClr val="lt1"/>
              </a:buClr>
              <a:buSzPts val="1000"/>
              <a:buFont typeface="IBM Plex Sans"/>
              <a:buNone/>
              <a:defRPr sz="1000">
                <a:solidFill>
                  <a:schemeClr val="lt1"/>
                </a:solidFill>
              </a:defRPr>
            </a:lvl7pPr>
            <a:lvl8pPr lvl="7" algn="ctr">
              <a:spcBef>
                <a:spcPts val="0"/>
              </a:spcBef>
              <a:spcAft>
                <a:spcPts val="0"/>
              </a:spcAft>
              <a:buClr>
                <a:schemeClr val="lt1"/>
              </a:buClr>
              <a:buSzPts val="1000"/>
              <a:buFont typeface="IBM Plex Sans"/>
              <a:buNone/>
              <a:defRPr sz="1000">
                <a:solidFill>
                  <a:schemeClr val="lt1"/>
                </a:solidFill>
              </a:defRPr>
            </a:lvl8pPr>
            <a:lvl9pPr lvl="8" algn="ctr">
              <a:spcBef>
                <a:spcPts val="0"/>
              </a:spcBef>
              <a:spcAft>
                <a:spcPts val="0"/>
              </a:spcAft>
              <a:buClr>
                <a:schemeClr val="lt1"/>
              </a:buClr>
              <a:buSzPts val="1000"/>
              <a:buFont typeface="IBM Plex Sans"/>
              <a:buNone/>
              <a:defRPr sz="1000">
                <a:solidFill>
                  <a:schemeClr val="lt1"/>
                </a:solidFill>
              </a:defRPr>
            </a:lvl9pPr>
          </a:lstStyle>
          <a:p/>
        </p:txBody>
      </p:sp>
      <p:sp>
        <p:nvSpPr>
          <p:cNvPr id="1012" name="Google Shape;1012;p224"/>
          <p:cNvSpPr txBox="1"/>
          <p:nvPr>
            <p:ph idx="6" type="subTitle"/>
          </p:nvPr>
        </p:nvSpPr>
        <p:spPr>
          <a:xfrm>
            <a:off x="6600775" y="3612944"/>
            <a:ext cx="1877400" cy="287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1000"/>
              <a:buFont typeface="IBM Plex Sans"/>
              <a:buNone/>
              <a:defRPr sz="1000">
                <a:solidFill>
                  <a:schemeClr val="lt1"/>
                </a:solidFill>
              </a:defRPr>
            </a:lvl1pPr>
            <a:lvl2pPr lvl="1" algn="ctr">
              <a:spcBef>
                <a:spcPts val="0"/>
              </a:spcBef>
              <a:spcAft>
                <a:spcPts val="0"/>
              </a:spcAft>
              <a:buClr>
                <a:schemeClr val="lt1"/>
              </a:buClr>
              <a:buSzPts val="1000"/>
              <a:buFont typeface="IBM Plex Sans"/>
              <a:buNone/>
              <a:defRPr sz="1000">
                <a:solidFill>
                  <a:schemeClr val="lt1"/>
                </a:solidFill>
              </a:defRPr>
            </a:lvl2pPr>
            <a:lvl3pPr lvl="2" algn="ctr">
              <a:spcBef>
                <a:spcPts val="0"/>
              </a:spcBef>
              <a:spcAft>
                <a:spcPts val="0"/>
              </a:spcAft>
              <a:buClr>
                <a:schemeClr val="lt1"/>
              </a:buClr>
              <a:buSzPts val="1000"/>
              <a:buFont typeface="IBM Plex Sans"/>
              <a:buNone/>
              <a:defRPr sz="1000">
                <a:solidFill>
                  <a:schemeClr val="lt1"/>
                </a:solidFill>
              </a:defRPr>
            </a:lvl3pPr>
            <a:lvl4pPr lvl="3" algn="ctr">
              <a:spcBef>
                <a:spcPts val="0"/>
              </a:spcBef>
              <a:spcAft>
                <a:spcPts val="0"/>
              </a:spcAft>
              <a:buClr>
                <a:schemeClr val="lt1"/>
              </a:buClr>
              <a:buSzPts val="1000"/>
              <a:buFont typeface="IBM Plex Sans"/>
              <a:buNone/>
              <a:defRPr sz="1000">
                <a:solidFill>
                  <a:schemeClr val="lt1"/>
                </a:solidFill>
              </a:defRPr>
            </a:lvl4pPr>
            <a:lvl5pPr lvl="4" algn="ctr">
              <a:spcBef>
                <a:spcPts val="0"/>
              </a:spcBef>
              <a:spcAft>
                <a:spcPts val="0"/>
              </a:spcAft>
              <a:buClr>
                <a:schemeClr val="lt1"/>
              </a:buClr>
              <a:buSzPts val="1000"/>
              <a:buFont typeface="IBM Plex Sans"/>
              <a:buNone/>
              <a:defRPr sz="1000">
                <a:solidFill>
                  <a:schemeClr val="lt1"/>
                </a:solidFill>
              </a:defRPr>
            </a:lvl5pPr>
            <a:lvl6pPr lvl="5" algn="ctr">
              <a:spcBef>
                <a:spcPts val="0"/>
              </a:spcBef>
              <a:spcAft>
                <a:spcPts val="0"/>
              </a:spcAft>
              <a:buClr>
                <a:schemeClr val="lt1"/>
              </a:buClr>
              <a:buSzPts val="1000"/>
              <a:buFont typeface="IBM Plex Sans"/>
              <a:buNone/>
              <a:defRPr sz="1000">
                <a:solidFill>
                  <a:schemeClr val="lt1"/>
                </a:solidFill>
              </a:defRPr>
            </a:lvl6pPr>
            <a:lvl7pPr lvl="6" algn="ctr">
              <a:spcBef>
                <a:spcPts val="0"/>
              </a:spcBef>
              <a:spcAft>
                <a:spcPts val="0"/>
              </a:spcAft>
              <a:buClr>
                <a:schemeClr val="lt1"/>
              </a:buClr>
              <a:buSzPts val="1000"/>
              <a:buFont typeface="IBM Plex Sans"/>
              <a:buNone/>
              <a:defRPr sz="1000">
                <a:solidFill>
                  <a:schemeClr val="lt1"/>
                </a:solidFill>
              </a:defRPr>
            </a:lvl7pPr>
            <a:lvl8pPr lvl="7" algn="ctr">
              <a:spcBef>
                <a:spcPts val="0"/>
              </a:spcBef>
              <a:spcAft>
                <a:spcPts val="0"/>
              </a:spcAft>
              <a:buClr>
                <a:schemeClr val="lt1"/>
              </a:buClr>
              <a:buSzPts val="1000"/>
              <a:buFont typeface="IBM Plex Sans"/>
              <a:buNone/>
              <a:defRPr sz="1000">
                <a:solidFill>
                  <a:schemeClr val="lt1"/>
                </a:solidFill>
              </a:defRPr>
            </a:lvl8pPr>
            <a:lvl9pPr lvl="8" algn="ctr">
              <a:spcBef>
                <a:spcPts val="0"/>
              </a:spcBef>
              <a:spcAft>
                <a:spcPts val="0"/>
              </a:spcAft>
              <a:buClr>
                <a:schemeClr val="lt1"/>
              </a:buClr>
              <a:buSzPts val="1000"/>
              <a:buFont typeface="IBM Plex Sans"/>
              <a:buNone/>
              <a:defRPr sz="1000">
                <a:solidFill>
                  <a:schemeClr val="lt1"/>
                </a:solidFill>
              </a:defRPr>
            </a:lvl9pPr>
          </a:lstStyle>
          <a:p/>
        </p:txBody>
      </p:sp>
      <p:sp>
        <p:nvSpPr>
          <p:cNvPr id="1013" name="Google Shape;1013;p224"/>
          <p:cNvSpPr txBox="1"/>
          <p:nvPr>
            <p:ph idx="7" type="subTitle"/>
          </p:nvPr>
        </p:nvSpPr>
        <p:spPr>
          <a:xfrm>
            <a:off x="6600775" y="5077028"/>
            <a:ext cx="1877400" cy="287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1000"/>
              <a:buFont typeface="IBM Plex Sans"/>
              <a:buNone/>
              <a:defRPr sz="1000">
                <a:solidFill>
                  <a:schemeClr val="lt1"/>
                </a:solidFill>
              </a:defRPr>
            </a:lvl1pPr>
            <a:lvl2pPr lvl="1" algn="ctr">
              <a:spcBef>
                <a:spcPts val="0"/>
              </a:spcBef>
              <a:spcAft>
                <a:spcPts val="0"/>
              </a:spcAft>
              <a:buClr>
                <a:schemeClr val="lt1"/>
              </a:buClr>
              <a:buSzPts val="1000"/>
              <a:buFont typeface="IBM Plex Sans"/>
              <a:buNone/>
              <a:defRPr sz="1000">
                <a:solidFill>
                  <a:schemeClr val="lt1"/>
                </a:solidFill>
              </a:defRPr>
            </a:lvl2pPr>
            <a:lvl3pPr lvl="2" algn="ctr">
              <a:spcBef>
                <a:spcPts val="0"/>
              </a:spcBef>
              <a:spcAft>
                <a:spcPts val="0"/>
              </a:spcAft>
              <a:buClr>
                <a:schemeClr val="lt1"/>
              </a:buClr>
              <a:buSzPts val="1000"/>
              <a:buFont typeface="IBM Plex Sans"/>
              <a:buNone/>
              <a:defRPr sz="1000">
                <a:solidFill>
                  <a:schemeClr val="lt1"/>
                </a:solidFill>
              </a:defRPr>
            </a:lvl3pPr>
            <a:lvl4pPr lvl="3" algn="ctr">
              <a:spcBef>
                <a:spcPts val="0"/>
              </a:spcBef>
              <a:spcAft>
                <a:spcPts val="0"/>
              </a:spcAft>
              <a:buClr>
                <a:schemeClr val="lt1"/>
              </a:buClr>
              <a:buSzPts val="1000"/>
              <a:buFont typeface="IBM Plex Sans"/>
              <a:buNone/>
              <a:defRPr sz="1000">
                <a:solidFill>
                  <a:schemeClr val="lt1"/>
                </a:solidFill>
              </a:defRPr>
            </a:lvl4pPr>
            <a:lvl5pPr lvl="4" algn="ctr">
              <a:spcBef>
                <a:spcPts val="0"/>
              </a:spcBef>
              <a:spcAft>
                <a:spcPts val="0"/>
              </a:spcAft>
              <a:buClr>
                <a:schemeClr val="lt1"/>
              </a:buClr>
              <a:buSzPts val="1000"/>
              <a:buFont typeface="IBM Plex Sans"/>
              <a:buNone/>
              <a:defRPr sz="1000">
                <a:solidFill>
                  <a:schemeClr val="lt1"/>
                </a:solidFill>
              </a:defRPr>
            </a:lvl5pPr>
            <a:lvl6pPr lvl="5" algn="ctr">
              <a:spcBef>
                <a:spcPts val="0"/>
              </a:spcBef>
              <a:spcAft>
                <a:spcPts val="0"/>
              </a:spcAft>
              <a:buClr>
                <a:schemeClr val="lt1"/>
              </a:buClr>
              <a:buSzPts val="1000"/>
              <a:buFont typeface="IBM Plex Sans"/>
              <a:buNone/>
              <a:defRPr sz="1000">
                <a:solidFill>
                  <a:schemeClr val="lt1"/>
                </a:solidFill>
              </a:defRPr>
            </a:lvl6pPr>
            <a:lvl7pPr lvl="6" algn="ctr">
              <a:spcBef>
                <a:spcPts val="0"/>
              </a:spcBef>
              <a:spcAft>
                <a:spcPts val="0"/>
              </a:spcAft>
              <a:buClr>
                <a:schemeClr val="lt1"/>
              </a:buClr>
              <a:buSzPts val="1000"/>
              <a:buFont typeface="IBM Plex Sans"/>
              <a:buNone/>
              <a:defRPr sz="1000">
                <a:solidFill>
                  <a:schemeClr val="lt1"/>
                </a:solidFill>
              </a:defRPr>
            </a:lvl7pPr>
            <a:lvl8pPr lvl="7" algn="ctr">
              <a:spcBef>
                <a:spcPts val="0"/>
              </a:spcBef>
              <a:spcAft>
                <a:spcPts val="0"/>
              </a:spcAft>
              <a:buClr>
                <a:schemeClr val="lt1"/>
              </a:buClr>
              <a:buSzPts val="1000"/>
              <a:buFont typeface="IBM Plex Sans"/>
              <a:buNone/>
              <a:defRPr sz="1000">
                <a:solidFill>
                  <a:schemeClr val="lt1"/>
                </a:solidFill>
              </a:defRPr>
            </a:lvl8pPr>
            <a:lvl9pPr lvl="8" algn="ctr">
              <a:spcBef>
                <a:spcPts val="0"/>
              </a:spcBef>
              <a:spcAft>
                <a:spcPts val="0"/>
              </a:spcAft>
              <a:buClr>
                <a:schemeClr val="lt1"/>
              </a:buClr>
              <a:buSzPts val="1000"/>
              <a:buFont typeface="IBM Plex Sans"/>
              <a:buNone/>
              <a:defRPr sz="1000">
                <a:solidFill>
                  <a:schemeClr val="lt1"/>
                </a:solidFill>
              </a:defRPr>
            </a:lvl9pPr>
          </a:lstStyle>
          <a:p/>
        </p:txBody>
      </p:sp>
      <p:sp>
        <p:nvSpPr>
          <p:cNvPr id="1014" name="Google Shape;1014;p224"/>
          <p:cNvSpPr txBox="1"/>
          <p:nvPr>
            <p:ph idx="8" type="subTitle"/>
          </p:nvPr>
        </p:nvSpPr>
        <p:spPr>
          <a:xfrm>
            <a:off x="3633300" y="2845802"/>
            <a:ext cx="1877400" cy="539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4800"/>
              <a:buFont typeface="IBM Plex Sans"/>
              <a:buNone/>
              <a:defRPr sz="4800">
                <a:solidFill>
                  <a:schemeClr val="lt1"/>
                </a:solidFill>
              </a:defRPr>
            </a:lvl1pPr>
            <a:lvl2pPr lvl="1" algn="ctr">
              <a:spcBef>
                <a:spcPts val="0"/>
              </a:spcBef>
              <a:spcAft>
                <a:spcPts val="0"/>
              </a:spcAft>
              <a:buClr>
                <a:schemeClr val="lt1"/>
              </a:buClr>
              <a:buSzPts val="4800"/>
              <a:buFont typeface="IBM Plex Sans"/>
              <a:buNone/>
              <a:defRPr sz="4800">
                <a:solidFill>
                  <a:schemeClr val="lt1"/>
                </a:solidFill>
              </a:defRPr>
            </a:lvl2pPr>
            <a:lvl3pPr lvl="2" algn="ctr">
              <a:spcBef>
                <a:spcPts val="0"/>
              </a:spcBef>
              <a:spcAft>
                <a:spcPts val="0"/>
              </a:spcAft>
              <a:buClr>
                <a:schemeClr val="lt1"/>
              </a:buClr>
              <a:buSzPts val="4800"/>
              <a:buFont typeface="IBM Plex Sans"/>
              <a:buNone/>
              <a:defRPr sz="4800">
                <a:solidFill>
                  <a:schemeClr val="lt1"/>
                </a:solidFill>
              </a:defRPr>
            </a:lvl3pPr>
            <a:lvl4pPr lvl="3" algn="ctr">
              <a:spcBef>
                <a:spcPts val="0"/>
              </a:spcBef>
              <a:spcAft>
                <a:spcPts val="0"/>
              </a:spcAft>
              <a:buClr>
                <a:schemeClr val="lt1"/>
              </a:buClr>
              <a:buSzPts val="4800"/>
              <a:buFont typeface="IBM Plex Sans"/>
              <a:buNone/>
              <a:defRPr sz="4800">
                <a:solidFill>
                  <a:schemeClr val="lt1"/>
                </a:solidFill>
              </a:defRPr>
            </a:lvl4pPr>
            <a:lvl5pPr lvl="4" algn="ctr">
              <a:spcBef>
                <a:spcPts val="0"/>
              </a:spcBef>
              <a:spcAft>
                <a:spcPts val="0"/>
              </a:spcAft>
              <a:buClr>
                <a:schemeClr val="lt1"/>
              </a:buClr>
              <a:buSzPts val="4800"/>
              <a:buFont typeface="IBM Plex Sans"/>
              <a:buNone/>
              <a:defRPr sz="4800">
                <a:solidFill>
                  <a:schemeClr val="lt1"/>
                </a:solidFill>
              </a:defRPr>
            </a:lvl5pPr>
            <a:lvl6pPr lvl="5" algn="ctr">
              <a:spcBef>
                <a:spcPts val="0"/>
              </a:spcBef>
              <a:spcAft>
                <a:spcPts val="0"/>
              </a:spcAft>
              <a:buClr>
                <a:schemeClr val="lt1"/>
              </a:buClr>
              <a:buSzPts val="4800"/>
              <a:buFont typeface="IBM Plex Sans"/>
              <a:buNone/>
              <a:defRPr sz="4800">
                <a:solidFill>
                  <a:schemeClr val="lt1"/>
                </a:solidFill>
              </a:defRPr>
            </a:lvl6pPr>
            <a:lvl7pPr lvl="6" algn="ctr">
              <a:spcBef>
                <a:spcPts val="0"/>
              </a:spcBef>
              <a:spcAft>
                <a:spcPts val="0"/>
              </a:spcAft>
              <a:buClr>
                <a:schemeClr val="lt1"/>
              </a:buClr>
              <a:buSzPts val="4800"/>
              <a:buFont typeface="IBM Plex Sans"/>
              <a:buNone/>
              <a:defRPr sz="4800">
                <a:solidFill>
                  <a:schemeClr val="lt1"/>
                </a:solidFill>
              </a:defRPr>
            </a:lvl7pPr>
            <a:lvl8pPr lvl="7" algn="ctr">
              <a:spcBef>
                <a:spcPts val="0"/>
              </a:spcBef>
              <a:spcAft>
                <a:spcPts val="0"/>
              </a:spcAft>
              <a:buClr>
                <a:schemeClr val="lt1"/>
              </a:buClr>
              <a:buSzPts val="4800"/>
              <a:buFont typeface="IBM Plex Sans"/>
              <a:buNone/>
              <a:defRPr sz="4800">
                <a:solidFill>
                  <a:schemeClr val="lt1"/>
                </a:solidFill>
              </a:defRPr>
            </a:lvl8pPr>
            <a:lvl9pPr lvl="8" algn="ctr">
              <a:spcBef>
                <a:spcPts val="0"/>
              </a:spcBef>
              <a:spcAft>
                <a:spcPts val="0"/>
              </a:spcAft>
              <a:buClr>
                <a:schemeClr val="lt1"/>
              </a:buClr>
              <a:buSzPts val="4800"/>
              <a:buFont typeface="IBM Plex Sans"/>
              <a:buNone/>
              <a:defRPr sz="4800">
                <a:solidFill>
                  <a:schemeClr val="lt1"/>
                </a:solidFill>
              </a:defRPr>
            </a:lvl9pPr>
          </a:lstStyle>
          <a:p/>
        </p:txBody>
      </p:sp>
      <p:sp>
        <p:nvSpPr>
          <p:cNvPr id="1015" name="Google Shape;1015;p224"/>
          <p:cNvSpPr txBox="1"/>
          <p:nvPr>
            <p:ph idx="9" type="subTitle"/>
          </p:nvPr>
        </p:nvSpPr>
        <p:spPr>
          <a:xfrm>
            <a:off x="436725" y="905333"/>
            <a:ext cx="4182300" cy="2871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200"/>
              <a:buFont typeface="IBM Plex Sans"/>
              <a:buNone/>
              <a:defRPr sz="1200">
                <a:solidFill>
                  <a:schemeClr val="lt1"/>
                </a:solidFill>
              </a:defRPr>
            </a:lvl1pPr>
            <a:lvl2pPr lvl="1">
              <a:spcBef>
                <a:spcPts val="0"/>
              </a:spcBef>
              <a:spcAft>
                <a:spcPts val="0"/>
              </a:spcAft>
              <a:buClr>
                <a:schemeClr val="lt1"/>
              </a:buClr>
              <a:buSzPts val="1200"/>
              <a:buFont typeface="IBM Plex Sans"/>
              <a:buNone/>
              <a:defRPr sz="1200">
                <a:solidFill>
                  <a:schemeClr val="lt1"/>
                </a:solidFill>
              </a:defRPr>
            </a:lvl2pPr>
            <a:lvl3pPr lvl="2">
              <a:spcBef>
                <a:spcPts val="0"/>
              </a:spcBef>
              <a:spcAft>
                <a:spcPts val="0"/>
              </a:spcAft>
              <a:buClr>
                <a:schemeClr val="lt1"/>
              </a:buClr>
              <a:buSzPts val="1200"/>
              <a:buFont typeface="IBM Plex Sans"/>
              <a:buNone/>
              <a:defRPr sz="1200">
                <a:solidFill>
                  <a:schemeClr val="lt1"/>
                </a:solidFill>
              </a:defRPr>
            </a:lvl3pPr>
            <a:lvl4pPr lvl="3">
              <a:spcBef>
                <a:spcPts val="0"/>
              </a:spcBef>
              <a:spcAft>
                <a:spcPts val="0"/>
              </a:spcAft>
              <a:buClr>
                <a:schemeClr val="lt1"/>
              </a:buClr>
              <a:buSzPts val="1200"/>
              <a:buFont typeface="IBM Plex Sans"/>
              <a:buNone/>
              <a:defRPr sz="1200">
                <a:solidFill>
                  <a:schemeClr val="lt1"/>
                </a:solidFill>
              </a:defRPr>
            </a:lvl4pPr>
            <a:lvl5pPr lvl="4">
              <a:spcBef>
                <a:spcPts val="0"/>
              </a:spcBef>
              <a:spcAft>
                <a:spcPts val="0"/>
              </a:spcAft>
              <a:buClr>
                <a:schemeClr val="lt1"/>
              </a:buClr>
              <a:buSzPts val="1200"/>
              <a:buFont typeface="IBM Plex Sans"/>
              <a:buNone/>
              <a:defRPr sz="1200">
                <a:solidFill>
                  <a:schemeClr val="lt1"/>
                </a:solidFill>
              </a:defRPr>
            </a:lvl5pPr>
            <a:lvl6pPr lvl="5">
              <a:spcBef>
                <a:spcPts val="0"/>
              </a:spcBef>
              <a:spcAft>
                <a:spcPts val="0"/>
              </a:spcAft>
              <a:buClr>
                <a:schemeClr val="lt1"/>
              </a:buClr>
              <a:buSzPts val="1200"/>
              <a:buFont typeface="IBM Plex Sans"/>
              <a:buNone/>
              <a:defRPr sz="1200">
                <a:solidFill>
                  <a:schemeClr val="lt1"/>
                </a:solidFill>
              </a:defRPr>
            </a:lvl6pPr>
            <a:lvl7pPr lvl="6">
              <a:spcBef>
                <a:spcPts val="0"/>
              </a:spcBef>
              <a:spcAft>
                <a:spcPts val="0"/>
              </a:spcAft>
              <a:buClr>
                <a:schemeClr val="lt1"/>
              </a:buClr>
              <a:buSzPts val="1200"/>
              <a:buFont typeface="IBM Plex Sans"/>
              <a:buNone/>
              <a:defRPr sz="1200">
                <a:solidFill>
                  <a:schemeClr val="lt1"/>
                </a:solidFill>
              </a:defRPr>
            </a:lvl7pPr>
            <a:lvl8pPr lvl="7">
              <a:spcBef>
                <a:spcPts val="0"/>
              </a:spcBef>
              <a:spcAft>
                <a:spcPts val="0"/>
              </a:spcAft>
              <a:buClr>
                <a:schemeClr val="lt1"/>
              </a:buClr>
              <a:buSzPts val="1200"/>
              <a:buFont typeface="IBM Plex Sans"/>
              <a:buNone/>
              <a:defRPr sz="1200">
                <a:solidFill>
                  <a:schemeClr val="lt1"/>
                </a:solidFill>
              </a:defRPr>
            </a:lvl8pPr>
            <a:lvl9pPr lvl="8">
              <a:spcBef>
                <a:spcPts val="0"/>
              </a:spcBef>
              <a:spcAft>
                <a:spcPts val="0"/>
              </a:spcAft>
              <a:buClr>
                <a:schemeClr val="lt1"/>
              </a:buClr>
              <a:buSzPts val="1200"/>
              <a:buFont typeface="IBM Plex Sans"/>
              <a:buNone/>
              <a:defRPr sz="1200">
                <a:solidFill>
                  <a:schemeClr val="lt1"/>
                </a:solidFill>
              </a:defRPr>
            </a:lvl9pPr>
          </a:lstStyle>
          <a:p/>
        </p:txBody>
      </p:sp>
      <p:sp>
        <p:nvSpPr>
          <p:cNvPr id="1016" name="Google Shape;1016;p224"/>
          <p:cNvSpPr txBox="1"/>
          <p:nvPr>
            <p:ph type="title"/>
          </p:nvPr>
        </p:nvSpPr>
        <p:spPr>
          <a:xfrm>
            <a:off x="436725" y="1368694"/>
            <a:ext cx="4182300" cy="653100"/>
          </a:xfrm>
          <a:prstGeom prst="rect">
            <a:avLst/>
          </a:prstGeom>
        </p:spPr>
        <p:txBody>
          <a:bodyPr anchorCtr="0" anchor="ctr" bIns="0" lIns="0" spcFirstLastPara="1" rIns="0" wrap="square" tIns="0">
            <a:spAutoFit/>
          </a:bodyPr>
          <a:lstStyle>
            <a:lvl1pPr lvl="0">
              <a:spcBef>
                <a:spcPts val="0"/>
              </a:spcBef>
              <a:spcAft>
                <a:spcPts val="0"/>
              </a:spcAft>
              <a:buNone/>
              <a:defRPr sz="1800">
                <a:solidFill>
                  <a:schemeClr val="lt1"/>
                </a:solidFill>
              </a:defRPr>
            </a:lvl1pPr>
            <a:lvl2pPr lvl="1">
              <a:spcBef>
                <a:spcPts val="0"/>
              </a:spcBef>
              <a:spcAft>
                <a:spcPts val="0"/>
              </a:spcAft>
              <a:buNone/>
              <a:defRPr>
                <a:solidFill>
                  <a:schemeClr val="lt1"/>
                </a:solidFill>
              </a:defRPr>
            </a:lvl2pPr>
            <a:lvl3pPr lvl="2">
              <a:spcBef>
                <a:spcPts val="0"/>
              </a:spcBef>
              <a:spcAft>
                <a:spcPts val="0"/>
              </a:spcAft>
              <a:buNone/>
              <a:defRPr>
                <a:solidFill>
                  <a:schemeClr val="lt1"/>
                </a:solidFill>
              </a:defRPr>
            </a:lvl3pPr>
            <a:lvl4pPr lvl="3">
              <a:spcBef>
                <a:spcPts val="0"/>
              </a:spcBef>
              <a:spcAft>
                <a:spcPts val="0"/>
              </a:spcAft>
              <a:buNone/>
              <a:defRPr>
                <a:solidFill>
                  <a:schemeClr val="lt1"/>
                </a:solidFill>
              </a:defRPr>
            </a:lvl4pPr>
            <a:lvl5pPr lvl="4">
              <a:spcBef>
                <a:spcPts val="0"/>
              </a:spcBef>
              <a:spcAft>
                <a:spcPts val="0"/>
              </a:spcAft>
              <a:buNone/>
              <a:defRPr>
                <a:solidFill>
                  <a:schemeClr val="lt1"/>
                </a:solidFill>
              </a:defRPr>
            </a:lvl5pPr>
            <a:lvl6pPr lvl="5">
              <a:spcBef>
                <a:spcPts val="0"/>
              </a:spcBef>
              <a:spcAft>
                <a:spcPts val="0"/>
              </a:spcAft>
              <a:buNone/>
              <a:defRPr>
                <a:solidFill>
                  <a:schemeClr val="lt1"/>
                </a:solidFill>
              </a:defRPr>
            </a:lvl6pPr>
            <a:lvl7pPr lvl="6">
              <a:spcBef>
                <a:spcPts val="0"/>
              </a:spcBef>
              <a:spcAft>
                <a:spcPts val="0"/>
              </a:spcAft>
              <a:buNone/>
              <a:defRPr>
                <a:solidFill>
                  <a:schemeClr val="lt1"/>
                </a:solidFill>
              </a:defRPr>
            </a:lvl7pPr>
            <a:lvl8pPr lvl="7">
              <a:spcBef>
                <a:spcPts val="0"/>
              </a:spcBef>
              <a:spcAft>
                <a:spcPts val="0"/>
              </a:spcAft>
              <a:buNone/>
              <a:defRPr>
                <a:solidFill>
                  <a:schemeClr val="lt1"/>
                </a:solidFill>
              </a:defRPr>
            </a:lvl8pPr>
            <a:lvl9pPr lvl="8">
              <a:spcBef>
                <a:spcPts val="0"/>
              </a:spcBef>
              <a:spcAft>
                <a:spcPts val="0"/>
              </a:spcAft>
              <a:buNone/>
              <a:defRPr>
                <a:solidFill>
                  <a:schemeClr val="lt1"/>
                </a:solidFill>
              </a:defRPr>
            </a:lvl9pPr>
          </a:lstStyle>
          <a:p/>
        </p:txBody>
      </p:sp>
      <p:sp>
        <p:nvSpPr>
          <p:cNvPr id="1017" name="Google Shape;1017;p224"/>
          <p:cNvSpPr txBox="1"/>
          <p:nvPr>
            <p:ph idx="12" type="sldNum"/>
          </p:nvPr>
        </p:nvSpPr>
        <p:spPr>
          <a:xfrm>
            <a:off x="8280600" y="254000"/>
            <a:ext cx="386400" cy="254100"/>
          </a:xfrm>
          <a:prstGeom prst="rect">
            <a:avLst/>
          </a:prstGeom>
          <a:noFill/>
          <a:ln>
            <a:noFill/>
          </a:ln>
        </p:spPr>
        <p:txBody>
          <a:bodyPr anchorCtr="0" anchor="t" bIns="0" lIns="0" spcFirstLastPara="1" rIns="0" wrap="square" tIns="0">
            <a:noAutofit/>
          </a:bodyPr>
          <a:lstStyle>
            <a:lvl1pPr lvl="0" algn="r">
              <a:buClr>
                <a:schemeClr val="lt1"/>
              </a:buClr>
              <a:buSzPts val="800"/>
              <a:buNone/>
              <a:defRPr sz="800">
                <a:solidFill>
                  <a:schemeClr val="lt1"/>
                </a:solidFill>
                <a:latin typeface="IBM Plex Sans"/>
                <a:ea typeface="IBM Plex Sans"/>
                <a:cs typeface="IBM Plex Sans"/>
                <a:sym typeface="IBM Plex Sans"/>
              </a:defRPr>
            </a:lvl1pPr>
            <a:lvl2pPr lvl="1" algn="r">
              <a:buClr>
                <a:schemeClr val="lt1"/>
              </a:buClr>
              <a:buSzPts val="800"/>
              <a:buNone/>
              <a:defRPr sz="800">
                <a:solidFill>
                  <a:schemeClr val="lt1"/>
                </a:solidFill>
                <a:latin typeface="IBM Plex Sans"/>
                <a:ea typeface="IBM Plex Sans"/>
                <a:cs typeface="IBM Plex Sans"/>
                <a:sym typeface="IBM Plex Sans"/>
              </a:defRPr>
            </a:lvl2pPr>
            <a:lvl3pPr lvl="2" algn="r">
              <a:buClr>
                <a:schemeClr val="lt1"/>
              </a:buClr>
              <a:buSzPts val="800"/>
              <a:buNone/>
              <a:defRPr sz="800">
                <a:solidFill>
                  <a:schemeClr val="lt1"/>
                </a:solidFill>
                <a:latin typeface="IBM Plex Sans"/>
                <a:ea typeface="IBM Plex Sans"/>
                <a:cs typeface="IBM Plex Sans"/>
                <a:sym typeface="IBM Plex Sans"/>
              </a:defRPr>
            </a:lvl3pPr>
            <a:lvl4pPr lvl="3" algn="r">
              <a:buClr>
                <a:schemeClr val="lt1"/>
              </a:buClr>
              <a:buSzPts val="800"/>
              <a:buNone/>
              <a:defRPr sz="800">
                <a:solidFill>
                  <a:schemeClr val="lt1"/>
                </a:solidFill>
                <a:latin typeface="IBM Plex Sans"/>
                <a:ea typeface="IBM Plex Sans"/>
                <a:cs typeface="IBM Plex Sans"/>
                <a:sym typeface="IBM Plex Sans"/>
              </a:defRPr>
            </a:lvl4pPr>
            <a:lvl5pPr lvl="4" algn="r">
              <a:buClr>
                <a:schemeClr val="lt1"/>
              </a:buClr>
              <a:buSzPts val="800"/>
              <a:buNone/>
              <a:defRPr sz="800">
                <a:solidFill>
                  <a:schemeClr val="lt1"/>
                </a:solidFill>
                <a:latin typeface="IBM Plex Sans"/>
                <a:ea typeface="IBM Plex Sans"/>
                <a:cs typeface="IBM Plex Sans"/>
                <a:sym typeface="IBM Plex Sans"/>
              </a:defRPr>
            </a:lvl5pPr>
            <a:lvl6pPr lvl="5" algn="r">
              <a:buClr>
                <a:schemeClr val="lt1"/>
              </a:buClr>
              <a:buSzPts val="800"/>
              <a:buNone/>
              <a:defRPr sz="800">
                <a:solidFill>
                  <a:schemeClr val="lt1"/>
                </a:solidFill>
                <a:latin typeface="IBM Plex Sans"/>
                <a:ea typeface="IBM Plex Sans"/>
                <a:cs typeface="IBM Plex Sans"/>
                <a:sym typeface="IBM Plex Sans"/>
              </a:defRPr>
            </a:lvl6pPr>
            <a:lvl7pPr lvl="6" algn="r">
              <a:buClr>
                <a:schemeClr val="lt1"/>
              </a:buClr>
              <a:buSzPts val="800"/>
              <a:buNone/>
              <a:defRPr sz="800">
                <a:solidFill>
                  <a:schemeClr val="lt1"/>
                </a:solidFill>
                <a:latin typeface="IBM Plex Sans"/>
                <a:ea typeface="IBM Plex Sans"/>
                <a:cs typeface="IBM Plex Sans"/>
                <a:sym typeface="IBM Plex Sans"/>
              </a:defRPr>
            </a:lvl7pPr>
            <a:lvl8pPr lvl="7" algn="r">
              <a:buClr>
                <a:schemeClr val="lt1"/>
              </a:buClr>
              <a:buSzPts val="800"/>
              <a:buNone/>
              <a:defRPr sz="800">
                <a:solidFill>
                  <a:schemeClr val="lt1"/>
                </a:solidFill>
                <a:latin typeface="IBM Plex Sans"/>
                <a:ea typeface="IBM Plex Sans"/>
                <a:cs typeface="IBM Plex Sans"/>
                <a:sym typeface="IBM Plex Sans"/>
              </a:defRPr>
            </a:lvl8pPr>
            <a:lvl9pPr lvl="8" algn="r">
              <a:buClr>
                <a:schemeClr val="lt1"/>
              </a:buClr>
              <a:buSzPts val="800"/>
              <a:buNone/>
              <a:defRPr sz="800">
                <a:solidFill>
                  <a:schemeClr val="lt1"/>
                </a:solidFill>
                <a:latin typeface="IBM Plex Sans"/>
                <a:ea typeface="IBM Plex Sans"/>
                <a:cs typeface="IBM Plex Sans"/>
                <a:sym typeface="IBM Plex Sans"/>
              </a:defRPr>
            </a:lvl9pPr>
          </a:lstStyle>
          <a:p>
            <a:pPr indent="-50800" lvl="0" marL="0" rtl="0" algn="r">
              <a:spcBef>
                <a:spcPts val="0"/>
              </a:spcBef>
              <a:spcAft>
                <a:spcPts val="0"/>
              </a:spcAft>
              <a:buClr>
                <a:schemeClr val="lt1"/>
              </a:buClr>
              <a:buSzPts val="800"/>
              <a:buFont typeface="IBM Plex Sans"/>
              <a:buNone/>
            </a:pPr>
            <a:fld id="{00000000-1234-1234-1234-123412341234}" type="slidenum">
              <a:rPr lang="en"/>
              <a:t>‹#›</a:t>
            </a:fld>
            <a:endParaRPr/>
          </a:p>
        </p:txBody>
      </p:sp>
      <p:sp>
        <p:nvSpPr>
          <p:cNvPr id="1018" name="Google Shape;1018;p224"/>
          <p:cNvSpPr txBox="1"/>
          <p:nvPr>
            <p:ph idx="13" type="subTitle"/>
          </p:nvPr>
        </p:nvSpPr>
        <p:spPr>
          <a:xfrm>
            <a:off x="6802800" y="256333"/>
            <a:ext cx="1050600" cy="162000"/>
          </a:xfrm>
          <a:prstGeom prst="rect">
            <a:avLst/>
          </a:prstGeom>
        </p:spPr>
        <p:txBody>
          <a:bodyPr anchorCtr="0" anchor="t" bIns="0" lIns="0" spcFirstLastPara="1" rIns="0" wrap="square" tIns="0">
            <a:spAutoFit/>
          </a:bodyPr>
          <a:lstStyle>
            <a:lvl1pPr lvl="0" algn="r">
              <a:spcBef>
                <a:spcPts val="0"/>
              </a:spcBef>
              <a:spcAft>
                <a:spcPts val="0"/>
              </a:spcAft>
              <a:buClr>
                <a:schemeClr val="lt1"/>
              </a:buClr>
              <a:buSzPts val="800"/>
              <a:buFont typeface="IBM Plex Sans"/>
              <a:buNone/>
              <a:defRPr sz="800">
                <a:solidFill>
                  <a:schemeClr val="lt1"/>
                </a:solidFill>
              </a:defRPr>
            </a:lvl1pPr>
            <a:lvl2pPr lvl="1" algn="r">
              <a:spcBef>
                <a:spcPts val="0"/>
              </a:spcBef>
              <a:spcAft>
                <a:spcPts val="0"/>
              </a:spcAft>
              <a:buClr>
                <a:schemeClr val="lt1"/>
              </a:buClr>
              <a:buSzPts val="800"/>
              <a:buFont typeface="IBM Plex Sans"/>
              <a:buNone/>
              <a:defRPr sz="800">
                <a:solidFill>
                  <a:schemeClr val="lt1"/>
                </a:solidFill>
              </a:defRPr>
            </a:lvl2pPr>
            <a:lvl3pPr lvl="2" algn="r">
              <a:spcBef>
                <a:spcPts val="0"/>
              </a:spcBef>
              <a:spcAft>
                <a:spcPts val="0"/>
              </a:spcAft>
              <a:buClr>
                <a:schemeClr val="lt1"/>
              </a:buClr>
              <a:buSzPts val="800"/>
              <a:buFont typeface="IBM Plex Sans"/>
              <a:buNone/>
              <a:defRPr sz="800">
                <a:solidFill>
                  <a:schemeClr val="lt1"/>
                </a:solidFill>
              </a:defRPr>
            </a:lvl3pPr>
            <a:lvl4pPr lvl="3" algn="r">
              <a:spcBef>
                <a:spcPts val="0"/>
              </a:spcBef>
              <a:spcAft>
                <a:spcPts val="0"/>
              </a:spcAft>
              <a:buClr>
                <a:schemeClr val="lt1"/>
              </a:buClr>
              <a:buSzPts val="800"/>
              <a:buFont typeface="IBM Plex Sans"/>
              <a:buNone/>
              <a:defRPr sz="800">
                <a:solidFill>
                  <a:schemeClr val="lt1"/>
                </a:solidFill>
              </a:defRPr>
            </a:lvl4pPr>
            <a:lvl5pPr lvl="4" algn="r">
              <a:spcBef>
                <a:spcPts val="0"/>
              </a:spcBef>
              <a:spcAft>
                <a:spcPts val="0"/>
              </a:spcAft>
              <a:buClr>
                <a:schemeClr val="lt1"/>
              </a:buClr>
              <a:buSzPts val="800"/>
              <a:buFont typeface="IBM Plex Sans"/>
              <a:buNone/>
              <a:defRPr sz="800">
                <a:solidFill>
                  <a:schemeClr val="lt1"/>
                </a:solidFill>
              </a:defRPr>
            </a:lvl5pPr>
            <a:lvl6pPr lvl="5" algn="r">
              <a:spcBef>
                <a:spcPts val="0"/>
              </a:spcBef>
              <a:spcAft>
                <a:spcPts val="0"/>
              </a:spcAft>
              <a:buClr>
                <a:schemeClr val="lt1"/>
              </a:buClr>
              <a:buSzPts val="800"/>
              <a:buFont typeface="IBM Plex Sans"/>
              <a:buNone/>
              <a:defRPr sz="800">
                <a:solidFill>
                  <a:schemeClr val="lt1"/>
                </a:solidFill>
              </a:defRPr>
            </a:lvl6pPr>
            <a:lvl7pPr lvl="6" algn="r">
              <a:spcBef>
                <a:spcPts val="0"/>
              </a:spcBef>
              <a:spcAft>
                <a:spcPts val="0"/>
              </a:spcAft>
              <a:buClr>
                <a:schemeClr val="lt1"/>
              </a:buClr>
              <a:buSzPts val="800"/>
              <a:buFont typeface="IBM Plex Sans"/>
              <a:buNone/>
              <a:defRPr sz="800">
                <a:solidFill>
                  <a:schemeClr val="lt1"/>
                </a:solidFill>
              </a:defRPr>
            </a:lvl7pPr>
            <a:lvl8pPr lvl="7" algn="r">
              <a:spcBef>
                <a:spcPts val="0"/>
              </a:spcBef>
              <a:spcAft>
                <a:spcPts val="0"/>
              </a:spcAft>
              <a:buClr>
                <a:schemeClr val="lt1"/>
              </a:buClr>
              <a:buSzPts val="800"/>
              <a:buFont typeface="IBM Plex Sans"/>
              <a:buNone/>
              <a:defRPr sz="800">
                <a:solidFill>
                  <a:schemeClr val="lt1"/>
                </a:solidFill>
              </a:defRPr>
            </a:lvl8pPr>
            <a:lvl9pPr lvl="8" algn="r">
              <a:spcBef>
                <a:spcPts val="0"/>
              </a:spcBef>
              <a:spcAft>
                <a:spcPts val="0"/>
              </a:spcAft>
              <a:buClr>
                <a:schemeClr val="lt1"/>
              </a:buClr>
              <a:buSzPts val="800"/>
              <a:buFont typeface="IBM Plex Sans"/>
              <a:buNone/>
              <a:defRPr sz="800">
                <a:solidFill>
                  <a:schemeClr val="lt1"/>
                </a:solidFill>
              </a:defRPr>
            </a:lvl9pPr>
          </a:lstStyle>
          <a:p/>
        </p:txBody>
      </p:sp>
      <p:sp>
        <p:nvSpPr>
          <p:cNvPr id="1019" name="Google Shape;1019;p224"/>
          <p:cNvSpPr txBox="1"/>
          <p:nvPr>
            <p:ph idx="14" type="subTitle"/>
          </p:nvPr>
        </p:nvSpPr>
        <p:spPr>
          <a:xfrm>
            <a:off x="436725" y="256333"/>
            <a:ext cx="1893000" cy="254100"/>
          </a:xfrm>
          <a:prstGeom prst="rect">
            <a:avLst/>
          </a:prstGeom>
        </p:spPr>
        <p:txBody>
          <a:bodyPr anchorCtr="0" anchor="t" bIns="0" lIns="0" spcFirstLastPara="1" rIns="91425" wrap="square" tIns="0">
            <a:spAutoFit/>
          </a:bodyPr>
          <a:lstStyle>
            <a:lvl1pPr lvl="0">
              <a:spcBef>
                <a:spcPts val="0"/>
              </a:spcBef>
              <a:spcAft>
                <a:spcPts val="0"/>
              </a:spcAft>
              <a:buClr>
                <a:schemeClr val="lt1"/>
              </a:buClr>
              <a:buSzPts val="800"/>
              <a:buFont typeface="IBM Plex Sans"/>
              <a:buNone/>
              <a:defRPr sz="800">
                <a:solidFill>
                  <a:schemeClr val="lt1"/>
                </a:solidFill>
              </a:defRPr>
            </a:lvl1pPr>
            <a:lvl2pPr lvl="1">
              <a:spcBef>
                <a:spcPts val="0"/>
              </a:spcBef>
              <a:spcAft>
                <a:spcPts val="0"/>
              </a:spcAft>
              <a:buClr>
                <a:schemeClr val="lt1"/>
              </a:buClr>
              <a:buSzPts val="800"/>
              <a:buFont typeface="IBM Plex Sans"/>
              <a:buNone/>
              <a:defRPr sz="800">
                <a:solidFill>
                  <a:schemeClr val="lt1"/>
                </a:solidFill>
              </a:defRPr>
            </a:lvl2pPr>
            <a:lvl3pPr lvl="2">
              <a:spcBef>
                <a:spcPts val="0"/>
              </a:spcBef>
              <a:spcAft>
                <a:spcPts val="0"/>
              </a:spcAft>
              <a:buClr>
                <a:schemeClr val="lt1"/>
              </a:buClr>
              <a:buSzPts val="800"/>
              <a:buFont typeface="IBM Plex Sans"/>
              <a:buNone/>
              <a:defRPr sz="800">
                <a:solidFill>
                  <a:schemeClr val="lt1"/>
                </a:solidFill>
              </a:defRPr>
            </a:lvl3pPr>
            <a:lvl4pPr lvl="3">
              <a:spcBef>
                <a:spcPts val="0"/>
              </a:spcBef>
              <a:spcAft>
                <a:spcPts val="0"/>
              </a:spcAft>
              <a:buClr>
                <a:schemeClr val="lt1"/>
              </a:buClr>
              <a:buSzPts val="800"/>
              <a:buFont typeface="IBM Plex Sans"/>
              <a:buNone/>
              <a:defRPr sz="800">
                <a:solidFill>
                  <a:schemeClr val="lt1"/>
                </a:solidFill>
              </a:defRPr>
            </a:lvl4pPr>
            <a:lvl5pPr lvl="4">
              <a:spcBef>
                <a:spcPts val="0"/>
              </a:spcBef>
              <a:spcAft>
                <a:spcPts val="0"/>
              </a:spcAft>
              <a:buClr>
                <a:schemeClr val="lt1"/>
              </a:buClr>
              <a:buSzPts val="800"/>
              <a:buFont typeface="IBM Plex Sans"/>
              <a:buNone/>
              <a:defRPr sz="800">
                <a:solidFill>
                  <a:schemeClr val="lt1"/>
                </a:solidFill>
              </a:defRPr>
            </a:lvl5pPr>
            <a:lvl6pPr lvl="5">
              <a:spcBef>
                <a:spcPts val="0"/>
              </a:spcBef>
              <a:spcAft>
                <a:spcPts val="0"/>
              </a:spcAft>
              <a:buClr>
                <a:schemeClr val="lt1"/>
              </a:buClr>
              <a:buSzPts val="800"/>
              <a:buFont typeface="IBM Plex Sans"/>
              <a:buNone/>
              <a:defRPr sz="800">
                <a:solidFill>
                  <a:schemeClr val="lt1"/>
                </a:solidFill>
              </a:defRPr>
            </a:lvl6pPr>
            <a:lvl7pPr lvl="6">
              <a:spcBef>
                <a:spcPts val="0"/>
              </a:spcBef>
              <a:spcAft>
                <a:spcPts val="0"/>
              </a:spcAft>
              <a:buClr>
                <a:schemeClr val="lt1"/>
              </a:buClr>
              <a:buSzPts val="800"/>
              <a:buFont typeface="IBM Plex Sans"/>
              <a:buNone/>
              <a:defRPr sz="800">
                <a:solidFill>
                  <a:schemeClr val="lt1"/>
                </a:solidFill>
              </a:defRPr>
            </a:lvl7pPr>
            <a:lvl8pPr lvl="7">
              <a:spcBef>
                <a:spcPts val="0"/>
              </a:spcBef>
              <a:spcAft>
                <a:spcPts val="0"/>
              </a:spcAft>
              <a:buClr>
                <a:schemeClr val="lt1"/>
              </a:buClr>
              <a:buSzPts val="800"/>
              <a:buFont typeface="IBM Plex Sans"/>
              <a:buNone/>
              <a:defRPr sz="800">
                <a:solidFill>
                  <a:schemeClr val="lt1"/>
                </a:solidFill>
              </a:defRPr>
            </a:lvl8pPr>
            <a:lvl9pPr lvl="8">
              <a:spcBef>
                <a:spcPts val="0"/>
              </a:spcBef>
              <a:spcAft>
                <a:spcPts val="0"/>
              </a:spcAft>
              <a:buClr>
                <a:schemeClr val="lt1"/>
              </a:buClr>
              <a:buSzPts val="800"/>
              <a:buFont typeface="IBM Plex Sans"/>
              <a:buNone/>
              <a:defRPr sz="800">
                <a:solidFill>
                  <a:schemeClr val="lt1"/>
                </a:solidFill>
              </a:defRPr>
            </a:lvl9pPr>
          </a:lstStyle>
          <a:p/>
        </p:txBody>
      </p:sp>
    </p:spTree>
  </p:cSld>
  <p:clrMapOvr>
    <a:masterClrMapping/>
  </p:clrMapOvr>
</p:sldLayout>
</file>

<file path=ppt/slideLayouts/slideLayout2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dule index">
  <p:cSld name="CUSTOM_6_1">
    <p:bg>
      <p:bgPr>
        <a:solidFill>
          <a:schemeClr val="dk1"/>
        </a:solidFill>
      </p:bgPr>
    </p:bg>
    <p:spTree>
      <p:nvGrpSpPr>
        <p:cNvPr id="1020" name="Shape 1020"/>
        <p:cNvGrpSpPr/>
        <p:nvPr/>
      </p:nvGrpSpPr>
      <p:grpSpPr>
        <a:xfrm>
          <a:off x="0" y="0"/>
          <a:ext cx="0" cy="0"/>
          <a:chOff x="0" y="0"/>
          <a:chExt cx="0" cy="0"/>
        </a:xfrm>
      </p:grpSpPr>
      <p:sp>
        <p:nvSpPr>
          <p:cNvPr id="1021" name="Google Shape;1021;p225"/>
          <p:cNvSpPr txBox="1"/>
          <p:nvPr>
            <p:ph type="title"/>
          </p:nvPr>
        </p:nvSpPr>
        <p:spPr>
          <a:xfrm>
            <a:off x="571500" y="889002"/>
            <a:ext cx="4000500" cy="633900"/>
          </a:xfrm>
          <a:prstGeom prst="rect">
            <a:avLst/>
          </a:prstGeom>
        </p:spPr>
        <p:txBody>
          <a:bodyPr anchorCtr="0" anchor="ctr" bIns="0" lIns="0" spcFirstLastPara="1" rIns="0" wrap="square" tIns="0">
            <a:spAutoFit/>
          </a:bodyPr>
          <a:lstStyle>
            <a:lvl1pPr lvl="0">
              <a:spcBef>
                <a:spcPts val="0"/>
              </a:spcBef>
              <a:spcAft>
                <a:spcPts val="0"/>
              </a:spcAft>
              <a:buClr>
                <a:schemeClr val="lt1"/>
              </a:buClr>
              <a:buSzPts val="3000"/>
              <a:buNone/>
              <a:defRPr b="1">
                <a:solidFill>
                  <a:schemeClr val="lt1"/>
                </a:solidFill>
              </a:defRPr>
            </a:lvl1pPr>
            <a:lvl2pPr lvl="1">
              <a:spcBef>
                <a:spcPts val="0"/>
              </a:spcBef>
              <a:spcAft>
                <a:spcPts val="0"/>
              </a:spcAft>
              <a:buClr>
                <a:schemeClr val="lt1"/>
              </a:buClr>
              <a:buSzPts val="3600"/>
              <a:buNone/>
              <a:defRPr>
                <a:solidFill>
                  <a:schemeClr val="lt1"/>
                </a:solidFill>
              </a:defRPr>
            </a:lvl2pPr>
            <a:lvl3pPr lvl="2">
              <a:spcBef>
                <a:spcPts val="0"/>
              </a:spcBef>
              <a:spcAft>
                <a:spcPts val="0"/>
              </a:spcAft>
              <a:buClr>
                <a:schemeClr val="lt1"/>
              </a:buClr>
              <a:buSzPts val="3600"/>
              <a:buNone/>
              <a:defRPr>
                <a:solidFill>
                  <a:schemeClr val="lt1"/>
                </a:solidFill>
              </a:defRPr>
            </a:lvl3pPr>
            <a:lvl4pPr lvl="3">
              <a:spcBef>
                <a:spcPts val="0"/>
              </a:spcBef>
              <a:spcAft>
                <a:spcPts val="0"/>
              </a:spcAft>
              <a:buClr>
                <a:schemeClr val="lt1"/>
              </a:buClr>
              <a:buSzPts val="3600"/>
              <a:buNone/>
              <a:defRPr>
                <a:solidFill>
                  <a:schemeClr val="lt1"/>
                </a:solidFill>
              </a:defRPr>
            </a:lvl4pPr>
            <a:lvl5pPr lvl="4">
              <a:spcBef>
                <a:spcPts val="0"/>
              </a:spcBef>
              <a:spcAft>
                <a:spcPts val="0"/>
              </a:spcAft>
              <a:buClr>
                <a:schemeClr val="lt1"/>
              </a:buClr>
              <a:buSzPts val="3600"/>
              <a:buNone/>
              <a:defRPr>
                <a:solidFill>
                  <a:schemeClr val="lt1"/>
                </a:solidFill>
              </a:defRPr>
            </a:lvl5pPr>
            <a:lvl6pPr lvl="5">
              <a:spcBef>
                <a:spcPts val="0"/>
              </a:spcBef>
              <a:spcAft>
                <a:spcPts val="0"/>
              </a:spcAft>
              <a:buClr>
                <a:schemeClr val="lt1"/>
              </a:buClr>
              <a:buSzPts val="3600"/>
              <a:buNone/>
              <a:defRPr>
                <a:solidFill>
                  <a:schemeClr val="lt1"/>
                </a:solidFill>
              </a:defRPr>
            </a:lvl6pPr>
            <a:lvl7pPr lvl="6">
              <a:spcBef>
                <a:spcPts val="0"/>
              </a:spcBef>
              <a:spcAft>
                <a:spcPts val="0"/>
              </a:spcAft>
              <a:buClr>
                <a:schemeClr val="lt1"/>
              </a:buClr>
              <a:buSzPts val="3600"/>
              <a:buNone/>
              <a:defRPr>
                <a:solidFill>
                  <a:schemeClr val="lt1"/>
                </a:solidFill>
              </a:defRPr>
            </a:lvl7pPr>
            <a:lvl8pPr lvl="7">
              <a:spcBef>
                <a:spcPts val="0"/>
              </a:spcBef>
              <a:spcAft>
                <a:spcPts val="0"/>
              </a:spcAft>
              <a:buClr>
                <a:schemeClr val="lt1"/>
              </a:buClr>
              <a:buSzPts val="3600"/>
              <a:buNone/>
              <a:defRPr>
                <a:solidFill>
                  <a:schemeClr val="lt1"/>
                </a:solidFill>
              </a:defRPr>
            </a:lvl8pPr>
            <a:lvl9pPr lvl="8">
              <a:spcBef>
                <a:spcPts val="0"/>
              </a:spcBef>
              <a:spcAft>
                <a:spcPts val="0"/>
              </a:spcAft>
              <a:buClr>
                <a:schemeClr val="lt1"/>
              </a:buClr>
              <a:buSzPts val="3600"/>
              <a:buNone/>
              <a:defRPr>
                <a:solidFill>
                  <a:schemeClr val="lt1"/>
                </a:solidFill>
              </a:defRPr>
            </a:lvl9pPr>
          </a:lstStyle>
          <a:p/>
        </p:txBody>
      </p:sp>
      <p:sp>
        <p:nvSpPr>
          <p:cNvPr id="1022" name="Google Shape;1022;p225"/>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959">
          <p15:clr>
            <a:srgbClr val="E46962"/>
          </p15:clr>
        </p15:guide>
      </p15:sldGuideLst>
    </p:ext>
  </p:extLst>
</p:sldLayout>
</file>

<file path=ppt/slideLayouts/slideLayout2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3  1">
  <p:cSld name="CUSTOM_6_1_1">
    <p:bg>
      <p:bgPr>
        <a:solidFill>
          <a:schemeClr val="lt2"/>
        </a:solidFill>
      </p:bgPr>
    </p:bg>
    <p:spTree>
      <p:nvGrpSpPr>
        <p:cNvPr id="1023" name="Shape 1023"/>
        <p:cNvGrpSpPr/>
        <p:nvPr/>
      </p:nvGrpSpPr>
      <p:grpSpPr>
        <a:xfrm>
          <a:off x="0" y="0"/>
          <a:ext cx="0" cy="0"/>
          <a:chOff x="0" y="0"/>
          <a:chExt cx="0" cy="0"/>
        </a:xfrm>
      </p:grpSpPr>
      <p:sp>
        <p:nvSpPr>
          <p:cNvPr id="1024" name="Google Shape;1024;p226"/>
          <p:cNvSpPr txBox="1"/>
          <p:nvPr>
            <p:ph type="title"/>
          </p:nvPr>
        </p:nvSpPr>
        <p:spPr>
          <a:xfrm>
            <a:off x="607200" y="1140611"/>
            <a:ext cx="3936000" cy="596400"/>
          </a:xfrm>
          <a:prstGeom prst="rect">
            <a:avLst/>
          </a:prstGeom>
        </p:spPr>
        <p:txBody>
          <a:bodyPr anchorCtr="0" anchor="ctr" bIns="0" lIns="0" spcFirstLastPara="1" rIns="0" wrap="square" tIns="0">
            <a:spAutoFit/>
          </a:bodyPr>
          <a:lstStyle>
            <a:lvl1pPr lvl="0">
              <a:spcBef>
                <a:spcPts val="0"/>
              </a:spcBef>
              <a:spcAft>
                <a:spcPts val="0"/>
              </a:spcAft>
              <a:buSzPts val="3000"/>
              <a:buAutoNum type="arabicPeriod"/>
              <a:defRPr b="1" sz="1800">
                <a:solidFill>
                  <a:schemeClr val="lt1"/>
                </a:solidFill>
              </a:defRPr>
            </a:lvl1pPr>
            <a:lvl2pPr lvl="1">
              <a:spcBef>
                <a:spcPts val="0"/>
              </a:spcBef>
              <a:spcAft>
                <a:spcPts val="0"/>
              </a:spcAft>
              <a:buSzPts val="3600"/>
              <a:buAutoNum type="alphaLcPeriod"/>
              <a:defRPr/>
            </a:lvl2pPr>
            <a:lvl3pPr lvl="2">
              <a:spcBef>
                <a:spcPts val="0"/>
              </a:spcBef>
              <a:spcAft>
                <a:spcPts val="0"/>
              </a:spcAft>
              <a:buSzPts val="3600"/>
              <a:buAutoNum type="romanLcPeriod"/>
              <a:defRPr/>
            </a:lvl3pPr>
            <a:lvl4pPr lvl="3">
              <a:spcBef>
                <a:spcPts val="0"/>
              </a:spcBef>
              <a:spcAft>
                <a:spcPts val="0"/>
              </a:spcAft>
              <a:buSzPts val="3600"/>
              <a:buAutoNum type="arabicPeriod"/>
              <a:defRPr/>
            </a:lvl4pPr>
            <a:lvl5pPr lvl="4">
              <a:spcBef>
                <a:spcPts val="0"/>
              </a:spcBef>
              <a:spcAft>
                <a:spcPts val="0"/>
              </a:spcAft>
              <a:buSzPts val="3600"/>
              <a:buAutoNum type="alphaLcPeriod"/>
              <a:defRPr/>
            </a:lvl5pPr>
            <a:lvl6pPr lvl="5">
              <a:spcBef>
                <a:spcPts val="0"/>
              </a:spcBef>
              <a:spcAft>
                <a:spcPts val="0"/>
              </a:spcAft>
              <a:buSzPts val="3600"/>
              <a:buAutoNum type="romanLcPeriod"/>
              <a:defRPr/>
            </a:lvl6pPr>
            <a:lvl7pPr lvl="6">
              <a:spcBef>
                <a:spcPts val="0"/>
              </a:spcBef>
              <a:spcAft>
                <a:spcPts val="0"/>
              </a:spcAft>
              <a:buSzPts val="3600"/>
              <a:buAutoNum type="arabicPeriod"/>
              <a:defRPr/>
            </a:lvl7pPr>
            <a:lvl8pPr lvl="7">
              <a:spcBef>
                <a:spcPts val="0"/>
              </a:spcBef>
              <a:spcAft>
                <a:spcPts val="0"/>
              </a:spcAft>
              <a:buSzPts val="3600"/>
              <a:buAutoNum type="alphaLcPeriod"/>
              <a:defRPr/>
            </a:lvl8pPr>
            <a:lvl9pPr lvl="8">
              <a:spcBef>
                <a:spcPts val="0"/>
              </a:spcBef>
              <a:spcAft>
                <a:spcPts val="0"/>
              </a:spcAft>
              <a:buSzPts val="3600"/>
              <a:buAutoNum type="romanLcPeriod"/>
              <a:defRPr/>
            </a:lvl9pPr>
          </a:lstStyle>
          <a:p/>
        </p:txBody>
      </p:sp>
    </p:spTree>
  </p:cSld>
  <p:clrMapOvr>
    <a:masterClrMapping/>
  </p:clrMapOvr>
</p:sldLayout>
</file>

<file path=ppt/slideLayouts/slideLayout2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7">
    <p:spTree>
      <p:nvGrpSpPr>
        <p:cNvPr id="1025" name="Shape 1025"/>
        <p:cNvGrpSpPr/>
        <p:nvPr/>
      </p:nvGrpSpPr>
      <p:grpSpPr>
        <a:xfrm>
          <a:off x="0" y="0"/>
          <a:ext cx="0" cy="0"/>
          <a:chOff x="0" y="0"/>
          <a:chExt cx="0" cy="0"/>
        </a:xfrm>
      </p:grpSpPr>
      <p:sp>
        <p:nvSpPr>
          <p:cNvPr id="1026" name="Google Shape;1026;p227"/>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2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1">
  <p:cSld name="Title + Subtitle_2">
    <p:spTree>
      <p:nvGrpSpPr>
        <p:cNvPr id="1027" name="Shape 1027"/>
        <p:cNvGrpSpPr/>
        <p:nvPr/>
      </p:nvGrpSpPr>
      <p:grpSpPr>
        <a:xfrm>
          <a:off x="0" y="0"/>
          <a:ext cx="0" cy="0"/>
          <a:chOff x="0" y="0"/>
          <a:chExt cx="0" cy="0"/>
        </a:xfrm>
      </p:grpSpPr>
      <p:sp>
        <p:nvSpPr>
          <p:cNvPr id="1028" name="Google Shape;1028;p228"/>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029" name="Google Shape;1029;p228"/>
          <p:cNvSpPr txBox="1"/>
          <p:nvPr>
            <p:ph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2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Body: 1 column 1">
  <p:cSld name="Title + Body_1">
    <p:spTree>
      <p:nvGrpSpPr>
        <p:cNvPr id="1030" name="Shape 1030"/>
        <p:cNvGrpSpPr/>
        <p:nvPr/>
      </p:nvGrpSpPr>
      <p:grpSpPr>
        <a:xfrm>
          <a:off x="0" y="0"/>
          <a:ext cx="0" cy="0"/>
          <a:chOff x="0" y="0"/>
          <a:chExt cx="0" cy="0"/>
        </a:xfrm>
      </p:grpSpPr>
      <p:sp>
        <p:nvSpPr>
          <p:cNvPr id="1031" name="Google Shape;1031;p229"/>
          <p:cNvSpPr txBox="1"/>
          <p:nvPr>
            <p:ph type="title"/>
          </p:nvPr>
        </p:nvSpPr>
        <p:spPr>
          <a:xfrm>
            <a:off x="457200" y="942000"/>
            <a:ext cx="3661500" cy="1064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032" name="Google Shape;1032;p229"/>
          <p:cNvSpPr txBox="1"/>
          <p:nvPr>
            <p:ph idx="1" type="subTitle"/>
          </p:nvPr>
        </p:nvSpPr>
        <p:spPr>
          <a:xfrm>
            <a:off x="457200" y="508000"/>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033" name="Google Shape;1033;p229"/>
          <p:cNvSpPr txBox="1"/>
          <p:nvPr>
            <p:ph idx="2" type="body"/>
          </p:nvPr>
        </p:nvSpPr>
        <p:spPr>
          <a:xfrm>
            <a:off x="457200" y="2139583"/>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2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column 1">
  <p:cSld name="ONE_COLUMN_TEXT_1">
    <p:spTree>
      <p:nvGrpSpPr>
        <p:cNvPr id="1034" name="Shape 1034"/>
        <p:cNvGrpSpPr/>
        <p:nvPr/>
      </p:nvGrpSpPr>
      <p:grpSpPr>
        <a:xfrm>
          <a:off x="0" y="0"/>
          <a:ext cx="0" cy="0"/>
          <a:chOff x="0" y="0"/>
          <a:chExt cx="0" cy="0"/>
        </a:xfrm>
      </p:grpSpPr>
      <p:sp>
        <p:nvSpPr>
          <p:cNvPr id="1035" name="Google Shape;1035;p230"/>
          <p:cNvSpPr txBox="1"/>
          <p:nvPr>
            <p:ph type="title"/>
          </p:nvPr>
        </p:nvSpPr>
        <p:spPr>
          <a:xfrm>
            <a:off x="457200" y="518667"/>
            <a:ext cx="3204600" cy="10056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036" name="Google Shape;1036;p230"/>
          <p:cNvSpPr txBox="1"/>
          <p:nvPr>
            <p:ph idx="1" type="body"/>
          </p:nvPr>
        </p:nvSpPr>
        <p:spPr>
          <a:xfrm>
            <a:off x="457200" y="1524417"/>
            <a:ext cx="32046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sldLayout>
</file>

<file path=ppt/slideLayouts/slideLayout2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Right 1">
  <p:cSld name="Text + Image_1">
    <p:spTree>
      <p:nvGrpSpPr>
        <p:cNvPr id="1037" name="Shape 1037"/>
        <p:cNvGrpSpPr/>
        <p:nvPr/>
      </p:nvGrpSpPr>
      <p:grpSpPr>
        <a:xfrm>
          <a:off x="0" y="0"/>
          <a:ext cx="0" cy="0"/>
          <a:chOff x="0" y="0"/>
          <a:chExt cx="0" cy="0"/>
        </a:xfrm>
      </p:grpSpPr>
      <p:sp>
        <p:nvSpPr>
          <p:cNvPr id="1038" name="Google Shape;1038;p231"/>
          <p:cNvSpPr/>
          <p:nvPr>
            <p:ph idx="2" type="pic"/>
          </p:nvPr>
        </p:nvSpPr>
        <p:spPr>
          <a:xfrm>
            <a:off x="4572000" y="91667"/>
            <a:ext cx="4495800" cy="5531700"/>
          </a:xfrm>
          <a:prstGeom prst="roundRect">
            <a:avLst>
              <a:gd fmla="val 16667" name="adj"/>
            </a:avLst>
          </a:prstGeom>
          <a:noFill/>
          <a:ln>
            <a:noFill/>
          </a:ln>
        </p:spPr>
      </p:sp>
      <p:sp>
        <p:nvSpPr>
          <p:cNvPr id="1039" name="Google Shape;1039;p231"/>
          <p:cNvSpPr txBox="1"/>
          <p:nvPr>
            <p:ph type="title"/>
          </p:nvPr>
        </p:nvSpPr>
        <p:spPr>
          <a:xfrm>
            <a:off x="457200" y="942000"/>
            <a:ext cx="3661500" cy="1064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040" name="Google Shape;1040;p231"/>
          <p:cNvSpPr txBox="1"/>
          <p:nvPr>
            <p:ph idx="1" type="subTitle"/>
          </p:nvPr>
        </p:nvSpPr>
        <p:spPr>
          <a:xfrm>
            <a:off x="457200" y="508000"/>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041" name="Google Shape;1041;p231"/>
          <p:cNvSpPr txBox="1"/>
          <p:nvPr>
            <p:ph idx="3" type="body"/>
          </p:nvPr>
        </p:nvSpPr>
        <p:spPr>
          <a:xfrm>
            <a:off x="457200" y="2139583"/>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2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Body 1">
  <p:cSld name="Title + Body 1_1">
    <p:spTree>
      <p:nvGrpSpPr>
        <p:cNvPr id="1042" name="Shape 1042"/>
        <p:cNvGrpSpPr/>
        <p:nvPr/>
      </p:nvGrpSpPr>
      <p:grpSpPr>
        <a:xfrm>
          <a:off x="0" y="0"/>
          <a:ext cx="0" cy="0"/>
          <a:chOff x="0" y="0"/>
          <a:chExt cx="0" cy="0"/>
        </a:xfrm>
      </p:grpSpPr>
      <p:sp>
        <p:nvSpPr>
          <p:cNvPr id="1043" name="Google Shape;1043;p232"/>
          <p:cNvSpPr txBox="1"/>
          <p:nvPr>
            <p:ph type="title"/>
          </p:nvPr>
        </p:nvSpPr>
        <p:spPr>
          <a:xfrm>
            <a:off x="457200" y="1694917"/>
            <a:ext cx="41148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1044" name="Google Shape;1044;p232"/>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045" name="Google Shape;1045;p232"/>
          <p:cNvSpPr txBox="1"/>
          <p:nvPr>
            <p:ph idx="2"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046" name="Google Shape;1046;p232"/>
          <p:cNvSpPr txBox="1"/>
          <p:nvPr>
            <p:ph idx="3" type="body"/>
          </p:nvPr>
        </p:nvSpPr>
        <p:spPr>
          <a:xfrm>
            <a:off x="457200" y="2139583"/>
            <a:ext cx="41148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2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6">
    <p:spTree>
      <p:nvGrpSpPr>
        <p:cNvPr id="1047" name="Shape 1047"/>
        <p:cNvGrpSpPr/>
        <p:nvPr/>
      </p:nvGrpSpPr>
      <p:grpSpPr>
        <a:xfrm>
          <a:off x="0" y="0"/>
          <a:ext cx="0" cy="0"/>
          <a:chOff x="0" y="0"/>
          <a:chExt cx="0" cy="0"/>
        </a:xfrm>
      </p:grpSpPr>
      <p:sp>
        <p:nvSpPr>
          <p:cNvPr id="1048" name="Google Shape;1048;p233"/>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1049" name="Google Shape;1049;p233"/>
          <p:cNvSpPr txBox="1"/>
          <p:nvPr>
            <p:ph idx="1" type="body"/>
          </p:nvPr>
        </p:nvSpPr>
        <p:spPr>
          <a:xfrm>
            <a:off x="457200" y="1524417"/>
            <a:ext cx="41052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2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8">
    <p:spTree>
      <p:nvGrpSpPr>
        <p:cNvPr id="1050" name="Shape 1050"/>
        <p:cNvGrpSpPr/>
        <p:nvPr/>
      </p:nvGrpSpPr>
      <p:grpSpPr>
        <a:xfrm>
          <a:off x="0" y="0"/>
          <a:ext cx="0" cy="0"/>
          <a:chOff x="0" y="0"/>
          <a:chExt cx="0" cy="0"/>
        </a:xfrm>
      </p:grpSpPr>
      <p:sp>
        <p:nvSpPr>
          <p:cNvPr id="1051" name="Google Shape;1051;p234"/>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2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Title and text">
    <p:spTree>
      <p:nvGrpSpPr>
        <p:cNvPr id="1052" name="Shape 1052"/>
        <p:cNvGrpSpPr/>
        <p:nvPr/>
      </p:nvGrpSpPr>
      <p:grpSpPr>
        <a:xfrm>
          <a:off x="0" y="0"/>
          <a:ext cx="0" cy="0"/>
          <a:chOff x="0" y="0"/>
          <a:chExt cx="0" cy="0"/>
        </a:xfrm>
      </p:grpSpPr>
      <p:sp>
        <p:nvSpPr>
          <p:cNvPr id="1053" name="Google Shape;1053;p235"/>
          <p:cNvSpPr txBox="1"/>
          <p:nvPr>
            <p:ph type="title"/>
          </p:nvPr>
        </p:nvSpPr>
        <p:spPr>
          <a:xfrm>
            <a:off x="571500" y="889000"/>
            <a:ext cx="40005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9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900">
                <a:solidFill>
                  <a:schemeClr val="dk1"/>
                </a:solidFill>
              </a:defRPr>
            </a:lvl2pPr>
            <a:lvl3pPr lvl="2" algn="l">
              <a:lnSpc>
                <a:spcPct val="115000"/>
              </a:lnSpc>
              <a:spcBef>
                <a:spcPts val="0"/>
              </a:spcBef>
              <a:spcAft>
                <a:spcPts val="0"/>
              </a:spcAft>
              <a:buClr>
                <a:schemeClr val="dk1"/>
              </a:buClr>
              <a:buSzPts val="1400"/>
              <a:buNone/>
              <a:defRPr sz="1900">
                <a:solidFill>
                  <a:schemeClr val="dk1"/>
                </a:solidFill>
              </a:defRPr>
            </a:lvl3pPr>
            <a:lvl4pPr lvl="3" algn="l">
              <a:lnSpc>
                <a:spcPct val="115000"/>
              </a:lnSpc>
              <a:spcBef>
                <a:spcPts val="0"/>
              </a:spcBef>
              <a:spcAft>
                <a:spcPts val="0"/>
              </a:spcAft>
              <a:buClr>
                <a:schemeClr val="dk1"/>
              </a:buClr>
              <a:buSzPts val="1400"/>
              <a:buNone/>
              <a:defRPr sz="1900">
                <a:solidFill>
                  <a:schemeClr val="dk1"/>
                </a:solidFill>
              </a:defRPr>
            </a:lvl4pPr>
            <a:lvl5pPr lvl="4" algn="l">
              <a:lnSpc>
                <a:spcPct val="115000"/>
              </a:lnSpc>
              <a:spcBef>
                <a:spcPts val="0"/>
              </a:spcBef>
              <a:spcAft>
                <a:spcPts val="0"/>
              </a:spcAft>
              <a:buClr>
                <a:schemeClr val="dk1"/>
              </a:buClr>
              <a:buSzPts val="1400"/>
              <a:buNone/>
              <a:defRPr sz="1900">
                <a:solidFill>
                  <a:schemeClr val="dk1"/>
                </a:solidFill>
              </a:defRPr>
            </a:lvl5pPr>
            <a:lvl6pPr lvl="5" algn="l">
              <a:lnSpc>
                <a:spcPct val="115000"/>
              </a:lnSpc>
              <a:spcBef>
                <a:spcPts val="0"/>
              </a:spcBef>
              <a:spcAft>
                <a:spcPts val="0"/>
              </a:spcAft>
              <a:buClr>
                <a:schemeClr val="dk1"/>
              </a:buClr>
              <a:buSzPts val="1400"/>
              <a:buNone/>
              <a:defRPr sz="1900">
                <a:solidFill>
                  <a:schemeClr val="dk1"/>
                </a:solidFill>
              </a:defRPr>
            </a:lvl6pPr>
            <a:lvl7pPr lvl="6" algn="l">
              <a:lnSpc>
                <a:spcPct val="115000"/>
              </a:lnSpc>
              <a:spcBef>
                <a:spcPts val="0"/>
              </a:spcBef>
              <a:spcAft>
                <a:spcPts val="0"/>
              </a:spcAft>
              <a:buClr>
                <a:schemeClr val="dk1"/>
              </a:buClr>
              <a:buSzPts val="1400"/>
              <a:buNone/>
              <a:defRPr sz="1900">
                <a:solidFill>
                  <a:schemeClr val="dk1"/>
                </a:solidFill>
              </a:defRPr>
            </a:lvl7pPr>
            <a:lvl8pPr lvl="7" algn="l">
              <a:lnSpc>
                <a:spcPct val="115000"/>
              </a:lnSpc>
              <a:spcBef>
                <a:spcPts val="0"/>
              </a:spcBef>
              <a:spcAft>
                <a:spcPts val="0"/>
              </a:spcAft>
              <a:buClr>
                <a:schemeClr val="dk1"/>
              </a:buClr>
              <a:buSzPts val="1400"/>
              <a:buNone/>
              <a:defRPr sz="1900">
                <a:solidFill>
                  <a:schemeClr val="dk1"/>
                </a:solidFill>
              </a:defRPr>
            </a:lvl8pPr>
            <a:lvl9pPr lvl="8" algn="l">
              <a:lnSpc>
                <a:spcPct val="115000"/>
              </a:lnSpc>
              <a:spcBef>
                <a:spcPts val="0"/>
              </a:spcBef>
              <a:spcAft>
                <a:spcPts val="0"/>
              </a:spcAft>
              <a:buClr>
                <a:schemeClr val="dk1"/>
              </a:buClr>
              <a:buSzPts val="1400"/>
              <a:buNone/>
              <a:defRPr sz="1900">
                <a:solidFill>
                  <a:schemeClr val="dk1"/>
                </a:solidFill>
              </a:defRPr>
            </a:lvl9pPr>
          </a:lstStyle>
          <a:p/>
        </p:txBody>
      </p:sp>
      <p:sp>
        <p:nvSpPr>
          <p:cNvPr id="1054" name="Google Shape;1054;p235"/>
          <p:cNvSpPr txBox="1"/>
          <p:nvPr>
            <p:ph idx="1" type="body"/>
          </p:nvPr>
        </p:nvSpPr>
        <p:spPr>
          <a:xfrm>
            <a:off x="571500" y="1905000"/>
            <a:ext cx="40005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
        <p:nvSpPr>
          <p:cNvPr id="1055" name="Google Shape;1055;p235"/>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 header, one column 1">
  <p:cSld name="Sub header, one column">
    <p:spTree>
      <p:nvGrpSpPr>
        <p:cNvPr id="1056" name="Shape 1056"/>
        <p:cNvGrpSpPr/>
        <p:nvPr/>
      </p:nvGrpSpPr>
      <p:grpSpPr>
        <a:xfrm>
          <a:off x="0" y="0"/>
          <a:ext cx="0" cy="0"/>
          <a:chOff x="0" y="0"/>
          <a:chExt cx="0" cy="0"/>
        </a:xfrm>
      </p:grpSpPr>
      <p:sp>
        <p:nvSpPr>
          <p:cNvPr id="1057" name="Google Shape;1057;p236"/>
          <p:cNvSpPr txBox="1"/>
          <p:nvPr>
            <p:ph idx="1" type="subTitle"/>
          </p:nvPr>
        </p:nvSpPr>
        <p:spPr>
          <a:xfrm>
            <a:off x="571500" y="1905000"/>
            <a:ext cx="3093000" cy="1710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accent4"/>
              </a:buClr>
              <a:buSzPts val="800"/>
              <a:buFont typeface="Poppins SemiBold"/>
              <a:buNone/>
              <a:defRPr sz="1000">
                <a:solidFill>
                  <a:schemeClr val="accent4"/>
                </a:solidFill>
                <a:latin typeface="Poppins SemiBold"/>
                <a:ea typeface="Poppins SemiBold"/>
                <a:cs typeface="Poppins SemiBold"/>
                <a:sym typeface="Poppins SemiBold"/>
              </a:defRPr>
            </a:lvl1pPr>
            <a:lvl2pPr lvl="1" algn="l">
              <a:lnSpc>
                <a:spcPct val="100000"/>
              </a:lnSpc>
              <a:spcBef>
                <a:spcPts val="0"/>
              </a:spcBef>
              <a:spcAft>
                <a:spcPts val="0"/>
              </a:spcAft>
              <a:buClr>
                <a:schemeClr val="accent4"/>
              </a:buClr>
              <a:buSzPts val="900"/>
              <a:buNone/>
              <a:defRPr>
                <a:solidFill>
                  <a:schemeClr val="accent4"/>
                </a:solidFill>
              </a:defRPr>
            </a:lvl2pPr>
            <a:lvl3pPr lvl="2" algn="l">
              <a:lnSpc>
                <a:spcPct val="100000"/>
              </a:lnSpc>
              <a:spcBef>
                <a:spcPts val="0"/>
              </a:spcBef>
              <a:spcAft>
                <a:spcPts val="0"/>
              </a:spcAft>
              <a:buClr>
                <a:schemeClr val="accent4"/>
              </a:buClr>
              <a:buSzPts val="800"/>
              <a:buNone/>
              <a:defRPr>
                <a:solidFill>
                  <a:schemeClr val="accent4"/>
                </a:solidFill>
              </a:defRPr>
            </a:lvl3pPr>
            <a:lvl4pPr lvl="3" algn="l">
              <a:lnSpc>
                <a:spcPct val="100000"/>
              </a:lnSpc>
              <a:spcBef>
                <a:spcPts val="0"/>
              </a:spcBef>
              <a:spcAft>
                <a:spcPts val="0"/>
              </a:spcAft>
              <a:buClr>
                <a:schemeClr val="accent4"/>
              </a:buClr>
              <a:buSzPts val="800"/>
              <a:buNone/>
              <a:defRPr>
                <a:solidFill>
                  <a:schemeClr val="accent4"/>
                </a:solidFill>
              </a:defRPr>
            </a:lvl4pPr>
            <a:lvl5pPr lvl="4" algn="l">
              <a:lnSpc>
                <a:spcPct val="100000"/>
              </a:lnSpc>
              <a:spcBef>
                <a:spcPts val="0"/>
              </a:spcBef>
              <a:spcAft>
                <a:spcPts val="0"/>
              </a:spcAft>
              <a:buClr>
                <a:schemeClr val="accent4"/>
              </a:buClr>
              <a:buSzPts val="800"/>
              <a:buNone/>
              <a:defRPr>
                <a:solidFill>
                  <a:schemeClr val="accent4"/>
                </a:solidFill>
              </a:defRPr>
            </a:lvl5pPr>
            <a:lvl6pPr lvl="5" algn="l">
              <a:lnSpc>
                <a:spcPct val="100000"/>
              </a:lnSpc>
              <a:spcBef>
                <a:spcPts val="0"/>
              </a:spcBef>
              <a:spcAft>
                <a:spcPts val="0"/>
              </a:spcAft>
              <a:buClr>
                <a:schemeClr val="accent4"/>
              </a:buClr>
              <a:buSzPts val="800"/>
              <a:buNone/>
              <a:defRPr>
                <a:solidFill>
                  <a:schemeClr val="accent4"/>
                </a:solidFill>
              </a:defRPr>
            </a:lvl6pPr>
            <a:lvl7pPr lvl="6" algn="l">
              <a:lnSpc>
                <a:spcPct val="100000"/>
              </a:lnSpc>
              <a:spcBef>
                <a:spcPts val="0"/>
              </a:spcBef>
              <a:spcAft>
                <a:spcPts val="0"/>
              </a:spcAft>
              <a:buClr>
                <a:schemeClr val="accent4"/>
              </a:buClr>
              <a:buSzPts val="800"/>
              <a:buNone/>
              <a:defRPr>
                <a:solidFill>
                  <a:schemeClr val="accent4"/>
                </a:solidFill>
              </a:defRPr>
            </a:lvl7pPr>
            <a:lvl8pPr lvl="7" algn="l">
              <a:lnSpc>
                <a:spcPct val="100000"/>
              </a:lnSpc>
              <a:spcBef>
                <a:spcPts val="0"/>
              </a:spcBef>
              <a:spcAft>
                <a:spcPts val="0"/>
              </a:spcAft>
              <a:buClr>
                <a:schemeClr val="accent4"/>
              </a:buClr>
              <a:buSzPts val="800"/>
              <a:buNone/>
              <a:defRPr>
                <a:solidFill>
                  <a:schemeClr val="accent4"/>
                </a:solidFill>
              </a:defRPr>
            </a:lvl8pPr>
            <a:lvl9pPr lvl="8" algn="l">
              <a:lnSpc>
                <a:spcPct val="100000"/>
              </a:lnSpc>
              <a:spcBef>
                <a:spcPts val="0"/>
              </a:spcBef>
              <a:spcAft>
                <a:spcPts val="0"/>
              </a:spcAft>
              <a:buClr>
                <a:schemeClr val="accent4"/>
              </a:buClr>
              <a:buSzPts val="800"/>
              <a:buNone/>
              <a:defRPr>
                <a:solidFill>
                  <a:schemeClr val="accent4"/>
                </a:solidFill>
              </a:defRPr>
            </a:lvl9pPr>
          </a:lstStyle>
          <a:p/>
        </p:txBody>
      </p:sp>
      <p:sp>
        <p:nvSpPr>
          <p:cNvPr id="1058" name="Google Shape;1058;p236"/>
          <p:cNvSpPr txBox="1"/>
          <p:nvPr>
            <p:ph type="title"/>
          </p:nvPr>
        </p:nvSpPr>
        <p:spPr>
          <a:xfrm>
            <a:off x="571500" y="889006"/>
            <a:ext cx="40005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b="1"/>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059" name="Google Shape;1059;p236"/>
          <p:cNvSpPr txBox="1"/>
          <p:nvPr>
            <p:ph idx="2" type="body"/>
          </p:nvPr>
        </p:nvSpPr>
        <p:spPr>
          <a:xfrm>
            <a:off x="571500" y="2406917"/>
            <a:ext cx="3093000" cy="26730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SzPts val="900"/>
              <a:buChar char="●"/>
              <a:defRPr sz="1200"/>
            </a:lvl1pPr>
            <a:lvl2pPr indent="-285750" lvl="1" marL="914400" algn="l">
              <a:lnSpc>
                <a:spcPct val="115000"/>
              </a:lnSpc>
              <a:spcBef>
                <a:spcPts val="0"/>
              </a:spcBef>
              <a:spcAft>
                <a:spcPts val="0"/>
              </a:spcAft>
              <a:buSzPts val="900"/>
              <a:buChar char="○"/>
              <a:defRPr/>
            </a:lvl2pPr>
            <a:lvl3pPr indent="-279400" lvl="2" marL="1371600" algn="l">
              <a:lnSpc>
                <a:spcPct val="115000"/>
              </a:lnSpc>
              <a:spcBef>
                <a:spcPts val="1000"/>
              </a:spcBef>
              <a:spcAft>
                <a:spcPts val="0"/>
              </a:spcAft>
              <a:buSzPts val="800"/>
              <a:buChar char="■"/>
              <a:defRPr/>
            </a:lvl3pPr>
            <a:lvl4pPr indent="-279400" lvl="3" marL="1828800" algn="l">
              <a:lnSpc>
                <a:spcPct val="115000"/>
              </a:lnSpc>
              <a:spcBef>
                <a:spcPts val="1000"/>
              </a:spcBef>
              <a:spcAft>
                <a:spcPts val="0"/>
              </a:spcAft>
              <a:buSzPts val="800"/>
              <a:buChar char="●"/>
              <a:defRPr/>
            </a:lvl4pPr>
            <a:lvl5pPr indent="-279400" lvl="4" marL="2286000" algn="l">
              <a:lnSpc>
                <a:spcPct val="115000"/>
              </a:lnSpc>
              <a:spcBef>
                <a:spcPts val="1000"/>
              </a:spcBef>
              <a:spcAft>
                <a:spcPts val="0"/>
              </a:spcAft>
              <a:buSzPts val="800"/>
              <a:buChar char="○"/>
              <a:defRPr/>
            </a:lvl5pPr>
            <a:lvl6pPr indent="-279400" lvl="5" marL="2743200" algn="l">
              <a:lnSpc>
                <a:spcPct val="115000"/>
              </a:lnSpc>
              <a:spcBef>
                <a:spcPts val="1000"/>
              </a:spcBef>
              <a:spcAft>
                <a:spcPts val="0"/>
              </a:spcAft>
              <a:buSzPts val="800"/>
              <a:buChar char="■"/>
              <a:defRPr/>
            </a:lvl6pPr>
            <a:lvl7pPr indent="-279400" lvl="6" marL="3200400" algn="l">
              <a:lnSpc>
                <a:spcPct val="115000"/>
              </a:lnSpc>
              <a:spcBef>
                <a:spcPts val="1000"/>
              </a:spcBef>
              <a:spcAft>
                <a:spcPts val="0"/>
              </a:spcAft>
              <a:buSzPts val="800"/>
              <a:buChar char="●"/>
              <a:defRPr/>
            </a:lvl7pPr>
            <a:lvl8pPr indent="-279400" lvl="7" marL="3657600" algn="l">
              <a:lnSpc>
                <a:spcPct val="115000"/>
              </a:lnSpc>
              <a:spcBef>
                <a:spcPts val="1000"/>
              </a:spcBef>
              <a:spcAft>
                <a:spcPts val="0"/>
              </a:spcAft>
              <a:buSzPts val="800"/>
              <a:buChar char="○"/>
              <a:defRPr/>
            </a:lvl8pPr>
            <a:lvl9pPr indent="-279400" lvl="8" marL="4114800" algn="l">
              <a:lnSpc>
                <a:spcPct val="115000"/>
              </a:lnSpc>
              <a:spcBef>
                <a:spcPts val="1000"/>
              </a:spcBef>
              <a:spcAft>
                <a:spcPts val="1000"/>
              </a:spcAft>
              <a:buSzPts val="800"/>
              <a:buChar char="■"/>
              <a:defRPr/>
            </a:lvl9pPr>
          </a:lstStyle>
          <a:p/>
        </p:txBody>
      </p:sp>
      <p:sp>
        <p:nvSpPr>
          <p:cNvPr id="1060" name="Google Shape;1060;p236"/>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s with icons 1 1">
  <p:cSld name="Highlights with icons 1_1">
    <p:spTree>
      <p:nvGrpSpPr>
        <p:cNvPr id="1061" name="Shape 1061"/>
        <p:cNvGrpSpPr/>
        <p:nvPr/>
      </p:nvGrpSpPr>
      <p:grpSpPr>
        <a:xfrm>
          <a:off x="0" y="0"/>
          <a:ext cx="0" cy="0"/>
          <a:chOff x="0" y="0"/>
          <a:chExt cx="0" cy="0"/>
        </a:xfrm>
      </p:grpSpPr>
      <p:sp>
        <p:nvSpPr>
          <p:cNvPr id="1062" name="Google Shape;1062;p237"/>
          <p:cNvSpPr txBox="1"/>
          <p:nvPr>
            <p:ph idx="12" type="sldNum"/>
          </p:nvPr>
        </p:nvSpPr>
        <p:spPr>
          <a:xfrm>
            <a:off x="8572500" y="5080004"/>
            <a:ext cx="571500" cy="635100"/>
          </a:xfrm>
          <a:prstGeom prst="rect">
            <a:avLst/>
          </a:prstGeom>
          <a:noFill/>
          <a:ln>
            <a:noFill/>
          </a:ln>
        </p:spPr>
        <p:txBody>
          <a:bodyPr anchorCtr="0" anchor="t" bIns="126400" lIns="126400" spcFirstLastPara="1" rIns="126400" wrap="square" tIns="126400">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063" name="Google Shape;1063;p237"/>
          <p:cNvSpPr/>
          <p:nvPr>
            <p:ph idx="2" type="pic"/>
          </p:nvPr>
        </p:nvSpPr>
        <p:spPr>
          <a:xfrm>
            <a:off x="0" y="0"/>
            <a:ext cx="9144000" cy="2814900"/>
          </a:xfrm>
          <a:prstGeom prst="roundRect">
            <a:avLst>
              <a:gd fmla="val 1254" name="adj"/>
            </a:avLst>
          </a:prstGeom>
          <a:noFill/>
          <a:ln>
            <a:noFill/>
          </a:ln>
        </p:spPr>
      </p:sp>
      <p:sp>
        <p:nvSpPr>
          <p:cNvPr id="1064" name="Google Shape;1064;p237"/>
          <p:cNvSpPr txBox="1"/>
          <p:nvPr>
            <p:ph type="title"/>
          </p:nvPr>
        </p:nvSpPr>
        <p:spPr>
          <a:xfrm>
            <a:off x="457200" y="3730167"/>
            <a:ext cx="3667500" cy="1080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1065" name="Google Shape;1065;p237"/>
          <p:cNvSpPr txBox="1"/>
          <p:nvPr>
            <p:ph idx="1" type="subTitle"/>
          </p:nvPr>
        </p:nvSpPr>
        <p:spPr>
          <a:xfrm>
            <a:off x="457200" y="3211500"/>
            <a:ext cx="36675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066" name="Google Shape;1066;p237"/>
          <p:cNvSpPr txBox="1"/>
          <p:nvPr>
            <p:ph idx="3" type="body"/>
          </p:nvPr>
        </p:nvSpPr>
        <p:spPr>
          <a:xfrm>
            <a:off x="4581600" y="2815000"/>
            <a:ext cx="4105200" cy="2391900"/>
          </a:xfrm>
          <a:prstGeom prst="rect">
            <a:avLst/>
          </a:prstGeom>
        </p:spPr>
        <p:txBody>
          <a:bodyPr anchorCtr="0" anchor="t" bIns="0" lIns="0" spcFirstLastPara="1" rIns="0" wrap="square" tIns="94800">
            <a:sp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Tree>
  </p:cSld>
  <p:clrMapOvr>
    <a:masterClrMapping/>
  </p:clrMapOvr>
</p:sldLayout>
</file>

<file path=ppt/slideLayouts/slideLayout2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1 2">
  <p:cSld name="TITLE_AND_BODY_3_2">
    <p:spTree>
      <p:nvGrpSpPr>
        <p:cNvPr id="1067" name="Shape 1067"/>
        <p:cNvGrpSpPr/>
        <p:nvPr/>
      </p:nvGrpSpPr>
      <p:grpSpPr>
        <a:xfrm>
          <a:off x="0" y="0"/>
          <a:ext cx="0" cy="0"/>
          <a:chOff x="0" y="0"/>
          <a:chExt cx="0" cy="0"/>
        </a:xfrm>
      </p:grpSpPr>
      <p:sp>
        <p:nvSpPr>
          <p:cNvPr id="1068" name="Google Shape;1068;p238"/>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069" name="Google Shape;1069;p238"/>
          <p:cNvSpPr txBox="1"/>
          <p:nvPr>
            <p:ph type="title"/>
          </p:nvPr>
        </p:nvSpPr>
        <p:spPr>
          <a:xfrm>
            <a:off x="571500" y="889000"/>
            <a:ext cx="30897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9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900">
                <a:solidFill>
                  <a:schemeClr val="dk1"/>
                </a:solidFill>
              </a:defRPr>
            </a:lvl2pPr>
            <a:lvl3pPr lvl="2" algn="l">
              <a:lnSpc>
                <a:spcPct val="115000"/>
              </a:lnSpc>
              <a:spcBef>
                <a:spcPts val="0"/>
              </a:spcBef>
              <a:spcAft>
                <a:spcPts val="0"/>
              </a:spcAft>
              <a:buClr>
                <a:schemeClr val="dk1"/>
              </a:buClr>
              <a:buSzPts val="1400"/>
              <a:buNone/>
              <a:defRPr sz="1900">
                <a:solidFill>
                  <a:schemeClr val="dk1"/>
                </a:solidFill>
              </a:defRPr>
            </a:lvl3pPr>
            <a:lvl4pPr lvl="3" algn="l">
              <a:lnSpc>
                <a:spcPct val="115000"/>
              </a:lnSpc>
              <a:spcBef>
                <a:spcPts val="0"/>
              </a:spcBef>
              <a:spcAft>
                <a:spcPts val="0"/>
              </a:spcAft>
              <a:buClr>
                <a:schemeClr val="dk1"/>
              </a:buClr>
              <a:buSzPts val="1400"/>
              <a:buNone/>
              <a:defRPr sz="1900">
                <a:solidFill>
                  <a:schemeClr val="dk1"/>
                </a:solidFill>
              </a:defRPr>
            </a:lvl4pPr>
            <a:lvl5pPr lvl="4" algn="l">
              <a:lnSpc>
                <a:spcPct val="115000"/>
              </a:lnSpc>
              <a:spcBef>
                <a:spcPts val="0"/>
              </a:spcBef>
              <a:spcAft>
                <a:spcPts val="0"/>
              </a:spcAft>
              <a:buClr>
                <a:schemeClr val="dk1"/>
              </a:buClr>
              <a:buSzPts val="1400"/>
              <a:buNone/>
              <a:defRPr sz="1900">
                <a:solidFill>
                  <a:schemeClr val="dk1"/>
                </a:solidFill>
              </a:defRPr>
            </a:lvl5pPr>
            <a:lvl6pPr lvl="5" algn="l">
              <a:lnSpc>
                <a:spcPct val="115000"/>
              </a:lnSpc>
              <a:spcBef>
                <a:spcPts val="0"/>
              </a:spcBef>
              <a:spcAft>
                <a:spcPts val="0"/>
              </a:spcAft>
              <a:buClr>
                <a:schemeClr val="dk1"/>
              </a:buClr>
              <a:buSzPts val="1400"/>
              <a:buNone/>
              <a:defRPr sz="1900">
                <a:solidFill>
                  <a:schemeClr val="dk1"/>
                </a:solidFill>
              </a:defRPr>
            </a:lvl6pPr>
            <a:lvl7pPr lvl="6" algn="l">
              <a:lnSpc>
                <a:spcPct val="115000"/>
              </a:lnSpc>
              <a:spcBef>
                <a:spcPts val="0"/>
              </a:spcBef>
              <a:spcAft>
                <a:spcPts val="0"/>
              </a:spcAft>
              <a:buClr>
                <a:schemeClr val="dk1"/>
              </a:buClr>
              <a:buSzPts val="1400"/>
              <a:buNone/>
              <a:defRPr sz="1900">
                <a:solidFill>
                  <a:schemeClr val="dk1"/>
                </a:solidFill>
              </a:defRPr>
            </a:lvl7pPr>
            <a:lvl8pPr lvl="7" algn="l">
              <a:lnSpc>
                <a:spcPct val="115000"/>
              </a:lnSpc>
              <a:spcBef>
                <a:spcPts val="0"/>
              </a:spcBef>
              <a:spcAft>
                <a:spcPts val="0"/>
              </a:spcAft>
              <a:buClr>
                <a:schemeClr val="dk1"/>
              </a:buClr>
              <a:buSzPts val="1400"/>
              <a:buNone/>
              <a:defRPr sz="1900">
                <a:solidFill>
                  <a:schemeClr val="dk1"/>
                </a:solidFill>
              </a:defRPr>
            </a:lvl8pPr>
            <a:lvl9pPr lvl="8" algn="l">
              <a:lnSpc>
                <a:spcPct val="115000"/>
              </a:lnSpc>
              <a:spcBef>
                <a:spcPts val="0"/>
              </a:spcBef>
              <a:spcAft>
                <a:spcPts val="0"/>
              </a:spcAft>
              <a:buClr>
                <a:schemeClr val="dk1"/>
              </a:buClr>
              <a:buSzPts val="1400"/>
              <a:buNone/>
              <a:defRPr sz="1900">
                <a:solidFill>
                  <a:schemeClr val="dk1"/>
                </a:solidFill>
              </a:defRPr>
            </a:lvl9pPr>
          </a:lstStyle>
          <a:p/>
        </p:txBody>
      </p:sp>
      <p:sp>
        <p:nvSpPr>
          <p:cNvPr id="1070" name="Google Shape;1070;p238"/>
          <p:cNvSpPr txBox="1"/>
          <p:nvPr>
            <p:ph idx="1" type="body"/>
          </p:nvPr>
        </p:nvSpPr>
        <p:spPr>
          <a:xfrm>
            <a:off x="571500" y="1905000"/>
            <a:ext cx="30897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2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column 2">
  <p:cSld name="ONE_COLUMN_TEXT_2">
    <p:spTree>
      <p:nvGrpSpPr>
        <p:cNvPr id="1071" name="Shape 1071"/>
        <p:cNvGrpSpPr/>
        <p:nvPr/>
      </p:nvGrpSpPr>
      <p:grpSpPr>
        <a:xfrm>
          <a:off x="0" y="0"/>
          <a:ext cx="0" cy="0"/>
          <a:chOff x="0" y="0"/>
          <a:chExt cx="0" cy="0"/>
        </a:xfrm>
      </p:grpSpPr>
      <p:sp>
        <p:nvSpPr>
          <p:cNvPr id="1072" name="Google Shape;1072;p239"/>
          <p:cNvSpPr txBox="1"/>
          <p:nvPr>
            <p:ph type="title"/>
          </p:nvPr>
        </p:nvSpPr>
        <p:spPr>
          <a:xfrm>
            <a:off x="457200" y="518667"/>
            <a:ext cx="3204600" cy="1005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1073" name="Google Shape;1073;p239"/>
          <p:cNvSpPr txBox="1"/>
          <p:nvPr>
            <p:ph idx="1" type="body"/>
          </p:nvPr>
        </p:nvSpPr>
        <p:spPr>
          <a:xfrm>
            <a:off x="457200" y="1524417"/>
            <a:ext cx="32046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307">
          <p15:clr>
            <a:srgbClr val="E46962"/>
          </p15:clr>
        </p15:guide>
      </p15:sldGuideLst>
    </p:ext>
  </p:extLst>
</p:sldLayout>
</file>

<file path=ppt/slideLayouts/slideLayout2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Body 2">
  <p:cSld name="Title + Body 1_2">
    <p:spTree>
      <p:nvGrpSpPr>
        <p:cNvPr id="1074" name="Shape 1074"/>
        <p:cNvGrpSpPr/>
        <p:nvPr/>
      </p:nvGrpSpPr>
      <p:grpSpPr>
        <a:xfrm>
          <a:off x="0" y="0"/>
          <a:ext cx="0" cy="0"/>
          <a:chOff x="0" y="0"/>
          <a:chExt cx="0" cy="0"/>
        </a:xfrm>
      </p:grpSpPr>
      <p:sp>
        <p:nvSpPr>
          <p:cNvPr id="1075" name="Google Shape;1075;p240"/>
          <p:cNvSpPr txBox="1"/>
          <p:nvPr>
            <p:ph type="title"/>
          </p:nvPr>
        </p:nvSpPr>
        <p:spPr>
          <a:xfrm>
            <a:off x="457200" y="1694917"/>
            <a:ext cx="4114800" cy="4449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1076" name="Google Shape;1076;p240"/>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077" name="Google Shape;1077;p240"/>
          <p:cNvSpPr txBox="1"/>
          <p:nvPr>
            <p:ph idx="2"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1078" name="Google Shape;1078;p240"/>
          <p:cNvSpPr txBox="1"/>
          <p:nvPr>
            <p:ph idx="3" type="body"/>
          </p:nvPr>
        </p:nvSpPr>
        <p:spPr>
          <a:xfrm>
            <a:off x="457200" y="2139583"/>
            <a:ext cx="41148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2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 header, two columns 1">
  <p:cSld name="Sub header, two columns">
    <p:spTree>
      <p:nvGrpSpPr>
        <p:cNvPr id="1079" name="Shape 1079"/>
        <p:cNvGrpSpPr/>
        <p:nvPr/>
      </p:nvGrpSpPr>
      <p:grpSpPr>
        <a:xfrm>
          <a:off x="0" y="0"/>
          <a:ext cx="0" cy="0"/>
          <a:chOff x="0" y="0"/>
          <a:chExt cx="0" cy="0"/>
        </a:xfrm>
      </p:grpSpPr>
      <p:sp>
        <p:nvSpPr>
          <p:cNvPr id="1080" name="Google Shape;1080;p241"/>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081" name="Google Shape;1081;p241"/>
          <p:cNvSpPr txBox="1"/>
          <p:nvPr>
            <p:ph type="title"/>
          </p:nvPr>
        </p:nvSpPr>
        <p:spPr>
          <a:xfrm>
            <a:off x="571500" y="889006"/>
            <a:ext cx="40005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b="1"/>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082" name="Google Shape;1082;p241"/>
          <p:cNvSpPr txBox="1"/>
          <p:nvPr>
            <p:ph idx="1" type="body"/>
          </p:nvPr>
        </p:nvSpPr>
        <p:spPr>
          <a:xfrm>
            <a:off x="571500" y="2406917"/>
            <a:ext cx="3093000" cy="26730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SzPts val="900"/>
              <a:buChar char="●"/>
              <a:defRPr sz="1200"/>
            </a:lvl1pPr>
            <a:lvl2pPr indent="-285750" lvl="1" marL="914400" algn="l">
              <a:lnSpc>
                <a:spcPct val="115000"/>
              </a:lnSpc>
              <a:spcBef>
                <a:spcPts val="0"/>
              </a:spcBef>
              <a:spcAft>
                <a:spcPts val="0"/>
              </a:spcAft>
              <a:buSzPts val="900"/>
              <a:buChar char="○"/>
              <a:defRPr/>
            </a:lvl2pPr>
            <a:lvl3pPr indent="-279400" lvl="2" marL="1371600" algn="l">
              <a:lnSpc>
                <a:spcPct val="115000"/>
              </a:lnSpc>
              <a:spcBef>
                <a:spcPts val="1000"/>
              </a:spcBef>
              <a:spcAft>
                <a:spcPts val="0"/>
              </a:spcAft>
              <a:buSzPts val="800"/>
              <a:buChar char="■"/>
              <a:defRPr/>
            </a:lvl3pPr>
            <a:lvl4pPr indent="-279400" lvl="3" marL="1828800" algn="l">
              <a:lnSpc>
                <a:spcPct val="115000"/>
              </a:lnSpc>
              <a:spcBef>
                <a:spcPts val="1000"/>
              </a:spcBef>
              <a:spcAft>
                <a:spcPts val="0"/>
              </a:spcAft>
              <a:buSzPts val="800"/>
              <a:buChar char="●"/>
              <a:defRPr/>
            </a:lvl4pPr>
            <a:lvl5pPr indent="-279400" lvl="4" marL="2286000" algn="l">
              <a:lnSpc>
                <a:spcPct val="115000"/>
              </a:lnSpc>
              <a:spcBef>
                <a:spcPts val="1000"/>
              </a:spcBef>
              <a:spcAft>
                <a:spcPts val="0"/>
              </a:spcAft>
              <a:buSzPts val="800"/>
              <a:buChar char="○"/>
              <a:defRPr/>
            </a:lvl5pPr>
            <a:lvl6pPr indent="-279400" lvl="5" marL="2743200" algn="l">
              <a:lnSpc>
                <a:spcPct val="115000"/>
              </a:lnSpc>
              <a:spcBef>
                <a:spcPts val="1000"/>
              </a:spcBef>
              <a:spcAft>
                <a:spcPts val="0"/>
              </a:spcAft>
              <a:buSzPts val="800"/>
              <a:buChar char="■"/>
              <a:defRPr/>
            </a:lvl6pPr>
            <a:lvl7pPr indent="-279400" lvl="6" marL="3200400" algn="l">
              <a:lnSpc>
                <a:spcPct val="115000"/>
              </a:lnSpc>
              <a:spcBef>
                <a:spcPts val="1000"/>
              </a:spcBef>
              <a:spcAft>
                <a:spcPts val="0"/>
              </a:spcAft>
              <a:buSzPts val="800"/>
              <a:buChar char="●"/>
              <a:defRPr/>
            </a:lvl7pPr>
            <a:lvl8pPr indent="-279400" lvl="7" marL="3657600" algn="l">
              <a:lnSpc>
                <a:spcPct val="115000"/>
              </a:lnSpc>
              <a:spcBef>
                <a:spcPts val="1000"/>
              </a:spcBef>
              <a:spcAft>
                <a:spcPts val="0"/>
              </a:spcAft>
              <a:buSzPts val="800"/>
              <a:buChar char="○"/>
              <a:defRPr/>
            </a:lvl8pPr>
            <a:lvl9pPr indent="-279400" lvl="8" marL="4114800" algn="l">
              <a:lnSpc>
                <a:spcPct val="115000"/>
              </a:lnSpc>
              <a:spcBef>
                <a:spcPts val="1000"/>
              </a:spcBef>
              <a:spcAft>
                <a:spcPts val="1000"/>
              </a:spcAft>
              <a:buSzPts val="800"/>
              <a:buChar char="■"/>
              <a:defRPr/>
            </a:lvl9pPr>
          </a:lstStyle>
          <a:p/>
        </p:txBody>
      </p:sp>
      <p:sp>
        <p:nvSpPr>
          <p:cNvPr id="1083" name="Google Shape;1083;p241"/>
          <p:cNvSpPr txBox="1"/>
          <p:nvPr>
            <p:ph idx="2" type="body"/>
          </p:nvPr>
        </p:nvSpPr>
        <p:spPr>
          <a:xfrm>
            <a:off x="4572000" y="2406917"/>
            <a:ext cx="3093000" cy="26730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SzPts val="900"/>
              <a:buChar char="●"/>
              <a:defRPr sz="1200"/>
            </a:lvl1pPr>
            <a:lvl2pPr indent="-285750" lvl="1" marL="914400" algn="l">
              <a:lnSpc>
                <a:spcPct val="115000"/>
              </a:lnSpc>
              <a:spcBef>
                <a:spcPts val="0"/>
              </a:spcBef>
              <a:spcAft>
                <a:spcPts val="0"/>
              </a:spcAft>
              <a:buSzPts val="900"/>
              <a:buChar char="○"/>
              <a:defRPr/>
            </a:lvl2pPr>
            <a:lvl3pPr indent="-279400" lvl="2" marL="1371600" algn="l">
              <a:lnSpc>
                <a:spcPct val="115000"/>
              </a:lnSpc>
              <a:spcBef>
                <a:spcPts val="1000"/>
              </a:spcBef>
              <a:spcAft>
                <a:spcPts val="0"/>
              </a:spcAft>
              <a:buSzPts val="800"/>
              <a:buChar char="■"/>
              <a:defRPr/>
            </a:lvl3pPr>
            <a:lvl4pPr indent="-279400" lvl="3" marL="1828800" algn="l">
              <a:lnSpc>
                <a:spcPct val="115000"/>
              </a:lnSpc>
              <a:spcBef>
                <a:spcPts val="1000"/>
              </a:spcBef>
              <a:spcAft>
                <a:spcPts val="0"/>
              </a:spcAft>
              <a:buSzPts val="800"/>
              <a:buChar char="●"/>
              <a:defRPr/>
            </a:lvl4pPr>
            <a:lvl5pPr indent="-279400" lvl="4" marL="2286000" algn="l">
              <a:lnSpc>
                <a:spcPct val="115000"/>
              </a:lnSpc>
              <a:spcBef>
                <a:spcPts val="1000"/>
              </a:spcBef>
              <a:spcAft>
                <a:spcPts val="0"/>
              </a:spcAft>
              <a:buSzPts val="800"/>
              <a:buChar char="○"/>
              <a:defRPr/>
            </a:lvl5pPr>
            <a:lvl6pPr indent="-279400" lvl="5" marL="2743200" algn="l">
              <a:lnSpc>
                <a:spcPct val="115000"/>
              </a:lnSpc>
              <a:spcBef>
                <a:spcPts val="1000"/>
              </a:spcBef>
              <a:spcAft>
                <a:spcPts val="0"/>
              </a:spcAft>
              <a:buSzPts val="800"/>
              <a:buChar char="■"/>
              <a:defRPr/>
            </a:lvl6pPr>
            <a:lvl7pPr indent="-279400" lvl="6" marL="3200400" algn="l">
              <a:lnSpc>
                <a:spcPct val="115000"/>
              </a:lnSpc>
              <a:spcBef>
                <a:spcPts val="1000"/>
              </a:spcBef>
              <a:spcAft>
                <a:spcPts val="0"/>
              </a:spcAft>
              <a:buSzPts val="800"/>
              <a:buChar char="●"/>
              <a:defRPr/>
            </a:lvl7pPr>
            <a:lvl8pPr indent="-279400" lvl="7" marL="3657600" algn="l">
              <a:lnSpc>
                <a:spcPct val="115000"/>
              </a:lnSpc>
              <a:spcBef>
                <a:spcPts val="1000"/>
              </a:spcBef>
              <a:spcAft>
                <a:spcPts val="0"/>
              </a:spcAft>
              <a:buSzPts val="800"/>
              <a:buChar char="○"/>
              <a:defRPr/>
            </a:lvl8pPr>
            <a:lvl9pPr indent="-279400" lvl="8" marL="4114800" algn="l">
              <a:lnSpc>
                <a:spcPct val="115000"/>
              </a:lnSpc>
              <a:spcBef>
                <a:spcPts val="1000"/>
              </a:spcBef>
              <a:spcAft>
                <a:spcPts val="1000"/>
              </a:spcAft>
              <a:buSzPts val="800"/>
              <a:buChar char="■"/>
              <a:defRPr/>
            </a:lvl9pPr>
          </a:lstStyle>
          <a:p/>
        </p:txBody>
      </p:sp>
      <p:sp>
        <p:nvSpPr>
          <p:cNvPr id="1084" name="Google Shape;1084;p241"/>
          <p:cNvSpPr txBox="1"/>
          <p:nvPr>
            <p:ph idx="3" type="subTitle"/>
          </p:nvPr>
        </p:nvSpPr>
        <p:spPr>
          <a:xfrm>
            <a:off x="571500" y="1905000"/>
            <a:ext cx="3093000" cy="1710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accent4"/>
              </a:buClr>
              <a:buSzPts val="800"/>
              <a:buFont typeface="Poppins SemiBold"/>
              <a:buNone/>
              <a:defRPr sz="1000">
                <a:solidFill>
                  <a:schemeClr val="accent4"/>
                </a:solidFill>
                <a:latin typeface="Poppins SemiBold"/>
                <a:ea typeface="Poppins SemiBold"/>
                <a:cs typeface="Poppins SemiBold"/>
                <a:sym typeface="Poppins SemiBold"/>
              </a:defRPr>
            </a:lvl1pPr>
            <a:lvl2pPr lvl="1" algn="l">
              <a:lnSpc>
                <a:spcPct val="100000"/>
              </a:lnSpc>
              <a:spcBef>
                <a:spcPts val="0"/>
              </a:spcBef>
              <a:spcAft>
                <a:spcPts val="0"/>
              </a:spcAft>
              <a:buClr>
                <a:schemeClr val="accent4"/>
              </a:buClr>
              <a:buSzPts val="900"/>
              <a:buNone/>
              <a:defRPr>
                <a:solidFill>
                  <a:schemeClr val="accent4"/>
                </a:solidFill>
              </a:defRPr>
            </a:lvl2pPr>
            <a:lvl3pPr lvl="2" algn="l">
              <a:lnSpc>
                <a:spcPct val="100000"/>
              </a:lnSpc>
              <a:spcBef>
                <a:spcPts val="0"/>
              </a:spcBef>
              <a:spcAft>
                <a:spcPts val="0"/>
              </a:spcAft>
              <a:buClr>
                <a:schemeClr val="accent4"/>
              </a:buClr>
              <a:buSzPts val="800"/>
              <a:buNone/>
              <a:defRPr>
                <a:solidFill>
                  <a:schemeClr val="accent4"/>
                </a:solidFill>
              </a:defRPr>
            </a:lvl3pPr>
            <a:lvl4pPr lvl="3" algn="l">
              <a:lnSpc>
                <a:spcPct val="100000"/>
              </a:lnSpc>
              <a:spcBef>
                <a:spcPts val="0"/>
              </a:spcBef>
              <a:spcAft>
                <a:spcPts val="0"/>
              </a:spcAft>
              <a:buClr>
                <a:schemeClr val="accent4"/>
              </a:buClr>
              <a:buSzPts val="800"/>
              <a:buNone/>
              <a:defRPr>
                <a:solidFill>
                  <a:schemeClr val="accent4"/>
                </a:solidFill>
              </a:defRPr>
            </a:lvl4pPr>
            <a:lvl5pPr lvl="4" algn="l">
              <a:lnSpc>
                <a:spcPct val="100000"/>
              </a:lnSpc>
              <a:spcBef>
                <a:spcPts val="0"/>
              </a:spcBef>
              <a:spcAft>
                <a:spcPts val="0"/>
              </a:spcAft>
              <a:buClr>
                <a:schemeClr val="accent4"/>
              </a:buClr>
              <a:buSzPts val="800"/>
              <a:buNone/>
              <a:defRPr>
                <a:solidFill>
                  <a:schemeClr val="accent4"/>
                </a:solidFill>
              </a:defRPr>
            </a:lvl5pPr>
            <a:lvl6pPr lvl="5" algn="l">
              <a:lnSpc>
                <a:spcPct val="100000"/>
              </a:lnSpc>
              <a:spcBef>
                <a:spcPts val="0"/>
              </a:spcBef>
              <a:spcAft>
                <a:spcPts val="0"/>
              </a:spcAft>
              <a:buClr>
                <a:schemeClr val="accent4"/>
              </a:buClr>
              <a:buSzPts val="800"/>
              <a:buNone/>
              <a:defRPr>
                <a:solidFill>
                  <a:schemeClr val="accent4"/>
                </a:solidFill>
              </a:defRPr>
            </a:lvl6pPr>
            <a:lvl7pPr lvl="6" algn="l">
              <a:lnSpc>
                <a:spcPct val="100000"/>
              </a:lnSpc>
              <a:spcBef>
                <a:spcPts val="0"/>
              </a:spcBef>
              <a:spcAft>
                <a:spcPts val="0"/>
              </a:spcAft>
              <a:buClr>
                <a:schemeClr val="accent4"/>
              </a:buClr>
              <a:buSzPts val="800"/>
              <a:buNone/>
              <a:defRPr>
                <a:solidFill>
                  <a:schemeClr val="accent4"/>
                </a:solidFill>
              </a:defRPr>
            </a:lvl7pPr>
            <a:lvl8pPr lvl="7" algn="l">
              <a:lnSpc>
                <a:spcPct val="100000"/>
              </a:lnSpc>
              <a:spcBef>
                <a:spcPts val="0"/>
              </a:spcBef>
              <a:spcAft>
                <a:spcPts val="0"/>
              </a:spcAft>
              <a:buClr>
                <a:schemeClr val="accent4"/>
              </a:buClr>
              <a:buSzPts val="800"/>
              <a:buNone/>
              <a:defRPr>
                <a:solidFill>
                  <a:schemeClr val="accent4"/>
                </a:solidFill>
              </a:defRPr>
            </a:lvl8pPr>
            <a:lvl9pPr lvl="8" algn="l">
              <a:lnSpc>
                <a:spcPct val="100000"/>
              </a:lnSpc>
              <a:spcBef>
                <a:spcPts val="0"/>
              </a:spcBef>
              <a:spcAft>
                <a:spcPts val="0"/>
              </a:spcAft>
              <a:buClr>
                <a:schemeClr val="accent4"/>
              </a:buClr>
              <a:buSzPts val="800"/>
              <a:buNone/>
              <a:defRPr>
                <a:solidFill>
                  <a:schemeClr val="accent4"/>
                </a:solidFill>
              </a:defRPr>
            </a:lvl9pPr>
          </a:lstStyle>
          <a:p/>
        </p:txBody>
      </p:sp>
      <p:sp>
        <p:nvSpPr>
          <p:cNvPr id="1085" name="Google Shape;1085;p241"/>
          <p:cNvSpPr txBox="1"/>
          <p:nvPr>
            <p:ph idx="4" type="subTitle"/>
          </p:nvPr>
        </p:nvSpPr>
        <p:spPr>
          <a:xfrm>
            <a:off x="4572000" y="1905000"/>
            <a:ext cx="3093000" cy="1710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accent4"/>
              </a:buClr>
              <a:buSzPts val="800"/>
              <a:buFont typeface="Poppins SemiBold"/>
              <a:buNone/>
              <a:defRPr sz="1000">
                <a:solidFill>
                  <a:schemeClr val="accent4"/>
                </a:solidFill>
                <a:latin typeface="Poppins SemiBold"/>
                <a:ea typeface="Poppins SemiBold"/>
                <a:cs typeface="Poppins SemiBold"/>
                <a:sym typeface="Poppins SemiBold"/>
              </a:defRPr>
            </a:lvl1pPr>
            <a:lvl2pPr lvl="1" algn="l">
              <a:lnSpc>
                <a:spcPct val="100000"/>
              </a:lnSpc>
              <a:spcBef>
                <a:spcPts val="0"/>
              </a:spcBef>
              <a:spcAft>
                <a:spcPts val="0"/>
              </a:spcAft>
              <a:buClr>
                <a:schemeClr val="accent4"/>
              </a:buClr>
              <a:buSzPts val="900"/>
              <a:buNone/>
              <a:defRPr>
                <a:solidFill>
                  <a:schemeClr val="accent4"/>
                </a:solidFill>
              </a:defRPr>
            </a:lvl2pPr>
            <a:lvl3pPr lvl="2" algn="l">
              <a:lnSpc>
                <a:spcPct val="100000"/>
              </a:lnSpc>
              <a:spcBef>
                <a:spcPts val="0"/>
              </a:spcBef>
              <a:spcAft>
                <a:spcPts val="0"/>
              </a:spcAft>
              <a:buClr>
                <a:schemeClr val="accent4"/>
              </a:buClr>
              <a:buSzPts val="800"/>
              <a:buNone/>
              <a:defRPr>
                <a:solidFill>
                  <a:schemeClr val="accent4"/>
                </a:solidFill>
              </a:defRPr>
            </a:lvl3pPr>
            <a:lvl4pPr lvl="3" algn="l">
              <a:lnSpc>
                <a:spcPct val="100000"/>
              </a:lnSpc>
              <a:spcBef>
                <a:spcPts val="0"/>
              </a:spcBef>
              <a:spcAft>
                <a:spcPts val="0"/>
              </a:spcAft>
              <a:buClr>
                <a:schemeClr val="accent4"/>
              </a:buClr>
              <a:buSzPts val="800"/>
              <a:buNone/>
              <a:defRPr>
                <a:solidFill>
                  <a:schemeClr val="accent4"/>
                </a:solidFill>
              </a:defRPr>
            </a:lvl4pPr>
            <a:lvl5pPr lvl="4" algn="l">
              <a:lnSpc>
                <a:spcPct val="100000"/>
              </a:lnSpc>
              <a:spcBef>
                <a:spcPts val="0"/>
              </a:spcBef>
              <a:spcAft>
                <a:spcPts val="0"/>
              </a:spcAft>
              <a:buClr>
                <a:schemeClr val="accent4"/>
              </a:buClr>
              <a:buSzPts val="800"/>
              <a:buNone/>
              <a:defRPr>
                <a:solidFill>
                  <a:schemeClr val="accent4"/>
                </a:solidFill>
              </a:defRPr>
            </a:lvl5pPr>
            <a:lvl6pPr lvl="5" algn="l">
              <a:lnSpc>
                <a:spcPct val="100000"/>
              </a:lnSpc>
              <a:spcBef>
                <a:spcPts val="0"/>
              </a:spcBef>
              <a:spcAft>
                <a:spcPts val="0"/>
              </a:spcAft>
              <a:buClr>
                <a:schemeClr val="accent4"/>
              </a:buClr>
              <a:buSzPts val="800"/>
              <a:buNone/>
              <a:defRPr>
                <a:solidFill>
                  <a:schemeClr val="accent4"/>
                </a:solidFill>
              </a:defRPr>
            </a:lvl6pPr>
            <a:lvl7pPr lvl="6" algn="l">
              <a:lnSpc>
                <a:spcPct val="100000"/>
              </a:lnSpc>
              <a:spcBef>
                <a:spcPts val="0"/>
              </a:spcBef>
              <a:spcAft>
                <a:spcPts val="0"/>
              </a:spcAft>
              <a:buClr>
                <a:schemeClr val="accent4"/>
              </a:buClr>
              <a:buSzPts val="800"/>
              <a:buNone/>
              <a:defRPr>
                <a:solidFill>
                  <a:schemeClr val="accent4"/>
                </a:solidFill>
              </a:defRPr>
            </a:lvl7pPr>
            <a:lvl8pPr lvl="7" algn="l">
              <a:lnSpc>
                <a:spcPct val="100000"/>
              </a:lnSpc>
              <a:spcBef>
                <a:spcPts val="0"/>
              </a:spcBef>
              <a:spcAft>
                <a:spcPts val="0"/>
              </a:spcAft>
              <a:buClr>
                <a:schemeClr val="accent4"/>
              </a:buClr>
              <a:buSzPts val="800"/>
              <a:buNone/>
              <a:defRPr>
                <a:solidFill>
                  <a:schemeClr val="accent4"/>
                </a:solidFill>
              </a:defRPr>
            </a:lvl8pPr>
            <a:lvl9pPr lvl="8" algn="l">
              <a:lnSpc>
                <a:spcPct val="100000"/>
              </a:lnSpc>
              <a:spcBef>
                <a:spcPts val="0"/>
              </a:spcBef>
              <a:spcAft>
                <a:spcPts val="0"/>
              </a:spcAft>
              <a:buClr>
                <a:schemeClr val="accent4"/>
              </a:buClr>
              <a:buSzPts val="800"/>
              <a:buNone/>
              <a:defRPr>
                <a:solidFill>
                  <a:schemeClr val="accent4"/>
                </a:solidFill>
              </a:defRPr>
            </a:lvl9pPr>
          </a:lstStyle>
          <a:p/>
        </p:txBody>
      </p:sp>
    </p:spTree>
  </p:cSld>
  <p:clrMapOvr>
    <a:masterClrMapping/>
  </p:clrMapOvr>
</p:sldLayout>
</file>

<file path=ppt/slideLayouts/slideLayout2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ullet points 1">
  <p:cSld name="Title and bullet points_1">
    <p:spTree>
      <p:nvGrpSpPr>
        <p:cNvPr id="1086" name="Shape 1086"/>
        <p:cNvGrpSpPr/>
        <p:nvPr/>
      </p:nvGrpSpPr>
      <p:grpSpPr>
        <a:xfrm>
          <a:off x="0" y="0"/>
          <a:ext cx="0" cy="0"/>
          <a:chOff x="0" y="0"/>
          <a:chExt cx="0" cy="0"/>
        </a:xfrm>
      </p:grpSpPr>
      <p:sp>
        <p:nvSpPr>
          <p:cNvPr id="1087" name="Google Shape;1087;p242"/>
          <p:cNvSpPr txBox="1"/>
          <p:nvPr>
            <p:ph idx="12" type="sldNum"/>
          </p:nvPr>
        </p:nvSpPr>
        <p:spPr>
          <a:xfrm>
            <a:off x="8572500" y="5080004"/>
            <a:ext cx="571500" cy="635100"/>
          </a:xfrm>
          <a:prstGeom prst="rect">
            <a:avLst/>
          </a:prstGeom>
          <a:noFill/>
          <a:ln>
            <a:noFill/>
          </a:ln>
        </p:spPr>
        <p:txBody>
          <a:bodyPr anchorCtr="0" anchor="t" bIns="94800" lIns="94800" spcFirstLastPara="1" rIns="94800" wrap="square" tIns="94800">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088" name="Google Shape;1088;p242"/>
          <p:cNvSpPr txBox="1"/>
          <p:nvPr>
            <p:ph type="title"/>
          </p:nvPr>
        </p:nvSpPr>
        <p:spPr>
          <a:xfrm>
            <a:off x="457200" y="507990"/>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Tree>
  </p:cSld>
  <p:clrMapOvr>
    <a:masterClrMapping/>
  </p:clrMapOvr>
</p:sldLayout>
</file>

<file path=ppt/slideLayouts/slideLayout2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9">
    <p:spTree>
      <p:nvGrpSpPr>
        <p:cNvPr id="1089" name="Shape 1089"/>
        <p:cNvGrpSpPr/>
        <p:nvPr/>
      </p:nvGrpSpPr>
      <p:grpSpPr>
        <a:xfrm>
          <a:off x="0" y="0"/>
          <a:ext cx="0" cy="0"/>
          <a:chOff x="0" y="0"/>
          <a:chExt cx="0" cy="0"/>
        </a:xfrm>
      </p:grpSpPr>
      <p:sp>
        <p:nvSpPr>
          <p:cNvPr id="1090" name="Google Shape;1090;p243"/>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2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p:cSld name="TITLE_ONLY_10">
    <p:spTree>
      <p:nvGrpSpPr>
        <p:cNvPr id="1091" name="Shape 1091"/>
        <p:cNvGrpSpPr/>
        <p:nvPr/>
      </p:nvGrpSpPr>
      <p:grpSpPr>
        <a:xfrm>
          <a:off x="0" y="0"/>
          <a:ext cx="0" cy="0"/>
          <a:chOff x="0" y="0"/>
          <a:chExt cx="0" cy="0"/>
        </a:xfrm>
      </p:grpSpPr>
      <p:sp>
        <p:nvSpPr>
          <p:cNvPr id="1092" name="Google Shape;1092;p244"/>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2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Body 3">
  <p:cSld name="Title + Body 1_3">
    <p:spTree>
      <p:nvGrpSpPr>
        <p:cNvPr id="1093" name="Shape 1093"/>
        <p:cNvGrpSpPr/>
        <p:nvPr/>
      </p:nvGrpSpPr>
      <p:grpSpPr>
        <a:xfrm>
          <a:off x="0" y="0"/>
          <a:ext cx="0" cy="0"/>
          <a:chOff x="0" y="0"/>
          <a:chExt cx="0" cy="0"/>
        </a:xfrm>
      </p:grpSpPr>
      <p:sp>
        <p:nvSpPr>
          <p:cNvPr id="1094" name="Google Shape;1094;p245"/>
          <p:cNvSpPr txBox="1"/>
          <p:nvPr>
            <p:ph type="title"/>
          </p:nvPr>
        </p:nvSpPr>
        <p:spPr>
          <a:xfrm>
            <a:off x="457200" y="1694917"/>
            <a:ext cx="41148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1095" name="Google Shape;1095;p245"/>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096" name="Google Shape;1096;p245"/>
          <p:cNvSpPr txBox="1"/>
          <p:nvPr>
            <p:ph idx="2"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097" name="Google Shape;1097;p245"/>
          <p:cNvSpPr txBox="1"/>
          <p:nvPr>
            <p:ph idx="3" type="body"/>
          </p:nvPr>
        </p:nvSpPr>
        <p:spPr>
          <a:xfrm>
            <a:off x="457200" y="2139583"/>
            <a:ext cx="41148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2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Body 4">
  <p:cSld name="Title + Body 1_4">
    <p:spTree>
      <p:nvGrpSpPr>
        <p:cNvPr id="1098" name="Shape 1098"/>
        <p:cNvGrpSpPr/>
        <p:nvPr/>
      </p:nvGrpSpPr>
      <p:grpSpPr>
        <a:xfrm>
          <a:off x="0" y="0"/>
          <a:ext cx="0" cy="0"/>
          <a:chOff x="0" y="0"/>
          <a:chExt cx="0" cy="0"/>
        </a:xfrm>
      </p:grpSpPr>
      <p:sp>
        <p:nvSpPr>
          <p:cNvPr id="1099" name="Google Shape;1099;p246"/>
          <p:cNvSpPr txBox="1"/>
          <p:nvPr>
            <p:ph type="title"/>
          </p:nvPr>
        </p:nvSpPr>
        <p:spPr>
          <a:xfrm>
            <a:off x="457200" y="1694917"/>
            <a:ext cx="4114800" cy="4449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1100" name="Google Shape;1100;p246"/>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101" name="Google Shape;1101;p246"/>
          <p:cNvSpPr txBox="1"/>
          <p:nvPr>
            <p:ph idx="2"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1102" name="Google Shape;1102;p246"/>
          <p:cNvSpPr txBox="1"/>
          <p:nvPr>
            <p:ph idx="3" type="body"/>
          </p:nvPr>
        </p:nvSpPr>
        <p:spPr>
          <a:xfrm>
            <a:off x="457200" y="2139583"/>
            <a:ext cx="41148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2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1 3">
  <p:cSld name="TITLE_AND_BODY_3_3">
    <p:spTree>
      <p:nvGrpSpPr>
        <p:cNvPr id="1103" name="Shape 1103"/>
        <p:cNvGrpSpPr/>
        <p:nvPr/>
      </p:nvGrpSpPr>
      <p:grpSpPr>
        <a:xfrm>
          <a:off x="0" y="0"/>
          <a:ext cx="0" cy="0"/>
          <a:chOff x="0" y="0"/>
          <a:chExt cx="0" cy="0"/>
        </a:xfrm>
      </p:grpSpPr>
      <p:sp>
        <p:nvSpPr>
          <p:cNvPr id="1104" name="Google Shape;1104;p247"/>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105" name="Google Shape;1105;p247"/>
          <p:cNvSpPr txBox="1"/>
          <p:nvPr>
            <p:ph type="title"/>
          </p:nvPr>
        </p:nvSpPr>
        <p:spPr>
          <a:xfrm>
            <a:off x="571500" y="889000"/>
            <a:ext cx="30897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9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900">
                <a:solidFill>
                  <a:schemeClr val="dk1"/>
                </a:solidFill>
              </a:defRPr>
            </a:lvl2pPr>
            <a:lvl3pPr lvl="2" algn="l">
              <a:lnSpc>
                <a:spcPct val="115000"/>
              </a:lnSpc>
              <a:spcBef>
                <a:spcPts val="0"/>
              </a:spcBef>
              <a:spcAft>
                <a:spcPts val="0"/>
              </a:spcAft>
              <a:buClr>
                <a:schemeClr val="dk1"/>
              </a:buClr>
              <a:buSzPts val="1400"/>
              <a:buNone/>
              <a:defRPr sz="1900">
                <a:solidFill>
                  <a:schemeClr val="dk1"/>
                </a:solidFill>
              </a:defRPr>
            </a:lvl3pPr>
            <a:lvl4pPr lvl="3" algn="l">
              <a:lnSpc>
                <a:spcPct val="115000"/>
              </a:lnSpc>
              <a:spcBef>
                <a:spcPts val="0"/>
              </a:spcBef>
              <a:spcAft>
                <a:spcPts val="0"/>
              </a:spcAft>
              <a:buClr>
                <a:schemeClr val="dk1"/>
              </a:buClr>
              <a:buSzPts val="1400"/>
              <a:buNone/>
              <a:defRPr sz="1900">
                <a:solidFill>
                  <a:schemeClr val="dk1"/>
                </a:solidFill>
              </a:defRPr>
            </a:lvl4pPr>
            <a:lvl5pPr lvl="4" algn="l">
              <a:lnSpc>
                <a:spcPct val="115000"/>
              </a:lnSpc>
              <a:spcBef>
                <a:spcPts val="0"/>
              </a:spcBef>
              <a:spcAft>
                <a:spcPts val="0"/>
              </a:spcAft>
              <a:buClr>
                <a:schemeClr val="dk1"/>
              </a:buClr>
              <a:buSzPts val="1400"/>
              <a:buNone/>
              <a:defRPr sz="1900">
                <a:solidFill>
                  <a:schemeClr val="dk1"/>
                </a:solidFill>
              </a:defRPr>
            </a:lvl5pPr>
            <a:lvl6pPr lvl="5" algn="l">
              <a:lnSpc>
                <a:spcPct val="115000"/>
              </a:lnSpc>
              <a:spcBef>
                <a:spcPts val="0"/>
              </a:spcBef>
              <a:spcAft>
                <a:spcPts val="0"/>
              </a:spcAft>
              <a:buClr>
                <a:schemeClr val="dk1"/>
              </a:buClr>
              <a:buSzPts val="1400"/>
              <a:buNone/>
              <a:defRPr sz="1900">
                <a:solidFill>
                  <a:schemeClr val="dk1"/>
                </a:solidFill>
              </a:defRPr>
            </a:lvl6pPr>
            <a:lvl7pPr lvl="6" algn="l">
              <a:lnSpc>
                <a:spcPct val="115000"/>
              </a:lnSpc>
              <a:spcBef>
                <a:spcPts val="0"/>
              </a:spcBef>
              <a:spcAft>
                <a:spcPts val="0"/>
              </a:spcAft>
              <a:buClr>
                <a:schemeClr val="dk1"/>
              </a:buClr>
              <a:buSzPts val="1400"/>
              <a:buNone/>
              <a:defRPr sz="1900">
                <a:solidFill>
                  <a:schemeClr val="dk1"/>
                </a:solidFill>
              </a:defRPr>
            </a:lvl7pPr>
            <a:lvl8pPr lvl="7" algn="l">
              <a:lnSpc>
                <a:spcPct val="115000"/>
              </a:lnSpc>
              <a:spcBef>
                <a:spcPts val="0"/>
              </a:spcBef>
              <a:spcAft>
                <a:spcPts val="0"/>
              </a:spcAft>
              <a:buClr>
                <a:schemeClr val="dk1"/>
              </a:buClr>
              <a:buSzPts val="1400"/>
              <a:buNone/>
              <a:defRPr sz="1900">
                <a:solidFill>
                  <a:schemeClr val="dk1"/>
                </a:solidFill>
              </a:defRPr>
            </a:lvl8pPr>
            <a:lvl9pPr lvl="8" algn="l">
              <a:lnSpc>
                <a:spcPct val="115000"/>
              </a:lnSpc>
              <a:spcBef>
                <a:spcPts val="0"/>
              </a:spcBef>
              <a:spcAft>
                <a:spcPts val="0"/>
              </a:spcAft>
              <a:buClr>
                <a:schemeClr val="dk1"/>
              </a:buClr>
              <a:buSzPts val="1400"/>
              <a:buNone/>
              <a:defRPr sz="1900">
                <a:solidFill>
                  <a:schemeClr val="dk1"/>
                </a:solidFill>
              </a:defRPr>
            </a:lvl9pPr>
          </a:lstStyle>
          <a:p/>
        </p:txBody>
      </p:sp>
      <p:sp>
        <p:nvSpPr>
          <p:cNvPr id="1106" name="Google Shape;1106;p247"/>
          <p:cNvSpPr txBox="1"/>
          <p:nvPr>
            <p:ph idx="1" type="body"/>
          </p:nvPr>
        </p:nvSpPr>
        <p:spPr>
          <a:xfrm>
            <a:off x="571500" y="1905000"/>
            <a:ext cx="30897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2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column 3">
  <p:cSld name="ONE_COLUMN_TEXT_3">
    <p:spTree>
      <p:nvGrpSpPr>
        <p:cNvPr id="1107" name="Shape 1107"/>
        <p:cNvGrpSpPr/>
        <p:nvPr/>
      </p:nvGrpSpPr>
      <p:grpSpPr>
        <a:xfrm>
          <a:off x="0" y="0"/>
          <a:ext cx="0" cy="0"/>
          <a:chOff x="0" y="0"/>
          <a:chExt cx="0" cy="0"/>
        </a:xfrm>
      </p:grpSpPr>
      <p:sp>
        <p:nvSpPr>
          <p:cNvPr id="1108" name="Google Shape;1108;p248"/>
          <p:cNvSpPr txBox="1"/>
          <p:nvPr>
            <p:ph type="title"/>
          </p:nvPr>
        </p:nvSpPr>
        <p:spPr>
          <a:xfrm>
            <a:off x="457200" y="518667"/>
            <a:ext cx="3204600" cy="1005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1109" name="Google Shape;1109;p248"/>
          <p:cNvSpPr txBox="1"/>
          <p:nvPr>
            <p:ph idx="1" type="body"/>
          </p:nvPr>
        </p:nvSpPr>
        <p:spPr>
          <a:xfrm>
            <a:off x="457200" y="1524417"/>
            <a:ext cx="32046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307">
          <p15:clr>
            <a:srgbClr val="E46962"/>
          </p15:clr>
        </p15:guide>
      </p15:sldGuideLst>
    </p:ext>
  </p:extLst>
</p:sldLayout>
</file>

<file path=ppt/slideLayouts/slideLayout2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7">
  <p:cSld name="TITLE_ONLY_11">
    <p:spTree>
      <p:nvGrpSpPr>
        <p:cNvPr id="1110" name="Shape 1110"/>
        <p:cNvGrpSpPr/>
        <p:nvPr/>
      </p:nvGrpSpPr>
      <p:grpSpPr>
        <a:xfrm>
          <a:off x="0" y="0"/>
          <a:ext cx="0" cy="0"/>
          <a:chOff x="0" y="0"/>
          <a:chExt cx="0" cy="0"/>
        </a:xfrm>
      </p:grpSpPr>
      <p:sp>
        <p:nvSpPr>
          <p:cNvPr id="1111" name="Google Shape;1111;p249"/>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2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3">
  <p:cSld name="BLANK_1_1_1_1_2_1">
    <p:spTree>
      <p:nvGrpSpPr>
        <p:cNvPr id="1112" name="Shape 1112"/>
        <p:cNvGrpSpPr/>
        <p:nvPr/>
      </p:nvGrpSpPr>
      <p:grpSpPr>
        <a:xfrm>
          <a:off x="0" y="0"/>
          <a:ext cx="0" cy="0"/>
          <a:chOff x="0" y="0"/>
          <a:chExt cx="0" cy="0"/>
        </a:xfrm>
      </p:grpSpPr>
      <p:sp>
        <p:nvSpPr>
          <p:cNvPr id="1113" name="Google Shape;1113;p250"/>
          <p:cNvSpPr txBox="1"/>
          <p:nvPr>
            <p:ph type="title"/>
          </p:nvPr>
        </p:nvSpPr>
        <p:spPr>
          <a:xfrm>
            <a:off x="284850" y="317667"/>
            <a:ext cx="6423900" cy="6531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1114" name="Google Shape;1114;p250"/>
          <p:cNvSpPr txBox="1"/>
          <p:nvPr>
            <p:ph idx="12" type="sldNum"/>
          </p:nvPr>
        </p:nvSpPr>
        <p:spPr>
          <a:xfrm>
            <a:off x="8308150" y="5313473"/>
            <a:ext cx="548700" cy="84600"/>
          </a:xfrm>
          <a:prstGeom prst="rect">
            <a:avLst/>
          </a:prstGeom>
          <a:noFill/>
          <a:ln>
            <a:noFill/>
          </a:ln>
        </p:spPr>
        <p:txBody>
          <a:bodyPr anchorCtr="0" anchor="ctr" bIns="91425" lIns="91425" spcFirstLastPara="1" rIns="91425" wrap="square" tIns="91425">
            <a:noAutofit/>
          </a:bodyPr>
          <a:lstStyle>
            <a:lvl1pPr lvl="0" algn="r">
              <a:buNone/>
              <a:defRPr/>
            </a:lvl1pPr>
            <a:lvl2pPr lvl="1" algn="r">
              <a:buNone/>
              <a:defRPr/>
            </a:lvl2pPr>
            <a:lvl3pPr lvl="2" algn="r">
              <a:buNone/>
              <a:defRPr/>
            </a:lvl3pPr>
            <a:lvl4pPr lvl="3" algn="r">
              <a:buNone/>
              <a:defRPr/>
            </a:lvl4pPr>
            <a:lvl5pPr lvl="4" algn="r">
              <a:buNone/>
              <a:defRPr/>
            </a:lvl5pPr>
            <a:lvl6pPr lvl="5" algn="r">
              <a:buNone/>
              <a:defRPr/>
            </a:lvl6pPr>
            <a:lvl7pPr lvl="6" algn="r">
              <a:buNone/>
              <a:defRPr/>
            </a:lvl7pPr>
            <a:lvl8pPr lvl="7" algn="r">
              <a:buNone/>
              <a:defRPr/>
            </a:lvl8pPr>
            <a:lvl9pPr lvl="8" algn="r">
              <a:buNone/>
              <a:defRPr/>
            </a:lvl9pPr>
          </a:lstStyle>
          <a:p>
            <a:pPr indent="0" lvl="0" marL="0" rtl="0" algn="r">
              <a:spcBef>
                <a:spcPts val="0"/>
              </a:spcBef>
              <a:spcAft>
                <a:spcPts val="0"/>
              </a:spcAft>
              <a:buNone/>
            </a:pPr>
            <a:fld id="{00000000-1234-1234-1234-123412341234}" type="slidenum">
              <a:rPr lang="en"/>
              <a:t>‹#›</a:t>
            </a:fld>
            <a:endParaRPr/>
          </a:p>
        </p:txBody>
      </p:sp>
      <p:sp>
        <p:nvSpPr>
          <p:cNvPr id="1115" name="Google Shape;1115;p250"/>
          <p:cNvSpPr txBox="1"/>
          <p:nvPr>
            <p:ph idx="2" type="title"/>
          </p:nvPr>
        </p:nvSpPr>
        <p:spPr>
          <a:xfrm>
            <a:off x="4629750" y="5309972"/>
            <a:ext cx="1328400" cy="84600"/>
          </a:xfrm>
          <a:prstGeom prst="rect">
            <a:avLst/>
          </a:prstGeom>
        </p:spPr>
        <p:txBody>
          <a:bodyPr anchorCtr="0" anchor="ctr" bIns="0" lIns="0" spcFirstLastPara="1" rIns="0" wrap="square" tIns="0">
            <a:spAutoFit/>
          </a:bodyPr>
          <a:lstStyle>
            <a:lvl1pPr lvl="0">
              <a:spcBef>
                <a:spcPts val="0"/>
              </a:spcBef>
              <a:spcAft>
                <a:spcPts val="0"/>
              </a:spcAft>
              <a:buSzPts val="600"/>
              <a:buFont typeface="Inter"/>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1116" name="Google Shape;1116;p250"/>
          <p:cNvSpPr txBox="1"/>
          <p:nvPr>
            <p:ph idx="3" type="title"/>
          </p:nvPr>
        </p:nvSpPr>
        <p:spPr>
          <a:xfrm>
            <a:off x="6086100" y="5309972"/>
            <a:ext cx="1328400" cy="84600"/>
          </a:xfrm>
          <a:prstGeom prst="rect">
            <a:avLst/>
          </a:prstGeom>
        </p:spPr>
        <p:txBody>
          <a:bodyPr anchorCtr="0" anchor="ctr" bIns="0" lIns="0" spcFirstLastPara="1" rIns="0" wrap="square" tIns="0">
            <a:spAutoFit/>
          </a:bodyPr>
          <a:lstStyle>
            <a:lvl1pPr lvl="0">
              <a:spcBef>
                <a:spcPts val="0"/>
              </a:spcBef>
              <a:spcAft>
                <a:spcPts val="0"/>
              </a:spcAft>
              <a:buSzPts val="600"/>
              <a:buFont typeface="Inter"/>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Tree>
  </p:cSld>
  <p:clrMapOvr>
    <a:masterClrMapping/>
  </p:clrMapOvr>
</p:sldLayout>
</file>

<file path=ppt/slideLayouts/slideLayout2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3">
  <p:cSld name="TITLE_AND_BODY_7">
    <p:spTree>
      <p:nvGrpSpPr>
        <p:cNvPr id="1117" name="Shape 1117"/>
        <p:cNvGrpSpPr/>
        <p:nvPr/>
      </p:nvGrpSpPr>
      <p:grpSpPr>
        <a:xfrm>
          <a:off x="0" y="0"/>
          <a:ext cx="0" cy="0"/>
          <a:chOff x="0" y="0"/>
          <a:chExt cx="0" cy="0"/>
        </a:xfrm>
      </p:grpSpPr>
      <p:sp>
        <p:nvSpPr>
          <p:cNvPr id="1118" name="Google Shape;1118;p251"/>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1119" name="Google Shape;1119;p251"/>
          <p:cNvSpPr txBox="1"/>
          <p:nvPr>
            <p:ph idx="1" type="body"/>
          </p:nvPr>
        </p:nvSpPr>
        <p:spPr>
          <a:xfrm>
            <a:off x="457200" y="1524417"/>
            <a:ext cx="41052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2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8">
  <p:cSld name="TITLE_ONLY_12">
    <p:spTree>
      <p:nvGrpSpPr>
        <p:cNvPr id="1120" name="Shape 1120"/>
        <p:cNvGrpSpPr/>
        <p:nvPr/>
      </p:nvGrpSpPr>
      <p:grpSpPr>
        <a:xfrm>
          <a:off x="0" y="0"/>
          <a:ext cx="0" cy="0"/>
          <a:chOff x="0" y="0"/>
          <a:chExt cx="0" cy="0"/>
        </a:xfrm>
      </p:grpSpPr>
      <p:sp>
        <p:nvSpPr>
          <p:cNvPr id="1121" name="Google Shape;1121;p252"/>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2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two columns 1">
  <p:cSld name="Chapter title and two columns_1">
    <p:spTree>
      <p:nvGrpSpPr>
        <p:cNvPr id="1122" name="Shape 1122"/>
        <p:cNvGrpSpPr/>
        <p:nvPr/>
      </p:nvGrpSpPr>
      <p:grpSpPr>
        <a:xfrm>
          <a:off x="0" y="0"/>
          <a:ext cx="0" cy="0"/>
          <a:chOff x="0" y="0"/>
          <a:chExt cx="0" cy="0"/>
        </a:xfrm>
      </p:grpSpPr>
      <p:sp>
        <p:nvSpPr>
          <p:cNvPr id="1123" name="Google Shape;1123;p253"/>
          <p:cNvSpPr txBox="1"/>
          <p:nvPr>
            <p:ph type="title"/>
          </p:nvPr>
        </p:nvSpPr>
        <p:spPr>
          <a:xfrm>
            <a:off x="457200" y="1525575"/>
            <a:ext cx="36615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124" name="Google Shape;1124;p253"/>
          <p:cNvSpPr txBox="1"/>
          <p:nvPr>
            <p:ph idx="1" type="body"/>
          </p:nvPr>
        </p:nvSpPr>
        <p:spPr>
          <a:xfrm>
            <a:off x="457200" y="2139575"/>
            <a:ext cx="36615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1125" name="Google Shape;1125;p253"/>
          <p:cNvSpPr txBox="1"/>
          <p:nvPr>
            <p:ph idx="2"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
        <p:nvSpPr>
          <p:cNvPr id="1126" name="Google Shape;1126;p253"/>
          <p:cNvSpPr txBox="1"/>
          <p:nvPr>
            <p:ph idx="3" type="title"/>
          </p:nvPr>
        </p:nvSpPr>
        <p:spPr>
          <a:xfrm>
            <a:off x="4561700" y="1525575"/>
            <a:ext cx="36615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127" name="Google Shape;1127;p253"/>
          <p:cNvSpPr txBox="1"/>
          <p:nvPr>
            <p:ph idx="4" type="body"/>
          </p:nvPr>
        </p:nvSpPr>
        <p:spPr>
          <a:xfrm>
            <a:off x="4561700" y="2139575"/>
            <a:ext cx="36615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Tree>
  </p:cSld>
  <p:clrMapOvr>
    <a:masterClrMapping/>
  </p:clrMapOvr>
</p:sldLayout>
</file>

<file path=ppt/slideLayouts/slideLayout2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1">
  <p:cSld name="TITLE_ONLY_6_1">
    <p:spTree>
      <p:nvGrpSpPr>
        <p:cNvPr id="1128" name="Shape 1128"/>
        <p:cNvGrpSpPr/>
        <p:nvPr/>
      </p:nvGrpSpPr>
      <p:grpSpPr>
        <a:xfrm>
          <a:off x="0" y="0"/>
          <a:ext cx="0" cy="0"/>
          <a:chOff x="0" y="0"/>
          <a:chExt cx="0" cy="0"/>
        </a:xfrm>
      </p:grpSpPr>
      <p:sp>
        <p:nvSpPr>
          <p:cNvPr id="1129" name="Google Shape;1129;p254"/>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2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7 1">
  <p:cSld name="TITLE_ONLY_7_1">
    <p:spTree>
      <p:nvGrpSpPr>
        <p:cNvPr id="1130" name="Shape 1130"/>
        <p:cNvGrpSpPr/>
        <p:nvPr/>
      </p:nvGrpSpPr>
      <p:grpSpPr>
        <a:xfrm>
          <a:off x="0" y="0"/>
          <a:ext cx="0" cy="0"/>
          <a:chOff x="0" y="0"/>
          <a:chExt cx="0" cy="0"/>
        </a:xfrm>
      </p:grpSpPr>
      <p:sp>
        <p:nvSpPr>
          <p:cNvPr id="1131" name="Google Shape;1131;p255"/>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2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1 1">
  <p:cSld name="Title + Subtitle_1_1">
    <p:spTree>
      <p:nvGrpSpPr>
        <p:cNvPr id="1132" name="Shape 1132"/>
        <p:cNvGrpSpPr/>
        <p:nvPr/>
      </p:nvGrpSpPr>
      <p:grpSpPr>
        <a:xfrm>
          <a:off x="0" y="0"/>
          <a:ext cx="0" cy="0"/>
          <a:chOff x="0" y="0"/>
          <a:chExt cx="0" cy="0"/>
        </a:xfrm>
      </p:grpSpPr>
      <p:sp>
        <p:nvSpPr>
          <p:cNvPr id="1133" name="Google Shape;1133;p256"/>
          <p:cNvSpPr txBox="1"/>
          <p:nvPr>
            <p:ph idx="1" type="subTitle"/>
          </p:nvPr>
        </p:nvSpPr>
        <p:spPr>
          <a:xfrm>
            <a:off x="457200" y="457175"/>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134" name="Google Shape;1134;p256"/>
          <p:cNvSpPr txBox="1"/>
          <p:nvPr>
            <p:ph type="title"/>
          </p:nvPr>
        </p:nvSpPr>
        <p:spPr>
          <a:xfrm>
            <a:off x="457200" y="891285"/>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2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4">
  <p:cSld name="TITLE_AND_BODY_8">
    <p:spTree>
      <p:nvGrpSpPr>
        <p:cNvPr id="1135" name="Shape 1135"/>
        <p:cNvGrpSpPr/>
        <p:nvPr/>
      </p:nvGrpSpPr>
      <p:grpSpPr>
        <a:xfrm>
          <a:off x="0" y="0"/>
          <a:ext cx="0" cy="0"/>
          <a:chOff x="0" y="0"/>
          <a:chExt cx="0" cy="0"/>
        </a:xfrm>
      </p:grpSpPr>
      <p:sp>
        <p:nvSpPr>
          <p:cNvPr id="1136" name="Google Shape;1136;p257"/>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1137" name="Google Shape;1137;p257"/>
          <p:cNvSpPr txBox="1"/>
          <p:nvPr>
            <p:ph idx="1" type="body"/>
          </p:nvPr>
        </p:nvSpPr>
        <p:spPr>
          <a:xfrm>
            <a:off x="457200" y="1524417"/>
            <a:ext cx="41052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2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1">
  <p:cSld name="TITLE_ONLY_4">
    <p:spTree>
      <p:nvGrpSpPr>
        <p:cNvPr id="1138" name="Shape 1138"/>
        <p:cNvGrpSpPr/>
        <p:nvPr/>
      </p:nvGrpSpPr>
      <p:grpSpPr>
        <a:xfrm>
          <a:off x="0" y="0"/>
          <a:ext cx="0" cy="0"/>
          <a:chOff x="0" y="0"/>
          <a:chExt cx="0" cy="0"/>
        </a:xfrm>
      </p:grpSpPr>
      <p:sp>
        <p:nvSpPr>
          <p:cNvPr id="1139" name="Google Shape;1139;p258"/>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2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1140" name="Shape 1140"/>
        <p:cNvGrpSpPr/>
        <p:nvPr/>
      </p:nvGrpSpPr>
      <p:grpSpPr>
        <a:xfrm>
          <a:off x="0" y="0"/>
          <a:ext cx="0" cy="0"/>
          <a:chOff x="0" y="0"/>
          <a:chExt cx="0" cy="0"/>
        </a:xfrm>
      </p:grpSpPr>
      <p:pic>
        <p:nvPicPr>
          <p:cNvPr descr="preencoded.png" id="1141" name="Google Shape;1141;p259"/>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1142" name="Google Shape;1142;p259"/>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spTree>
      <p:nvGrpSpPr>
        <p:cNvPr id="1143" name="Shape 1143"/>
        <p:cNvGrpSpPr/>
        <p:nvPr/>
      </p:nvGrpSpPr>
      <p:grpSpPr>
        <a:xfrm>
          <a:off x="0" y="0"/>
          <a:ext cx="0" cy="0"/>
          <a:chOff x="0" y="0"/>
          <a:chExt cx="0" cy="0"/>
        </a:xfrm>
      </p:grpSpPr>
      <p:pic>
        <p:nvPicPr>
          <p:cNvPr descr="preencoded.png" id="1144" name="Google Shape;1144;p260"/>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1145" name="Google Shape;1145;p260"/>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spTree>
      <p:nvGrpSpPr>
        <p:cNvPr id="1146" name="Shape 1146"/>
        <p:cNvGrpSpPr/>
        <p:nvPr/>
      </p:nvGrpSpPr>
      <p:grpSpPr>
        <a:xfrm>
          <a:off x="0" y="0"/>
          <a:ext cx="0" cy="0"/>
          <a:chOff x="0" y="0"/>
          <a:chExt cx="0" cy="0"/>
        </a:xfrm>
      </p:grpSpPr>
      <p:pic>
        <p:nvPicPr>
          <p:cNvPr descr="preencoded.png" id="1147" name="Google Shape;1147;p261"/>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1148" name="Google Shape;1148;p261"/>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52" name="Shape 1152"/>
        <p:cNvGrpSpPr/>
        <p:nvPr/>
      </p:nvGrpSpPr>
      <p:grpSpPr>
        <a:xfrm>
          <a:off x="0" y="0"/>
          <a:ext cx="0" cy="0"/>
          <a:chOff x="0" y="0"/>
          <a:chExt cx="0" cy="0"/>
        </a:xfrm>
      </p:grpSpPr>
      <p:pic>
        <p:nvPicPr>
          <p:cNvPr id="1153" name="Google Shape;1153;p263" title="Mesh Holographic Gradients - Dark Gradient 22.png"/>
          <p:cNvPicPr preferRelativeResize="0"/>
          <p:nvPr/>
        </p:nvPicPr>
        <p:blipFill rotWithShape="1">
          <a:blip r:embed="rId2">
            <a:alphaModFix/>
          </a:blip>
          <a:srcRect b="0" l="0" r="9999" t="0"/>
          <a:stretch/>
        </p:blipFill>
        <p:spPr>
          <a:xfrm>
            <a:off x="0" y="0"/>
            <a:ext cx="9143997" cy="5715000"/>
          </a:xfrm>
          <a:prstGeom prst="rect">
            <a:avLst/>
          </a:prstGeom>
          <a:noFill/>
          <a:ln>
            <a:noFill/>
          </a:ln>
        </p:spPr>
      </p:pic>
      <p:pic>
        <p:nvPicPr>
          <p:cNvPr id="1154" name="Google Shape;1154;p263"/>
          <p:cNvPicPr preferRelativeResize="0"/>
          <p:nvPr/>
        </p:nvPicPr>
        <p:blipFill rotWithShape="1">
          <a:blip r:embed="rId3">
            <a:alphaModFix/>
          </a:blip>
          <a:srcRect b="0" l="0" r="0" t="0"/>
          <a:stretch/>
        </p:blipFill>
        <p:spPr>
          <a:xfrm>
            <a:off x="457200" y="457209"/>
            <a:ext cx="316413" cy="390600"/>
          </a:xfrm>
          <a:prstGeom prst="rect">
            <a:avLst/>
          </a:prstGeom>
          <a:noFill/>
          <a:ln>
            <a:noFill/>
          </a:ln>
        </p:spPr>
      </p:pic>
      <p:sp>
        <p:nvSpPr>
          <p:cNvPr id="1155" name="Google Shape;1155;p263"/>
          <p:cNvSpPr/>
          <p:nvPr/>
        </p:nvSpPr>
        <p:spPr>
          <a:xfrm>
            <a:off x="984762" y="561375"/>
            <a:ext cx="203100" cy="225600"/>
          </a:xfrm>
          <a:prstGeom prst="plus">
            <a:avLst>
              <a:gd fmla="val 43366" name="adj"/>
            </a:avLst>
          </a:prstGeom>
          <a:solidFill>
            <a:srgbClr val="60A5FA"/>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Lato"/>
              <a:ea typeface="Lato"/>
              <a:cs typeface="Lato"/>
              <a:sym typeface="Lato"/>
            </a:endParaRPr>
          </a:p>
        </p:txBody>
      </p:sp>
      <p:sp>
        <p:nvSpPr>
          <p:cNvPr id="1156" name="Google Shape;1156;p263"/>
          <p:cNvSpPr txBox="1"/>
          <p:nvPr/>
        </p:nvSpPr>
        <p:spPr>
          <a:xfrm>
            <a:off x="8081975" y="4984033"/>
            <a:ext cx="614100" cy="2463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lang="en" sz="1600">
                <a:solidFill>
                  <a:schemeClr val="accent4"/>
                </a:solidFill>
                <a:latin typeface="Poppins Medium"/>
                <a:ea typeface="Poppins Medium"/>
                <a:cs typeface="Poppins Medium"/>
                <a:sym typeface="Poppins Medium"/>
              </a:rPr>
              <a:t>2025</a:t>
            </a:r>
            <a:endParaRPr sz="1600">
              <a:solidFill>
                <a:schemeClr val="accent4"/>
              </a:solidFill>
              <a:latin typeface="Poppins Medium"/>
              <a:ea typeface="Poppins Medium"/>
              <a:cs typeface="Poppins Medium"/>
              <a:sym typeface="Poppins Medium"/>
            </a:endParaRPr>
          </a:p>
        </p:txBody>
      </p:sp>
      <p:sp>
        <p:nvSpPr>
          <p:cNvPr id="1157" name="Google Shape;1157;p263"/>
          <p:cNvSpPr txBox="1"/>
          <p:nvPr>
            <p:ph type="title"/>
          </p:nvPr>
        </p:nvSpPr>
        <p:spPr>
          <a:xfrm>
            <a:off x="457200" y="3038000"/>
            <a:ext cx="6862800" cy="1734900"/>
          </a:xfrm>
          <a:prstGeom prst="rect">
            <a:avLst/>
          </a:prstGeom>
        </p:spPr>
        <p:txBody>
          <a:bodyPr anchorCtr="0" anchor="b"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158" name="Google Shape;1158;p263"/>
          <p:cNvSpPr txBox="1"/>
          <p:nvPr>
            <p:ph idx="1" type="subTitle"/>
          </p:nvPr>
        </p:nvSpPr>
        <p:spPr>
          <a:xfrm>
            <a:off x="457200" y="4823700"/>
            <a:ext cx="68628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Tree>
  </p:cSld>
  <p:clrMapOvr>
    <a:masterClrMapping/>
  </p:clrMapOvr>
</p:sldLayout>
</file>

<file path=ppt/slideLayouts/slideLayout2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rtification covers">
  <p:cSld name="TITLE_1">
    <p:spTree>
      <p:nvGrpSpPr>
        <p:cNvPr id="1159" name="Shape 1159"/>
        <p:cNvGrpSpPr/>
        <p:nvPr/>
      </p:nvGrpSpPr>
      <p:grpSpPr>
        <a:xfrm>
          <a:off x="0" y="0"/>
          <a:ext cx="0" cy="0"/>
          <a:chOff x="0" y="0"/>
          <a:chExt cx="0" cy="0"/>
        </a:xfrm>
      </p:grpSpPr>
      <p:pic>
        <p:nvPicPr>
          <p:cNvPr id="1160" name="Google Shape;1160;p264" title="Mesh Holographic Gradients - Dark Gradient 22.png"/>
          <p:cNvPicPr preferRelativeResize="0"/>
          <p:nvPr/>
        </p:nvPicPr>
        <p:blipFill rotWithShape="1">
          <a:blip r:embed="rId2">
            <a:alphaModFix/>
          </a:blip>
          <a:srcRect b="0" l="0" r="9999" t="0"/>
          <a:stretch/>
        </p:blipFill>
        <p:spPr>
          <a:xfrm flipH="1" rot="10800000">
            <a:off x="0" y="0"/>
            <a:ext cx="9144003" cy="5715000"/>
          </a:xfrm>
          <a:prstGeom prst="rect">
            <a:avLst/>
          </a:prstGeom>
          <a:noFill/>
          <a:ln>
            <a:noFill/>
          </a:ln>
        </p:spPr>
      </p:pic>
      <p:pic>
        <p:nvPicPr>
          <p:cNvPr id="1161" name="Google Shape;1161;p264"/>
          <p:cNvPicPr preferRelativeResize="0"/>
          <p:nvPr/>
        </p:nvPicPr>
        <p:blipFill rotWithShape="1">
          <a:blip r:embed="rId3">
            <a:alphaModFix/>
          </a:blip>
          <a:srcRect b="0" l="0" r="0" t="0"/>
          <a:stretch/>
        </p:blipFill>
        <p:spPr>
          <a:xfrm>
            <a:off x="457200" y="531584"/>
            <a:ext cx="316413" cy="390600"/>
          </a:xfrm>
          <a:prstGeom prst="rect">
            <a:avLst/>
          </a:prstGeom>
          <a:noFill/>
          <a:ln>
            <a:noFill/>
          </a:ln>
        </p:spPr>
      </p:pic>
      <p:sp>
        <p:nvSpPr>
          <p:cNvPr id="1162" name="Google Shape;1162;p264"/>
          <p:cNvSpPr txBox="1"/>
          <p:nvPr>
            <p:ph type="title"/>
          </p:nvPr>
        </p:nvSpPr>
        <p:spPr>
          <a:xfrm>
            <a:off x="457200" y="3038000"/>
            <a:ext cx="6862800" cy="1734900"/>
          </a:xfrm>
          <a:prstGeom prst="rect">
            <a:avLst/>
          </a:prstGeom>
        </p:spPr>
        <p:txBody>
          <a:bodyPr anchorCtr="0" anchor="b"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163" name="Google Shape;1163;p264"/>
          <p:cNvSpPr txBox="1"/>
          <p:nvPr>
            <p:ph idx="1" type="subTitle"/>
          </p:nvPr>
        </p:nvSpPr>
        <p:spPr>
          <a:xfrm>
            <a:off x="457200" y="4823700"/>
            <a:ext cx="68628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Tree>
  </p:cSld>
  <p:clrMapOvr>
    <a:masterClrMapping/>
  </p:clrMapOvr>
</p:sldLayout>
</file>

<file path=ppt/slideLayouts/slideLayout2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type="secHead">
  <p:cSld name="SECTION_HEADER">
    <p:spTree>
      <p:nvGrpSpPr>
        <p:cNvPr id="1164" name="Shape 1164"/>
        <p:cNvGrpSpPr/>
        <p:nvPr/>
      </p:nvGrpSpPr>
      <p:grpSpPr>
        <a:xfrm>
          <a:off x="0" y="0"/>
          <a:ext cx="0" cy="0"/>
          <a:chOff x="0" y="0"/>
          <a:chExt cx="0" cy="0"/>
        </a:xfrm>
      </p:grpSpPr>
      <p:pic>
        <p:nvPicPr>
          <p:cNvPr id="1165" name="Google Shape;1165;p265" title="Mesh Holographic Gradients - Dark Gradient 22.png"/>
          <p:cNvPicPr preferRelativeResize="0"/>
          <p:nvPr/>
        </p:nvPicPr>
        <p:blipFill rotWithShape="1">
          <a:blip r:embed="rId2">
            <a:alphaModFix/>
          </a:blip>
          <a:srcRect b="0" l="0" r="9999" t="0"/>
          <a:stretch/>
        </p:blipFill>
        <p:spPr>
          <a:xfrm>
            <a:off x="0" y="0"/>
            <a:ext cx="9144003" cy="5715000"/>
          </a:xfrm>
          <a:prstGeom prst="rect">
            <a:avLst/>
          </a:prstGeom>
          <a:noFill/>
          <a:ln>
            <a:noFill/>
          </a:ln>
        </p:spPr>
      </p:pic>
      <p:sp>
        <p:nvSpPr>
          <p:cNvPr id="1166" name="Google Shape;1166;p265"/>
          <p:cNvSpPr txBox="1"/>
          <p:nvPr>
            <p:ph type="title"/>
          </p:nvPr>
        </p:nvSpPr>
        <p:spPr>
          <a:xfrm>
            <a:off x="457200" y="4271667"/>
            <a:ext cx="5023800" cy="935400"/>
          </a:xfrm>
          <a:prstGeom prst="rect">
            <a:avLst/>
          </a:prstGeom>
        </p:spPr>
        <p:txBody>
          <a:bodyPr anchorCtr="0" anchor="b" bIns="0" lIns="0" spcFirstLastPara="1" rIns="0" wrap="square" tIns="0">
            <a:sp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Tree>
  </p:cSld>
  <p:clrMapOvr>
    <a:masterClrMapping/>
  </p:clrMapOvr>
</p:sldLayout>
</file>

<file path=ppt/slideLayouts/slideLayout2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eak slide">
  <p:cSld name="CUSTOM">
    <p:spTree>
      <p:nvGrpSpPr>
        <p:cNvPr id="1167" name="Shape 1167"/>
        <p:cNvGrpSpPr/>
        <p:nvPr/>
      </p:nvGrpSpPr>
      <p:grpSpPr>
        <a:xfrm>
          <a:off x="0" y="0"/>
          <a:ext cx="0" cy="0"/>
          <a:chOff x="0" y="0"/>
          <a:chExt cx="0" cy="0"/>
        </a:xfrm>
      </p:grpSpPr>
      <p:grpSp>
        <p:nvGrpSpPr>
          <p:cNvPr id="1168" name="Google Shape;1168;p266"/>
          <p:cNvGrpSpPr/>
          <p:nvPr/>
        </p:nvGrpSpPr>
        <p:grpSpPr>
          <a:xfrm>
            <a:off x="0" y="0"/>
            <a:ext cx="9143998" cy="5714776"/>
            <a:chOff x="0" y="-2"/>
            <a:chExt cx="10973237" cy="6858005"/>
          </a:xfrm>
        </p:grpSpPr>
        <p:pic>
          <p:nvPicPr>
            <p:cNvPr id="1169" name="Google Shape;1169;p266" title="Break.png"/>
            <p:cNvPicPr preferRelativeResize="0"/>
            <p:nvPr/>
          </p:nvPicPr>
          <p:blipFill rotWithShape="1">
            <a:blip r:embed="rId2">
              <a:alphaModFix/>
            </a:blip>
            <a:srcRect b="0" l="0" r="9999" t="0"/>
            <a:stretch/>
          </p:blipFill>
          <p:spPr>
            <a:xfrm>
              <a:off x="0" y="-2"/>
              <a:ext cx="10973237" cy="6858005"/>
            </a:xfrm>
            <a:prstGeom prst="rect">
              <a:avLst/>
            </a:prstGeom>
            <a:noFill/>
            <a:ln>
              <a:noFill/>
            </a:ln>
          </p:spPr>
        </p:pic>
        <p:pic>
          <p:nvPicPr>
            <p:cNvPr id="1170" name="Google Shape;1170;p266" title="Shapes01.png"/>
            <p:cNvPicPr preferRelativeResize="0"/>
            <p:nvPr/>
          </p:nvPicPr>
          <p:blipFill rotWithShape="1">
            <a:blip r:embed="rId3">
              <a:alphaModFix amt="64000"/>
            </a:blip>
            <a:srcRect b="0" l="0" r="9999" t="0"/>
            <a:stretch/>
          </p:blipFill>
          <p:spPr>
            <a:xfrm>
              <a:off x="0" y="-2"/>
              <a:ext cx="10973237" cy="6858005"/>
            </a:xfrm>
            <a:prstGeom prst="rect">
              <a:avLst/>
            </a:prstGeom>
            <a:noFill/>
            <a:ln>
              <a:noFill/>
            </a:ln>
          </p:spPr>
        </p:pic>
      </p:grpSp>
      <p:sp>
        <p:nvSpPr>
          <p:cNvPr id="1171" name="Google Shape;1171;p266"/>
          <p:cNvSpPr txBox="1"/>
          <p:nvPr/>
        </p:nvSpPr>
        <p:spPr>
          <a:xfrm>
            <a:off x="1367072" y="2080750"/>
            <a:ext cx="5486400" cy="738900"/>
          </a:xfrm>
          <a:prstGeom prst="rect">
            <a:avLst/>
          </a:prstGeom>
          <a:noFill/>
          <a:ln>
            <a:noFill/>
          </a:ln>
        </p:spPr>
        <p:txBody>
          <a:bodyPr anchorCtr="0" anchor="t" bIns="0" lIns="0" spcFirstLastPara="1" rIns="0" wrap="square" tIns="0">
            <a:spAutoFit/>
          </a:bodyPr>
          <a:lstStyle/>
          <a:p>
            <a:pPr indent="-304800" lvl="0" marL="0" marR="0" rtl="0" algn="l">
              <a:lnSpc>
                <a:spcPct val="100000"/>
              </a:lnSpc>
              <a:spcBef>
                <a:spcPts val="0"/>
              </a:spcBef>
              <a:spcAft>
                <a:spcPts val="0"/>
              </a:spcAft>
              <a:buClr>
                <a:schemeClr val="accent2"/>
              </a:buClr>
              <a:buSzPts val="4800"/>
              <a:buFont typeface="Poppins SemiBold"/>
              <a:buNone/>
            </a:pPr>
            <a:r>
              <a:rPr lang="en" sz="4800">
                <a:solidFill>
                  <a:schemeClr val="accent2"/>
                </a:solidFill>
                <a:latin typeface="Poppins SemiBold"/>
                <a:ea typeface="Poppins SemiBold"/>
                <a:cs typeface="Poppins SemiBold"/>
                <a:sym typeface="Poppins SemiBold"/>
              </a:rPr>
              <a:t>Break</a:t>
            </a:r>
            <a:endParaRPr sz="4800">
              <a:solidFill>
                <a:schemeClr val="accent2"/>
              </a:solidFill>
              <a:latin typeface="Poppins SemiBold"/>
              <a:ea typeface="Poppins SemiBold"/>
              <a:cs typeface="Poppins SemiBold"/>
              <a:sym typeface="Poppins SemiBold"/>
            </a:endParaRPr>
          </a:p>
        </p:txBody>
      </p:sp>
      <p:pic>
        <p:nvPicPr>
          <p:cNvPr id="1172" name="Google Shape;1172;p266"/>
          <p:cNvPicPr preferRelativeResize="0"/>
          <p:nvPr/>
        </p:nvPicPr>
        <p:blipFill rotWithShape="1">
          <a:blip r:embed="rId4">
            <a:alphaModFix/>
          </a:blip>
          <a:srcRect b="0" l="0" r="0" t="0"/>
          <a:stretch/>
        </p:blipFill>
        <p:spPr>
          <a:xfrm>
            <a:off x="1367087" y="2986403"/>
            <a:ext cx="277007" cy="276975"/>
          </a:xfrm>
          <a:prstGeom prst="rect">
            <a:avLst/>
          </a:prstGeom>
          <a:noFill/>
          <a:ln>
            <a:noFill/>
          </a:ln>
        </p:spPr>
      </p:pic>
      <p:sp>
        <p:nvSpPr>
          <p:cNvPr id="1173" name="Google Shape;1173;p266"/>
          <p:cNvSpPr txBox="1"/>
          <p:nvPr>
            <p:ph idx="1" type="body"/>
          </p:nvPr>
        </p:nvSpPr>
        <p:spPr>
          <a:xfrm>
            <a:off x="1810375" y="2900778"/>
            <a:ext cx="5043000" cy="479100"/>
          </a:xfrm>
          <a:prstGeom prst="rect">
            <a:avLst/>
          </a:prstGeom>
        </p:spPr>
        <p:txBody>
          <a:bodyPr anchorCtr="0" anchor="ctr" bIns="0" lIns="0" spcFirstLastPara="1" rIns="0" wrap="square" tIns="0">
            <a:sp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2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74" name="Shape 1174"/>
        <p:cNvGrpSpPr/>
        <p:nvPr/>
      </p:nvGrpSpPr>
      <p:grpSpPr>
        <a:xfrm>
          <a:off x="0" y="0"/>
          <a:ext cx="0" cy="0"/>
          <a:chOff x="0" y="0"/>
          <a:chExt cx="0" cy="0"/>
        </a:xfrm>
      </p:grpSpPr>
      <p:sp>
        <p:nvSpPr>
          <p:cNvPr id="1175" name="Google Shape;1175;p267"/>
          <p:cNvSpPr txBox="1"/>
          <p:nvPr>
            <p:ph idx="1" type="body"/>
          </p:nvPr>
        </p:nvSpPr>
        <p:spPr>
          <a:xfrm>
            <a:off x="457200" y="1524425"/>
            <a:ext cx="3650100" cy="3733500"/>
          </a:xfrm>
          <a:prstGeom prst="rect">
            <a:avLst/>
          </a:prstGeom>
        </p:spPr>
        <p:txBody>
          <a:bodyPr anchorCtr="0" anchor="t" bIns="0" lIns="0" spcFirstLastPara="1" rIns="0" wrap="square" tIns="0">
            <a:spAutoFit/>
          </a:bodyPr>
          <a:lstStyle>
            <a:lvl1pPr indent="-342900" lvl="0" marL="457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1pPr>
            <a:lvl2pPr indent="-342900" lvl="1" marL="914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2pPr>
            <a:lvl3pPr indent="-342900" lvl="2" marL="1371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3pPr>
            <a:lvl4pPr indent="-342900" lvl="3" marL="1828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4pPr>
            <a:lvl5pPr indent="-342900" lvl="4" marL="22860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5pPr>
            <a:lvl6pPr indent="-342900" lvl="5" marL="2743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6pPr>
            <a:lvl7pPr indent="-342900" lvl="6" marL="3200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7pPr>
            <a:lvl8pPr indent="-342900" lvl="7" marL="3657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8pPr>
            <a:lvl9pPr indent="-342900" lvl="8" marL="4114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9pPr>
          </a:lstStyle>
          <a:p/>
        </p:txBody>
      </p:sp>
      <p:sp>
        <p:nvSpPr>
          <p:cNvPr id="1176" name="Google Shape;1176;p267"/>
          <p:cNvSpPr txBox="1"/>
          <p:nvPr>
            <p:ph type="title"/>
          </p:nvPr>
        </p:nvSpPr>
        <p:spPr>
          <a:xfrm>
            <a:off x="457200" y="457200"/>
            <a:ext cx="3650100" cy="10671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2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lumns" type="twoColTx">
  <p:cSld name="TITLE_AND_TWO_COLUMNS">
    <p:spTree>
      <p:nvGrpSpPr>
        <p:cNvPr id="1177" name="Shape 1177"/>
        <p:cNvGrpSpPr/>
        <p:nvPr/>
      </p:nvGrpSpPr>
      <p:grpSpPr>
        <a:xfrm>
          <a:off x="0" y="0"/>
          <a:ext cx="0" cy="0"/>
          <a:chOff x="0" y="0"/>
          <a:chExt cx="0" cy="0"/>
        </a:xfrm>
      </p:grpSpPr>
      <p:sp>
        <p:nvSpPr>
          <p:cNvPr id="1178" name="Google Shape;1178;p268"/>
          <p:cNvSpPr txBox="1"/>
          <p:nvPr>
            <p:ph idx="1" type="body"/>
          </p:nvPr>
        </p:nvSpPr>
        <p:spPr>
          <a:xfrm>
            <a:off x="4572000" y="1524425"/>
            <a:ext cx="3650100" cy="37335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1179" name="Google Shape;1179;p268"/>
          <p:cNvSpPr txBox="1"/>
          <p:nvPr>
            <p:ph idx="2" type="body"/>
          </p:nvPr>
        </p:nvSpPr>
        <p:spPr>
          <a:xfrm>
            <a:off x="457200" y="1524425"/>
            <a:ext cx="3650100" cy="3733500"/>
          </a:xfrm>
          <a:prstGeom prst="rect">
            <a:avLst/>
          </a:prstGeom>
        </p:spPr>
        <p:txBody>
          <a:bodyPr anchorCtr="0" anchor="t" bIns="0" lIns="0" spcFirstLastPara="1" rIns="0" wrap="square" tIns="0">
            <a:spAutoFit/>
          </a:bodyPr>
          <a:lstStyle>
            <a:lvl1pPr indent="-342900" lvl="0" marL="457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1pPr>
            <a:lvl2pPr indent="-342900" lvl="1" marL="914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2pPr>
            <a:lvl3pPr indent="-342900" lvl="2" marL="1371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3pPr>
            <a:lvl4pPr indent="-342900" lvl="3" marL="1828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4pPr>
            <a:lvl5pPr indent="-342900" lvl="4" marL="22860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5pPr>
            <a:lvl6pPr indent="-342900" lvl="5" marL="2743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6pPr>
            <a:lvl7pPr indent="-342900" lvl="6" marL="3200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7pPr>
            <a:lvl8pPr indent="-342900" lvl="7" marL="3657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8pPr>
            <a:lvl9pPr indent="-342900" lvl="8" marL="4114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9pPr>
          </a:lstStyle>
          <a:p/>
        </p:txBody>
      </p:sp>
      <p:sp>
        <p:nvSpPr>
          <p:cNvPr id="1180" name="Google Shape;1180;p268"/>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guide id="2" pos="2587">
          <p15:clr>
            <a:srgbClr val="E46962"/>
          </p15:clr>
        </p15:guide>
        <p15:guide id="3" pos="2880">
          <p15:clr>
            <a:srgbClr val="E46962"/>
          </p15:clr>
        </p15:guide>
        <p15:guide id="4" pos="5179">
          <p15:clr>
            <a:srgbClr val="E46962"/>
          </p15:clr>
        </p15:guide>
      </p15:sldGuideLst>
    </p:ext>
  </p:extLst>
</p:sldLayout>
</file>

<file path=ppt/slideLayouts/slideLayout2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81" name="Shape 1181"/>
        <p:cNvGrpSpPr/>
        <p:nvPr/>
      </p:nvGrpSpPr>
      <p:grpSpPr>
        <a:xfrm>
          <a:off x="0" y="0"/>
          <a:ext cx="0" cy="0"/>
          <a:chOff x="0" y="0"/>
          <a:chExt cx="0" cy="0"/>
        </a:xfrm>
      </p:grpSpPr>
      <p:sp>
        <p:nvSpPr>
          <p:cNvPr id="1182" name="Google Shape;1182;p269"/>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2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column">
  <p:cSld name="ONE_COLUMN_TEXT">
    <p:spTree>
      <p:nvGrpSpPr>
        <p:cNvPr id="1183" name="Shape 1183"/>
        <p:cNvGrpSpPr/>
        <p:nvPr/>
      </p:nvGrpSpPr>
      <p:grpSpPr>
        <a:xfrm>
          <a:off x="0" y="0"/>
          <a:ext cx="0" cy="0"/>
          <a:chOff x="0" y="0"/>
          <a:chExt cx="0" cy="0"/>
        </a:xfrm>
      </p:grpSpPr>
      <p:sp>
        <p:nvSpPr>
          <p:cNvPr id="1184" name="Google Shape;1184;p270"/>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
        <p:nvSpPr>
          <p:cNvPr id="1185" name="Google Shape;1185;p270"/>
          <p:cNvSpPr txBox="1"/>
          <p:nvPr>
            <p:ph idx="1" type="body"/>
          </p:nvPr>
        </p:nvSpPr>
        <p:spPr>
          <a:xfrm>
            <a:off x="457200" y="1524425"/>
            <a:ext cx="3204600" cy="3733500"/>
          </a:xfrm>
          <a:prstGeom prst="rect">
            <a:avLst/>
          </a:prstGeom>
        </p:spPr>
        <p:txBody>
          <a:bodyPr anchorCtr="0" anchor="t" bIns="0" lIns="0" spcFirstLastPara="1" rIns="0" wrap="square" tIns="0">
            <a:spAutoFit/>
          </a:bodyPr>
          <a:lstStyle>
            <a:lvl1pPr indent="-342900" lvl="0" marL="457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1pPr>
            <a:lvl2pPr indent="-342900" lvl="1" marL="914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2pPr>
            <a:lvl3pPr indent="-342900" lvl="2" marL="1371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3pPr>
            <a:lvl4pPr indent="-342900" lvl="3" marL="1828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4pPr>
            <a:lvl5pPr indent="-342900" lvl="4" marL="22860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5pPr>
            <a:lvl6pPr indent="-342900" lvl="5" marL="2743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6pPr>
            <a:lvl7pPr indent="-342900" lvl="6" marL="3200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7pPr>
            <a:lvl8pPr indent="-342900" lvl="7" marL="3657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8pPr>
            <a:lvl9pPr indent="-342900" lvl="8" marL="4114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307">
          <p15:clr>
            <a:srgbClr val="E46962"/>
          </p15:clr>
        </p15:guide>
      </p15:sldGuideLst>
    </p:ext>
  </p:extLst>
</p:sldLayout>
</file>

<file path=ppt/slideLayouts/slideLayout2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blipFill>
          <a:blip r:embed="rId2">
            <a:alphaModFix/>
          </a:blip>
          <a:stretch>
            <a:fillRect/>
          </a:stretch>
        </a:blipFill>
      </p:bgPr>
    </p:bg>
    <p:spTree>
      <p:nvGrpSpPr>
        <p:cNvPr id="1186" name="Shape 1186"/>
        <p:cNvGrpSpPr/>
        <p:nvPr/>
      </p:nvGrpSpPr>
      <p:grpSpPr>
        <a:xfrm>
          <a:off x="0" y="0"/>
          <a:ext cx="0" cy="0"/>
          <a:chOff x="0" y="0"/>
          <a:chExt cx="0" cy="0"/>
        </a:xfrm>
      </p:grpSpPr>
      <p:sp>
        <p:nvSpPr>
          <p:cNvPr id="1187" name="Google Shape;1187;p271"/>
          <p:cNvSpPr txBox="1"/>
          <p:nvPr>
            <p:ph type="title"/>
          </p:nvPr>
        </p:nvSpPr>
        <p:spPr>
          <a:xfrm>
            <a:off x="1378150" y="500167"/>
            <a:ext cx="6387600" cy="4706700"/>
          </a:xfrm>
          <a:prstGeom prst="rect">
            <a:avLst/>
          </a:prstGeom>
        </p:spPr>
        <p:txBody>
          <a:bodyPr anchorCtr="0" anchor="ctr" bIns="0" lIns="0" spcFirstLastPara="1" rIns="0" wrap="square" tIns="0">
            <a:spAutoFit/>
          </a:bodyPr>
          <a:lstStyle>
            <a:lvl1pPr lvl="0" algn="ctr">
              <a:spcBef>
                <a:spcPts val="0"/>
              </a:spcBef>
              <a:spcAft>
                <a:spcPts val="0"/>
              </a:spcAft>
              <a:buClr>
                <a:schemeClr val="lt1"/>
              </a:buClr>
              <a:buSzPts val="4800"/>
              <a:buNone/>
              <a:defRPr sz="4800">
                <a:solidFill>
                  <a:schemeClr val="lt1"/>
                </a:solidFill>
              </a:defRPr>
            </a:lvl1pPr>
            <a:lvl2pPr lvl="1" algn="ctr">
              <a:spcBef>
                <a:spcPts val="0"/>
              </a:spcBef>
              <a:spcAft>
                <a:spcPts val="0"/>
              </a:spcAft>
              <a:buClr>
                <a:schemeClr val="lt1"/>
              </a:buClr>
              <a:buSzPts val="4800"/>
              <a:buNone/>
              <a:defRPr sz="4800">
                <a:solidFill>
                  <a:schemeClr val="lt1"/>
                </a:solidFill>
              </a:defRPr>
            </a:lvl2pPr>
            <a:lvl3pPr lvl="2" algn="ctr">
              <a:spcBef>
                <a:spcPts val="0"/>
              </a:spcBef>
              <a:spcAft>
                <a:spcPts val="0"/>
              </a:spcAft>
              <a:buClr>
                <a:schemeClr val="lt1"/>
              </a:buClr>
              <a:buSzPts val="4800"/>
              <a:buNone/>
              <a:defRPr sz="4800">
                <a:solidFill>
                  <a:schemeClr val="lt1"/>
                </a:solidFill>
              </a:defRPr>
            </a:lvl3pPr>
            <a:lvl4pPr lvl="3" algn="ctr">
              <a:spcBef>
                <a:spcPts val="0"/>
              </a:spcBef>
              <a:spcAft>
                <a:spcPts val="0"/>
              </a:spcAft>
              <a:buClr>
                <a:schemeClr val="lt1"/>
              </a:buClr>
              <a:buSzPts val="4800"/>
              <a:buNone/>
              <a:defRPr sz="4800">
                <a:solidFill>
                  <a:schemeClr val="lt1"/>
                </a:solidFill>
              </a:defRPr>
            </a:lvl4pPr>
            <a:lvl5pPr lvl="4" algn="ctr">
              <a:spcBef>
                <a:spcPts val="0"/>
              </a:spcBef>
              <a:spcAft>
                <a:spcPts val="0"/>
              </a:spcAft>
              <a:buClr>
                <a:schemeClr val="lt1"/>
              </a:buClr>
              <a:buSzPts val="4800"/>
              <a:buNone/>
              <a:defRPr sz="4800">
                <a:solidFill>
                  <a:schemeClr val="lt1"/>
                </a:solidFill>
              </a:defRPr>
            </a:lvl5pPr>
            <a:lvl6pPr lvl="5" algn="ctr">
              <a:spcBef>
                <a:spcPts val="0"/>
              </a:spcBef>
              <a:spcAft>
                <a:spcPts val="0"/>
              </a:spcAft>
              <a:buClr>
                <a:schemeClr val="lt1"/>
              </a:buClr>
              <a:buSzPts val="4800"/>
              <a:buNone/>
              <a:defRPr sz="4800">
                <a:solidFill>
                  <a:schemeClr val="lt1"/>
                </a:solidFill>
              </a:defRPr>
            </a:lvl6pPr>
            <a:lvl7pPr lvl="6" algn="ctr">
              <a:spcBef>
                <a:spcPts val="0"/>
              </a:spcBef>
              <a:spcAft>
                <a:spcPts val="0"/>
              </a:spcAft>
              <a:buClr>
                <a:schemeClr val="lt1"/>
              </a:buClr>
              <a:buSzPts val="4800"/>
              <a:buNone/>
              <a:defRPr sz="4800">
                <a:solidFill>
                  <a:schemeClr val="lt1"/>
                </a:solidFill>
              </a:defRPr>
            </a:lvl7pPr>
            <a:lvl8pPr lvl="7" algn="ctr">
              <a:spcBef>
                <a:spcPts val="0"/>
              </a:spcBef>
              <a:spcAft>
                <a:spcPts val="0"/>
              </a:spcAft>
              <a:buClr>
                <a:schemeClr val="lt1"/>
              </a:buClr>
              <a:buSzPts val="4800"/>
              <a:buNone/>
              <a:defRPr sz="4800">
                <a:solidFill>
                  <a:schemeClr val="lt1"/>
                </a:solidFill>
              </a:defRPr>
            </a:lvl8pPr>
            <a:lvl9pPr lvl="8" algn="ctr">
              <a:spcBef>
                <a:spcPts val="0"/>
              </a:spcBef>
              <a:spcAft>
                <a:spcPts val="0"/>
              </a:spcAft>
              <a:buClr>
                <a:schemeClr val="lt1"/>
              </a:buClr>
              <a:buSzPts val="4800"/>
              <a:buNone/>
              <a:defRPr sz="4800">
                <a:solidFill>
                  <a:schemeClr val="lt1"/>
                </a:solidFill>
              </a:defRPr>
            </a:lvl9pPr>
          </a:lstStyle>
          <a:p/>
        </p:txBody>
      </p:sp>
    </p:spTree>
  </p:cSld>
  <p:clrMapOvr>
    <a:masterClrMapping/>
  </p:clrMapOvr>
</p:sldLayout>
</file>

<file path=ppt/slideLayouts/slideLayout2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Section message">
  <p:cSld name="SECTION_TITLE_AND_DESCRIPTION">
    <p:spTree>
      <p:nvGrpSpPr>
        <p:cNvPr id="1188" name="Shape 1188"/>
        <p:cNvGrpSpPr/>
        <p:nvPr/>
      </p:nvGrpSpPr>
      <p:grpSpPr>
        <a:xfrm>
          <a:off x="0" y="0"/>
          <a:ext cx="0" cy="0"/>
          <a:chOff x="0" y="0"/>
          <a:chExt cx="0" cy="0"/>
        </a:xfrm>
      </p:grpSpPr>
      <p:sp>
        <p:nvSpPr>
          <p:cNvPr id="1189" name="Google Shape;1189;p272"/>
          <p:cNvSpPr/>
          <p:nvPr/>
        </p:nvSpPr>
        <p:spPr>
          <a:xfrm>
            <a:off x="4572000" y="457200"/>
            <a:ext cx="4114800" cy="4800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272"/>
          <p:cNvSpPr txBox="1"/>
          <p:nvPr>
            <p:ph idx="1" type="body"/>
          </p:nvPr>
        </p:nvSpPr>
        <p:spPr>
          <a:xfrm>
            <a:off x="4572000" y="457200"/>
            <a:ext cx="4114800" cy="4800600"/>
          </a:xfrm>
          <a:prstGeom prst="rect">
            <a:avLst/>
          </a:prstGeom>
        </p:spPr>
        <p:txBody>
          <a:bodyPr anchorCtr="0" anchor="ctr" bIns="182875" lIns="182875" spcFirstLastPara="1" rIns="182875" wrap="square" tIns="182875">
            <a:spAutoFit/>
          </a:bodyPr>
          <a:lstStyle>
            <a:lvl1pPr indent="-317500" lvl="0" marL="457200">
              <a:spcBef>
                <a:spcPts val="0"/>
              </a:spcBef>
              <a:spcAft>
                <a:spcPts val="0"/>
              </a:spcAft>
              <a:buClr>
                <a:schemeClr val="accent1"/>
              </a:buClr>
              <a:buSzPts val="1400"/>
              <a:buChar char="●"/>
              <a:defRPr>
                <a:solidFill>
                  <a:schemeClr val="accent1"/>
                </a:solidFill>
              </a:defRPr>
            </a:lvl1pPr>
            <a:lvl2pPr indent="-317500" lvl="1" marL="914400">
              <a:spcBef>
                <a:spcPts val="0"/>
              </a:spcBef>
              <a:spcAft>
                <a:spcPts val="0"/>
              </a:spcAft>
              <a:buClr>
                <a:schemeClr val="accent1"/>
              </a:buClr>
              <a:buSzPts val="1400"/>
              <a:buChar char="○"/>
              <a:defRPr>
                <a:solidFill>
                  <a:schemeClr val="accent1"/>
                </a:solidFill>
              </a:defRPr>
            </a:lvl2pPr>
            <a:lvl3pPr indent="-317500" lvl="2" marL="1371600">
              <a:spcBef>
                <a:spcPts val="0"/>
              </a:spcBef>
              <a:spcAft>
                <a:spcPts val="0"/>
              </a:spcAft>
              <a:buClr>
                <a:schemeClr val="accent1"/>
              </a:buClr>
              <a:buSzPts val="1400"/>
              <a:buChar char="■"/>
              <a:defRPr>
                <a:solidFill>
                  <a:schemeClr val="accent1"/>
                </a:solidFill>
              </a:defRPr>
            </a:lvl3pPr>
            <a:lvl4pPr indent="-317500" lvl="3" marL="1828800">
              <a:spcBef>
                <a:spcPts val="0"/>
              </a:spcBef>
              <a:spcAft>
                <a:spcPts val="0"/>
              </a:spcAft>
              <a:buClr>
                <a:schemeClr val="accent1"/>
              </a:buClr>
              <a:buSzPts val="1400"/>
              <a:buChar char="●"/>
              <a:defRPr>
                <a:solidFill>
                  <a:schemeClr val="accent1"/>
                </a:solidFill>
              </a:defRPr>
            </a:lvl4pPr>
            <a:lvl5pPr indent="-317500" lvl="4" marL="2286000">
              <a:spcBef>
                <a:spcPts val="0"/>
              </a:spcBef>
              <a:spcAft>
                <a:spcPts val="0"/>
              </a:spcAft>
              <a:buClr>
                <a:schemeClr val="accent1"/>
              </a:buClr>
              <a:buSzPts val="1400"/>
              <a:buChar char="○"/>
              <a:defRPr>
                <a:solidFill>
                  <a:schemeClr val="accent1"/>
                </a:solidFill>
              </a:defRPr>
            </a:lvl5pPr>
            <a:lvl6pPr indent="-317500" lvl="5" marL="2743200">
              <a:spcBef>
                <a:spcPts val="0"/>
              </a:spcBef>
              <a:spcAft>
                <a:spcPts val="0"/>
              </a:spcAft>
              <a:buClr>
                <a:schemeClr val="accent1"/>
              </a:buClr>
              <a:buSzPts val="1400"/>
              <a:buChar char="■"/>
              <a:defRPr>
                <a:solidFill>
                  <a:schemeClr val="accent1"/>
                </a:solidFill>
              </a:defRPr>
            </a:lvl6pPr>
            <a:lvl7pPr indent="-317500" lvl="6" marL="3200400">
              <a:spcBef>
                <a:spcPts val="0"/>
              </a:spcBef>
              <a:spcAft>
                <a:spcPts val="0"/>
              </a:spcAft>
              <a:buClr>
                <a:schemeClr val="accent1"/>
              </a:buClr>
              <a:buSzPts val="1400"/>
              <a:buChar char="●"/>
              <a:defRPr>
                <a:solidFill>
                  <a:schemeClr val="accent1"/>
                </a:solidFill>
              </a:defRPr>
            </a:lvl7pPr>
            <a:lvl8pPr indent="-317500" lvl="7" marL="3657600">
              <a:spcBef>
                <a:spcPts val="0"/>
              </a:spcBef>
              <a:spcAft>
                <a:spcPts val="0"/>
              </a:spcAft>
              <a:buClr>
                <a:schemeClr val="accent1"/>
              </a:buClr>
              <a:buSzPts val="1400"/>
              <a:buChar char="○"/>
              <a:defRPr>
                <a:solidFill>
                  <a:schemeClr val="accent1"/>
                </a:solidFill>
              </a:defRPr>
            </a:lvl8pPr>
            <a:lvl9pPr indent="-317500" lvl="8" marL="4114800">
              <a:spcBef>
                <a:spcPts val="0"/>
              </a:spcBef>
              <a:spcAft>
                <a:spcPts val="0"/>
              </a:spcAft>
              <a:buClr>
                <a:schemeClr val="accent1"/>
              </a:buClr>
              <a:buSzPts val="1400"/>
              <a:buChar char="■"/>
              <a:defRPr>
                <a:solidFill>
                  <a:schemeClr val="accent1"/>
                </a:solidFill>
              </a:defRPr>
            </a:lvl9pPr>
          </a:lstStyle>
          <a:p/>
        </p:txBody>
      </p:sp>
      <p:sp>
        <p:nvSpPr>
          <p:cNvPr id="1191" name="Google Shape;1191;p272"/>
          <p:cNvSpPr txBox="1"/>
          <p:nvPr>
            <p:ph type="title"/>
          </p:nvPr>
        </p:nvSpPr>
        <p:spPr>
          <a:xfrm>
            <a:off x="457200" y="457200"/>
            <a:ext cx="3656700" cy="2568000"/>
          </a:xfrm>
          <a:prstGeom prst="rect">
            <a:avLst/>
          </a:prstGeom>
          <a:noFill/>
          <a:ln>
            <a:noFill/>
          </a:ln>
        </p:spPr>
        <p:txBody>
          <a:bodyPr anchorCtr="0" anchor="t" bIns="0" lIns="0" spcFirstLastPara="1" rIns="0" wrap="square" tIns="0">
            <a:noAutofit/>
          </a:bodyPr>
          <a:lstStyle>
            <a:lvl1pPr lvl="0">
              <a:lnSpc>
                <a:spcPct val="100000"/>
              </a:lnSpc>
              <a:spcBef>
                <a:spcPts val="0"/>
              </a:spcBef>
              <a:spcAft>
                <a:spcPts val="0"/>
              </a:spcAft>
              <a:buSzPts val="4400"/>
              <a:buNone/>
              <a:defRPr sz="4400"/>
            </a:lvl1pPr>
            <a:lvl2pPr lvl="1">
              <a:lnSpc>
                <a:spcPct val="100000"/>
              </a:lnSpc>
              <a:spcBef>
                <a:spcPts val="0"/>
              </a:spcBef>
              <a:spcAft>
                <a:spcPts val="0"/>
              </a:spcAft>
              <a:buSzPts val="4400"/>
              <a:buNone/>
              <a:defRPr sz="4400"/>
            </a:lvl2pPr>
            <a:lvl3pPr lvl="2">
              <a:lnSpc>
                <a:spcPct val="100000"/>
              </a:lnSpc>
              <a:spcBef>
                <a:spcPts val="0"/>
              </a:spcBef>
              <a:spcAft>
                <a:spcPts val="0"/>
              </a:spcAft>
              <a:buSzPts val="4400"/>
              <a:buNone/>
              <a:defRPr sz="4400"/>
            </a:lvl3pPr>
            <a:lvl4pPr lvl="3">
              <a:lnSpc>
                <a:spcPct val="100000"/>
              </a:lnSpc>
              <a:spcBef>
                <a:spcPts val="0"/>
              </a:spcBef>
              <a:spcAft>
                <a:spcPts val="0"/>
              </a:spcAft>
              <a:buSzPts val="4400"/>
              <a:buNone/>
              <a:defRPr sz="4400"/>
            </a:lvl4pPr>
            <a:lvl5pPr lvl="4">
              <a:lnSpc>
                <a:spcPct val="100000"/>
              </a:lnSpc>
              <a:spcBef>
                <a:spcPts val="0"/>
              </a:spcBef>
              <a:spcAft>
                <a:spcPts val="0"/>
              </a:spcAft>
              <a:buSzPts val="4400"/>
              <a:buNone/>
              <a:defRPr sz="4400"/>
            </a:lvl5pPr>
            <a:lvl6pPr lvl="5">
              <a:lnSpc>
                <a:spcPct val="100000"/>
              </a:lnSpc>
              <a:spcBef>
                <a:spcPts val="0"/>
              </a:spcBef>
              <a:spcAft>
                <a:spcPts val="0"/>
              </a:spcAft>
              <a:buSzPts val="4400"/>
              <a:buNone/>
              <a:defRPr sz="4400"/>
            </a:lvl6pPr>
            <a:lvl7pPr lvl="6">
              <a:lnSpc>
                <a:spcPct val="100000"/>
              </a:lnSpc>
              <a:spcBef>
                <a:spcPts val="0"/>
              </a:spcBef>
              <a:spcAft>
                <a:spcPts val="0"/>
              </a:spcAft>
              <a:buSzPts val="4400"/>
              <a:buNone/>
              <a:defRPr sz="4400"/>
            </a:lvl7pPr>
            <a:lvl8pPr lvl="7">
              <a:lnSpc>
                <a:spcPct val="100000"/>
              </a:lnSpc>
              <a:spcBef>
                <a:spcPts val="0"/>
              </a:spcBef>
              <a:spcAft>
                <a:spcPts val="0"/>
              </a:spcAft>
              <a:buSzPts val="4400"/>
              <a:buNone/>
              <a:defRPr sz="4400"/>
            </a:lvl8pPr>
            <a:lvl9pPr lvl="8">
              <a:lnSpc>
                <a:spcPct val="100000"/>
              </a:lnSpc>
              <a:spcBef>
                <a:spcPts val="0"/>
              </a:spcBef>
              <a:spcAft>
                <a:spcPts val="0"/>
              </a:spcAft>
              <a:buSzPts val="4400"/>
              <a:buNone/>
              <a:defRPr sz="4400"/>
            </a:lvl9pPr>
          </a:lstStyle>
          <a:p/>
        </p:txBody>
      </p:sp>
      <p:sp>
        <p:nvSpPr>
          <p:cNvPr id="1192" name="Google Shape;1192;p272"/>
          <p:cNvSpPr txBox="1"/>
          <p:nvPr>
            <p:ph idx="2" type="subTitle"/>
          </p:nvPr>
        </p:nvSpPr>
        <p:spPr>
          <a:xfrm>
            <a:off x="457200" y="3025250"/>
            <a:ext cx="3656700" cy="2232600"/>
          </a:xfrm>
          <a:prstGeom prst="rect">
            <a:avLst/>
          </a:prstGeom>
        </p:spPr>
        <p:txBody>
          <a:bodyPr anchorCtr="0" anchor="t" bIns="0" lIns="0" spcFirstLastPara="1" rIns="0" wrap="square" tIns="0">
            <a:noAutofit/>
          </a:bodyPr>
          <a:lstStyle>
            <a:lvl1pPr indent="0" lvl="0"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Tree>
  </p:cSld>
  <p:clrMapOvr>
    <a:masterClrMapping/>
  </p:clrMapOvr>
  <p:extLst>
    <p:ext uri="{DCECCB84-F9BA-43D5-87BE-67443E8EF086}">
      <p15:sldGuideLst>
        <p15:guide id="1" orient="horz" pos="1906">
          <p15:clr>
            <a:srgbClr val="E46962"/>
          </p15:clr>
        </p15:guide>
      </p15:sldGuideLst>
    </p:ext>
  </p:extLst>
</p:sldLayout>
</file>

<file path=ppt/slideLayouts/slideLayout2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93" name="Shape 1193"/>
        <p:cNvGrpSpPr/>
        <p:nvPr/>
      </p:nvGrpSpPr>
      <p:grpSpPr>
        <a:xfrm>
          <a:off x="0" y="0"/>
          <a:ext cx="0" cy="0"/>
          <a:chOff x="0" y="0"/>
          <a:chExt cx="0" cy="0"/>
        </a:xfrm>
      </p:grpSpPr>
    </p:spTree>
  </p:cSld>
  <p:clrMapOvr>
    <a:masterClrMapping/>
  </p:clrMapOvr>
</p:sldLayout>
</file>

<file path=ppt/slideLayouts/slideLayout2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dark)">
  <p:cSld name="TITLE_AND_BODY_1">
    <p:bg>
      <p:bgPr>
        <a:solidFill>
          <a:schemeClr val="dk1"/>
        </a:solidFill>
      </p:bgPr>
    </p:bg>
    <p:spTree>
      <p:nvGrpSpPr>
        <p:cNvPr id="1194" name="Shape 1194"/>
        <p:cNvGrpSpPr/>
        <p:nvPr/>
      </p:nvGrpSpPr>
      <p:grpSpPr>
        <a:xfrm>
          <a:off x="0" y="0"/>
          <a:ext cx="0" cy="0"/>
          <a:chOff x="0" y="0"/>
          <a:chExt cx="0" cy="0"/>
        </a:xfrm>
      </p:grpSpPr>
    </p:spTree>
  </p:cSld>
  <p:clrMapOvr>
    <a:masterClrMapping/>
  </p:clrMapOvr>
</p:sldLayout>
</file>

<file path=ppt/slideLayouts/slideLayout2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Body">
  <p:cSld name="Title + Body 1">
    <p:spTree>
      <p:nvGrpSpPr>
        <p:cNvPr id="1195" name="Shape 1195"/>
        <p:cNvGrpSpPr/>
        <p:nvPr/>
      </p:nvGrpSpPr>
      <p:grpSpPr>
        <a:xfrm>
          <a:off x="0" y="0"/>
          <a:ext cx="0" cy="0"/>
          <a:chOff x="0" y="0"/>
          <a:chExt cx="0" cy="0"/>
        </a:xfrm>
      </p:grpSpPr>
      <p:sp>
        <p:nvSpPr>
          <p:cNvPr id="1196" name="Google Shape;1196;p275"/>
          <p:cNvSpPr txBox="1"/>
          <p:nvPr>
            <p:ph type="title"/>
          </p:nvPr>
        </p:nvSpPr>
        <p:spPr>
          <a:xfrm>
            <a:off x="457200" y="1694917"/>
            <a:ext cx="41148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1197" name="Google Shape;1197;p275"/>
          <p:cNvSpPr txBox="1"/>
          <p:nvPr>
            <p:ph idx="1" type="subTitle"/>
          </p:nvPr>
        </p:nvSpPr>
        <p:spPr>
          <a:xfrm>
            <a:off x="457200" y="457175"/>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198" name="Google Shape;1198;p275"/>
          <p:cNvSpPr txBox="1"/>
          <p:nvPr>
            <p:ph idx="2" type="body"/>
          </p:nvPr>
        </p:nvSpPr>
        <p:spPr>
          <a:xfrm>
            <a:off x="457200" y="2139575"/>
            <a:ext cx="41148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1199" name="Google Shape;1199;p275"/>
          <p:cNvSpPr txBox="1"/>
          <p:nvPr>
            <p:ph idx="3" type="title"/>
          </p:nvPr>
        </p:nvSpPr>
        <p:spPr>
          <a:xfrm>
            <a:off x="457200" y="891285"/>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2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2 columns">
  <p:cSld name="Body 2 Columns ">
    <p:spTree>
      <p:nvGrpSpPr>
        <p:cNvPr id="1200" name="Shape 1200"/>
        <p:cNvGrpSpPr/>
        <p:nvPr/>
      </p:nvGrpSpPr>
      <p:grpSpPr>
        <a:xfrm>
          <a:off x="0" y="0"/>
          <a:ext cx="0" cy="0"/>
          <a:chOff x="0" y="0"/>
          <a:chExt cx="0" cy="0"/>
        </a:xfrm>
      </p:grpSpPr>
      <p:sp>
        <p:nvSpPr>
          <p:cNvPr id="1201" name="Google Shape;1201;p276"/>
          <p:cNvSpPr txBox="1"/>
          <p:nvPr>
            <p:ph type="title"/>
          </p:nvPr>
        </p:nvSpPr>
        <p:spPr>
          <a:xfrm>
            <a:off x="457200" y="1694917"/>
            <a:ext cx="41148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1202" name="Google Shape;1202;p276"/>
          <p:cNvSpPr txBox="1"/>
          <p:nvPr>
            <p:ph idx="1" type="body"/>
          </p:nvPr>
        </p:nvSpPr>
        <p:spPr>
          <a:xfrm>
            <a:off x="457200" y="2139575"/>
            <a:ext cx="41148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1203" name="Google Shape;1203;p276"/>
          <p:cNvSpPr txBox="1"/>
          <p:nvPr>
            <p:ph idx="2" type="body"/>
          </p:nvPr>
        </p:nvSpPr>
        <p:spPr>
          <a:xfrm>
            <a:off x="4572000" y="2139575"/>
            <a:ext cx="41148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1204" name="Google Shape;1204;p276"/>
          <p:cNvSpPr txBox="1"/>
          <p:nvPr>
            <p:ph idx="3" type="subTitle"/>
          </p:nvPr>
        </p:nvSpPr>
        <p:spPr>
          <a:xfrm>
            <a:off x="457200" y="457175"/>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205" name="Google Shape;1205;p276"/>
          <p:cNvSpPr txBox="1"/>
          <p:nvPr>
            <p:ph idx="4" type="title"/>
          </p:nvPr>
        </p:nvSpPr>
        <p:spPr>
          <a:xfrm>
            <a:off x="457200" y="891285"/>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2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Section Cover">
    <p:bg>
      <p:bgPr>
        <a:blipFill>
          <a:blip r:embed="rId2">
            <a:alphaModFix/>
          </a:blip>
          <a:stretch>
            <a:fillRect/>
          </a:stretch>
        </a:blipFill>
      </p:bgPr>
    </p:bg>
    <p:spTree>
      <p:nvGrpSpPr>
        <p:cNvPr id="1206" name="Shape 1206"/>
        <p:cNvGrpSpPr/>
        <p:nvPr/>
      </p:nvGrpSpPr>
      <p:grpSpPr>
        <a:xfrm>
          <a:off x="0" y="0"/>
          <a:ext cx="0" cy="0"/>
          <a:chOff x="0" y="0"/>
          <a:chExt cx="0" cy="0"/>
        </a:xfrm>
      </p:grpSpPr>
      <p:sp>
        <p:nvSpPr>
          <p:cNvPr id="1207" name="Google Shape;1207;p277"/>
          <p:cNvSpPr txBox="1"/>
          <p:nvPr>
            <p:ph type="title"/>
          </p:nvPr>
        </p:nvSpPr>
        <p:spPr>
          <a:xfrm>
            <a:off x="457200" y="891300"/>
            <a:ext cx="5010300" cy="17349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4800">
                <a:solidFill>
                  <a:schemeClr val="lt1"/>
                </a:solidFill>
              </a:defRPr>
            </a:lvl1pPr>
            <a:lvl2pPr lvl="1">
              <a:lnSpc>
                <a:spcPct val="100000"/>
              </a:lnSpc>
              <a:spcBef>
                <a:spcPts val="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
        <p:nvSpPr>
          <p:cNvPr id="1208" name="Google Shape;1208;p277"/>
          <p:cNvSpPr txBox="1"/>
          <p:nvPr>
            <p:ph idx="1" type="subTitle"/>
          </p:nvPr>
        </p:nvSpPr>
        <p:spPr>
          <a:xfrm>
            <a:off x="457200" y="457200"/>
            <a:ext cx="5010300" cy="434100"/>
          </a:xfrm>
          <a:prstGeom prst="rect">
            <a:avLst/>
          </a:prstGeom>
        </p:spPr>
        <p:txBody>
          <a:bodyPr anchorCtr="0" anchor="ctr" bIns="0" lIns="0" spcFirstLastPara="1" rIns="0" wrap="square" tIns="0">
            <a:noAutofit/>
          </a:bodyPr>
          <a:lstStyle>
            <a:lvl1pPr indent="0" lvl="0" marL="0" marR="0" algn="l">
              <a:lnSpc>
                <a:spcPct val="115000"/>
              </a:lnSpc>
              <a:spcBef>
                <a:spcPts val="0"/>
              </a:spcBef>
              <a:spcAft>
                <a:spcPts val="0"/>
              </a:spcAft>
              <a:buNone/>
              <a:defRPr sz="2000">
                <a:solidFill>
                  <a:schemeClr val="lt1"/>
                </a:solidFill>
              </a:defRPr>
            </a:lvl1pPr>
            <a:lvl2pPr indent="0" lvl="1" marL="0" marR="0" algn="l">
              <a:lnSpc>
                <a:spcPct val="115000"/>
              </a:lnSpc>
              <a:spcBef>
                <a:spcPts val="0"/>
              </a:spcBef>
              <a:spcAft>
                <a:spcPts val="0"/>
              </a:spcAft>
              <a:buNone/>
              <a:defRPr sz="2000">
                <a:solidFill>
                  <a:schemeClr val="lt1"/>
                </a:solidFill>
              </a:defRPr>
            </a:lvl2pPr>
            <a:lvl3pPr indent="0" lvl="2" marL="0" marR="0" algn="l">
              <a:lnSpc>
                <a:spcPct val="115000"/>
              </a:lnSpc>
              <a:spcBef>
                <a:spcPts val="0"/>
              </a:spcBef>
              <a:spcAft>
                <a:spcPts val="0"/>
              </a:spcAft>
              <a:buNone/>
              <a:defRPr sz="2000">
                <a:solidFill>
                  <a:schemeClr val="lt1"/>
                </a:solidFill>
              </a:defRPr>
            </a:lvl3pPr>
            <a:lvl4pPr indent="0" lvl="3" marL="0" marR="0" algn="l">
              <a:lnSpc>
                <a:spcPct val="115000"/>
              </a:lnSpc>
              <a:spcBef>
                <a:spcPts val="0"/>
              </a:spcBef>
              <a:spcAft>
                <a:spcPts val="0"/>
              </a:spcAft>
              <a:buNone/>
              <a:defRPr sz="2000">
                <a:solidFill>
                  <a:schemeClr val="lt1"/>
                </a:solidFill>
              </a:defRPr>
            </a:lvl4pPr>
            <a:lvl5pPr indent="0" lvl="4" marL="0" marR="0" algn="l">
              <a:lnSpc>
                <a:spcPct val="115000"/>
              </a:lnSpc>
              <a:spcBef>
                <a:spcPts val="0"/>
              </a:spcBef>
              <a:spcAft>
                <a:spcPts val="0"/>
              </a:spcAft>
              <a:buNone/>
              <a:defRPr sz="2000">
                <a:solidFill>
                  <a:schemeClr val="lt1"/>
                </a:solidFill>
              </a:defRPr>
            </a:lvl5pPr>
            <a:lvl6pPr indent="0" lvl="5" marL="0" marR="0" algn="l">
              <a:lnSpc>
                <a:spcPct val="115000"/>
              </a:lnSpc>
              <a:spcBef>
                <a:spcPts val="0"/>
              </a:spcBef>
              <a:spcAft>
                <a:spcPts val="0"/>
              </a:spcAft>
              <a:buNone/>
              <a:defRPr sz="2000">
                <a:solidFill>
                  <a:schemeClr val="lt1"/>
                </a:solidFill>
              </a:defRPr>
            </a:lvl6pPr>
            <a:lvl7pPr indent="0" lvl="6" marL="0" marR="0" algn="l">
              <a:lnSpc>
                <a:spcPct val="115000"/>
              </a:lnSpc>
              <a:spcBef>
                <a:spcPts val="0"/>
              </a:spcBef>
              <a:spcAft>
                <a:spcPts val="0"/>
              </a:spcAft>
              <a:buNone/>
              <a:defRPr sz="2000">
                <a:solidFill>
                  <a:schemeClr val="lt1"/>
                </a:solidFill>
              </a:defRPr>
            </a:lvl7pPr>
            <a:lvl8pPr indent="0" lvl="7" marL="0" marR="0" algn="l">
              <a:lnSpc>
                <a:spcPct val="115000"/>
              </a:lnSpc>
              <a:spcBef>
                <a:spcPts val="0"/>
              </a:spcBef>
              <a:spcAft>
                <a:spcPts val="0"/>
              </a:spcAft>
              <a:buNone/>
              <a:defRPr sz="2000">
                <a:solidFill>
                  <a:schemeClr val="lt1"/>
                </a:solidFill>
              </a:defRPr>
            </a:lvl8pPr>
            <a:lvl9pPr indent="0" lvl="8" marL="0" marR="0" algn="l">
              <a:lnSpc>
                <a:spcPct val="115000"/>
              </a:lnSpc>
              <a:spcBef>
                <a:spcPts val="0"/>
              </a:spcBef>
              <a:spcAft>
                <a:spcPts val="0"/>
              </a:spcAft>
              <a:buNone/>
              <a:defRPr sz="2000">
                <a:solidFill>
                  <a:schemeClr val="lt1"/>
                </a:solidFill>
              </a:defRPr>
            </a:lvl9pPr>
          </a:lstStyle>
          <a:p/>
        </p:txBody>
      </p:sp>
    </p:spTree>
  </p:cSld>
  <p:clrMapOvr>
    <a:masterClrMapping/>
  </p:clrMapOvr>
</p:sldLayout>
</file>

<file path=ppt/slideLayouts/slideLayout2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p:cSld name="Title + Subtitle">
    <p:spTree>
      <p:nvGrpSpPr>
        <p:cNvPr id="1209" name="Shape 1209"/>
        <p:cNvGrpSpPr/>
        <p:nvPr/>
      </p:nvGrpSpPr>
      <p:grpSpPr>
        <a:xfrm>
          <a:off x="0" y="0"/>
          <a:ext cx="0" cy="0"/>
          <a:chOff x="0" y="0"/>
          <a:chExt cx="0" cy="0"/>
        </a:xfrm>
      </p:grpSpPr>
      <p:sp>
        <p:nvSpPr>
          <p:cNvPr id="1210" name="Google Shape;1210;p278"/>
          <p:cNvSpPr txBox="1"/>
          <p:nvPr>
            <p:ph idx="1" type="subTitle"/>
          </p:nvPr>
        </p:nvSpPr>
        <p:spPr>
          <a:xfrm>
            <a:off x="457200" y="457175"/>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211" name="Google Shape;1211;p278"/>
          <p:cNvSpPr txBox="1"/>
          <p:nvPr>
            <p:ph type="title"/>
          </p:nvPr>
        </p:nvSpPr>
        <p:spPr>
          <a:xfrm>
            <a:off x="457200" y="891285"/>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2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Left">
  <p:cSld name="Text + Image 1">
    <p:spTree>
      <p:nvGrpSpPr>
        <p:cNvPr id="1212" name="Shape 1212"/>
        <p:cNvGrpSpPr/>
        <p:nvPr/>
      </p:nvGrpSpPr>
      <p:grpSpPr>
        <a:xfrm>
          <a:off x="0" y="0"/>
          <a:ext cx="0" cy="0"/>
          <a:chOff x="0" y="0"/>
          <a:chExt cx="0" cy="0"/>
        </a:xfrm>
      </p:grpSpPr>
      <p:sp>
        <p:nvSpPr>
          <p:cNvPr id="1213" name="Google Shape;1213;p279"/>
          <p:cNvSpPr/>
          <p:nvPr>
            <p:ph idx="2" type="pic"/>
          </p:nvPr>
        </p:nvSpPr>
        <p:spPr>
          <a:xfrm>
            <a:off x="76200" y="91667"/>
            <a:ext cx="4495800" cy="5531700"/>
          </a:xfrm>
          <a:prstGeom prst="roundRect">
            <a:avLst>
              <a:gd fmla="val 16667" name="adj"/>
            </a:avLst>
          </a:prstGeom>
          <a:noFill/>
          <a:ln>
            <a:noFill/>
          </a:ln>
        </p:spPr>
      </p:sp>
      <p:sp>
        <p:nvSpPr>
          <p:cNvPr id="1214" name="Google Shape;1214;p279"/>
          <p:cNvSpPr txBox="1"/>
          <p:nvPr>
            <p:ph idx="1" type="body"/>
          </p:nvPr>
        </p:nvSpPr>
        <p:spPr>
          <a:xfrm>
            <a:off x="5025300" y="2190008"/>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1215" name="Google Shape;1215;p279"/>
          <p:cNvSpPr txBox="1"/>
          <p:nvPr>
            <p:ph idx="3" type="subTitle"/>
          </p:nvPr>
        </p:nvSpPr>
        <p:spPr>
          <a:xfrm>
            <a:off x="5025300" y="457175"/>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216" name="Google Shape;1216;p279"/>
          <p:cNvSpPr txBox="1"/>
          <p:nvPr>
            <p:ph type="title"/>
          </p:nvPr>
        </p:nvSpPr>
        <p:spPr>
          <a:xfrm>
            <a:off x="5025300" y="891281"/>
            <a:ext cx="3661500" cy="63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2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Right">
  <p:cSld name="Text + Image">
    <p:spTree>
      <p:nvGrpSpPr>
        <p:cNvPr id="1217" name="Shape 1217"/>
        <p:cNvGrpSpPr/>
        <p:nvPr/>
      </p:nvGrpSpPr>
      <p:grpSpPr>
        <a:xfrm>
          <a:off x="0" y="0"/>
          <a:ext cx="0" cy="0"/>
          <a:chOff x="0" y="0"/>
          <a:chExt cx="0" cy="0"/>
        </a:xfrm>
      </p:grpSpPr>
      <p:sp>
        <p:nvSpPr>
          <p:cNvPr id="1218" name="Google Shape;1218;p280"/>
          <p:cNvSpPr/>
          <p:nvPr>
            <p:ph idx="2" type="pic"/>
          </p:nvPr>
        </p:nvSpPr>
        <p:spPr>
          <a:xfrm>
            <a:off x="4572000" y="91667"/>
            <a:ext cx="4495800" cy="5531700"/>
          </a:xfrm>
          <a:prstGeom prst="roundRect">
            <a:avLst>
              <a:gd fmla="val 16667" name="adj"/>
            </a:avLst>
          </a:prstGeom>
          <a:noFill/>
          <a:ln>
            <a:noFill/>
          </a:ln>
        </p:spPr>
      </p:sp>
      <p:sp>
        <p:nvSpPr>
          <p:cNvPr id="1219" name="Google Shape;1219;p280"/>
          <p:cNvSpPr txBox="1"/>
          <p:nvPr>
            <p:ph idx="1" type="body"/>
          </p:nvPr>
        </p:nvSpPr>
        <p:spPr>
          <a:xfrm>
            <a:off x="457200" y="2190008"/>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1220" name="Google Shape;1220;p280"/>
          <p:cNvSpPr txBox="1"/>
          <p:nvPr>
            <p:ph idx="3" type="subTitle"/>
          </p:nvPr>
        </p:nvSpPr>
        <p:spPr>
          <a:xfrm>
            <a:off x="457200" y="457175"/>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221" name="Google Shape;1221;p280"/>
          <p:cNvSpPr txBox="1"/>
          <p:nvPr>
            <p:ph type="title"/>
          </p:nvPr>
        </p:nvSpPr>
        <p:spPr>
          <a:xfrm>
            <a:off x="457200" y="891281"/>
            <a:ext cx="3661500" cy="63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2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Body: 1 column">
  <p:cSld name="Title + Body">
    <p:spTree>
      <p:nvGrpSpPr>
        <p:cNvPr id="1222" name="Shape 1222"/>
        <p:cNvGrpSpPr/>
        <p:nvPr/>
      </p:nvGrpSpPr>
      <p:grpSpPr>
        <a:xfrm>
          <a:off x="0" y="0"/>
          <a:ext cx="0" cy="0"/>
          <a:chOff x="0" y="0"/>
          <a:chExt cx="0" cy="0"/>
        </a:xfrm>
      </p:grpSpPr>
      <p:sp>
        <p:nvSpPr>
          <p:cNvPr id="1223" name="Google Shape;1223;p281"/>
          <p:cNvSpPr txBox="1"/>
          <p:nvPr>
            <p:ph idx="1" type="body"/>
          </p:nvPr>
        </p:nvSpPr>
        <p:spPr>
          <a:xfrm>
            <a:off x="457200" y="2190008"/>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1224" name="Google Shape;1224;p281"/>
          <p:cNvSpPr txBox="1"/>
          <p:nvPr>
            <p:ph idx="2" type="subTitle"/>
          </p:nvPr>
        </p:nvSpPr>
        <p:spPr>
          <a:xfrm>
            <a:off x="457200" y="457175"/>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225" name="Google Shape;1225;p281"/>
          <p:cNvSpPr txBox="1"/>
          <p:nvPr>
            <p:ph type="title"/>
          </p:nvPr>
        </p:nvSpPr>
        <p:spPr>
          <a:xfrm>
            <a:off x="457200" y="891281"/>
            <a:ext cx="3661500" cy="63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2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idea with notes">
  <p:cSld name="Slido">
    <p:spTree>
      <p:nvGrpSpPr>
        <p:cNvPr id="1226" name="Shape 1226"/>
        <p:cNvGrpSpPr/>
        <p:nvPr/>
      </p:nvGrpSpPr>
      <p:grpSpPr>
        <a:xfrm>
          <a:off x="0" y="0"/>
          <a:ext cx="0" cy="0"/>
          <a:chOff x="0" y="0"/>
          <a:chExt cx="0" cy="0"/>
        </a:xfrm>
      </p:grpSpPr>
      <p:sp>
        <p:nvSpPr>
          <p:cNvPr id="1227" name="Google Shape;1227;p282"/>
          <p:cNvSpPr txBox="1"/>
          <p:nvPr>
            <p:ph type="title"/>
          </p:nvPr>
        </p:nvSpPr>
        <p:spPr>
          <a:xfrm>
            <a:off x="5030100" y="457200"/>
            <a:ext cx="3656700" cy="2517300"/>
          </a:xfrm>
          <a:prstGeom prst="rect">
            <a:avLst/>
          </a:prstGeom>
          <a:noFill/>
          <a:ln>
            <a:noFill/>
          </a:ln>
        </p:spPr>
        <p:txBody>
          <a:bodyPr anchorCtr="0" anchor="t" bIns="0" lIns="0" spcFirstLastPara="1" rIns="0" wrap="square" tIns="0">
            <a:noAutofit/>
          </a:bodyPr>
          <a:lstStyle>
            <a:lvl1pPr lvl="0">
              <a:lnSpc>
                <a:spcPct val="100000"/>
              </a:lnSpc>
              <a:spcBef>
                <a:spcPts val="0"/>
              </a:spcBef>
              <a:spcAft>
                <a:spcPts val="0"/>
              </a:spcAft>
              <a:buSzPts val="4400"/>
              <a:buNone/>
              <a:defRPr sz="4400"/>
            </a:lvl1pPr>
            <a:lvl2pPr lvl="1">
              <a:lnSpc>
                <a:spcPct val="100000"/>
              </a:lnSpc>
              <a:spcBef>
                <a:spcPts val="0"/>
              </a:spcBef>
              <a:spcAft>
                <a:spcPts val="0"/>
              </a:spcAft>
              <a:buSzPts val="4400"/>
              <a:buNone/>
              <a:defRPr sz="4400"/>
            </a:lvl2pPr>
            <a:lvl3pPr lvl="2">
              <a:lnSpc>
                <a:spcPct val="100000"/>
              </a:lnSpc>
              <a:spcBef>
                <a:spcPts val="0"/>
              </a:spcBef>
              <a:spcAft>
                <a:spcPts val="0"/>
              </a:spcAft>
              <a:buSzPts val="4400"/>
              <a:buNone/>
              <a:defRPr sz="4400"/>
            </a:lvl3pPr>
            <a:lvl4pPr lvl="3">
              <a:lnSpc>
                <a:spcPct val="100000"/>
              </a:lnSpc>
              <a:spcBef>
                <a:spcPts val="0"/>
              </a:spcBef>
              <a:spcAft>
                <a:spcPts val="0"/>
              </a:spcAft>
              <a:buSzPts val="4400"/>
              <a:buNone/>
              <a:defRPr sz="4400"/>
            </a:lvl4pPr>
            <a:lvl5pPr lvl="4">
              <a:lnSpc>
                <a:spcPct val="100000"/>
              </a:lnSpc>
              <a:spcBef>
                <a:spcPts val="0"/>
              </a:spcBef>
              <a:spcAft>
                <a:spcPts val="0"/>
              </a:spcAft>
              <a:buSzPts val="4400"/>
              <a:buNone/>
              <a:defRPr sz="4400"/>
            </a:lvl5pPr>
            <a:lvl6pPr lvl="5">
              <a:lnSpc>
                <a:spcPct val="100000"/>
              </a:lnSpc>
              <a:spcBef>
                <a:spcPts val="0"/>
              </a:spcBef>
              <a:spcAft>
                <a:spcPts val="0"/>
              </a:spcAft>
              <a:buSzPts val="4400"/>
              <a:buNone/>
              <a:defRPr sz="4400"/>
            </a:lvl6pPr>
            <a:lvl7pPr lvl="6">
              <a:lnSpc>
                <a:spcPct val="100000"/>
              </a:lnSpc>
              <a:spcBef>
                <a:spcPts val="0"/>
              </a:spcBef>
              <a:spcAft>
                <a:spcPts val="0"/>
              </a:spcAft>
              <a:buSzPts val="4400"/>
              <a:buNone/>
              <a:defRPr sz="4400"/>
            </a:lvl7pPr>
            <a:lvl8pPr lvl="7">
              <a:lnSpc>
                <a:spcPct val="100000"/>
              </a:lnSpc>
              <a:spcBef>
                <a:spcPts val="0"/>
              </a:spcBef>
              <a:spcAft>
                <a:spcPts val="0"/>
              </a:spcAft>
              <a:buSzPts val="4400"/>
              <a:buNone/>
              <a:defRPr sz="4400"/>
            </a:lvl8pPr>
            <a:lvl9pPr lvl="8">
              <a:lnSpc>
                <a:spcPct val="100000"/>
              </a:lnSpc>
              <a:spcBef>
                <a:spcPts val="0"/>
              </a:spcBef>
              <a:spcAft>
                <a:spcPts val="0"/>
              </a:spcAft>
              <a:buSzPts val="4400"/>
              <a:buNone/>
              <a:defRPr sz="4400"/>
            </a:lvl9pPr>
          </a:lstStyle>
          <a:p/>
        </p:txBody>
      </p:sp>
      <p:sp>
        <p:nvSpPr>
          <p:cNvPr id="1228" name="Google Shape;1228;p282"/>
          <p:cNvSpPr txBox="1"/>
          <p:nvPr>
            <p:ph idx="1" type="subTitle"/>
          </p:nvPr>
        </p:nvSpPr>
        <p:spPr>
          <a:xfrm>
            <a:off x="5030100" y="3076200"/>
            <a:ext cx="3656700" cy="2181600"/>
          </a:xfrm>
          <a:prstGeom prst="rect">
            <a:avLst/>
          </a:prstGeom>
        </p:spPr>
        <p:txBody>
          <a:bodyPr anchorCtr="0" anchor="t" bIns="0" lIns="0" spcFirstLastPara="1" rIns="0" wrap="square" tIns="0">
            <a:noAutofit/>
          </a:bodyPr>
          <a:lstStyle>
            <a:lvl1pPr indent="0" lvl="0"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229" name="Google Shape;1229;p282"/>
          <p:cNvSpPr/>
          <p:nvPr>
            <p:ph idx="2" type="pic"/>
          </p:nvPr>
        </p:nvSpPr>
        <p:spPr>
          <a:xfrm>
            <a:off x="76200" y="91667"/>
            <a:ext cx="4495800" cy="5531700"/>
          </a:xfrm>
          <a:prstGeom prst="roundRect">
            <a:avLst>
              <a:gd fmla="val 16667" name="adj"/>
            </a:avLst>
          </a:prstGeom>
          <a:noFill/>
          <a:ln>
            <a:noFill/>
          </a:ln>
        </p:spPr>
      </p:sp>
    </p:spTree>
  </p:cSld>
  <p:clrMapOvr>
    <a:masterClrMapping/>
  </p:clrMapOvr>
</p:sldLayout>
</file>

<file path=ppt/slideLayouts/slideLayout2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ullet points">
  <p:cSld name="Title and bullet points">
    <p:spTree>
      <p:nvGrpSpPr>
        <p:cNvPr id="1230" name="Shape 1230"/>
        <p:cNvGrpSpPr/>
        <p:nvPr/>
      </p:nvGrpSpPr>
      <p:grpSpPr>
        <a:xfrm>
          <a:off x="0" y="0"/>
          <a:ext cx="0" cy="0"/>
          <a:chOff x="0" y="0"/>
          <a:chExt cx="0" cy="0"/>
        </a:xfrm>
      </p:grpSpPr>
      <p:sp>
        <p:nvSpPr>
          <p:cNvPr id="1231" name="Google Shape;1231;p283"/>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232" name="Google Shape;1232;p283"/>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sldLayout>
</file>

<file path=ppt/slideLayouts/slideLayout2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mall Image + Text">
  <p:cSld name="Title + Small Image + Text">
    <p:spTree>
      <p:nvGrpSpPr>
        <p:cNvPr id="1233" name="Shape 1233"/>
        <p:cNvGrpSpPr/>
        <p:nvPr/>
      </p:nvGrpSpPr>
      <p:grpSpPr>
        <a:xfrm>
          <a:off x="0" y="0"/>
          <a:ext cx="0" cy="0"/>
          <a:chOff x="0" y="0"/>
          <a:chExt cx="0" cy="0"/>
        </a:xfrm>
      </p:grpSpPr>
      <p:sp>
        <p:nvSpPr>
          <p:cNvPr id="1234" name="Google Shape;1234;p284"/>
          <p:cNvSpPr/>
          <p:nvPr>
            <p:ph idx="2" type="pic"/>
          </p:nvPr>
        </p:nvSpPr>
        <p:spPr>
          <a:xfrm>
            <a:off x="0" y="2900000"/>
            <a:ext cx="9144000" cy="2814900"/>
          </a:xfrm>
          <a:prstGeom prst="roundRect">
            <a:avLst>
              <a:gd fmla="val 1254" name="adj"/>
            </a:avLst>
          </a:prstGeom>
          <a:noFill/>
          <a:ln>
            <a:noFill/>
          </a:ln>
        </p:spPr>
      </p:sp>
      <p:sp>
        <p:nvSpPr>
          <p:cNvPr id="1235" name="Google Shape;1235;p284"/>
          <p:cNvSpPr txBox="1"/>
          <p:nvPr>
            <p:ph type="title"/>
          </p:nvPr>
        </p:nvSpPr>
        <p:spPr>
          <a:xfrm>
            <a:off x="457200" y="1397679"/>
            <a:ext cx="3667500" cy="10803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1236" name="Google Shape;1236;p284"/>
          <p:cNvSpPr txBox="1"/>
          <p:nvPr>
            <p:ph idx="1" type="subTitle"/>
          </p:nvPr>
        </p:nvSpPr>
        <p:spPr>
          <a:xfrm>
            <a:off x="457200" y="879013"/>
            <a:ext cx="3667500" cy="434100"/>
          </a:xfrm>
          <a:prstGeom prst="rect">
            <a:avLst/>
          </a:prstGeom>
        </p:spPr>
        <p:txBody>
          <a:bodyPr anchorCtr="0" anchor="ctr" bIns="0" lIns="0" spcFirstLastPara="1" rIns="0" wrap="square" tIns="0">
            <a:no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237" name="Google Shape;1237;p284"/>
          <p:cNvSpPr txBox="1"/>
          <p:nvPr>
            <p:ph idx="3" type="body"/>
          </p:nvPr>
        </p:nvSpPr>
        <p:spPr>
          <a:xfrm>
            <a:off x="4581600" y="457200"/>
            <a:ext cx="4105200" cy="24426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1830">
          <p15:clr>
            <a:srgbClr val="E46962"/>
          </p15:clr>
        </p15:guide>
        <p15:guide id="2" orient="horz" pos="1057">
          <p15:clr>
            <a:srgbClr val="E46962"/>
          </p15:clr>
        </p15:guide>
      </p15:sldGuideLst>
    </p:ext>
  </p:extLst>
</p:sldLayout>
</file>

<file path=ppt/slideLayouts/slideLayout2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Cover 2">
  <p:cSld name="Section Cover 2">
    <p:bg>
      <p:bgPr>
        <a:blipFill>
          <a:blip r:embed="rId2">
            <a:alphaModFix/>
          </a:blip>
          <a:stretch>
            <a:fillRect/>
          </a:stretch>
        </a:blipFill>
      </p:bgPr>
    </p:bg>
    <p:spTree>
      <p:nvGrpSpPr>
        <p:cNvPr id="1238" name="Shape 1238"/>
        <p:cNvGrpSpPr/>
        <p:nvPr/>
      </p:nvGrpSpPr>
      <p:grpSpPr>
        <a:xfrm>
          <a:off x="0" y="0"/>
          <a:ext cx="0" cy="0"/>
          <a:chOff x="0" y="0"/>
          <a:chExt cx="0" cy="0"/>
        </a:xfrm>
      </p:grpSpPr>
      <p:sp>
        <p:nvSpPr>
          <p:cNvPr id="1239" name="Google Shape;1239;p285"/>
          <p:cNvSpPr txBox="1"/>
          <p:nvPr>
            <p:ph type="title"/>
          </p:nvPr>
        </p:nvSpPr>
        <p:spPr>
          <a:xfrm>
            <a:off x="457200" y="508000"/>
            <a:ext cx="5010300" cy="1734900"/>
          </a:xfrm>
          <a:prstGeom prst="rect">
            <a:avLst/>
          </a:prstGeom>
        </p:spPr>
        <p:txBody>
          <a:bodyPr anchorCtr="0" anchor="t" bIns="0" lIns="0" spcFirstLastPara="1" rIns="0" wrap="square" tIns="0">
            <a:noAutofit/>
          </a:bodyPr>
          <a:lstStyle>
            <a:lvl1pPr indent="0" lvl="0" marL="0" marR="0">
              <a:lnSpc>
                <a:spcPct val="80000"/>
              </a:lnSpc>
              <a:spcBef>
                <a:spcPts val="0"/>
              </a:spcBef>
              <a:spcAft>
                <a:spcPts val="0"/>
              </a:spcAft>
              <a:buNone/>
              <a:defRPr sz="4800">
                <a:solidFill>
                  <a:schemeClr val="lt1"/>
                </a:solidFill>
              </a:defRPr>
            </a:lvl1pPr>
            <a:lvl2pPr lvl="1">
              <a:lnSpc>
                <a:spcPct val="100000"/>
              </a:lnSpc>
              <a:spcBef>
                <a:spcPts val="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
        <p:nvSpPr>
          <p:cNvPr id="1240" name="Google Shape;1240;p285"/>
          <p:cNvSpPr txBox="1"/>
          <p:nvPr>
            <p:ph idx="1" type="subTitle"/>
          </p:nvPr>
        </p:nvSpPr>
        <p:spPr>
          <a:xfrm>
            <a:off x="457200" y="2243000"/>
            <a:ext cx="5010300" cy="434100"/>
          </a:xfrm>
          <a:prstGeom prst="rect">
            <a:avLst/>
          </a:prstGeom>
        </p:spPr>
        <p:txBody>
          <a:bodyPr anchorCtr="0" anchor="ctr" bIns="0" lIns="0" spcFirstLastPara="1" rIns="0" wrap="square" tIns="0">
            <a:spAutoFit/>
          </a:bodyPr>
          <a:lstStyle>
            <a:lvl1pPr indent="0" lvl="0" marL="0" marR="0">
              <a:lnSpc>
                <a:spcPct val="115000"/>
              </a:lnSpc>
              <a:spcBef>
                <a:spcPts val="0"/>
              </a:spcBef>
              <a:spcAft>
                <a:spcPts val="0"/>
              </a:spcAft>
              <a:buNone/>
              <a:defRPr sz="2000">
                <a:solidFill>
                  <a:schemeClr val="lt1"/>
                </a:solidFill>
              </a:defRPr>
            </a:lvl1pPr>
            <a:lvl2pPr indent="0" lvl="1" marL="0" marR="0">
              <a:lnSpc>
                <a:spcPct val="115000"/>
              </a:lnSpc>
              <a:spcBef>
                <a:spcPts val="0"/>
              </a:spcBef>
              <a:spcAft>
                <a:spcPts val="0"/>
              </a:spcAft>
              <a:buNone/>
              <a:defRPr sz="2000">
                <a:solidFill>
                  <a:schemeClr val="lt1"/>
                </a:solidFill>
              </a:defRPr>
            </a:lvl2pPr>
            <a:lvl3pPr indent="0" lvl="2" marL="0" marR="0">
              <a:lnSpc>
                <a:spcPct val="115000"/>
              </a:lnSpc>
              <a:spcBef>
                <a:spcPts val="0"/>
              </a:spcBef>
              <a:spcAft>
                <a:spcPts val="0"/>
              </a:spcAft>
              <a:buNone/>
              <a:defRPr sz="2000">
                <a:solidFill>
                  <a:schemeClr val="lt1"/>
                </a:solidFill>
              </a:defRPr>
            </a:lvl3pPr>
            <a:lvl4pPr indent="0" lvl="3" marL="0" marR="0">
              <a:lnSpc>
                <a:spcPct val="115000"/>
              </a:lnSpc>
              <a:spcBef>
                <a:spcPts val="0"/>
              </a:spcBef>
              <a:spcAft>
                <a:spcPts val="0"/>
              </a:spcAft>
              <a:buNone/>
              <a:defRPr sz="2000">
                <a:solidFill>
                  <a:schemeClr val="lt1"/>
                </a:solidFill>
              </a:defRPr>
            </a:lvl4pPr>
            <a:lvl5pPr indent="0" lvl="4" marL="0" marR="0">
              <a:lnSpc>
                <a:spcPct val="115000"/>
              </a:lnSpc>
              <a:spcBef>
                <a:spcPts val="0"/>
              </a:spcBef>
              <a:spcAft>
                <a:spcPts val="0"/>
              </a:spcAft>
              <a:buNone/>
              <a:defRPr sz="2000">
                <a:solidFill>
                  <a:schemeClr val="lt1"/>
                </a:solidFill>
              </a:defRPr>
            </a:lvl5pPr>
            <a:lvl6pPr indent="0" lvl="5" marL="0" marR="0">
              <a:lnSpc>
                <a:spcPct val="115000"/>
              </a:lnSpc>
              <a:spcBef>
                <a:spcPts val="0"/>
              </a:spcBef>
              <a:spcAft>
                <a:spcPts val="0"/>
              </a:spcAft>
              <a:buNone/>
              <a:defRPr sz="2000">
                <a:solidFill>
                  <a:schemeClr val="lt1"/>
                </a:solidFill>
              </a:defRPr>
            </a:lvl6pPr>
            <a:lvl7pPr indent="0" lvl="6" marL="0" marR="0">
              <a:lnSpc>
                <a:spcPct val="115000"/>
              </a:lnSpc>
              <a:spcBef>
                <a:spcPts val="0"/>
              </a:spcBef>
              <a:spcAft>
                <a:spcPts val="0"/>
              </a:spcAft>
              <a:buNone/>
              <a:defRPr sz="2000">
                <a:solidFill>
                  <a:schemeClr val="lt1"/>
                </a:solidFill>
              </a:defRPr>
            </a:lvl7pPr>
            <a:lvl8pPr indent="0" lvl="7" marL="0" marR="0">
              <a:lnSpc>
                <a:spcPct val="115000"/>
              </a:lnSpc>
              <a:spcBef>
                <a:spcPts val="0"/>
              </a:spcBef>
              <a:spcAft>
                <a:spcPts val="0"/>
              </a:spcAft>
              <a:buNone/>
              <a:defRPr sz="2000">
                <a:solidFill>
                  <a:schemeClr val="lt1"/>
                </a:solidFill>
              </a:defRPr>
            </a:lvl8pPr>
            <a:lvl9pPr indent="0" lvl="8" marL="0" marR="0">
              <a:lnSpc>
                <a:spcPct val="115000"/>
              </a:lnSpc>
              <a:spcBef>
                <a:spcPts val="0"/>
              </a:spcBef>
              <a:spcAft>
                <a:spcPts val="0"/>
              </a:spcAft>
              <a:buNone/>
              <a:defRPr sz="2000">
                <a:solidFill>
                  <a:schemeClr val="lt1"/>
                </a:solidFill>
              </a:defRPr>
            </a:lvl9pPr>
          </a:lstStyle>
          <a:p/>
        </p:txBody>
      </p:sp>
    </p:spTree>
  </p:cSld>
  <p:clrMapOvr>
    <a:masterClrMapping/>
  </p:clrMapOvr>
</p:sldLayout>
</file>

<file path=ppt/slideLayouts/slideLayout2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s with icons 1">
  <p:cSld name="Highlights with icons 1">
    <p:spTree>
      <p:nvGrpSpPr>
        <p:cNvPr id="1241" name="Shape 1241"/>
        <p:cNvGrpSpPr/>
        <p:nvPr/>
      </p:nvGrpSpPr>
      <p:grpSpPr>
        <a:xfrm>
          <a:off x="0" y="0"/>
          <a:ext cx="0" cy="0"/>
          <a:chOff x="0" y="0"/>
          <a:chExt cx="0" cy="0"/>
        </a:xfrm>
      </p:grpSpPr>
      <p:sp>
        <p:nvSpPr>
          <p:cNvPr id="1242" name="Google Shape;1242;p286"/>
          <p:cNvSpPr txBox="1"/>
          <p:nvPr>
            <p:ph idx="12" type="sldNum"/>
          </p:nvPr>
        </p:nvSpPr>
        <p:spPr>
          <a:xfrm>
            <a:off x="8572500" y="5080004"/>
            <a:ext cx="571500" cy="635100"/>
          </a:xfrm>
          <a:prstGeom prst="rect">
            <a:avLst/>
          </a:prstGeom>
          <a:noFill/>
          <a:ln>
            <a:noFill/>
          </a:ln>
        </p:spPr>
        <p:txBody>
          <a:bodyPr anchorCtr="0" anchor="t" bIns="121900" lIns="121900" spcFirstLastPara="1" rIns="121900" wrap="square" tIns="121900">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243" name="Google Shape;1243;p286"/>
          <p:cNvSpPr/>
          <p:nvPr>
            <p:ph idx="2" type="pic"/>
          </p:nvPr>
        </p:nvSpPr>
        <p:spPr>
          <a:xfrm>
            <a:off x="0" y="0"/>
            <a:ext cx="9144000" cy="2814900"/>
          </a:xfrm>
          <a:prstGeom prst="roundRect">
            <a:avLst>
              <a:gd fmla="val 1254" name="adj"/>
            </a:avLst>
          </a:prstGeom>
          <a:noFill/>
          <a:ln>
            <a:noFill/>
          </a:ln>
        </p:spPr>
      </p:sp>
      <p:sp>
        <p:nvSpPr>
          <p:cNvPr id="1244" name="Google Shape;1244;p286"/>
          <p:cNvSpPr txBox="1"/>
          <p:nvPr>
            <p:ph type="title"/>
          </p:nvPr>
        </p:nvSpPr>
        <p:spPr>
          <a:xfrm>
            <a:off x="457200" y="3755379"/>
            <a:ext cx="3667500" cy="10803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1245" name="Google Shape;1245;p286"/>
          <p:cNvSpPr txBox="1"/>
          <p:nvPr>
            <p:ph idx="1" type="subTitle"/>
          </p:nvPr>
        </p:nvSpPr>
        <p:spPr>
          <a:xfrm>
            <a:off x="457200" y="3236713"/>
            <a:ext cx="3667500" cy="434100"/>
          </a:xfrm>
          <a:prstGeom prst="rect">
            <a:avLst/>
          </a:prstGeom>
        </p:spPr>
        <p:txBody>
          <a:bodyPr anchorCtr="0" anchor="ctr" bIns="0" lIns="0" spcFirstLastPara="1" rIns="0" wrap="square" tIns="0">
            <a:no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246" name="Google Shape;1246;p286"/>
          <p:cNvSpPr txBox="1"/>
          <p:nvPr>
            <p:ph idx="3" type="body"/>
          </p:nvPr>
        </p:nvSpPr>
        <p:spPr>
          <a:xfrm>
            <a:off x="4581600" y="2814900"/>
            <a:ext cx="4105200" cy="24426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1767">
          <p15:clr>
            <a:srgbClr val="E46962"/>
          </p15:clr>
        </p15:guide>
        <p15:guide id="2" orient="horz" pos="2542">
          <p15:clr>
            <a:srgbClr val="E46962"/>
          </p15:clr>
        </p15:guide>
      </p15:sldGuideLst>
    </p:ext>
  </p:extLst>
</p:sldLayout>
</file>

<file path=ppt/slideLayouts/slideLayout2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hree columns 3">
  <p:cSld name="Content title and three columns 3">
    <p:spTree>
      <p:nvGrpSpPr>
        <p:cNvPr id="1247" name="Shape 1247"/>
        <p:cNvGrpSpPr/>
        <p:nvPr/>
      </p:nvGrpSpPr>
      <p:grpSpPr>
        <a:xfrm>
          <a:off x="0" y="0"/>
          <a:ext cx="0" cy="0"/>
          <a:chOff x="0" y="0"/>
          <a:chExt cx="0" cy="0"/>
        </a:xfrm>
      </p:grpSpPr>
      <p:sp>
        <p:nvSpPr>
          <p:cNvPr id="1248" name="Google Shape;1248;p287"/>
          <p:cNvSpPr txBox="1"/>
          <p:nvPr>
            <p:ph type="title"/>
          </p:nvPr>
        </p:nvSpPr>
        <p:spPr>
          <a:xfrm>
            <a:off x="457200" y="1525575"/>
            <a:ext cx="25881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249" name="Google Shape;1249;p287"/>
          <p:cNvSpPr txBox="1"/>
          <p:nvPr>
            <p:ph idx="2" type="title"/>
          </p:nvPr>
        </p:nvSpPr>
        <p:spPr>
          <a:xfrm>
            <a:off x="3277943" y="1525575"/>
            <a:ext cx="25881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250" name="Google Shape;1250;p287"/>
          <p:cNvSpPr txBox="1"/>
          <p:nvPr>
            <p:ph idx="3" type="title"/>
          </p:nvPr>
        </p:nvSpPr>
        <p:spPr>
          <a:xfrm>
            <a:off x="6098709" y="1525575"/>
            <a:ext cx="25881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251" name="Google Shape;1251;p287"/>
          <p:cNvSpPr txBox="1"/>
          <p:nvPr>
            <p:ph idx="1" type="body"/>
          </p:nvPr>
        </p:nvSpPr>
        <p:spPr>
          <a:xfrm>
            <a:off x="457200" y="2139575"/>
            <a:ext cx="25881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1252" name="Google Shape;1252;p287"/>
          <p:cNvSpPr txBox="1"/>
          <p:nvPr>
            <p:ph idx="4" type="body"/>
          </p:nvPr>
        </p:nvSpPr>
        <p:spPr>
          <a:xfrm>
            <a:off x="3277940" y="2139575"/>
            <a:ext cx="25881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1253" name="Google Shape;1253;p287"/>
          <p:cNvSpPr txBox="1"/>
          <p:nvPr>
            <p:ph idx="5" type="body"/>
          </p:nvPr>
        </p:nvSpPr>
        <p:spPr>
          <a:xfrm>
            <a:off x="6098703" y="2139575"/>
            <a:ext cx="25881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1254" name="Google Shape;1254;p287"/>
          <p:cNvSpPr txBox="1"/>
          <p:nvPr>
            <p:ph idx="6"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2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two columns">
  <p:cSld name="Chapter title and two columns">
    <p:spTree>
      <p:nvGrpSpPr>
        <p:cNvPr id="1255" name="Shape 1255"/>
        <p:cNvGrpSpPr/>
        <p:nvPr/>
      </p:nvGrpSpPr>
      <p:grpSpPr>
        <a:xfrm>
          <a:off x="0" y="0"/>
          <a:ext cx="0" cy="0"/>
          <a:chOff x="0" y="0"/>
          <a:chExt cx="0" cy="0"/>
        </a:xfrm>
      </p:grpSpPr>
      <p:sp>
        <p:nvSpPr>
          <p:cNvPr id="1256" name="Google Shape;1256;p288"/>
          <p:cNvSpPr txBox="1"/>
          <p:nvPr>
            <p:ph type="title"/>
          </p:nvPr>
        </p:nvSpPr>
        <p:spPr>
          <a:xfrm>
            <a:off x="457200" y="1525575"/>
            <a:ext cx="36615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257" name="Google Shape;1257;p288"/>
          <p:cNvSpPr txBox="1"/>
          <p:nvPr>
            <p:ph idx="1" type="body"/>
          </p:nvPr>
        </p:nvSpPr>
        <p:spPr>
          <a:xfrm>
            <a:off x="457200" y="2139575"/>
            <a:ext cx="36615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1258" name="Google Shape;1258;p288"/>
          <p:cNvSpPr txBox="1"/>
          <p:nvPr>
            <p:ph idx="2"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
        <p:nvSpPr>
          <p:cNvPr id="1259" name="Google Shape;1259;p288"/>
          <p:cNvSpPr txBox="1"/>
          <p:nvPr>
            <p:ph idx="3" type="title"/>
          </p:nvPr>
        </p:nvSpPr>
        <p:spPr>
          <a:xfrm>
            <a:off x="4561700" y="1525575"/>
            <a:ext cx="36615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260" name="Google Shape;1260;p288"/>
          <p:cNvSpPr txBox="1"/>
          <p:nvPr>
            <p:ph idx="4" type="body"/>
          </p:nvPr>
        </p:nvSpPr>
        <p:spPr>
          <a:xfrm>
            <a:off x="4561700" y="2139575"/>
            <a:ext cx="36615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Tree>
  </p:cSld>
  <p:clrMapOvr>
    <a:masterClrMapping/>
  </p:clrMapOvr>
</p:sldLayout>
</file>

<file path=ppt/slideLayouts/slideLayout2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four columns 2">
  <p:cSld name="Content title and four columns 2">
    <p:spTree>
      <p:nvGrpSpPr>
        <p:cNvPr id="1261" name="Shape 1261"/>
        <p:cNvGrpSpPr/>
        <p:nvPr/>
      </p:nvGrpSpPr>
      <p:grpSpPr>
        <a:xfrm>
          <a:off x="0" y="0"/>
          <a:ext cx="0" cy="0"/>
          <a:chOff x="0" y="0"/>
          <a:chExt cx="0" cy="0"/>
        </a:xfrm>
      </p:grpSpPr>
      <p:sp>
        <p:nvSpPr>
          <p:cNvPr id="1262" name="Google Shape;1262;p289"/>
          <p:cNvSpPr txBox="1"/>
          <p:nvPr>
            <p:ph idx="12" type="sldNum"/>
          </p:nvPr>
        </p:nvSpPr>
        <p:spPr>
          <a:xfrm>
            <a:off x="8472458" y="5181352"/>
            <a:ext cx="548700" cy="4374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263" name="Google Shape;1263;p289"/>
          <p:cNvSpPr txBox="1"/>
          <p:nvPr>
            <p:ph type="title"/>
          </p:nvPr>
        </p:nvSpPr>
        <p:spPr>
          <a:xfrm>
            <a:off x="457200" y="1525583"/>
            <a:ext cx="3201900" cy="734700"/>
          </a:xfrm>
          <a:prstGeom prst="rect">
            <a:avLst/>
          </a:prstGeom>
          <a:noFill/>
          <a:ln>
            <a:noFill/>
          </a:ln>
        </p:spPr>
        <p:txBody>
          <a:bodyPr anchorCtr="0" anchor="ctr" bIns="0" lIns="0" spcFirstLastPara="1" rIns="182875"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264" name="Google Shape;1264;p289"/>
          <p:cNvSpPr txBox="1"/>
          <p:nvPr>
            <p:ph idx="2" type="title"/>
          </p:nvPr>
        </p:nvSpPr>
        <p:spPr>
          <a:xfrm>
            <a:off x="457200" y="2462663"/>
            <a:ext cx="3201900" cy="734700"/>
          </a:xfrm>
          <a:prstGeom prst="rect">
            <a:avLst/>
          </a:prstGeom>
          <a:noFill/>
          <a:ln>
            <a:noFill/>
          </a:ln>
        </p:spPr>
        <p:txBody>
          <a:bodyPr anchorCtr="0" anchor="ctr" bIns="0" lIns="0" spcFirstLastPara="1" rIns="182875"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265" name="Google Shape;1265;p289"/>
          <p:cNvSpPr txBox="1"/>
          <p:nvPr>
            <p:ph idx="3" type="title"/>
          </p:nvPr>
        </p:nvSpPr>
        <p:spPr>
          <a:xfrm>
            <a:off x="457200" y="3399743"/>
            <a:ext cx="3201900" cy="734700"/>
          </a:xfrm>
          <a:prstGeom prst="rect">
            <a:avLst/>
          </a:prstGeom>
          <a:noFill/>
          <a:ln>
            <a:noFill/>
          </a:ln>
        </p:spPr>
        <p:txBody>
          <a:bodyPr anchorCtr="0" anchor="ctr" bIns="0" lIns="0" spcFirstLastPara="1" rIns="182875"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266" name="Google Shape;1266;p289"/>
          <p:cNvSpPr txBox="1"/>
          <p:nvPr>
            <p:ph idx="4" type="title"/>
          </p:nvPr>
        </p:nvSpPr>
        <p:spPr>
          <a:xfrm>
            <a:off x="457200" y="4336822"/>
            <a:ext cx="3201900" cy="734700"/>
          </a:xfrm>
          <a:prstGeom prst="rect">
            <a:avLst/>
          </a:prstGeom>
          <a:noFill/>
          <a:ln>
            <a:noFill/>
          </a:ln>
        </p:spPr>
        <p:txBody>
          <a:bodyPr anchorCtr="0" anchor="ctr" bIns="0" lIns="0" spcFirstLastPara="1" rIns="182875"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267" name="Google Shape;1267;p289"/>
          <p:cNvSpPr txBox="1"/>
          <p:nvPr>
            <p:ph idx="1" type="body"/>
          </p:nvPr>
        </p:nvSpPr>
        <p:spPr>
          <a:xfrm>
            <a:off x="3664275" y="4336833"/>
            <a:ext cx="4105200" cy="7347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
        <p:nvSpPr>
          <p:cNvPr id="1268" name="Google Shape;1268;p289"/>
          <p:cNvSpPr txBox="1"/>
          <p:nvPr>
            <p:ph idx="5" type="body"/>
          </p:nvPr>
        </p:nvSpPr>
        <p:spPr>
          <a:xfrm>
            <a:off x="3664275" y="3399750"/>
            <a:ext cx="4105200" cy="7347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
        <p:nvSpPr>
          <p:cNvPr id="1269" name="Google Shape;1269;p289"/>
          <p:cNvSpPr txBox="1"/>
          <p:nvPr>
            <p:ph idx="6" type="body"/>
          </p:nvPr>
        </p:nvSpPr>
        <p:spPr>
          <a:xfrm>
            <a:off x="3664275" y="2462667"/>
            <a:ext cx="4105200" cy="7347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
        <p:nvSpPr>
          <p:cNvPr id="1270" name="Google Shape;1270;p289"/>
          <p:cNvSpPr txBox="1"/>
          <p:nvPr>
            <p:ph idx="7" type="body"/>
          </p:nvPr>
        </p:nvSpPr>
        <p:spPr>
          <a:xfrm>
            <a:off x="3664275" y="1525583"/>
            <a:ext cx="4105200" cy="7347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
        <p:nvSpPr>
          <p:cNvPr id="1271" name="Google Shape;1271;p289"/>
          <p:cNvSpPr txBox="1"/>
          <p:nvPr>
            <p:ph idx="8"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sldLayout>
</file>

<file path=ppt/slideLayouts/slideLayout2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ig picture">
  <p:cSld name="Title and big picture">
    <p:bg>
      <p:bgPr>
        <a:blipFill>
          <a:blip r:embed="rId2">
            <a:alphaModFix/>
          </a:blip>
          <a:stretch>
            <a:fillRect/>
          </a:stretch>
        </a:blipFill>
      </p:bgPr>
    </p:bg>
    <p:spTree>
      <p:nvGrpSpPr>
        <p:cNvPr id="1272" name="Shape 1272"/>
        <p:cNvGrpSpPr/>
        <p:nvPr/>
      </p:nvGrpSpPr>
      <p:grpSpPr>
        <a:xfrm>
          <a:off x="0" y="0"/>
          <a:ext cx="0" cy="0"/>
          <a:chOff x="0" y="0"/>
          <a:chExt cx="0" cy="0"/>
        </a:xfrm>
      </p:grpSpPr>
      <p:pic>
        <p:nvPicPr>
          <p:cNvPr id="1273" name="Google Shape;1273;p290" title="Mesh Holographic Gradients - Dark Gradient 28.png"/>
          <p:cNvPicPr preferRelativeResize="0"/>
          <p:nvPr/>
        </p:nvPicPr>
        <p:blipFill rotWithShape="1">
          <a:blip r:embed="rId2">
            <a:alphaModFix/>
          </a:blip>
          <a:srcRect b="0" l="0" r="9877" t="0"/>
          <a:stretch/>
        </p:blipFill>
        <p:spPr>
          <a:xfrm flipH="1" rot="10800000">
            <a:off x="0" y="350"/>
            <a:ext cx="9156298" cy="5714650"/>
          </a:xfrm>
          <a:prstGeom prst="rect">
            <a:avLst/>
          </a:prstGeom>
          <a:noFill/>
          <a:ln>
            <a:noFill/>
          </a:ln>
        </p:spPr>
      </p:pic>
      <p:sp>
        <p:nvSpPr>
          <p:cNvPr id="1274" name="Google Shape;1274;p290"/>
          <p:cNvSpPr txBox="1"/>
          <p:nvPr>
            <p:ph type="title"/>
          </p:nvPr>
        </p:nvSpPr>
        <p:spPr>
          <a:xfrm>
            <a:off x="457200" y="3472000"/>
            <a:ext cx="5010300" cy="17349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4800">
                <a:solidFill>
                  <a:schemeClr val="lt1"/>
                </a:solidFill>
              </a:defRPr>
            </a:lvl1pPr>
            <a:lvl2pPr lvl="1">
              <a:lnSpc>
                <a:spcPct val="100000"/>
              </a:lnSpc>
              <a:spcBef>
                <a:spcPts val="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Tree>
  </p:cSld>
  <p:clrMapOvr>
    <a:masterClrMapping/>
  </p:clrMapOvr>
</p:sldLayout>
</file>

<file path=ppt/slideLayouts/slideLayout2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ist">
  <p:cSld name="Title and list">
    <p:spTree>
      <p:nvGrpSpPr>
        <p:cNvPr id="1275" name="Shape 1275"/>
        <p:cNvGrpSpPr/>
        <p:nvPr/>
      </p:nvGrpSpPr>
      <p:grpSpPr>
        <a:xfrm>
          <a:off x="0" y="0"/>
          <a:ext cx="0" cy="0"/>
          <a:chOff x="0" y="0"/>
          <a:chExt cx="0" cy="0"/>
        </a:xfrm>
      </p:grpSpPr>
      <p:sp>
        <p:nvSpPr>
          <p:cNvPr id="1276" name="Google Shape;1276;p291"/>
          <p:cNvSpPr txBox="1"/>
          <p:nvPr>
            <p:ph idx="12" type="sldNum"/>
          </p:nvPr>
        </p:nvSpPr>
        <p:spPr>
          <a:xfrm>
            <a:off x="8556784" y="5277612"/>
            <a:ext cx="548700" cy="437400"/>
          </a:xfrm>
          <a:prstGeom prst="rect">
            <a:avLst/>
          </a:prstGeom>
          <a:noFill/>
          <a:ln>
            <a:noFill/>
          </a:ln>
        </p:spPr>
        <p:txBody>
          <a:bodyPr anchorCtr="0" anchor="t" bIns="121900" lIns="121900" spcFirstLastPara="1" rIns="121900" wrap="square" tIns="121900">
            <a:noAutofit/>
          </a:bodyPr>
          <a:lstStyle>
            <a:lvl1pPr indent="0" lvl="0"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1pPr>
            <a:lvl2pPr indent="0" lvl="1"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2pPr>
            <a:lvl3pPr indent="0" lvl="2"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3pPr>
            <a:lvl4pPr indent="0" lvl="3"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4pPr>
            <a:lvl5pPr indent="0" lvl="4"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5pPr>
            <a:lvl6pPr indent="0" lvl="5"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6pPr>
            <a:lvl7pPr indent="0" lvl="6"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7pPr>
            <a:lvl8pPr indent="0" lvl="7"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8pPr>
            <a:lvl9pPr indent="0" lvl="8"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
        <p:nvSpPr>
          <p:cNvPr id="1277" name="Google Shape;1277;p291"/>
          <p:cNvSpPr txBox="1"/>
          <p:nvPr>
            <p:ph type="title"/>
          </p:nvPr>
        </p:nvSpPr>
        <p:spPr>
          <a:xfrm>
            <a:off x="457200" y="507990"/>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278" name="Google Shape;1278;p291"/>
          <p:cNvSpPr txBox="1"/>
          <p:nvPr>
            <p:ph idx="1" type="body"/>
          </p:nvPr>
        </p:nvSpPr>
        <p:spPr>
          <a:xfrm>
            <a:off x="457200" y="1130806"/>
            <a:ext cx="4105200" cy="40764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sldLayout>
</file>

<file path=ppt/slideLayouts/slideLayout2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ist 1">
  <p:cSld name="Title and list 1">
    <p:spTree>
      <p:nvGrpSpPr>
        <p:cNvPr id="1279" name="Shape 1279"/>
        <p:cNvGrpSpPr/>
        <p:nvPr/>
      </p:nvGrpSpPr>
      <p:grpSpPr>
        <a:xfrm>
          <a:off x="0" y="0"/>
          <a:ext cx="0" cy="0"/>
          <a:chOff x="0" y="0"/>
          <a:chExt cx="0" cy="0"/>
        </a:xfrm>
      </p:grpSpPr>
      <p:sp>
        <p:nvSpPr>
          <p:cNvPr id="1280" name="Google Shape;1280;p292"/>
          <p:cNvSpPr txBox="1"/>
          <p:nvPr>
            <p:ph idx="12" type="sldNum"/>
          </p:nvPr>
        </p:nvSpPr>
        <p:spPr>
          <a:xfrm>
            <a:off x="8556784" y="5277612"/>
            <a:ext cx="548700" cy="437400"/>
          </a:xfrm>
          <a:prstGeom prst="rect">
            <a:avLst/>
          </a:prstGeom>
          <a:noFill/>
          <a:ln>
            <a:noFill/>
          </a:ln>
        </p:spPr>
        <p:txBody>
          <a:bodyPr anchorCtr="0" anchor="t" bIns="121900" lIns="121900" spcFirstLastPara="1" rIns="121900" wrap="square" tIns="121900">
            <a:noAutofit/>
          </a:bodyPr>
          <a:lstStyle>
            <a:lvl1pPr indent="0" lvl="0"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1pPr>
            <a:lvl2pPr indent="0" lvl="1"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2pPr>
            <a:lvl3pPr indent="0" lvl="2"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3pPr>
            <a:lvl4pPr indent="0" lvl="3"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4pPr>
            <a:lvl5pPr indent="0" lvl="4"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5pPr>
            <a:lvl6pPr indent="0" lvl="5"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6pPr>
            <a:lvl7pPr indent="0" lvl="6"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7pPr>
            <a:lvl8pPr indent="0" lvl="7"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8pPr>
            <a:lvl9pPr indent="0" lvl="8"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
        <p:nvSpPr>
          <p:cNvPr id="1281" name="Google Shape;1281;p292"/>
          <p:cNvSpPr txBox="1"/>
          <p:nvPr>
            <p:ph type="title"/>
          </p:nvPr>
        </p:nvSpPr>
        <p:spPr>
          <a:xfrm>
            <a:off x="457200" y="507990"/>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282" name="Google Shape;1282;p292"/>
          <p:cNvSpPr txBox="1"/>
          <p:nvPr>
            <p:ph idx="1" type="body"/>
          </p:nvPr>
        </p:nvSpPr>
        <p:spPr>
          <a:xfrm>
            <a:off x="457200" y="1130806"/>
            <a:ext cx="4105200" cy="40764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sldLayout>
</file>

<file path=ppt/slideLayouts/slideLayout2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out logo 2">
  <p:cSld name="Cover without logo 2">
    <p:bg>
      <p:bgPr>
        <a:blipFill>
          <a:blip r:embed="rId2">
            <a:alphaModFix/>
          </a:blip>
          <a:stretch>
            <a:fillRect/>
          </a:stretch>
        </a:blipFill>
      </p:bgPr>
    </p:bg>
    <p:spTree>
      <p:nvGrpSpPr>
        <p:cNvPr id="1283" name="Shape 1283"/>
        <p:cNvGrpSpPr/>
        <p:nvPr/>
      </p:nvGrpSpPr>
      <p:grpSpPr>
        <a:xfrm>
          <a:off x="0" y="0"/>
          <a:ext cx="0" cy="0"/>
          <a:chOff x="0" y="0"/>
          <a:chExt cx="0" cy="0"/>
        </a:xfrm>
      </p:grpSpPr>
      <p:pic>
        <p:nvPicPr>
          <p:cNvPr id="1284" name="Google Shape;1284;p293" title="Mesh Holographic Gradients - Dark Gradient 24.png"/>
          <p:cNvPicPr preferRelativeResize="0"/>
          <p:nvPr/>
        </p:nvPicPr>
        <p:blipFill rotWithShape="1">
          <a:blip r:embed="rId2">
            <a:alphaModFix/>
          </a:blip>
          <a:srcRect b="0" l="5285" r="5294" t="0"/>
          <a:stretch/>
        </p:blipFill>
        <p:spPr>
          <a:xfrm rot="10800000">
            <a:off x="10602" y="-11749"/>
            <a:ext cx="9122798" cy="5738499"/>
          </a:xfrm>
          <a:prstGeom prst="rect">
            <a:avLst/>
          </a:prstGeom>
          <a:noFill/>
          <a:ln>
            <a:noFill/>
          </a:ln>
        </p:spPr>
      </p:pic>
      <p:sp>
        <p:nvSpPr>
          <p:cNvPr id="1285" name="Google Shape;1285;p293"/>
          <p:cNvSpPr txBox="1"/>
          <p:nvPr>
            <p:ph type="title"/>
          </p:nvPr>
        </p:nvSpPr>
        <p:spPr>
          <a:xfrm>
            <a:off x="2066850" y="1688333"/>
            <a:ext cx="5010300" cy="1734900"/>
          </a:xfrm>
          <a:prstGeom prst="rect">
            <a:avLst/>
          </a:prstGeom>
        </p:spPr>
        <p:txBody>
          <a:bodyPr anchorCtr="0" anchor="b" bIns="0" lIns="0" spcFirstLastPara="1" rIns="0" wrap="square" tIns="0">
            <a:noAutofit/>
          </a:bodyPr>
          <a:lstStyle>
            <a:lvl1pPr indent="0" lvl="0" marL="0" marR="0" algn="ctr">
              <a:lnSpc>
                <a:spcPct val="100000"/>
              </a:lnSpc>
              <a:spcBef>
                <a:spcPts val="0"/>
              </a:spcBef>
              <a:spcAft>
                <a:spcPts val="0"/>
              </a:spcAft>
              <a:buNone/>
              <a:defRPr sz="4800">
                <a:solidFill>
                  <a:schemeClr val="lt1"/>
                </a:solidFill>
              </a:defRPr>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1286" name="Google Shape;1286;p293"/>
          <p:cNvSpPr txBox="1"/>
          <p:nvPr>
            <p:ph idx="1" type="subTitle"/>
          </p:nvPr>
        </p:nvSpPr>
        <p:spPr>
          <a:xfrm>
            <a:off x="2066850" y="3592667"/>
            <a:ext cx="5010300" cy="434100"/>
          </a:xfrm>
          <a:prstGeom prst="rect">
            <a:avLst/>
          </a:prstGeom>
        </p:spPr>
        <p:txBody>
          <a:bodyPr anchorCtr="0" anchor="b" bIns="0" lIns="0" spcFirstLastPara="1" rIns="0" wrap="square" tIns="0">
            <a:noAutofit/>
          </a:bodyPr>
          <a:lstStyle>
            <a:lvl1pPr indent="0" lvl="0" marL="0" marR="0" algn="ctr">
              <a:lnSpc>
                <a:spcPct val="100000"/>
              </a:lnSpc>
              <a:spcBef>
                <a:spcPts val="0"/>
              </a:spcBef>
              <a:spcAft>
                <a:spcPts val="0"/>
              </a:spcAft>
              <a:buNone/>
              <a:defRPr sz="2000">
                <a:solidFill>
                  <a:schemeClr val="lt1"/>
                </a:solidFill>
              </a:defRPr>
            </a:lvl1pPr>
            <a:lvl2pPr indent="0" lvl="1" marL="0" marR="0" algn="ctr">
              <a:lnSpc>
                <a:spcPct val="100000"/>
              </a:lnSpc>
              <a:spcBef>
                <a:spcPts val="0"/>
              </a:spcBef>
              <a:spcAft>
                <a:spcPts val="0"/>
              </a:spcAft>
              <a:buNone/>
              <a:defRPr sz="2000">
                <a:solidFill>
                  <a:schemeClr val="lt1"/>
                </a:solidFill>
              </a:defRPr>
            </a:lvl2pPr>
            <a:lvl3pPr indent="0" lvl="2" marL="0" marR="0" algn="ctr">
              <a:lnSpc>
                <a:spcPct val="100000"/>
              </a:lnSpc>
              <a:spcBef>
                <a:spcPts val="0"/>
              </a:spcBef>
              <a:spcAft>
                <a:spcPts val="0"/>
              </a:spcAft>
              <a:buNone/>
              <a:defRPr sz="2000">
                <a:solidFill>
                  <a:schemeClr val="lt1"/>
                </a:solidFill>
              </a:defRPr>
            </a:lvl3pPr>
            <a:lvl4pPr indent="0" lvl="3" marL="0" marR="0" algn="ctr">
              <a:lnSpc>
                <a:spcPct val="100000"/>
              </a:lnSpc>
              <a:spcBef>
                <a:spcPts val="0"/>
              </a:spcBef>
              <a:spcAft>
                <a:spcPts val="0"/>
              </a:spcAft>
              <a:buNone/>
              <a:defRPr sz="2000">
                <a:solidFill>
                  <a:schemeClr val="lt1"/>
                </a:solidFill>
              </a:defRPr>
            </a:lvl4pPr>
            <a:lvl5pPr indent="0" lvl="4" marL="0" marR="0" algn="ctr">
              <a:lnSpc>
                <a:spcPct val="100000"/>
              </a:lnSpc>
              <a:spcBef>
                <a:spcPts val="0"/>
              </a:spcBef>
              <a:spcAft>
                <a:spcPts val="0"/>
              </a:spcAft>
              <a:buNone/>
              <a:defRPr sz="2000">
                <a:solidFill>
                  <a:schemeClr val="lt1"/>
                </a:solidFill>
              </a:defRPr>
            </a:lvl5pPr>
            <a:lvl6pPr indent="0" lvl="5" marL="0" marR="0" algn="ctr">
              <a:lnSpc>
                <a:spcPct val="100000"/>
              </a:lnSpc>
              <a:spcBef>
                <a:spcPts val="0"/>
              </a:spcBef>
              <a:spcAft>
                <a:spcPts val="0"/>
              </a:spcAft>
              <a:buNone/>
              <a:defRPr sz="2000">
                <a:solidFill>
                  <a:schemeClr val="lt1"/>
                </a:solidFill>
              </a:defRPr>
            </a:lvl6pPr>
            <a:lvl7pPr indent="0" lvl="6" marL="0" marR="0" algn="ctr">
              <a:lnSpc>
                <a:spcPct val="100000"/>
              </a:lnSpc>
              <a:spcBef>
                <a:spcPts val="0"/>
              </a:spcBef>
              <a:spcAft>
                <a:spcPts val="0"/>
              </a:spcAft>
              <a:buNone/>
              <a:defRPr sz="2000">
                <a:solidFill>
                  <a:schemeClr val="lt1"/>
                </a:solidFill>
              </a:defRPr>
            </a:lvl7pPr>
            <a:lvl8pPr indent="0" lvl="7" marL="0" marR="0" algn="ctr">
              <a:lnSpc>
                <a:spcPct val="100000"/>
              </a:lnSpc>
              <a:spcBef>
                <a:spcPts val="0"/>
              </a:spcBef>
              <a:spcAft>
                <a:spcPts val="0"/>
              </a:spcAft>
              <a:buNone/>
              <a:defRPr sz="2000">
                <a:solidFill>
                  <a:schemeClr val="lt1"/>
                </a:solidFill>
              </a:defRPr>
            </a:lvl8pPr>
            <a:lvl9pPr indent="0" lvl="8" marL="0" marR="0" algn="ctr">
              <a:lnSpc>
                <a:spcPct val="100000"/>
              </a:lnSpc>
              <a:spcBef>
                <a:spcPts val="0"/>
              </a:spcBef>
              <a:spcAft>
                <a:spcPts val="0"/>
              </a:spcAft>
              <a:buNone/>
              <a:defRPr sz="2000">
                <a:solidFill>
                  <a:schemeClr val="lt1"/>
                </a:solidFill>
              </a:defRPr>
            </a:lvl9pPr>
          </a:lstStyle>
          <a:p/>
        </p:txBody>
      </p:sp>
    </p:spTree>
  </p:cSld>
  <p:clrMapOvr>
    <a:masterClrMapping/>
  </p:clrMapOvr>
</p:sldLayout>
</file>

<file path=ppt/slideLayouts/slideLayout2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out logo 2 1">
  <p:cSld name="Cover without logo 2_1">
    <p:bg>
      <p:bgPr>
        <a:solidFill>
          <a:srgbClr val="07182C"/>
        </a:solidFill>
      </p:bgPr>
    </p:bg>
    <p:spTree>
      <p:nvGrpSpPr>
        <p:cNvPr id="1287" name="Shape 1287"/>
        <p:cNvGrpSpPr/>
        <p:nvPr/>
      </p:nvGrpSpPr>
      <p:grpSpPr>
        <a:xfrm>
          <a:off x="0" y="0"/>
          <a:ext cx="0" cy="0"/>
          <a:chOff x="0" y="0"/>
          <a:chExt cx="0" cy="0"/>
        </a:xfrm>
      </p:grpSpPr>
      <p:pic>
        <p:nvPicPr>
          <p:cNvPr id="1288" name="Google Shape;1288;p294" title="Mesh Holographic Gradients - Dark Gradient 22.png"/>
          <p:cNvPicPr preferRelativeResize="0"/>
          <p:nvPr/>
        </p:nvPicPr>
        <p:blipFill rotWithShape="1">
          <a:blip r:embed="rId2">
            <a:alphaModFix/>
          </a:blip>
          <a:srcRect b="0" l="0" r="10177" t="0"/>
          <a:stretch/>
        </p:blipFill>
        <p:spPr>
          <a:xfrm flipH="1" rot="10800000">
            <a:off x="0" y="-13876"/>
            <a:ext cx="9147848" cy="5728876"/>
          </a:xfrm>
          <a:prstGeom prst="rect">
            <a:avLst/>
          </a:prstGeom>
          <a:noFill/>
          <a:ln>
            <a:noFill/>
          </a:ln>
        </p:spPr>
      </p:pic>
      <p:pic>
        <p:nvPicPr>
          <p:cNvPr id="1289" name="Google Shape;1289;p294"/>
          <p:cNvPicPr preferRelativeResize="0"/>
          <p:nvPr/>
        </p:nvPicPr>
        <p:blipFill rotWithShape="1">
          <a:blip r:embed="rId3">
            <a:alphaModFix/>
          </a:blip>
          <a:srcRect b="0" l="0" r="0" t="0"/>
          <a:stretch/>
        </p:blipFill>
        <p:spPr>
          <a:xfrm>
            <a:off x="457200" y="4773000"/>
            <a:ext cx="316413" cy="390600"/>
          </a:xfrm>
          <a:prstGeom prst="rect">
            <a:avLst/>
          </a:prstGeom>
          <a:noFill/>
          <a:ln>
            <a:noFill/>
          </a:ln>
        </p:spPr>
      </p:pic>
      <p:sp>
        <p:nvSpPr>
          <p:cNvPr id="1290" name="Google Shape;1290;p294"/>
          <p:cNvSpPr/>
          <p:nvPr/>
        </p:nvSpPr>
        <p:spPr>
          <a:xfrm>
            <a:off x="984762" y="4877167"/>
            <a:ext cx="203100" cy="225600"/>
          </a:xfrm>
          <a:prstGeom prst="plus">
            <a:avLst>
              <a:gd fmla="val 43366" name="adj"/>
            </a:avLst>
          </a:prstGeom>
          <a:solidFill>
            <a:srgbClr val="60A5FA"/>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Lato"/>
              <a:ea typeface="Lato"/>
              <a:cs typeface="Lato"/>
              <a:sym typeface="Lato"/>
            </a:endParaRPr>
          </a:p>
        </p:txBody>
      </p:sp>
      <p:sp>
        <p:nvSpPr>
          <p:cNvPr id="1291" name="Google Shape;1291;p294"/>
          <p:cNvSpPr txBox="1"/>
          <p:nvPr>
            <p:ph type="title"/>
          </p:nvPr>
        </p:nvSpPr>
        <p:spPr>
          <a:xfrm>
            <a:off x="457200" y="457200"/>
            <a:ext cx="5010300" cy="1376700"/>
          </a:xfrm>
          <a:prstGeom prst="rect">
            <a:avLst/>
          </a:prstGeom>
        </p:spPr>
        <p:txBody>
          <a:bodyPr anchorCtr="0" anchor="t"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292" name="Google Shape;1292;p294"/>
          <p:cNvSpPr txBox="1"/>
          <p:nvPr>
            <p:ph idx="1" type="subTitle"/>
          </p:nvPr>
        </p:nvSpPr>
        <p:spPr>
          <a:xfrm>
            <a:off x="457200" y="1833900"/>
            <a:ext cx="50103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
        <p:nvSpPr>
          <p:cNvPr id="1293" name="Google Shape;1293;p294"/>
          <p:cNvSpPr txBox="1"/>
          <p:nvPr>
            <p:ph idx="2" type="subTitle"/>
          </p:nvPr>
        </p:nvSpPr>
        <p:spPr>
          <a:xfrm>
            <a:off x="3676500" y="4823692"/>
            <a:ext cx="5010300" cy="434100"/>
          </a:xfrm>
          <a:prstGeom prst="rect">
            <a:avLst/>
          </a:prstGeom>
        </p:spPr>
        <p:txBody>
          <a:bodyPr anchorCtr="0" anchor="b" bIns="0" lIns="0" spcFirstLastPara="1" rIns="0" wrap="square" tIns="0">
            <a:noAutofit/>
          </a:bodyPr>
          <a:lstStyle>
            <a:lvl1pPr indent="0" lvl="0" marL="0" marR="0" algn="r">
              <a:lnSpc>
                <a:spcPct val="100000"/>
              </a:lnSpc>
              <a:spcBef>
                <a:spcPts val="0"/>
              </a:spcBef>
              <a:spcAft>
                <a:spcPts val="0"/>
              </a:spcAft>
              <a:buNone/>
              <a:defRPr sz="1600">
                <a:solidFill>
                  <a:schemeClr val="lt1"/>
                </a:solidFill>
              </a:defRPr>
            </a:lvl1pPr>
            <a:lvl2pPr indent="0" lvl="1" marL="0" marR="0" algn="r">
              <a:lnSpc>
                <a:spcPct val="100000"/>
              </a:lnSpc>
              <a:spcBef>
                <a:spcPts val="0"/>
              </a:spcBef>
              <a:spcAft>
                <a:spcPts val="0"/>
              </a:spcAft>
              <a:buNone/>
              <a:defRPr sz="1600">
                <a:solidFill>
                  <a:schemeClr val="lt1"/>
                </a:solidFill>
              </a:defRPr>
            </a:lvl2pPr>
            <a:lvl3pPr indent="0" lvl="2" marL="0" marR="0" algn="r">
              <a:lnSpc>
                <a:spcPct val="100000"/>
              </a:lnSpc>
              <a:spcBef>
                <a:spcPts val="0"/>
              </a:spcBef>
              <a:spcAft>
                <a:spcPts val="0"/>
              </a:spcAft>
              <a:buNone/>
              <a:defRPr sz="1600">
                <a:solidFill>
                  <a:schemeClr val="lt1"/>
                </a:solidFill>
              </a:defRPr>
            </a:lvl3pPr>
            <a:lvl4pPr indent="0" lvl="3" marL="0" marR="0" algn="r">
              <a:lnSpc>
                <a:spcPct val="100000"/>
              </a:lnSpc>
              <a:spcBef>
                <a:spcPts val="0"/>
              </a:spcBef>
              <a:spcAft>
                <a:spcPts val="0"/>
              </a:spcAft>
              <a:buNone/>
              <a:defRPr sz="1600">
                <a:solidFill>
                  <a:schemeClr val="lt1"/>
                </a:solidFill>
              </a:defRPr>
            </a:lvl4pPr>
            <a:lvl5pPr indent="0" lvl="4" marL="0" marR="0" algn="r">
              <a:lnSpc>
                <a:spcPct val="100000"/>
              </a:lnSpc>
              <a:spcBef>
                <a:spcPts val="0"/>
              </a:spcBef>
              <a:spcAft>
                <a:spcPts val="0"/>
              </a:spcAft>
              <a:buNone/>
              <a:defRPr sz="1600">
                <a:solidFill>
                  <a:schemeClr val="lt1"/>
                </a:solidFill>
              </a:defRPr>
            </a:lvl5pPr>
            <a:lvl6pPr indent="0" lvl="5" marL="0" marR="0" algn="r">
              <a:lnSpc>
                <a:spcPct val="100000"/>
              </a:lnSpc>
              <a:spcBef>
                <a:spcPts val="0"/>
              </a:spcBef>
              <a:spcAft>
                <a:spcPts val="0"/>
              </a:spcAft>
              <a:buNone/>
              <a:defRPr sz="1600">
                <a:solidFill>
                  <a:schemeClr val="lt1"/>
                </a:solidFill>
              </a:defRPr>
            </a:lvl6pPr>
            <a:lvl7pPr indent="0" lvl="6" marL="0" marR="0" algn="r">
              <a:lnSpc>
                <a:spcPct val="100000"/>
              </a:lnSpc>
              <a:spcBef>
                <a:spcPts val="0"/>
              </a:spcBef>
              <a:spcAft>
                <a:spcPts val="0"/>
              </a:spcAft>
              <a:buNone/>
              <a:defRPr sz="1600">
                <a:solidFill>
                  <a:schemeClr val="lt1"/>
                </a:solidFill>
              </a:defRPr>
            </a:lvl7pPr>
            <a:lvl8pPr indent="0" lvl="7" marL="0" marR="0" algn="r">
              <a:lnSpc>
                <a:spcPct val="100000"/>
              </a:lnSpc>
              <a:spcBef>
                <a:spcPts val="0"/>
              </a:spcBef>
              <a:spcAft>
                <a:spcPts val="0"/>
              </a:spcAft>
              <a:buNone/>
              <a:defRPr sz="1600">
                <a:solidFill>
                  <a:schemeClr val="lt1"/>
                </a:solidFill>
              </a:defRPr>
            </a:lvl8pPr>
            <a:lvl9pPr indent="0" lvl="8" marL="0" marR="0" algn="r">
              <a:lnSpc>
                <a:spcPct val="100000"/>
              </a:lnSpc>
              <a:spcBef>
                <a:spcPts val="0"/>
              </a:spcBef>
              <a:spcAft>
                <a:spcPts val="0"/>
              </a:spcAft>
              <a:buNone/>
              <a:defRPr sz="1600">
                <a:solidFill>
                  <a:schemeClr val="lt1"/>
                </a:solidFill>
              </a:defRPr>
            </a:lvl9pPr>
          </a:lstStyle>
          <a:p/>
        </p:txBody>
      </p:sp>
    </p:spTree>
  </p:cSld>
  <p:clrMapOvr>
    <a:masterClrMapping/>
  </p:clrMapOvr>
</p:sldLayout>
</file>

<file path=ppt/slideLayouts/slideLayout2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ncepts - horizontal">
  <p:cSld name="TITLE_AND_TWO_COLUMNS_1_1">
    <p:spTree>
      <p:nvGrpSpPr>
        <p:cNvPr id="1294" name="Shape 1294"/>
        <p:cNvGrpSpPr/>
        <p:nvPr/>
      </p:nvGrpSpPr>
      <p:grpSpPr>
        <a:xfrm>
          <a:off x="0" y="0"/>
          <a:ext cx="0" cy="0"/>
          <a:chOff x="0" y="0"/>
          <a:chExt cx="0" cy="0"/>
        </a:xfrm>
      </p:grpSpPr>
      <p:sp>
        <p:nvSpPr>
          <p:cNvPr id="1295" name="Google Shape;1295;p295"/>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296" name="Google Shape;1296;p295"/>
          <p:cNvSpPr txBox="1"/>
          <p:nvPr>
            <p:ph idx="1" type="body"/>
          </p:nvPr>
        </p:nvSpPr>
        <p:spPr>
          <a:xfrm>
            <a:off x="571500" y="2420194"/>
            <a:ext cx="1712400" cy="2659800"/>
          </a:xfrm>
          <a:prstGeom prst="rect">
            <a:avLst/>
          </a:prstGeom>
        </p:spPr>
        <p:txBody>
          <a:bodyPr anchorCtr="0" anchor="t" bIns="91425" lIns="0" spcFirstLastPara="1" rIns="182875" wrap="square" tIns="91425">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297" name="Google Shape;1297;p295"/>
          <p:cNvSpPr txBox="1"/>
          <p:nvPr>
            <p:ph idx="2" type="subTitle"/>
          </p:nvPr>
        </p:nvSpPr>
        <p:spPr>
          <a:xfrm>
            <a:off x="571500" y="1905000"/>
            <a:ext cx="1712400" cy="4374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
        <p:nvSpPr>
          <p:cNvPr id="1298" name="Google Shape;1298;p295"/>
          <p:cNvSpPr txBox="1"/>
          <p:nvPr>
            <p:ph type="title"/>
          </p:nvPr>
        </p:nvSpPr>
        <p:spPr>
          <a:xfrm>
            <a:off x="571500" y="889005"/>
            <a:ext cx="40005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1299" name="Google Shape;1299;p295"/>
          <p:cNvSpPr txBox="1"/>
          <p:nvPr>
            <p:ph idx="3" type="body"/>
          </p:nvPr>
        </p:nvSpPr>
        <p:spPr>
          <a:xfrm>
            <a:off x="2667700" y="2420194"/>
            <a:ext cx="1712400" cy="2659800"/>
          </a:xfrm>
          <a:prstGeom prst="rect">
            <a:avLst/>
          </a:prstGeom>
        </p:spPr>
        <p:txBody>
          <a:bodyPr anchorCtr="0" anchor="t" bIns="91425" lIns="0" spcFirstLastPara="1" rIns="182875" wrap="square" tIns="91425">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300" name="Google Shape;1300;p295"/>
          <p:cNvSpPr txBox="1"/>
          <p:nvPr>
            <p:ph idx="4" type="subTitle"/>
          </p:nvPr>
        </p:nvSpPr>
        <p:spPr>
          <a:xfrm>
            <a:off x="2667700" y="1905000"/>
            <a:ext cx="1712400" cy="4374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
        <p:nvSpPr>
          <p:cNvPr id="1301" name="Google Shape;1301;p295"/>
          <p:cNvSpPr txBox="1"/>
          <p:nvPr>
            <p:ph idx="5" type="body"/>
          </p:nvPr>
        </p:nvSpPr>
        <p:spPr>
          <a:xfrm>
            <a:off x="4763900" y="2420194"/>
            <a:ext cx="1712400" cy="2659800"/>
          </a:xfrm>
          <a:prstGeom prst="rect">
            <a:avLst/>
          </a:prstGeom>
        </p:spPr>
        <p:txBody>
          <a:bodyPr anchorCtr="0" anchor="t" bIns="91425" lIns="0" spcFirstLastPara="1" rIns="182875" wrap="square" tIns="91425">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302" name="Google Shape;1302;p295"/>
          <p:cNvSpPr txBox="1"/>
          <p:nvPr>
            <p:ph idx="6" type="subTitle"/>
          </p:nvPr>
        </p:nvSpPr>
        <p:spPr>
          <a:xfrm>
            <a:off x="4763900" y="1905000"/>
            <a:ext cx="1712400" cy="4374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
        <p:nvSpPr>
          <p:cNvPr id="1303" name="Google Shape;1303;p295"/>
          <p:cNvSpPr txBox="1"/>
          <p:nvPr>
            <p:ph idx="7" type="body"/>
          </p:nvPr>
        </p:nvSpPr>
        <p:spPr>
          <a:xfrm>
            <a:off x="6860100" y="2420194"/>
            <a:ext cx="1712400" cy="2659800"/>
          </a:xfrm>
          <a:prstGeom prst="rect">
            <a:avLst/>
          </a:prstGeom>
        </p:spPr>
        <p:txBody>
          <a:bodyPr anchorCtr="0" anchor="t" bIns="91425" lIns="0" spcFirstLastPara="1" rIns="182875" wrap="square" tIns="91425">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304" name="Google Shape;1304;p295"/>
          <p:cNvSpPr txBox="1"/>
          <p:nvPr>
            <p:ph idx="8" type="subTitle"/>
          </p:nvPr>
        </p:nvSpPr>
        <p:spPr>
          <a:xfrm>
            <a:off x="6860100" y="1905000"/>
            <a:ext cx="1712400" cy="4374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Tree>
  </p:cSld>
  <p:clrMapOvr>
    <a:masterClrMapping/>
  </p:clrMapOvr>
</p:sldLayout>
</file>

<file path=ppt/slideLayouts/slideLayout2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cepts - horizontal">
  <p:cSld name="TITLE_AND_TWO_COLUMNS_1_2">
    <p:spTree>
      <p:nvGrpSpPr>
        <p:cNvPr id="1305" name="Shape 1305"/>
        <p:cNvGrpSpPr/>
        <p:nvPr/>
      </p:nvGrpSpPr>
      <p:grpSpPr>
        <a:xfrm>
          <a:off x="0" y="0"/>
          <a:ext cx="0" cy="0"/>
          <a:chOff x="0" y="0"/>
          <a:chExt cx="0" cy="0"/>
        </a:xfrm>
      </p:grpSpPr>
      <p:sp>
        <p:nvSpPr>
          <p:cNvPr id="1306" name="Google Shape;1306;p296"/>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307" name="Google Shape;1307;p296"/>
          <p:cNvSpPr txBox="1"/>
          <p:nvPr>
            <p:ph idx="1" type="body"/>
          </p:nvPr>
        </p:nvSpPr>
        <p:spPr>
          <a:xfrm>
            <a:off x="571500" y="2435667"/>
            <a:ext cx="1968300" cy="26442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308" name="Google Shape;1308;p296"/>
          <p:cNvSpPr txBox="1"/>
          <p:nvPr>
            <p:ph idx="2" type="body"/>
          </p:nvPr>
        </p:nvSpPr>
        <p:spPr>
          <a:xfrm>
            <a:off x="3586271" y="2435667"/>
            <a:ext cx="1980000" cy="26442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309" name="Google Shape;1309;p296"/>
          <p:cNvSpPr txBox="1"/>
          <p:nvPr>
            <p:ph idx="3" type="body"/>
          </p:nvPr>
        </p:nvSpPr>
        <p:spPr>
          <a:xfrm>
            <a:off x="6604202" y="2435667"/>
            <a:ext cx="1968300" cy="26442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310" name="Google Shape;1310;p296"/>
          <p:cNvSpPr txBox="1"/>
          <p:nvPr>
            <p:ph idx="4" type="subTitle"/>
          </p:nvPr>
        </p:nvSpPr>
        <p:spPr>
          <a:xfrm>
            <a:off x="579900" y="1905000"/>
            <a:ext cx="1968300" cy="398700"/>
          </a:xfrm>
          <a:prstGeom prst="rect">
            <a:avLst/>
          </a:prstGeom>
        </p:spPr>
        <p:txBody>
          <a:bodyPr anchorCtr="0" anchor="t" bIns="0" lIns="0" spcFirstLastPara="1" rIns="0" wrap="square" tIns="0">
            <a:spAutoFit/>
          </a:bodyPr>
          <a:lstStyle>
            <a:lvl1pPr lv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2pPr>
            <a:lvl3pPr lvl="2">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3pPr>
            <a:lvl4pPr lvl="3">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4pPr>
            <a:lvl5pPr lvl="4">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5pPr>
            <a:lvl6pPr lvl="5">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6pPr>
            <a:lvl7pPr lvl="6">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7pPr>
            <a:lvl8pPr lvl="7">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8pPr>
            <a:lvl9pPr lvl="8">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9pPr>
          </a:lstStyle>
          <a:p/>
        </p:txBody>
      </p:sp>
      <p:sp>
        <p:nvSpPr>
          <p:cNvPr id="1311" name="Google Shape;1311;p296"/>
          <p:cNvSpPr txBox="1"/>
          <p:nvPr>
            <p:ph idx="5" type="subTitle"/>
          </p:nvPr>
        </p:nvSpPr>
        <p:spPr>
          <a:xfrm>
            <a:off x="6598950" y="1905000"/>
            <a:ext cx="1968300" cy="398700"/>
          </a:xfrm>
          <a:prstGeom prst="rect">
            <a:avLst/>
          </a:prstGeom>
        </p:spPr>
        <p:txBody>
          <a:bodyPr anchorCtr="0" anchor="t" bIns="0" lIns="0" spcFirstLastPara="1" rIns="0" wrap="square" tIns="0">
            <a:spAutoFit/>
          </a:bodyPr>
          <a:lstStyle>
            <a:lvl1pPr lv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2pPr>
            <a:lvl3pPr lvl="2">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3pPr>
            <a:lvl4pPr lvl="3">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4pPr>
            <a:lvl5pPr lvl="4">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5pPr>
            <a:lvl6pPr lvl="5">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6pPr>
            <a:lvl7pPr lvl="6">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7pPr>
            <a:lvl8pPr lvl="7">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8pPr>
            <a:lvl9pPr lvl="8">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9pPr>
          </a:lstStyle>
          <a:p/>
        </p:txBody>
      </p:sp>
      <p:sp>
        <p:nvSpPr>
          <p:cNvPr id="1312" name="Google Shape;1312;p296"/>
          <p:cNvSpPr txBox="1"/>
          <p:nvPr>
            <p:ph idx="6" type="subTitle"/>
          </p:nvPr>
        </p:nvSpPr>
        <p:spPr>
          <a:xfrm>
            <a:off x="3597825" y="1905000"/>
            <a:ext cx="1968300" cy="398700"/>
          </a:xfrm>
          <a:prstGeom prst="rect">
            <a:avLst/>
          </a:prstGeom>
        </p:spPr>
        <p:txBody>
          <a:bodyPr anchorCtr="0" anchor="t" bIns="0" lIns="0" spcFirstLastPara="1" rIns="0" wrap="square" tIns="0">
            <a:spAutoFit/>
          </a:bodyPr>
          <a:lstStyle>
            <a:lvl1pPr lv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2pPr>
            <a:lvl3pPr lvl="2">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3pPr>
            <a:lvl4pPr lvl="3">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4pPr>
            <a:lvl5pPr lvl="4">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5pPr>
            <a:lvl6pPr lvl="5">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6pPr>
            <a:lvl7pPr lvl="6">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7pPr>
            <a:lvl8pPr lvl="7">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8pPr>
            <a:lvl9pPr lvl="8">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9pPr>
          </a:lstStyle>
          <a:p/>
        </p:txBody>
      </p:sp>
      <p:sp>
        <p:nvSpPr>
          <p:cNvPr id="1313" name="Google Shape;1313;p296"/>
          <p:cNvSpPr txBox="1"/>
          <p:nvPr>
            <p:ph type="title"/>
          </p:nvPr>
        </p:nvSpPr>
        <p:spPr>
          <a:xfrm>
            <a:off x="571500" y="889005"/>
            <a:ext cx="40005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Tree>
  </p:cSld>
  <p:clrMapOvr>
    <a:masterClrMapping/>
  </p:clrMapOvr>
</p:sldLayout>
</file>

<file path=ppt/slideLayouts/slideLayout2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half screen">
  <p:cSld name="MAIN_POINT_1">
    <p:bg>
      <p:bgPr>
        <a:solidFill>
          <a:schemeClr val="dk2"/>
        </a:solidFill>
      </p:bgPr>
    </p:bg>
    <p:spTree>
      <p:nvGrpSpPr>
        <p:cNvPr id="1314" name="Shape 1314"/>
        <p:cNvGrpSpPr/>
        <p:nvPr/>
      </p:nvGrpSpPr>
      <p:grpSpPr>
        <a:xfrm>
          <a:off x="0" y="0"/>
          <a:ext cx="0" cy="0"/>
          <a:chOff x="0" y="0"/>
          <a:chExt cx="0" cy="0"/>
        </a:xfrm>
      </p:grpSpPr>
      <p:sp>
        <p:nvSpPr>
          <p:cNvPr id="1315" name="Google Shape;1315;p297"/>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316" name="Google Shape;1316;p297"/>
          <p:cNvSpPr txBox="1"/>
          <p:nvPr>
            <p:ph type="title"/>
          </p:nvPr>
        </p:nvSpPr>
        <p:spPr>
          <a:xfrm>
            <a:off x="571500" y="1010028"/>
            <a:ext cx="4000500" cy="4070100"/>
          </a:xfrm>
          <a:prstGeom prst="rect">
            <a:avLst/>
          </a:prstGeom>
        </p:spPr>
        <p:txBody>
          <a:bodyPr anchorCtr="0" anchor="t" bIns="0" lIns="0" spcFirstLastPara="1" rIns="0" wrap="square" tIns="0">
            <a:spAutoFit/>
          </a:bodyPr>
          <a:lstStyle>
            <a:lvl1pPr lvl="0">
              <a:lnSpc>
                <a:spcPct val="100000"/>
              </a:lnSpc>
              <a:spcBef>
                <a:spcPts val="0"/>
              </a:spcBef>
              <a:spcAft>
                <a:spcPts val="0"/>
              </a:spcAft>
              <a:buClr>
                <a:schemeClr val="lt1"/>
              </a:buClr>
              <a:buSzPts val="3200"/>
              <a:buFont typeface="Poppins SemiBold"/>
              <a:buNone/>
              <a:defRPr b="0" sz="3200">
                <a:solidFill>
                  <a:schemeClr val="lt1"/>
                </a:solidFill>
                <a:latin typeface="Poppins SemiBold"/>
                <a:ea typeface="Poppins SemiBold"/>
                <a:cs typeface="Poppins SemiBold"/>
                <a:sym typeface="Poppins SemiBold"/>
              </a:defRPr>
            </a:lvl1pPr>
            <a:lvl2pPr lvl="1">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2pPr>
            <a:lvl3pPr lvl="2">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3pPr>
            <a:lvl4pPr lvl="3">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4pPr>
            <a:lvl5pPr lvl="4">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5pPr>
            <a:lvl6pPr lvl="5">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6pPr>
            <a:lvl7pPr lvl="6">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7pPr>
            <a:lvl8pPr lvl="7">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8pPr>
            <a:lvl9pPr lvl="8">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2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items - contrast">
  <p:cSld name="Title + Subtitle_1">
    <p:bg>
      <p:bgPr>
        <a:solidFill>
          <a:schemeClr val="accent2"/>
        </a:solidFill>
      </p:bgPr>
    </p:bg>
    <p:spTree>
      <p:nvGrpSpPr>
        <p:cNvPr id="1317" name="Shape 1317"/>
        <p:cNvGrpSpPr/>
        <p:nvPr/>
      </p:nvGrpSpPr>
      <p:grpSpPr>
        <a:xfrm>
          <a:off x="0" y="0"/>
          <a:ext cx="0" cy="0"/>
          <a:chOff x="0" y="0"/>
          <a:chExt cx="0" cy="0"/>
        </a:xfrm>
      </p:grpSpPr>
      <p:sp>
        <p:nvSpPr>
          <p:cNvPr id="1318" name="Google Shape;1318;p298"/>
          <p:cNvSpPr/>
          <p:nvPr>
            <p:ph idx="2" type="pic"/>
          </p:nvPr>
        </p:nvSpPr>
        <p:spPr>
          <a:xfrm>
            <a:off x="457200" y="1524000"/>
            <a:ext cx="1827300" cy="1827300"/>
          </a:xfrm>
          <a:prstGeom prst="roundRect">
            <a:avLst>
              <a:gd fmla="val 4137" name="adj"/>
            </a:avLst>
          </a:prstGeom>
          <a:noFill/>
          <a:ln>
            <a:noFill/>
          </a:ln>
        </p:spPr>
      </p:sp>
      <p:sp>
        <p:nvSpPr>
          <p:cNvPr id="1319" name="Google Shape;1319;p298"/>
          <p:cNvSpPr/>
          <p:nvPr>
            <p:ph idx="3" type="pic"/>
          </p:nvPr>
        </p:nvSpPr>
        <p:spPr>
          <a:xfrm>
            <a:off x="2591313" y="1524000"/>
            <a:ext cx="1827300" cy="1827300"/>
          </a:xfrm>
          <a:prstGeom prst="roundRect">
            <a:avLst>
              <a:gd fmla="val 4137" name="adj"/>
            </a:avLst>
          </a:prstGeom>
          <a:noFill/>
          <a:ln>
            <a:noFill/>
          </a:ln>
        </p:spPr>
      </p:sp>
      <p:sp>
        <p:nvSpPr>
          <p:cNvPr id="1320" name="Google Shape;1320;p298"/>
          <p:cNvSpPr/>
          <p:nvPr>
            <p:ph idx="4" type="pic"/>
          </p:nvPr>
        </p:nvSpPr>
        <p:spPr>
          <a:xfrm>
            <a:off x="4725450" y="1524000"/>
            <a:ext cx="1827300" cy="1827300"/>
          </a:xfrm>
          <a:prstGeom prst="roundRect">
            <a:avLst>
              <a:gd fmla="val 4137" name="adj"/>
            </a:avLst>
          </a:prstGeom>
          <a:noFill/>
          <a:ln>
            <a:noFill/>
          </a:ln>
        </p:spPr>
      </p:sp>
      <p:sp>
        <p:nvSpPr>
          <p:cNvPr id="1321" name="Google Shape;1321;p298"/>
          <p:cNvSpPr/>
          <p:nvPr>
            <p:ph idx="5" type="pic"/>
          </p:nvPr>
        </p:nvSpPr>
        <p:spPr>
          <a:xfrm>
            <a:off x="6859563" y="1524000"/>
            <a:ext cx="1827300" cy="1827300"/>
          </a:xfrm>
          <a:prstGeom prst="roundRect">
            <a:avLst>
              <a:gd fmla="val 4137" name="adj"/>
            </a:avLst>
          </a:prstGeom>
          <a:noFill/>
          <a:ln>
            <a:noFill/>
          </a:ln>
        </p:spPr>
      </p:sp>
      <p:sp>
        <p:nvSpPr>
          <p:cNvPr id="1322" name="Google Shape;1322;p298"/>
          <p:cNvSpPr txBox="1"/>
          <p:nvPr>
            <p:ph type="title"/>
          </p:nvPr>
        </p:nvSpPr>
        <p:spPr>
          <a:xfrm>
            <a:off x="457200" y="507990"/>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Clr>
                <a:schemeClr val="lt1"/>
              </a:buClr>
              <a:buSzPts val="3000"/>
              <a:buNone/>
              <a:defRPr sz="3000">
                <a:solidFill>
                  <a:schemeClr val="lt1"/>
                </a:solidFill>
              </a:defRPr>
            </a:lvl1pPr>
            <a:lvl2pPr lvl="1" algn="l">
              <a:lnSpc>
                <a:spcPct val="100000"/>
              </a:lnSpc>
              <a:spcBef>
                <a:spcPts val="0"/>
              </a:spcBef>
              <a:spcAft>
                <a:spcPts val="0"/>
              </a:spcAft>
              <a:buClr>
                <a:schemeClr val="lt1"/>
              </a:buClr>
              <a:buSzPts val="3000"/>
              <a:buNone/>
              <a:defRPr sz="3000">
                <a:solidFill>
                  <a:schemeClr val="lt1"/>
                </a:solidFill>
              </a:defRPr>
            </a:lvl2pPr>
            <a:lvl3pPr lvl="2" algn="l">
              <a:lnSpc>
                <a:spcPct val="100000"/>
              </a:lnSpc>
              <a:spcBef>
                <a:spcPts val="0"/>
              </a:spcBef>
              <a:spcAft>
                <a:spcPts val="0"/>
              </a:spcAft>
              <a:buClr>
                <a:schemeClr val="lt1"/>
              </a:buClr>
              <a:buSzPts val="3000"/>
              <a:buNone/>
              <a:defRPr sz="3000">
                <a:solidFill>
                  <a:schemeClr val="lt1"/>
                </a:solidFill>
              </a:defRPr>
            </a:lvl3pPr>
            <a:lvl4pPr lvl="3" algn="l">
              <a:lnSpc>
                <a:spcPct val="100000"/>
              </a:lnSpc>
              <a:spcBef>
                <a:spcPts val="0"/>
              </a:spcBef>
              <a:spcAft>
                <a:spcPts val="0"/>
              </a:spcAft>
              <a:buClr>
                <a:schemeClr val="lt1"/>
              </a:buClr>
              <a:buSzPts val="3000"/>
              <a:buNone/>
              <a:defRPr sz="3000">
                <a:solidFill>
                  <a:schemeClr val="lt1"/>
                </a:solidFill>
              </a:defRPr>
            </a:lvl4pPr>
            <a:lvl5pPr lvl="4" algn="l">
              <a:lnSpc>
                <a:spcPct val="100000"/>
              </a:lnSpc>
              <a:spcBef>
                <a:spcPts val="0"/>
              </a:spcBef>
              <a:spcAft>
                <a:spcPts val="0"/>
              </a:spcAft>
              <a:buClr>
                <a:schemeClr val="lt1"/>
              </a:buClr>
              <a:buSzPts val="3000"/>
              <a:buNone/>
              <a:defRPr sz="3000">
                <a:solidFill>
                  <a:schemeClr val="lt1"/>
                </a:solidFill>
              </a:defRPr>
            </a:lvl5pPr>
            <a:lvl6pPr lvl="5" algn="l">
              <a:lnSpc>
                <a:spcPct val="100000"/>
              </a:lnSpc>
              <a:spcBef>
                <a:spcPts val="0"/>
              </a:spcBef>
              <a:spcAft>
                <a:spcPts val="0"/>
              </a:spcAft>
              <a:buClr>
                <a:schemeClr val="lt1"/>
              </a:buClr>
              <a:buSzPts val="3000"/>
              <a:buNone/>
              <a:defRPr sz="3000">
                <a:solidFill>
                  <a:schemeClr val="lt1"/>
                </a:solidFill>
              </a:defRPr>
            </a:lvl6pPr>
            <a:lvl7pPr lvl="6" algn="l">
              <a:lnSpc>
                <a:spcPct val="100000"/>
              </a:lnSpc>
              <a:spcBef>
                <a:spcPts val="0"/>
              </a:spcBef>
              <a:spcAft>
                <a:spcPts val="0"/>
              </a:spcAft>
              <a:buClr>
                <a:schemeClr val="lt1"/>
              </a:buClr>
              <a:buSzPts val="3000"/>
              <a:buNone/>
              <a:defRPr sz="3000">
                <a:solidFill>
                  <a:schemeClr val="lt1"/>
                </a:solidFill>
              </a:defRPr>
            </a:lvl7pPr>
            <a:lvl8pPr lvl="7" algn="l">
              <a:lnSpc>
                <a:spcPct val="100000"/>
              </a:lnSpc>
              <a:spcBef>
                <a:spcPts val="0"/>
              </a:spcBef>
              <a:spcAft>
                <a:spcPts val="0"/>
              </a:spcAft>
              <a:buClr>
                <a:schemeClr val="lt1"/>
              </a:buClr>
              <a:buSzPts val="3000"/>
              <a:buNone/>
              <a:defRPr sz="3000">
                <a:solidFill>
                  <a:schemeClr val="lt1"/>
                </a:solidFill>
              </a:defRPr>
            </a:lvl8pPr>
            <a:lvl9pPr lvl="8" algn="l">
              <a:lnSpc>
                <a:spcPct val="100000"/>
              </a:lnSpc>
              <a:spcBef>
                <a:spcPts val="0"/>
              </a:spcBef>
              <a:spcAft>
                <a:spcPts val="0"/>
              </a:spcAft>
              <a:buClr>
                <a:schemeClr val="lt1"/>
              </a:buClr>
              <a:buSzPts val="3000"/>
              <a:buNone/>
              <a:defRPr sz="3000">
                <a:solidFill>
                  <a:schemeClr val="lt1"/>
                </a:solidFill>
              </a:defRPr>
            </a:lvl9pPr>
          </a:lstStyle>
          <a:p/>
        </p:txBody>
      </p:sp>
      <p:sp>
        <p:nvSpPr>
          <p:cNvPr id="1323" name="Google Shape;1323;p298"/>
          <p:cNvSpPr txBox="1"/>
          <p:nvPr>
            <p:ph idx="1" type="body"/>
          </p:nvPr>
        </p:nvSpPr>
        <p:spPr>
          <a:xfrm>
            <a:off x="457200" y="4203333"/>
            <a:ext cx="1827300" cy="1004100"/>
          </a:xfrm>
          <a:prstGeom prst="rect">
            <a:avLst/>
          </a:prstGeom>
        </p:spPr>
        <p:txBody>
          <a:bodyPr anchorCtr="0" anchor="t" bIns="0" lIns="0" spcFirstLastPara="1" rIns="0" wrap="square" tIns="0">
            <a:spAutoFit/>
          </a:bodyPr>
          <a:lstStyle>
            <a:lvl1pPr indent="-298450" lvl="0" marL="457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1324" name="Google Shape;1324;p298"/>
          <p:cNvSpPr txBox="1"/>
          <p:nvPr>
            <p:ph idx="6" type="body"/>
          </p:nvPr>
        </p:nvSpPr>
        <p:spPr>
          <a:xfrm>
            <a:off x="2591318" y="4203333"/>
            <a:ext cx="1827300" cy="1004100"/>
          </a:xfrm>
          <a:prstGeom prst="rect">
            <a:avLst/>
          </a:prstGeom>
        </p:spPr>
        <p:txBody>
          <a:bodyPr anchorCtr="0" anchor="t" bIns="0" lIns="0" spcFirstLastPara="1" rIns="0" wrap="square" tIns="0">
            <a:spAutoFit/>
          </a:bodyPr>
          <a:lstStyle>
            <a:lvl1pPr indent="-298450" lvl="0" marL="457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1325" name="Google Shape;1325;p298"/>
          <p:cNvSpPr txBox="1"/>
          <p:nvPr>
            <p:ph idx="7" type="body"/>
          </p:nvPr>
        </p:nvSpPr>
        <p:spPr>
          <a:xfrm>
            <a:off x="4725435" y="4203333"/>
            <a:ext cx="1827300" cy="1004100"/>
          </a:xfrm>
          <a:prstGeom prst="rect">
            <a:avLst/>
          </a:prstGeom>
        </p:spPr>
        <p:txBody>
          <a:bodyPr anchorCtr="0" anchor="t" bIns="0" lIns="0" spcFirstLastPara="1" rIns="0" wrap="square" tIns="0">
            <a:spAutoFit/>
          </a:bodyPr>
          <a:lstStyle>
            <a:lvl1pPr indent="-298450" lvl="0" marL="457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1326" name="Google Shape;1326;p298"/>
          <p:cNvSpPr txBox="1"/>
          <p:nvPr>
            <p:ph idx="8" type="body"/>
          </p:nvPr>
        </p:nvSpPr>
        <p:spPr>
          <a:xfrm>
            <a:off x="6866700" y="4203333"/>
            <a:ext cx="1827300" cy="1004100"/>
          </a:xfrm>
          <a:prstGeom prst="rect">
            <a:avLst/>
          </a:prstGeom>
        </p:spPr>
        <p:txBody>
          <a:bodyPr anchorCtr="0" anchor="t" bIns="0" lIns="0" spcFirstLastPara="1" rIns="0" wrap="square" tIns="0">
            <a:spAutoFit/>
          </a:bodyPr>
          <a:lstStyle>
            <a:lvl1pPr indent="-298450" lvl="0" marL="457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1327" name="Google Shape;1327;p298"/>
          <p:cNvSpPr txBox="1"/>
          <p:nvPr>
            <p:ph idx="9" type="title"/>
          </p:nvPr>
        </p:nvSpPr>
        <p:spPr>
          <a:xfrm>
            <a:off x="457225" y="3656500"/>
            <a:ext cx="18273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200"/>
              <a:buNone/>
              <a:defRPr sz="1200">
                <a:solidFill>
                  <a:schemeClr val="lt1"/>
                </a:solidFill>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1328" name="Google Shape;1328;p298"/>
          <p:cNvSpPr txBox="1"/>
          <p:nvPr>
            <p:ph idx="13" type="title"/>
          </p:nvPr>
        </p:nvSpPr>
        <p:spPr>
          <a:xfrm>
            <a:off x="2591325" y="3656500"/>
            <a:ext cx="18273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200"/>
              <a:buNone/>
              <a:defRPr sz="1200">
                <a:solidFill>
                  <a:schemeClr val="lt1"/>
                </a:solidFill>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1329" name="Google Shape;1329;p298"/>
          <p:cNvSpPr txBox="1"/>
          <p:nvPr>
            <p:ph idx="14" type="title"/>
          </p:nvPr>
        </p:nvSpPr>
        <p:spPr>
          <a:xfrm>
            <a:off x="4725425" y="3656500"/>
            <a:ext cx="18273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200"/>
              <a:buNone/>
              <a:defRPr sz="1200">
                <a:solidFill>
                  <a:schemeClr val="lt1"/>
                </a:solidFill>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1330" name="Google Shape;1330;p298"/>
          <p:cNvSpPr txBox="1"/>
          <p:nvPr>
            <p:ph idx="15" type="title"/>
          </p:nvPr>
        </p:nvSpPr>
        <p:spPr>
          <a:xfrm>
            <a:off x="6859525" y="3656500"/>
            <a:ext cx="18273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200"/>
              <a:buNone/>
              <a:defRPr sz="1200">
                <a:solidFill>
                  <a:schemeClr val="lt1"/>
                </a:solidFill>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Tree>
  </p:cSld>
  <p:clrMapOvr>
    <a:masterClrMapping/>
  </p:clrMapOvr>
  <p:extLst>
    <p:ext uri="{DCECCB84-F9BA-43D5-87BE-67443E8EF086}">
      <p15:sldGuideLst>
        <p15:guide id="1" pos="2880">
          <p15:clr>
            <a:srgbClr val="E46962"/>
          </p15:clr>
        </p15:guide>
        <p15:guide id="2" orient="horz" pos="960">
          <p15:clr>
            <a:srgbClr val="E46962"/>
          </p15:clr>
        </p15:guide>
      </p15:sldGuideLst>
    </p:ext>
  </p:extLst>
</p:sldLayout>
</file>

<file path=ppt/slideLayouts/slideLayout2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ructor bio">
  <p:cSld name="TITLE_AND_BODY_1_1">
    <p:bg>
      <p:bgPr>
        <a:solidFill>
          <a:schemeClr val="accent2"/>
        </a:solidFill>
      </p:bgPr>
    </p:bg>
    <p:spTree>
      <p:nvGrpSpPr>
        <p:cNvPr id="1331" name="Shape 1331"/>
        <p:cNvGrpSpPr/>
        <p:nvPr/>
      </p:nvGrpSpPr>
      <p:grpSpPr>
        <a:xfrm>
          <a:off x="0" y="0"/>
          <a:ext cx="0" cy="0"/>
          <a:chOff x="0" y="0"/>
          <a:chExt cx="0" cy="0"/>
        </a:xfrm>
      </p:grpSpPr>
      <p:sp>
        <p:nvSpPr>
          <p:cNvPr id="1332" name="Google Shape;1332;p299"/>
          <p:cNvSpPr/>
          <p:nvPr/>
        </p:nvSpPr>
        <p:spPr>
          <a:xfrm>
            <a:off x="4583975" y="0"/>
            <a:ext cx="4567500" cy="57150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333" name="Google Shape;1333;p299"/>
          <p:cNvSpPr/>
          <p:nvPr>
            <p:ph idx="2" type="pic"/>
          </p:nvPr>
        </p:nvSpPr>
        <p:spPr>
          <a:xfrm flipH="1">
            <a:off x="953803" y="1184556"/>
            <a:ext cx="2664300" cy="3336300"/>
          </a:xfrm>
          <a:prstGeom prst="rect">
            <a:avLst/>
          </a:prstGeom>
          <a:noFill/>
          <a:ln>
            <a:noFill/>
          </a:ln>
        </p:spPr>
      </p:sp>
      <p:sp>
        <p:nvSpPr>
          <p:cNvPr id="1334" name="Google Shape;1334;p299"/>
          <p:cNvSpPr txBox="1"/>
          <p:nvPr>
            <p:ph type="title"/>
          </p:nvPr>
        </p:nvSpPr>
        <p:spPr>
          <a:xfrm>
            <a:off x="5036975" y="942000"/>
            <a:ext cx="3661500" cy="1064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335" name="Google Shape;1335;p299"/>
          <p:cNvSpPr txBox="1"/>
          <p:nvPr>
            <p:ph idx="1" type="subTitle"/>
          </p:nvPr>
        </p:nvSpPr>
        <p:spPr>
          <a:xfrm>
            <a:off x="5036975" y="508000"/>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336" name="Google Shape;1336;p299"/>
          <p:cNvSpPr txBox="1"/>
          <p:nvPr>
            <p:ph idx="3" type="body"/>
          </p:nvPr>
        </p:nvSpPr>
        <p:spPr>
          <a:xfrm>
            <a:off x="5036975" y="2139583"/>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sldLayout>
</file>

<file path=ppt/slideLayouts/slideLayout2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rtification covers 1">
  <p:cSld name="TITLE_1_1">
    <p:spTree>
      <p:nvGrpSpPr>
        <p:cNvPr id="1337" name="Shape 1337"/>
        <p:cNvGrpSpPr/>
        <p:nvPr/>
      </p:nvGrpSpPr>
      <p:grpSpPr>
        <a:xfrm>
          <a:off x="0" y="0"/>
          <a:ext cx="0" cy="0"/>
          <a:chOff x="0" y="0"/>
          <a:chExt cx="0" cy="0"/>
        </a:xfrm>
      </p:grpSpPr>
      <p:pic>
        <p:nvPicPr>
          <p:cNvPr id="1338" name="Google Shape;1338;p300" title="Mesh Holographic Gradients - Dark Gradient 22.png"/>
          <p:cNvPicPr preferRelativeResize="0"/>
          <p:nvPr/>
        </p:nvPicPr>
        <p:blipFill rotWithShape="1">
          <a:blip r:embed="rId2">
            <a:alphaModFix/>
          </a:blip>
          <a:srcRect b="0" l="0" r="0" t="0"/>
          <a:stretch/>
        </p:blipFill>
        <p:spPr>
          <a:xfrm>
            <a:off x="0" y="0"/>
            <a:ext cx="9144003" cy="5715000"/>
          </a:xfrm>
          <a:prstGeom prst="rect">
            <a:avLst/>
          </a:prstGeom>
          <a:noFill/>
          <a:ln>
            <a:noFill/>
          </a:ln>
        </p:spPr>
      </p:pic>
      <p:pic>
        <p:nvPicPr>
          <p:cNvPr id="1339" name="Google Shape;1339;p300"/>
          <p:cNvPicPr preferRelativeResize="0"/>
          <p:nvPr/>
        </p:nvPicPr>
        <p:blipFill rotWithShape="1">
          <a:blip r:embed="rId3">
            <a:alphaModFix/>
          </a:blip>
          <a:srcRect b="0" l="0" r="0" t="0"/>
          <a:stretch/>
        </p:blipFill>
        <p:spPr>
          <a:xfrm>
            <a:off x="457200" y="531584"/>
            <a:ext cx="316413" cy="390600"/>
          </a:xfrm>
          <a:prstGeom prst="rect">
            <a:avLst/>
          </a:prstGeom>
          <a:noFill/>
          <a:ln>
            <a:noFill/>
          </a:ln>
        </p:spPr>
      </p:pic>
      <p:sp>
        <p:nvSpPr>
          <p:cNvPr id="1340" name="Google Shape;1340;p300"/>
          <p:cNvSpPr txBox="1"/>
          <p:nvPr>
            <p:ph type="title"/>
          </p:nvPr>
        </p:nvSpPr>
        <p:spPr>
          <a:xfrm>
            <a:off x="457200" y="2925261"/>
            <a:ext cx="6862800" cy="1734900"/>
          </a:xfrm>
          <a:prstGeom prst="rect">
            <a:avLst/>
          </a:prstGeom>
        </p:spPr>
        <p:txBody>
          <a:bodyPr anchorCtr="0" anchor="b"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341" name="Google Shape;1341;p300"/>
          <p:cNvSpPr txBox="1"/>
          <p:nvPr>
            <p:ph idx="1" type="subTitle"/>
          </p:nvPr>
        </p:nvSpPr>
        <p:spPr>
          <a:xfrm>
            <a:off x="457200" y="4773000"/>
            <a:ext cx="68628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Tree>
  </p:cSld>
  <p:clrMapOvr>
    <a:masterClrMapping/>
  </p:clrMapOvr>
</p:sldLayout>
</file>

<file path=ppt/slideLayouts/slideLayout2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2">
    <p:spTree>
      <p:nvGrpSpPr>
        <p:cNvPr id="1342" name="Shape 1342"/>
        <p:cNvGrpSpPr/>
        <p:nvPr/>
      </p:nvGrpSpPr>
      <p:grpSpPr>
        <a:xfrm>
          <a:off x="0" y="0"/>
          <a:ext cx="0" cy="0"/>
          <a:chOff x="0" y="0"/>
          <a:chExt cx="0" cy="0"/>
        </a:xfrm>
      </p:grpSpPr>
      <p:sp>
        <p:nvSpPr>
          <p:cNvPr id="1343" name="Google Shape;1343;p301"/>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344" name="Google Shape;1344;p301"/>
          <p:cNvSpPr txBox="1"/>
          <p:nvPr>
            <p:ph idx="1" type="body"/>
          </p:nvPr>
        </p:nvSpPr>
        <p:spPr>
          <a:xfrm>
            <a:off x="457200" y="1524417"/>
            <a:ext cx="41052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2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Full width visual">
  <p:cSld name="TITLE_ONLY_1_1">
    <p:spTree>
      <p:nvGrpSpPr>
        <p:cNvPr id="1345" name="Shape 1345"/>
        <p:cNvGrpSpPr/>
        <p:nvPr/>
      </p:nvGrpSpPr>
      <p:grpSpPr>
        <a:xfrm>
          <a:off x="0" y="0"/>
          <a:ext cx="0" cy="0"/>
          <a:chOff x="0" y="0"/>
          <a:chExt cx="0" cy="0"/>
        </a:xfrm>
      </p:grpSpPr>
      <p:sp>
        <p:nvSpPr>
          <p:cNvPr id="1346" name="Google Shape;1346;p302"/>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347" name="Google Shape;1347;p302"/>
          <p:cNvSpPr txBox="1"/>
          <p:nvPr>
            <p:ph type="title"/>
          </p:nvPr>
        </p:nvSpPr>
        <p:spPr>
          <a:xfrm>
            <a:off x="571500" y="889000"/>
            <a:ext cx="80010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1348" name="Google Shape;1348;p302"/>
          <p:cNvSpPr/>
          <p:nvPr>
            <p:ph idx="2" type="pic"/>
          </p:nvPr>
        </p:nvSpPr>
        <p:spPr>
          <a:xfrm>
            <a:off x="944450" y="1901167"/>
            <a:ext cx="7283700" cy="3179100"/>
          </a:xfrm>
          <a:prstGeom prst="rect">
            <a:avLst/>
          </a:prstGeom>
          <a:noFill/>
          <a:ln>
            <a:noFill/>
          </a:ln>
        </p:spPr>
      </p:sp>
    </p:spTree>
  </p:cSld>
  <p:clrMapOvr>
    <a:masterClrMapping/>
  </p:clrMapOvr>
  <p:extLst>
    <p:ext uri="{DCECCB84-F9BA-43D5-87BE-67443E8EF086}">
      <p15:sldGuideLst>
        <p15:guide id="1" pos="595">
          <p15:clr>
            <a:srgbClr val="E46962"/>
          </p15:clr>
        </p15:guide>
        <p15:guide id="2" pos="5183">
          <p15:clr>
            <a:srgbClr val="E46962"/>
          </p15:clr>
        </p15:guide>
      </p15:sldGuideLst>
    </p:ext>
  </p:extLst>
</p:sldLayout>
</file>

<file path=ppt/slideLayouts/slideLayout2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2">
  <p:cSld name="TITLE_AND_BODY_4">
    <p:spTree>
      <p:nvGrpSpPr>
        <p:cNvPr id="1349" name="Shape 1349"/>
        <p:cNvGrpSpPr/>
        <p:nvPr/>
      </p:nvGrpSpPr>
      <p:grpSpPr>
        <a:xfrm>
          <a:off x="0" y="0"/>
          <a:ext cx="0" cy="0"/>
          <a:chOff x="0" y="0"/>
          <a:chExt cx="0" cy="0"/>
        </a:xfrm>
      </p:grpSpPr>
      <p:sp>
        <p:nvSpPr>
          <p:cNvPr id="1350" name="Google Shape;1350;p303"/>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351" name="Google Shape;1351;p303"/>
          <p:cNvSpPr txBox="1"/>
          <p:nvPr>
            <p:ph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1352" name="Google Shape;1352;p303"/>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3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5">
  <p:cSld name="TITLE_ONLY_5">
    <p:spTree>
      <p:nvGrpSpPr>
        <p:cNvPr id="1353" name="Shape 1353"/>
        <p:cNvGrpSpPr/>
        <p:nvPr/>
      </p:nvGrpSpPr>
      <p:grpSpPr>
        <a:xfrm>
          <a:off x="0" y="0"/>
          <a:ext cx="0" cy="0"/>
          <a:chOff x="0" y="0"/>
          <a:chExt cx="0" cy="0"/>
        </a:xfrm>
      </p:grpSpPr>
      <p:sp>
        <p:nvSpPr>
          <p:cNvPr id="1354" name="Google Shape;1354;p304"/>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355" name="Google Shape;1355;p304"/>
          <p:cNvSpPr txBox="1"/>
          <p:nvPr>
            <p:ph type="title"/>
          </p:nvPr>
        </p:nvSpPr>
        <p:spPr>
          <a:xfrm>
            <a:off x="571500" y="889000"/>
            <a:ext cx="80010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Tree>
  </p:cSld>
  <p:clrMapOvr>
    <a:masterClrMapping/>
  </p:clrMapOvr>
</p:sldLayout>
</file>

<file path=ppt/slideLayouts/slideLayout3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1">
  <p:cSld name="TITLE_AND_BODY_3">
    <p:spTree>
      <p:nvGrpSpPr>
        <p:cNvPr id="1356" name="Shape 1356"/>
        <p:cNvGrpSpPr/>
        <p:nvPr/>
      </p:nvGrpSpPr>
      <p:grpSpPr>
        <a:xfrm>
          <a:off x="0" y="0"/>
          <a:ext cx="0" cy="0"/>
          <a:chOff x="0" y="0"/>
          <a:chExt cx="0" cy="0"/>
        </a:xfrm>
      </p:grpSpPr>
      <p:sp>
        <p:nvSpPr>
          <p:cNvPr id="1357" name="Google Shape;1357;p305"/>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358" name="Google Shape;1358;p305"/>
          <p:cNvSpPr txBox="1"/>
          <p:nvPr>
            <p:ph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1359" name="Google Shape;1359;p305"/>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3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 header, one column">
  <p:cSld name="CUSTOM_3_1">
    <p:spTree>
      <p:nvGrpSpPr>
        <p:cNvPr id="1360" name="Shape 1360"/>
        <p:cNvGrpSpPr/>
        <p:nvPr/>
      </p:nvGrpSpPr>
      <p:grpSpPr>
        <a:xfrm>
          <a:off x="0" y="0"/>
          <a:ext cx="0" cy="0"/>
          <a:chOff x="0" y="0"/>
          <a:chExt cx="0" cy="0"/>
        </a:xfrm>
      </p:grpSpPr>
      <p:sp>
        <p:nvSpPr>
          <p:cNvPr id="1361" name="Google Shape;1361;p306"/>
          <p:cNvSpPr txBox="1"/>
          <p:nvPr>
            <p:ph idx="1" type="subTitle"/>
          </p:nvPr>
        </p:nvSpPr>
        <p:spPr>
          <a:xfrm>
            <a:off x="571500" y="1905000"/>
            <a:ext cx="3093000" cy="3987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
        <p:nvSpPr>
          <p:cNvPr id="1362" name="Google Shape;1362;p306"/>
          <p:cNvSpPr txBox="1"/>
          <p:nvPr>
            <p:ph type="title"/>
          </p:nvPr>
        </p:nvSpPr>
        <p:spPr>
          <a:xfrm>
            <a:off x="571500" y="889005"/>
            <a:ext cx="40005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1363" name="Google Shape;1363;p306"/>
          <p:cNvSpPr txBox="1"/>
          <p:nvPr>
            <p:ph idx="2" type="body"/>
          </p:nvPr>
        </p:nvSpPr>
        <p:spPr>
          <a:xfrm>
            <a:off x="571500" y="2406917"/>
            <a:ext cx="3093000" cy="26730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364" name="Google Shape;1364;p306"/>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6">
    <p:spTree>
      <p:nvGrpSpPr>
        <p:cNvPr id="1365" name="Shape 1365"/>
        <p:cNvGrpSpPr/>
        <p:nvPr/>
      </p:nvGrpSpPr>
      <p:grpSpPr>
        <a:xfrm>
          <a:off x="0" y="0"/>
          <a:ext cx="0" cy="0"/>
          <a:chOff x="0" y="0"/>
          <a:chExt cx="0" cy="0"/>
        </a:xfrm>
      </p:grpSpPr>
      <p:sp>
        <p:nvSpPr>
          <p:cNvPr id="1366" name="Google Shape;1366;p307"/>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3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hree columns 3 1">
  <p:cSld name="TITLE_AND_TWO_COLUMNS_1_3_1">
    <p:spTree>
      <p:nvGrpSpPr>
        <p:cNvPr id="1367" name="Shape 1367"/>
        <p:cNvGrpSpPr/>
        <p:nvPr/>
      </p:nvGrpSpPr>
      <p:grpSpPr>
        <a:xfrm>
          <a:off x="0" y="0"/>
          <a:ext cx="0" cy="0"/>
          <a:chOff x="0" y="0"/>
          <a:chExt cx="0" cy="0"/>
        </a:xfrm>
      </p:grpSpPr>
      <p:sp>
        <p:nvSpPr>
          <p:cNvPr id="1368" name="Google Shape;1368;p308"/>
          <p:cNvSpPr txBox="1"/>
          <p:nvPr>
            <p:ph idx="12" type="sldNum"/>
          </p:nvPr>
        </p:nvSpPr>
        <p:spPr>
          <a:xfrm>
            <a:off x="8472458" y="5181352"/>
            <a:ext cx="548700" cy="4374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369" name="Google Shape;1369;p308"/>
          <p:cNvSpPr txBox="1"/>
          <p:nvPr>
            <p:ph type="title"/>
          </p:nvPr>
        </p:nvSpPr>
        <p:spPr>
          <a:xfrm>
            <a:off x="607200" y="1140611"/>
            <a:ext cx="3936000" cy="596400"/>
          </a:xfrm>
          <a:prstGeom prst="rect">
            <a:avLst/>
          </a:prstGeom>
        </p:spPr>
        <p:txBody>
          <a:bodyPr anchorCtr="0" anchor="ctr" bIns="0" lIns="0" spcFirstLastPara="1" rIns="0" wrap="square" tIns="0">
            <a:spAutoFit/>
          </a:bodyPr>
          <a:lstStyle>
            <a:lvl1pPr lvl="0">
              <a:spcBef>
                <a:spcPts val="0"/>
              </a:spcBef>
              <a:spcAft>
                <a:spcPts val="0"/>
              </a:spcAft>
              <a:buSzPts val="3000"/>
              <a:buNone/>
              <a:defRPr b="1" sz="1800"/>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1370" name="Google Shape;1370;p308"/>
          <p:cNvSpPr txBox="1"/>
          <p:nvPr>
            <p:ph idx="1" type="body"/>
          </p:nvPr>
        </p:nvSpPr>
        <p:spPr>
          <a:xfrm>
            <a:off x="607200" y="3520806"/>
            <a:ext cx="1951500" cy="16134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0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371" name="Google Shape;1371;p308"/>
          <p:cNvSpPr txBox="1"/>
          <p:nvPr>
            <p:ph idx="2" type="body"/>
          </p:nvPr>
        </p:nvSpPr>
        <p:spPr>
          <a:xfrm>
            <a:off x="2759850" y="3520806"/>
            <a:ext cx="1951500" cy="16134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0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372" name="Google Shape;1372;p308"/>
          <p:cNvSpPr txBox="1"/>
          <p:nvPr>
            <p:ph idx="3" type="body"/>
          </p:nvPr>
        </p:nvSpPr>
        <p:spPr>
          <a:xfrm>
            <a:off x="4912500" y="3520806"/>
            <a:ext cx="1951500" cy="16134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0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373" name="Google Shape;1373;p308"/>
          <p:cNvSpPr txBox="1"/>
          <p:nvPr>
            <p:ph idx="4" type="subTitle"/>
          </p:nvPr>
        </p:nvSpPr>
        <p:spPr>
          <a:xfrm>
            <a:off x="607200" y="3084639"/>
            <a:ext cx="1951500" cy="398700"/>
          </a:xfrm>
          <a:prstGeom prst="rect">
            <a:avLst/>
          </a:prstGeom>
        </p:spPr>
        <p:txBody>
          <a:bodyPr anchorCtr="0" anchor="t" bIns="0" lIns="0" spcFirstLastPara="1" rIns="0" wrap="square" tIns="0">
            <a:spAutoFit/>
          </a:bodyPr>
          <a:lstStyle>
            <a:lvl1pPr lvl="0">
              <a:spcBef>
                <a:spcPts val="0"/>
              </a:spcBef>
              <a:spcAft>
                <a:spcPts val="0"/>
              </a:spcAft>
              <a:buSzPts val="1400"/>
              <a:buNone/>
              <a:defRPr b="1" sz="1000">
                <a:solidFill>
                  <a:schemeClr val="accent4"/>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74" name="Google Shape;1374;p308"/>
          <p:cNvSpPr txBox="1"/>
          <p:nvPr>
            <p:ph idx="5" type="subTitle"/>
          </p:nvPr>
        </p:nvSpPr>
        <p:spPr>
          <a:xfrm>
            <a:off x="4912500" y="3084639"/>
            <a:ext cx="1951500" cy="398700"/>
          </a:xfrm>
          <a:prstGeom prst="rect">
            <a:avLst/>
          </a:prstGeom>
        </p:spPr>
        <p:txBody>
          <a:bodyPr anchorCtr="0" anchor="t" bIns="0" lIns="0" spcFirstLastPara="1" rIns="0" wrap="square" tIns="0">
            <a:spAutoFit/>
          </a:bodyPr>
          <a:lstStyle>
            <a:lvl1pPr lvl="0">
              <a:spcBef>
                <a:spcPts val="0"/>
              </a:spcBef>
              <a:spcAft>
                <a:spcPts val="0"/>
              </a:spcAft>
              <a:buSzPts val="1400"/>
              <a:buNone/>
              <a:defRPr b="1" sz="1000">
                <a:solidFill>
                  <a:schemeClr val="accent4"/>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75" name="Google Shape;1375;p308"/>
          <p:cNvSpPr txBox="1"/>
          <p:nvPr>
            <p:ph idx="6" type="subTitle"/>
          </p:nvPr>
        </p:nvSpPr>
        <p:spPr>
          <a:xfrm>
            <a:off x="2759850" y="3084639"/>
            <a:ext cx="1951500" cy="398700"/>
          </a:xfrm>
          <a:prstGeom prst="rect">
            <a:avLst/>
          </a:prstGeom>
        </p:spPr>
        <p:txBody>
          <a:bodyPr anchorCtr="0" anchor="t" bIns="0" lIns="0" spcFirstLastPara="1" rIns="0" wrap="square" tIns="0">
            <a:spAutoFit/>
          </a:bodyPr>
          <a:lstStyle>
            <a:lvl1pPr lvl="0">
              <a:spcBef>
                <a:spcPts val="0"/>
              </a:spcBef>
              <a:spcAft>
                <a:spcPts val="0"/>
              </a:spcAft>
              <a:buSzPts val="1400"/>
              <a:buNone/>
              <a:defRPr b="1" sz="1000">
                <a:solidFill>
                  <a:schemeClr val="accent4"/>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ercise">
  <p:cSld name="CUSTOM_7">
    <p:spTree>
      <p:nvGrpSpPr>
        <p:cNvPr id="1376" name="Shape 1376"/>
        <p:cNvGrpSpPr/>
        <p:nvPr/>
      </p:nvGrpSpPr>
      <p:grpSpPr>
        <a:xfrm>
          <a:off x="0" y="0"/>
          <a:ext cx="0" cy="0"/>
          <a:chOff x="0" y="0"/>
          <a:chExt cx="0" cy="0"/>
        </a:xfrm>
      </p:grpSpPr>
      <p:sp>
        <p:nvSpPr>
          <p:cNvPr id="1377" name="Google Shape;1377;p309"/>
          <p:cNvSpPr txBox="1"/>
          <p:nvPr>
            <p:ph idx="1" type="subTitle"/>
          </p:nvPr>
        </p:nvSpPr>
        <p:spPr>
          <a:xfrm>
            <a:off x="571500" y="4736333"/>
            <a:ext cx="3259200" cy="343800"/>
          </a:xfrm>
          <a:prstGeom prst="rect">
            <a:avLst/>
          </a:prstGeom>
          <a:solidFill>
            <a:schemeClr val="accent6"/>
          </a:solidFill>
        </p:spPr>
        <p:txBody>
          <a:bodyPr anchorCtr="0" anchor="ctr" bIns="91425" lIns="91425" spcFirstLastPara="1" rIns="91425" wrap="square" tIns="91425">
            <a:spAutoFit/>
          </a:bodyPr>
          <a:lstStyle>
            <a:lvl1pPr lvl="0">
              <a:spcBef>
                <a:spcPts val="0"/>
              </a:spcBef>
              <a:spcAft>
                <a:spcPts val="0"/>
              </a:spcAft>
              <a:buSzPts val="1400"/>
              <a:buNone/>
              <a:defRPr sz="1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78" name="Google Shape;1378;p309"/>
          <p:cNvSpPr txBox="1"/>
          <p:nvPr>
            <p:ph type="title"/>
          </p:nvPr>
        </p:nvSpPr>
        <p:spPr>
          <a:xfrm>
            <a:off x="571500" y="889000"/>
            <a:ext cx="40005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1379" name="Google Shape;1379;p309"/>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5184">
          <p15:clr>
            <a:srgbClr val="E46962"/>
          </p15:clr>
        </p15:guide>
        <p15:guide id="2" pos="576">
          <p15:clr>
            <a:srgbClr val="E46962"/>
          </p15:clr>
        </p15:guide>
      </p15:sldGuideLst>
    </p:ext>
  </p:extLst>
</p:sldLayout>
</file>

<file path=ppt/slideLayouts/slideLayout3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lf screen quote">
  <p:cSld name="CUSTOM_8_1">
    <p:spTree>
      <p:nvGrpSpPr>
        <p:cNvPr id="1380" name="Shape 1380"/>
        <p:cNvGrpSpPr/>
        <p:nvPr/>
      </p:nvGrpSpPr>
      <p:grpSpPr>
        <a:xfrm>
          <a:off x="0" y="0"/>
          <a:ext cx="0" cy="0"/>
          <a:chOff x="0" y="0"/>
          <a:chExt cx="0" cy="0"/>
        </a:xfrm>
      </p:grpSpPr>
      <p:sp>
        <p:nvSpPr>
          <p:cNvPr id="1381" name="Google Shape;1381;p310"/>
          <p:cNvSpPr txBox="1"/>
          <p:nvPr>
            <p:ph type="title"/>
          </p:nvPr>
        </p:nvSpPr>
        <p:spPr>
          <a:xfrm>
            <a:off x="5139900" y="2026361"/>
            <a:ext cx="3089700" cy="19371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400"/>
              <a:buFont typeface="Poppins SemiBold"/>
              <a:buNone/>
              <a:defRPr b="0" sz="1400">
                <a:solidFill>
                  <a:schemeClr val="lt1"/>
                </a:solidFill>
                <a:latin typeface="Poppins SemiBold"/>
                <a:ea typeface="Poppins SemiBold"/>
                <a:cs typeface="Poppins SemiBold"/>
                <a:sym typeface="Poppins SemiBold"/>
              </a:defRPr>
            </a:lvl1pPr>
            <a:lvl2pPr lvl="1">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2pPr>
            <a:lvl3pPr lvl="2">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3pPr>
            <a:lvl4pPr lvl="3">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4pPr>
            <a:lvl5pPr lvl="4">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5pPr>
            <a:lvl6pPr lvl="5">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6pPr>
            <a:lvl7pPr lvl="6">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7pPr>
            <a:lvl8pPr lvl="7">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8pPr>
            <a:lvl9pPr lvl="8">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9pPr>
          </a:lstStyle>
          <a:p/>
        </p:txBody>
      </p:sp>
      <p:sp>
        <p:nvSpPr>
          <p:cNvPr id="1382" name="Google Shape;1382;p310"/>
          <p:cNvSpPr txBox="1"/>
          <p:nvPr>
            <p:ph idx="2"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1383" name="Google Shape;1383;p310"/>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
        <p:nvSpPr>
          <p:cNvPr id="1384" name="Google Shape;1384;p310"/>
          <p:cNvSpPr txBox="1"/>
          <p:nvPr>
            <p:ph idx="3" type="title"/>
          </p:nvPr>
        </p:nvSpPr>
        <p:spPr>
          <a:xfrm>
            <a:off x="5139900" y="4564667"/>
            <a:ext cx="3089700" cy="2577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000"/>
              <a:buFont typeface="Poppins SemiBold"/>
              <a:buNone/>
              <a:defRPr b="0" sz="1000">
                <a:solidFill>
                  <a:schemeClr val="lt1"/>
                </a:solidFill>
                <a:latin typeface="Poppins SemiBold"/>
                <a:ea typeface="Poppins SemiBold"/>
                <a:cs typeface="Poppins SemiBold"/>
                <a:sym typeface="Poppins SemiBold"/>
              </a:defRPr>
            </a:lvl1pPr>
            <a:lvl2pPr lvl="1">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2pPr>
            <a:lvl3pPr lvl="2">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3pPr>
            <a:lvl4pPr lvl="3">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4pPr>
            <a:lvl5pPr lvl="4">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5pPr>
            <a:lvl6pPr lvl="5">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6pPr>
            <a:lvl7pPr lvl="6">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7pPr>
            <a:lvl8pPr lvl="7">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8pPr>
            <a:lvl9pPr lvl="8">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9pPr>
          </a:lstStyle>
          <a:p/>
        </p:txBody>
      </p:sp>
      <p:sp>
        <p:nvSpPr>
          <p:cNvPr id="1385" name="Google Shape;1385;p310"/>
          <p:cNvSpPr txBox="1"/>
          <p:nvPr>
            <p:ph idx="4" type="body"/>
          </p:nvPr>
        </p:nvSpPr>
        <p:spPr>
          <a:xfrm>
            <a:off x="5139900" y="4822333"/>
            <a:ext cx="3089700" cy="2577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lt1"/>
              </a:buClr>
              <a:buSzPts val="1000"/>
              <a:buFont typeface="Lato"/>
              <a:buChar char="●"/>
              <a:defRPr sz="1000">
                <a:solidFill>
                  <a:schemeClr val="lt1"/>
                </a:solidFill>
                <a:latin typeface="Lato"/>
                <a:ea typeface="Lato"/>
                <a:cs typeface="Lato"/>
                <a:sym typeface="Lato"/>
              </a:defRPr>
            </a:lvl1pPr>
            <a:lvl2pPr indent="-292100" lvl="1" marL="914400">
              <a:lnSpc>
                <a:spcPct val="115000"/>
              </a:lnSpc>
              <a:spcBef>
                <a:spcPts val="1000"/>
              </a:spcBef>
              <a:spcAft>
                <a:spcPts val="0"/>
              </a:spcAft>
              <a:buClr>
                <a:schemeClr val="lt1"/>
              </a:buClr>
              <a:buSzPts val="1000"/>
              <a:buFont typeface="Lato"/>
              <a:buChar char="○"/>
              <a:defRPr sz="1000">
                <a:solidFill>
                  <a:schemeClr val="lt1"/>
                </a:solidFill>
                <a:latin typeface="Lato"/>
                <a:ea typeface="Lato"/>
                <a:cs typeface="Lato"/>
                <a:sym typeface="Lato"/>
              </a:defRPr>
            </a:lvl2pPr>
            <a:lvl3pPr indent="-317500" lvl="2" marL="13716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3pPr>
            <a:lvl4pPr indent="-317500" lvl="3" marL="18288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4pPr>
            <a:lvl5pPr indent="-317500" lvl="4" marL="22860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5pPr>
            <a:lvl6pPr indent="-317500" lvl="5" marL="27432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6pPr>
            <a:lvl7pPr indent="-317500" lvl="6" marL="32004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7pPr>
            <a:lvl8pPr indent="-317500" lvl="7" marL="36576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8pPr>
            <a:lvl9pPr indent="-317500" lvl="8" marL="4114800">
              <a:lnSpc>
                <a:spcPct val="115000"/>
              </a:lnSpc>
              <a:spcBef>
                <a:spcPts val="1000"/>
              </a:spcBef>
              <a:spcAft>
                <a:spcPts val="1000"/>
              </a:spcAft>
              <a:buClr>
                <a:schemeClr val="lt1"/>
              </a:buClr>
              <a:buSzPts val="1400"/>
              <a:buFont typeface="Lato"/>
              <a:buChar char="■"/>
              <a:defRPr>
                <a:solidFill>
                  <a:schemeClr val="lt1"/>
                </a:solidFill>
                <a:latin typeface="Lato"/>
                <a:ea typeface="Lato"/>
                <a:cs typeface="Lato"/>
                <a:sym typeface="Lato"/>
              </a:defRPr>
            </a:lvl9pPr>
          </a:lstStyle>
          <a:p/>
        </p:txBody>
      </p:sp>
      <p:sp>
        <p:nvSpPr>
          <p:cNvPr id="1386" name="Google Shape;1386;p310"/>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576">
          <p15:clr>
            <a:srgbClr val="E46962"/>
          </p15:clr>
        </p15:guide>
        <p15:guide id="2" pos="5184">
          <p15:clr>
            <a:srgbClr val="E46962"/>
          </p15:clr>
        </p15:guide>
      </p15:sldGuideLst>
    </p:ext>
  </p:extLst>
</p:sldLayout>
</file>

<file path=ppt/slideLayouts/slideLayout3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 header, two columns">
  <p:cSld name="TITLE_AND_BODY_1_1_1">
    <p:spTree>
      <p:nvGrpSpPr>
        <p:cNvPr id="1387" name="Shape 1387"/>
        <p:cNvGrpSpPr/>
        <p:nvPr/>
      </p:nvGrpSpPr>
      <p:grpSpPr>
        <a:xfrm>
          <a:off x="0" y="0"/>
          <a:ext cx="0" cy="0"/>
          <a:chOff x="0" y="0"/>
          <a:chExt cx="0" cy="0"/>
        </a:xfrm>
      </p:grpSpPr>
      <p:sp>
        <p:nvSpPr>
          <p:cNvPr id="1388" name="Google Shape;1388;p311"/>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389" name="Google Shape;1389;p311"/>
          <p:cNvSpPr txBox="1"/>
          <p:nvPr>
            <p:ph type="title"/>
          </p:nvPr>
        </p:nvSpPr>
        <p:spPr>
          <a:xfrm>
            <a:off x="571500" y="889005"/>
            <a:ext cx="40005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1390" name="Google Shape;1390;p311"/>
          <p:cNvSpPr txBox="1"/>
          <p:nvPr>
            <p:ph idx="1" type="body"/>
          </p:nvPr>
        </p:nvSpPr>
        <p:spPr>
          <a:xfrm>
            <a:off x="571500" y="2406917"/>
            <a:ext cx="3093000" cy="26730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391" name="Google Shape;1391;p311"/>
          <p:cNvSpPr txBox="1"/>
          <p:nvPr>
            <p:ph idx="2" type="body"/>
          </p:nvPr>
        </p:nvSpPr>
        <p:spPr>
          <a:xfrm>
            <a:off x="4572000" y="2406917"/>
            <a:ext cx="3093000" cy="26730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392" name="Google Shape;1392;p311"/>
          <p:cNvSpPr txBox="1"/>
          <p:nvPr>
            <p:ph idx="3" type="subTitle"/>
          </p:nvPr>
        </p:nvSpPr>
        <p:spPr>
          <a:xfrm>
            <a:off x="571500" y="1905000"/>
            <a:ext cx="3093000" cy="3987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
        <p:nvSpPr>
          <p:cNvPr id="1393" name="Google Shape;1393;p311"/>
          <p:cNvSpPr txBox="1"/>
          <p:nvPr>
            <p:ph idx="4" type="subTitle"/>
          </p:nvPr>
        </p:nvSpPr>
        <p:spPr>
          <a:xfrm>
            <a:off x="4572000" y="1905000"/>
            <a:ext cx="3093000" cy="3987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Tree>
  </p:cSld>
  <p:clrMapOvr>
    <a:masterClrMapping/>
  </p:clrMapOvr>
</p:sldLayout>
</file>

<file path=ppt/slideLayouts/slideLayout3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bullet point 2 1">
  <p:cSld name="CUSTOM_1_1_1_1_4">
    <p:spTree>
      <p:nvGrpSpPr>
        <p:cNvPr id="1394" name="Shape 1394"/>
        <p:cNvGrpSpPr/>
        <p:nvPr/>
      </p:nvGrpSpPr>
      <p:grpSpPr>
        <a:xfrm>
          <a:off x="0" y="0"/>
          <a:ext cx="0" cy="0"/>
          <a:chOff x="0" y="0"/>
          <a:chExt cx="0" cy="0"/>
        </a:xfrm>
      </p:grpSpPr>
      <p:sp>
        <p:nvSpPr>
          <p:cNvPr id="1395" name="Google Shape;1395;p312"/>
          <p:cNvSpPr txBox="1"/>
          <p:nvPr>
            <p:ph type="title"/>
          </p:nvPr>
        </p:nvSpPr>
        <p:spPr>
          <a:xfrm>
            <a:off x="607200" y="1111921"/>
            <a:ext cx="3936000" cy="598800"/>
          </a:xfrm>
          <a:prstGeom prst="rect">
            <a:avLst/>
          </a:prstGeom>
        </p:spPr>
        <p:txBody>
          <a:bodyPr anchorCtr="0" anchor="ctr" bIns="0" lIns="0" spcFirstLastPara="1" rIns="0" wrap="square" tIns="0">
            <a:spAutoFit/>
          </a:bodyPr>
          <a:lstStyle>
            <a:lvl1pPr lvl="0">
              <a:spcBef>
                <a:spcPts val="0"/>
              </a:spcBef>
              <a:spcAft>
                <a:spcPts val="0"/>
              </a:spcAft>
              <a:buSzPts val="3000"/>
              <a:buNone/>
              <a:defRPr b="1" sz="2000"/>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1396" name="Google Shape;1396;p312"/>
          <p:cNvSpPr txBox="1"/>
          <p:nvPr>
            <p:ph idx="1" type="body"/>
          </p:nvPr>
        </p:nvSpPr>
        <p:spPr>
          <a:xfrm>
            <a:off x="607200" y="1739278"/>
            <a:ext cx="4607400" cy="33804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3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3">
  <p:cSld name="TITLE_AND_BODY_5">
    <p:spTree>
      <p:nvGrpSpPr>
        <p:cNvPr id="1397" name="Shape 1397"/>
        <p:cNvGrpSpPr/>
        <p:nvPr/>
      </p:nvGrpSpPr>
      <p:grpSpPr>
        <a:xfrm>
          <a:off x="0" y="0"/>
          <a:ext cx="0" cy="0"/>
          <a:chOff x="0" y="0"/>
          <a:chExt cx="0" cy="0"/>
        </a:xfrm>
      </p:grpSpPr>
      <p:sp>
        <p:nvSpPr>
          <p:cNvPr id="1398" name="Google Shape;1398;p313"/>
          <p:cNvSpPr txBox="1"/>
          <p:nvPr>
            <p:ph idx="12" type="sldNum"/>
          </p:nvPr>
        </p:nvSpPr>
        <p:spPr>
          <a:xfrm>
            <a:off x="8472458" y="5181352"/>
            <a:ext cx="548700" cy="4374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399" name="Google Shape;1399;p313"/>
          <p:cNvSpPr txBox="1"/>
          <p:nvPr>
            <p:ph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1400" name="Google Shape;1400;p313"/>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3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1 1">
  <p:cSld name="TITLE_AND_BODY_3_1">
    <p:spTree>
      <p:nvGrpSpPr>
        <p:cNvPr id="1401" name="Shape 1401"/>
        <p:cNvGrpSpPr/>
        <p:nvPr/>
      </p:nvGrpSpPr>
      <p:grpSpPr>
        <a:xfrm>
          <a:off x="0" y="0"/>
          <a:ext cx="0" cy="0"/>
          <a:chOff x="0" y="0"/>
          <a:chExt cx="0" cy="0"/>
        </a:xfrm>
      </p:grpSpPr>
      <p:sp>
        <p:nvSpPr>
          <p:cNvPr id="1402" name="Google Shape;1402;p314"/>
          <p:cNvSpPr txBox="1"/>
          <p:nvPr>
            <p:ph idx="12" type="sldNum"/>
          </p:nvPr>
        </p:nvSpPr>
        <p:spPr>
          <a:xfrm>
            <a:off x="8572500" y="5080004"/>
            <a:ext cx="571500" cy="635100"/>
          </a:xfrm>
          <a:prstGeom prst="rect">
            <a:avLst/>
          </a:prstGeom>
          <a:noFill/>
          <a:ln>
            <a:noFill/>
          </a:ln>
        </p:spPr>
        <p:txBody>
          <a:bodyPr anchorCtr="0" anchor="t" bIns="68575" lIns="68575" spcFirstLastPara="1" rIns="68575" wrap="square" tIns="68575">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403" name="Google Shape;1403;p314"/>
          <p:cNvSpPr txBox="1"/>
          <p:nvPr>
            <p:ph type="title"/>
          </p:nvPr>
        </p:nvSpPr>
        <p:spPr>
          <a:xfrm>
            <a:off x="571500" y="889000"/>
            <a:ext cx="30897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8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800">
                <a:solidFill>
                  <a:schemeClr val="dk1"/>
                </a:solidFill>
              </a:defRPr>
            </a:lvl2pPr>
            <a:lvl3pPr lvl="2" algn="l">
              <a:lnSpc>
                <a:spcPct val="115000"/>
              </a:lnSpc>
              <a:spcBef>
                <a:spcPts val="0"/>
              </a:spcBef>
              <a:spcAft>
                <a:spcPts val="0"/>
              </a:spcAft>
              <a:buClr>
                <a:schemeClr val="dk1"/>
              </a:buClr>
              <a:buSzPts val="1400"/>
              <a:buNone/>
              <a:defRPr sz="1800">
                <a:solidFill>
                  <a:schemeClr val="dk1"/>
                </a:solidFill>
              </a:defRPr>
            </a:lvl3pPr>
            <a:lvl4pPr lvl="3" algn="l">
              <a:lnSpc>
                <a:spcPct val="115000"/>
              </a:lnSpc>
              <a:spcBef>
                <a:spcPts val="0"/>
              </a:spcBef>
              <a:spcAft>
                <a:spcPts val="0"/>
              </a:spcAft>
              <a:buClr>
                <a:schemeClr val="dk1"/>
              </a:buClr>
              <a:buSzPts val="1400"/>
              <a:buNone/>
              <a:defRPr sz="1800">
                <a:solidFill>
                  <a:schemeClr val="dk1"/>
                </a:solidFill>
              </a:defRPr>
            </a:lvl4pPr>
            <a:lvl5pPr lvl="4" algn="l">
              <a:lnSpc>
                <a:spcPct val="115000"/>
              </a:lnSpc>
              <a:spcBef>
                <a:spcPts val="0"/>
              </a:spcBef>
              <a:spcAft>
                <a:spcPts val="0"/>
              </a:spcAft>
              <a:buClr>
                <a:schemeClr val="dk1"/>
              </a:buClr>
              <a:buSzPts val="1400"/>
              <a:buNone/>
              <a:defRPr sz="1800">
                <a:solidFill>
                  <a:schemeClr val="dk1"/>
                </a:solidFill>
              </a:defRPr>
            </a:lvl5pPr>
            <a:lvl6pPr lvl="5" algn="l">
              <a:lnSpc>
                <a:spcPct val="115000"/>
              </a:lnSpc>
              <a:spcBef>
                <a:spcPts val="0"/>
              </a:spcBef>
              <a:spcAft>
                <a:spcPts val="0"/>
              </a:spcAft>
              <a:buClr>
                <a:schemeClr val="dk1"/>
              </a:buClr>
              <a:buSzPts val="1400"/>
              <a:buNone/>
              <a:defRPr sz="1800">
                <a:solidFill>
                  <a:schemeClr val="dk1"/>
                </a:solidFill>
              </a:defRPr>
            </a:lvl6pPr>
            <a:lvl7pPr lvl="6" algn="l">
              <a:lnSpc>
                <a:spcPct val="115000"/>
              </a:lnSpc>
              <a:spcBef>
                <a:spcPts val="0"/>
              </a:spcBef>
              <a:spcAft>
                <a:spcPts val="0"/>
              </a:spcAft>
              <a:buClr>
                <a:schemeClr val="dk1"/>
              </a:buClr>
              <a:buSzPts val="1400"/>
              <a:buNone/>
              <a:defRPr sz="1800">
                <a:solidFill>
                  <a:schemeClr val="dk1"/>
                </a:solidFill>
              </a:defRPr>
            </a:lvl7pPr>
            <a:lvl8pPr lvl="7" algn="l">
              <a:lnSpc>
                <a:spcPct val="115000"/>
              </a:lnSpc>
              <a:spcBef>
                <a:spcPts val="0"/>
              </a:spcBef>
              <a:spcAft>
                <a:spcPts val="0"/>
              </a:spcAft>
              <a:buClr>
                <a:schemeClr val="dk1"/>
              </a:buClr>
              <a:buSzPts val="1400"/>
              <a:buNone/>
              <a:defRPr sz="1800">
                <a:solidFill>
                  <a:schemeClr val="dk1"/>
                </a:solidFill>
              </a:defRPr>
            </a:lvl8pPr>
            <a:lvl9pPr lvl="8" algn="l">
              <a:lnSpc>
                <a:spcPct val="115000"/>
              </a:lnSpc>
              <a:spcBef>
                <a:spcPts val="0"/>
              </a:spcBef>
              <a:spcAft>
                <a:spcPts val="0"/>
              </a:spcAft>
              <a:buClr>
                <a:schemeClr val="dk1"/>
              </a:buClr>
              <a:buSzPts val="1400"/>
              <a:buNone/>
              <a:defRPr sz="1800">
                <a:solidFill>
                  <a:schemeClr val="dk1"/>
                </a:solidFill>
              </a:defRPr>
            </a:lvl9pPr>
          </a:lstStyle>
          <a:p/>
        </p:txBody>
      </p:sp>
      <p:sp>
        <p:nvSpPr>
          <p:cNvPr id="1404" name="Google Shape;1404;p314"/>
          <p:cNvSpPr txBox="1"/>
          <p:nvPr>
            <p:ph idx="1" type="body"/>
          </p:nvPr>
        </p:nvSpPr>
        <p:spPr>
          <a:xfrm>
            <a:off x="571500" y="1905000"/>
            <a:ext cx="30897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3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out logo 2 1 1">
  <p:cSld name="Cover without logo 2_1_1">
    <p:bg>
      <p:bgPr>
        <a:solidFill>
          <a:srgbClr val="07182C"/>
        </a:solidFill>
      </p:bgPr>
    </p:bg>
    <p:spTree>
      <p:nvGrpSpPr>
        <p:cNvPr id="1405" name="Shape 1405"/>
        <p:cNvGrpSpPr/>
        <p:nvPr/>
      </p:nvGrpSpPr>
      <p:grpSpPr>
        <a:xfrm>
          <a:off x="0" y="0"/>
          <a:ext cx="0" cy="0"/>
          <a:chOff x="0" y="0"/>
          <a:chExt cx="0" cy="0"/>
        </a:xfrm>
      </p:grpSpPr>
      <p:pic>
        <p:nvPicPr>
          <p:cNvPr id="1406" name="Google Shape;1406;p315" title="Mesh Holographic Gradients - Dark Gradient 22.png"/>
          <p:cNvPicPr preferRelativeResize="0"/>
          <p:nvPr/>
        </p:nvPicPr>
        <p:blipFill rotWithShape="1">
          <a:blip r:embed="rId2">
            <a:alphaModFix/>
          </a:blip>
          <a:srcRect b="0" l="0" r="0" t="0"/>
          <a:stretch/>
        </p:blipFill>
        <p:spPr>
          <a:xfrm flipH="1" rot="10800000">
            <a:off x="0" y="-12151"/>
            <a:ext cx="9144003" cy="5727151"/>
          </a:xfrm>
          <a:prstGeom prst="rect">
            <a:avLst/>
          </a:prstGeom>
          <a:noFill/>
          <a:ln>
            <a:noFill/>
          </a:ln>
        </p:spPr>
      </p:pic>
      <p:sp>
        <p:nvSpPr>
          <p:cNvPr id="1407" name="Google Shape;1407;p315"/>
          <p:cNvSpPr txBox="1"/>
          <p:nvPr>
            <p:ph type="title"/>
          </p:nvPr>
        </p:nvSpPr>
        <p:spPr>
          <a:xfrm>
            <a:off x="457200" y="508000"/>
            <a:ext cx="6862800" cy="1734900"/>
          </a:xfrm>
          <a:prstGeom prst="rect">
            <a:avLst/>
          </a:prstGeom>
        </p:spPr>
        <p:txBody>
          <a:bodyPr anchorCtr="0" anchor="b"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408" name="Google Shape;1408;p315"/>
          <p:cNvSpPr txBox="1"/>
          <p:nvPr>
            <p:ph idx="1" type="subTitle"/>
          </p:nvPr>
        </p:nvSpPr>
        <p:spPr>
          <a:xfrm>
            <a:off x="457200" y="2243000"/>
            <a:ext cx="68628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Tree>
  </p:cSld>
  <p:clrMapOvr>
    <a:masterClrMapping/>
  </p:clrMapOvr>
</p:sldLayout>
</file>

<file path=ppt/slideLayouts/slideLayout3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screen - Alt 6">
  <p:cSld name="CUSTOM_11">
    <p:bg>
      <p:bgPr>
        <a:solidFill>
          <a:schemeClr val="lt2"/>
        </a:solidFill>
      </p:bgPr>
    </p:bg>
    <p:spTree>
      <p:nvGrpSpPr>
        <p:cNvPr id="1409" name="Shape 1409"/>
        <p:cNvGrpSpPr/>
        <p:nvPr/>
      </p:nvGrpSpPr>
      <p:grpSpPr>
        <a:xfrm>
          <a:off x="0" y="0"/>
          <a:ext cx="0" cy="0"/>
          <a:chOff x="0" y="0"/>
          <a:chExt cx="0" cy="0"/>
        </a:xfrm>
      </p:grpSpPr>
      <p:sp>
        <p:nvSpPr>
          <p:cNvPr id="1410" name="Google Shape;1410;p316"/>
          <p:cNvSpPr txBox="1"/>
          <p:nvPr>
            <p:ph idx="1" type="subTitle"/>
          </p:nvPr>
        </p:nvSpPr>
        <p:spPr>
          <a:xfrm>
            <a:off x="6600775" y="2845802"/>
            <a:ext cx="1877400" cy="539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4800"/>
              <a:buFont typeface="IBM Plex Sans"/>
              <a:buNone/>
              <a:defRPr sz="4800">
                <a:solidFill>
                  <a:schemeClr val="lt1"/>
                </a:solidFill>
              </a:defRPr>
            </a:lvl1pPr>
            <a:lvl2pPr lvl="1" algn="ctr">
              <a:spcBef>
                <a:spcPts val="0"/>
              </a:spcBef>
              <a:spcAft>
                <a:spcPts val="0"/>
              </a:spcAft>
              <a:buClr>
                <a:schemeClr val="lt1"/>
              </a:buClr>
              <a:buSzPts val="4800"/>
              <a:buFont typeface="IBM Plex Sans"/>
              <a:buNone/>
              <a:defRPr sz="4800">
                <a:solidFill>
                  <a:schemeClr val="lt1"/>
                </a:solidFill>
              </a:defRPr>
            </a:lvl2pPr>
            <a:lvl3pPr lvl="2" algn="ctr">
              <a:spcBef>
                <a:spcPts val="0"/>
              </a:spcBef>
              <a:spcAft>
                <a:spcPts val="0"/>
              </a:spcAft>
              <a:buClr>
                <a:schemeClr val="lt1"/>
              </a:buClr>
              <a:buSzPts val="4800"/>
              <a:buFont typeface="IBM Plex Sans"/>
              <a:buNone/>
              <a:defRPr sz="4800">
                <a:solidFill>
                  <a:schemeClr val="lt1"/>
                </a:solidFill>
              </a:defRPr>
            </a:lvl3pPr>
            <a:lvl4pPr lvl="3" algn="ctr">
              <a:spcBef>
                <a:spcPts val="0"/>
              </a:spcBef>
              <a:spcAft>
                <a:spcPts val="0"/>
              </a:spcAft>
              <a:buClr>
                <a:schemeClr val="lt1"/>
              </a:buClr>
              <a:buSzPts val="4800"/>
              <a:buFont typeface="IBM Plex Sans"/>
              <a:buNone/>
              <a:defRPr sz="4800">
                <a:solidFill>
                  <a:schemeClr val="lt1"/>
                </a:solidFill>
              </a:defRPr>
            </a:lvl4pPr>
            <a:lvl5pPr lvl="4" algn="ctr">
              <a:spcBef>
                <a:spcPts val="0"/>
              </a:spcBef>
              <a:spcAft>
                <a:spcPts val="0"/>
              </a:spcAft>
              <a:buClr>
                <a:schemeClr val="lt1"/>
              </a:buClr>
              <a:buSzPts val="4800"/>
              <a:buFont typeface="IBM Plex Sans"/>
              <a:buNone/>
              <a:defRPr sz="4800">
                <a:solidFill>
                  <a:schemeClr val="lt1"/>
                </a:solidFill>
              </a:defRPr>
            </a:lvl5pPr>
            <a:lvl6pPr lvl="5" algn="ctr">
              <a:spcBef>
                <a:spcPts val="0"/>
              </a:spcBef>
              <a:spcAft>
                <a:spcPts val="0"/>
              </a:spcAft>
              <a:buClr>
                <a:schemeClr val="lt1"/>
              </a:buClr>
              <a:buSzPts val="4800"/>
              <a:buFont typeface="IBM Plex Sans"/>
              <a:buNone/>
              <a:defRPr sz="4800">
                <a:solidFill>
                  <a:schemeClr val="lt1"/>
                </a:solidFill>
              </a:defRPr>
            </a:lvl6pPr>
            <a:lvl7pPr lvl="6" algn="ctr">
              <a:spcBef>
                <a:spcPts val="0"/>
              </a:spcBef>
              <a:spcAft>
                <a:spcPts val="0"/>
              </a:spcAft>
              <a:buClr>
                <a:schemeClr val="lt1"/>
              </a:buClr>
              <a:buSzPts val="4800"/>
              <a:buFont typeface="IBM Plex Sans"/>
              <a:buNone/>
              <a:defRPr sz="4800">
                <a:solidFill>
                  <a:schemeClr val="lt1"/>
                </a:solidFill>
              </a:defRPr>
            </a:lvl7pPr>
            <a:lvl8pPr lvl="7" algn="ctr">
              <a:spcBef>
                <a:spcPts val="0"/>
              </a:spcBef>
              <a:spcAft>
                <a:spcPts val="0"/>
              </a:spcAft>
              <a:buClr>
                <a:schemeClr val="lt1"/>
              </a:buClr>
              <a:buSzPts val="4800"/>
              <a:buFont typeface="IBM Plex Sans"/>
              <a:buNone/>
              <a:defRPr sz="4800">
                <a:solidFill>
                  <a:schemeClr val="lt1"/>
                </a:solidFill>
              </a:defRPr>
            </a:lvl8pPr>
            <a:lvl9pPr lvl="8" algn="ctr">
              <a:spcBef>
                <a:spcPts val="0"/>
              </a:spcBef>
              <a:spcAft>
                <a:spcPts val="0"/>
              </a:spcAft>
              <a:buClr>
                <a:schemeClr val="lt1"/>
              </a:buClr>
              <a:buSzPts val="4800"/>
              <a:buFont typeface="IBM Plex Sans"/>
              <a:buNone/>
              <a:defRPr sz="4800">
                <a:solidFill>
                  <a:schemeClr val="lt1"/>
                </a:solidFill>
              </a:defRPr>
            </a:lvl9pPr>
          </a:lstStyle>
          <a:p/>
        </p:txBody>
      </p:sp>
      <p:sp>
        <p:nvSpPr>
          <p:cNvPr id="1411" name="Google Shape;1411;p316"/>
          <p:cNvSpPr txBox="1"/>
          <p:nvPr>
            <p:ph idx="2" type="body"/>
          </p:nvPr>
        </p:nvSpPr>
        <p:spPr>
          <a:xfrm>
            <a:off x="3479850" y="4591333"/>
            <a:ext cx="2271000" cy="864600"/>
          </a:xfrm>
          <a:prstGeom prst="rect">
            <a:avLst/>
          </a:prstGeom>
        </p:spPr>
        <p:txBody>
          <a:bodyPr anchorCtr="0" anchor="t" bIns="91425" lIns="0" spcFirstLastPara="1" rIns="0" wrap="square" tIns="0">
            <a:spAutoFit/>
          </a:bodyPr>
          <a:lstStyle>
            <a:lvl1pPr indent="-304800" lvl="0" marL="457200" algn="ctr">
              <a:spcBef>
                <a:spcPts val="0"/>
              </a:spcBef>
              <a:spcAft>
                <a:spcPts val="0"/>
              </a:spcAft>
              <a:buClr>
                <a:schemeClr val="lt1"/>
              </a:buClr>
              <a:buSzPts val="1200"/>
              <a:buFont typeface="IBM Plex Sans"/>
              <a:buChar char="●"/>
              <a:defRPr sz="1200">
                <a:solidFill>
                  <a:schemeClr val="lt1"/>
                </a:solidFill>
              </a:defRPr>
            </a:lvl1pPr>
            <a:lvl2pPr indent="-304800" lvl="1" marL="914400" algn="ctr">
              <a:spcBef>
                <a:spcPts val="1200"/>
              </a:spcBef>
              <a:spcAft>
                <a:spcPts val="0"/>
              </a:spcAft>
              <a:buClr>
                <a:schemeClr val="lt1"/>
              </a:buClr>
              <a:buSzPts val="1200"/>
              <a:buFont typeface="IBM Plex Sans"/>
              <a:buChar char="○"/>
              <a:defRPr sz="1200">
                <a:solidFill>
                  <a:schemeClr val="lt1"/>
                </a:solidFill>
              </a:defRPr>
            </a:lvl2pPr>
            <a:lvl3pPr indent="-304800" lvl="2" marL="1371600" algn="ctr">
              <a:spcBef>
                <a:spcPts val="1200"/>
              </a:spcBef>
              <a:spcAft>
                <a:spcPts val="0"/>
              </a:spcAft>
              <a:buClr>
                <a:schemeClr val="lt1"/>
              </a:buClr>
              <a:buSzPts val="1200"/>
              <a:buFont typeface="IBM Plex Sans"/>
              <a:buChar char="■"/>
              <a:defRPr sz="1200">
                <a:solidFill>
                  <a:schemeClr val="lt1"/>
                </a:solidFill>
              </a:defRPr>
            </a:lvl3pPr>
            <a:lvl4pPr indent="-304800" lvl="3" marL="1828800" algn="ctr">
              <a:spcBef>
                <a:spcPts val="1200"/>
              </a:spcBef>
              <a:spcAft>
                <a:spcPts val="0"/>
              </a:spcAft>
              <a:buClr>
                <a:schemeClr val="lt1"/>
              </a:buClr>
              <a:buSzPts val="1200"/>
              <a:buFont typeface="IBM Plex Sans"/>
              <a:buChar char="●"/>
              <a:defRPr sz="1200">
                <a:solidFill>
                  <a:schemeClr val="lt1"/>
                </a:solidFill>
              </a:defRPr>
            </a:lvl4pPr>
            <a:lvl5pPr indent="-304800" lvl="4" marL="2286000" algn="ctr">
              <a:spcBef>
                <a:spcPts val="1200"/>
              </a:spcBef>
              <a:spcAft>
                <a:spcPts val="0"/>
              </a:spcAft>
              <a:buClr>
                <a:schemeClr val="lt1"/>
              </a:buClr>
              <a:buSzPts val="1200"/>
              <a:buFont typeface="IBM Plex Sans"/>
              <a:buChar char="○"/>
              <a:defRPr sz="1200">
                <a:solidFill>
                  <a:schemeClr val="lt1"/>
                </a:solidFill>
              </a:defRPr>
            </a:lvl5pPr>
            <a:lvl6pPr indent="-304800" lvl="5" marL="2743200" algn="ctr">
              <a:spcBef>
                <a:spcPts val="1200"/>
              </a:spcBef>
              <a:spcAft>
                <a:spcPts val="0"/>
              </a:spcAft>
              <a:buClr>
                <a:schemeClr val="lt1"/>
              </a:buClr>
              <a:buSzPts val="1200"/>
              <a:buFont typeface="IBM Plex Sans"/>
              <a:buChar char="■"/>
              <a:defRPr sz="1200">
                <a:solidFill>
                  <a:schemeClr val="lt1"/>
                </a:solidFill>
              </a:defRPr>
            </a:lvl6pPr>
            <a:lvl7pPr indent="-304800" lvl="6" marL="3200400" algn="ctr">
              <a:spcBef>
                <a:spcPts val="1200"/>
              </a:spcBef>
              <a:spcAft>
                <a:spcPts val="0"/>
              </a:spcAft>
              <a:buClr>
                <a:schemeClr val="lt1"/>
              </a:buClr>
              <a:buSzPts val="1200"/>
              <a:buFont typeface="IBM Plex Sans"/>
              <a:buChar char="●"/>
              <a:defRPr sz="1200">
                <a:solidFill>
                  <a:schemeClr val="lt1"/>
                </a:solidFill>
              </a:defRPr>
            </a:lvl7pPr>
            <a:lvl8pPr indent="-304800" lvl="7" marL="3657600" algn="ctr">
              <a:spcBef>
                <a:spcPts val="1200"/>
              </a:spcBef>
              <a:spcAft>
                <a:spcPts val="0"/>
              </a:spcAft>
              <a:buClr>
                <a:schemeClr val="lt1"/>
              </a:buClr>
              <a:buSzPts val="1200"/>
              <a:buFont typeface="IBM Plex Sans"/>
              <a:buChar char="○"/>
              <a:defRPr sz="1200">
                <a:solidFill>
                  <a:schemeClr val="lt1"/>
                </a:solidFill>
              </a:defRPr>
            </a:lvl8pPr>
            <a:lvl9pPr indent="-304800" lvl="8" marL="4114800" algn="ctr">
              <a:spcBef>
                <a:spcPts val="1200"/>
              </a:spcBef>
              <a:spcAft>
                <a:spcPts val="1200"/>
              </a:spcAft>
              <a:buClr>
                <a:schemeClr val="lt1"/>
              </a:buClr>
              <a:buSzPts val="1200"/>
              <a:buFont typeface="IBM Plex Sans"/>
              <a:buChar char="■"/>
              <a:defRPr sz="1200">
                <a:solidFill>
                  <a:schemeClr val="lt1"/>
                </a:solidFill>
              </a:defRPr>
            </a:lvl9pPr>
          </a:lstStyle>
          <a:p/>
        </p:txBody>
      </p:sp>
      <p:sp>
        <p:nvSpPr>
          <p:cNvPr id="1412" name="Google Shape;1412;p316"/>
          <p:cNvSpPr txBox="1"/>
          <p:nvPr>
            <p:ph idx="3" type="subTitle"/>
          </p:nvPr>
        </p:nvSpPr>
        <p:spPr>
          <a:xfrm>
            <a:off x="440575" y="2969668"/>
            <a:ext cx="2366700" cy="2871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200"/>
              <a:buFont typeface="IBM Plex Sans"/>
              <a:buNone/>
              <a:defRPr sz="1200">
                <a:solidFill>
                  <a:schemeClr val="lt1"/>
                </a:solidFill>
              </a:defRPr>
            </a:lvl1pPr>
            <a:lvl2pPr lvl="1">
              <a:spcBef>
                <a:spcPts val="0"/>
              </a:spcBef>
              <a:spcAft>
                <a:spcPts val="0"/>
              </a:spcAft>
              <a:buClr>
                <a:schemeClr val="lt1"/>
              </a:buClr>
              <a:buSzPts val="1200"/>
              <a:buFont typeface="IBM Plex Sans"/>
              <a:buNone/>
              <a:defRPr sz="1200">
                <a:solidFill>
                  <a:schemeClr val="lt1"/>
                </a:solidFill>
              </a:defRPr>
            </a:lvl2pPr>
            <a:lvl3pPr lvl="2">
              <a:spcBef>
                <a:spcPts val="0"/>
              </a:spcBef>
              <a:spcAft>
                <a:spcPts val="0"/>
              </a:spcAft>
              <a:buClr>
                <a:schemeClr val="lt1"/>
              </a:buClr>
              <a:buSzPts val="1200"/>
              <a:buFont typeface="IBM Plex Sans"/>
              <a:buNone/>
              <a:defRPr sz="1200">
                <a:solidFill>
                  <a:schemeClr val="lt1"/>
                </a:solidFill>
              </a:defRPr>
            </a:lvl3pPr>
            <a:lvl4pPr lvl="3">
              <a:spcBef>
                <a:spcPts val="0"/>
              </a:spcBef>
              <a:spcAft>
                <a:spcPts val="0"/>
              </a:spcAft>
              <a:buClr>
                <a:schemeClr val="lt1"/>
              </a:buClr>
              <a:buSzPts val="1200"/>
              <a:buFont typeface="IBM Plex Sans"/>
              <a:buNone/>
              <a:defRPr sz="1200">
                <a:solidFill>
                  <a:schemeClr val="lt1"/>
                </a:solidFill>
              </a:defRPr>
            </a:lvl4pPr>
            <a:lvl5pPr lvl="4">
              <a:spcBef>
                <a:spcPts val="0"/>
              </a:spcBef>
              <a:spcAft>
                <a:spcPts val="0"/>
              </a:spcAft>
              <a:buClr>
                <a:schemeClr val="lt1"/>
              </a:buClr>
              <a:buSzPts val="1200"/>
              <a:buFont typeface="IBM Plex Sans"/>
              <a:buNone/>
              <a:defRPr sz="1200">
                <a:solidFill>
                  <a:schemeClr val="lt1"/>
                </a:solidFill>
              </a:defRPr>
            </a:lvl5pPr>
            <a:lvl6pPr lvl="5">
              <a:spcBef>
                <a:spcPts val="0"/>
              </a:spcBef>
              <a:spcAft>
                <a:spcPts val="0"/>
              </a:spcAft>
              <a:buClr>
                <a:schemeClr val="lt1"/>
              </a:buClr>
              <a:buSzPts val="1200"/>
              <a:buFont typeface="IBM Plex Sans"/>
              <a:buNone/>
              <a:defRPr sz="1200">
                <a:solidFill>
                  <a:schemeClr val="lt1"/>
                </a:solidFill>
              </a:defRPr>
            </a:lvl6pPr>
            <a:lvl7pPr lvl="6">
              <a:spcBef>
                <a:spcPts val="0"/>
              </a:spcBef>
              <a:spcAft>
                <a:spcPts val="0"/>
              </a:spcAft>
              <a:buClr>
                <a:schemeClr val="lt1"/>
              </a:buClr>
              <a:buSzPts val="1200"/>
              <a:buFont typeface="IBM Plex Sans"/>
              <a:buNone/>
              <a:defRPr sz="1200">
                <a:solidFill>
                  <a:schemeClr val="lt1"/>
                </a:solidFill>
              </a:defRPr>
            </a:lvl7pPr>
            <a:lvl8pPr lvl="7">
              <a:spcBef>
                <a:spcPts val="0"/>
              </a:spcBef>
              <a:spcAft>
                <a:spcPts val="0"/>
              </a:spcAft>
              <a:buClr>
                <a:schemeClr val="lt1"/>
              </a:buClr>
              <a:buSzPts val="1200"/>
              <a:buFont typeface="IBM Plex Sans"/>
              <a:buNone/>
              <a:defRPr sz="1200">
                <a:solidFill>
                  <a:schemeClr val="lt1"/>
                </a:solidFill>
              </a:defRPr>
            </a:lvl8pPr>
            <a:lvl9pPr lvl="8">
              <a:spcBef>
                <a:spcPts val="0"/>
              </a:spcBef>
              <a:spcAft>
                <a:spcPts val="0"/>
              </a:spcAft>
              <a:buClr>
                <a:schemeClr val="lt1"/>
              </a:buClr>
              <a:buSzPts val="1200"/>
              <a:buFont typeface="IBM Plex Sans"/>
              <a:buNone/>
              <a:defRPr sz="1200">
                <a:solidFill>
                  <a:schemeClr val="lt1"/>
                </a:solidFill>
              </a:defRPr>
            </a:lvl9pPr>
          </a:lstStyle>
          <a:p/>
        </p:txBody>
      </p:sp>
      <p:sp>
        <p:nvSpPr>
          <p:cNvPr id="1413" name="Google Shape;1413;p316"/>
          <p:cNvSpPr txBox="1"/>
          <p:nvPr>
            <p:ph idx="4" type="body"/>
          </p:nvPr>
        </p:nvSpPr>
        <p:spPr>
          <a:xfrm>
            <a:off x="436800" y="3489741"/>
            <a:ext cx="2366700" cy="1968300"/>
          </a:xfrm>
          <a:prstGeom prst="rect">
            <a:avLst/>
          </a:prstGeom>
        </p:spPr>
        <p:txBody>
          <a:bodyPr anchorCtr="0" anchor="t" bIns="91425" lIns="0" spcFirstLastPara="1" rIns="0" wrap="square" tIns="0">
            <a:spAutoFit/>
          </a:bodyPr>
          <a:lstStyle>
            <a:lvl1pPr indent="-292100" lvl="0" marL="457200">
              <a:spcBef>
                <a:spcPts val="0"/>
              </a:spcBef>
              <a:spcAft>
                <a:spcPts val="0"/>
              </a:spcAft>
              <a:buClr>
                <a:schemeClr val="lt1"/>
              </a:buClr>
              <a:buSzPts val="1000"/>
              <a:buFont typeface="IBM Plex Sans"/>
              <a:buChar char="●"/>
              <a:defRPr>
                <a:solidFill>
                  <a:schemeClr val="lt1"/>
                </a:solidFill>
              </a:defRPr>
            </a:lvl1pPr>
            <a:lvl2pPr indent="-292100" lvl="1" marL="914400">
              <a:spcBef>
                <a:spcPts val="1200"/>
              </a:spcBef>
              <a:spcAft>
                <a:spcPts val="0"/>
              </a:spcAft>
              <a:buClr>
                <a:schemeClr val="lt1"/>
              </a:buClr>
              <a:buSzPts val="1000"/>
              <a:buFont typeface="IBM Plex Sans"/>
              <a:buChar char="○"/>
              <a:defRPr>
                <a:solidFill>
                  <a:schemeClr val="lt1"/>
                </a:solidFill>
              </a:defRPr>
            </a:lvl2pPr>
            <a:lvl3pPr indent="-292100" lvl="2" marL="1371600">
              <a:spcBef>
                <a:spcPts val="1200"/>
              </a:spcBef>
              <a:spcAft>
                <a:spcPts val="0"/>
              </a:spcAft>
              <a:buClr>
                <a:schemeClr val="lt1"/>
              </a:buClr>
              <a:buSzPts val="1000"/>
              <a:buFont typeface="IBM Plex Sans"/>
              <a:buChar char="■"/>
              <a:defRPr>
                <a:solidFill>
                  <a:schemeClr val="lt1"/>
                </a:solidFill>
              </a:defRPr>
            </a:lvl3pPr>
            <a:lvl4pPr indent="-292100" lvl="3" marL="1828800">
              <a:spcBef>
                <a:spcPts val="1200"/>
              </a:spcBef>
              <a:spcAft>
                <a:spcPts val="0"/>
              </a:spcAft>
              <a:buClr>
                <a:schemeClr val="lt1"/>
              </a:buClr>
              <a:buSzPts val="1000"/>
              <a:buFont typeface="IBM Plex Sans"/>
              <a:buChar char="●"/>
              <a:defRPr>
                <a:solidFill>
                  <a:schemeClr val="lt1"/>
                </a:solidFill>
              </a:defRPr>
            </a:lvl4pPr>
            <a:lvl5pPr indent="-292100" lvl="4" marL="2286000">
              <a:spcBef>
                <a:spcPts val="1200"/>
              </a:spcBef>
              <a:spcAft>
                <a:spcPts val="0"/>
              </a:spcAft>
              <a:buClr>
                <a:schemeClr val="lt1"/>
              </a:buClr>
              <a:buSzPts val="1000"/>
              <a:buFont typeface="IBM Plex Sans"/>
              <a:buChar char="○"/>
              <a:defRPr>
                <a:solidFill>
                  <a:schemeClr val="lt1"/>
                </a:solidFill>
              </a:defRPr>
            </a:lvl5pPr>
            <a:lvl6pPr indent="-292100" lvl="5" marL="2743200">
              <a:spcBef>
                <a:spcPts val="1200"/>
              </a:spcBef>
              <a:spcAft>
                <a:spcPts val="0"/>
              </a:spcAft>
              <a:buClr>
                <a:schemeClr val="lt1"/>
              </a:buClr>
              <a:buSzPts val="1000"/>
              <a:buFont typeface="IBM Plex Sans"/>
              <a:buChar char="■"/>
              <a:defRPr>
                <a:solidFill>
                  <a:schemeClr val="lt1"/>
                </a:solidFill>
              </a:defRPr>
            </a:lvl6pPr>
            <a:lvl7pPr indent="-292100" lvl="6" marL="3200400">
              <a:spcBef>
                <a:spcPts val="1200"/>
              </a:spcBef>
              <a:spcAft>
                <a:spcPts val="0"/>
              </a:spcAft>
              <a:buClr>
                <a:schemeClr val="lt1"/>
              </a:buClr>
              <a:buSzPts val="1000"/>
              <a:buFont typeface="IBM Plex Sans"/>
              <a:buChar char="●"/>
              <a:defRPr>
                <a:solidFill>
                  <a:schemeClr val="lt1"/>
                </a:solidFill>
              </a:defRPr>
            </a:lvl7pPr>
            <a:lvl8pPr indent="-292100" lvl="7" marL="3657600">
              <a:spcBef>
                <a:spcPts val="1200"/>
              </a:spcBef>
              <a:spcAft>
                <a:spcPts val="0"/>
              </a:spcAft>
              <a:buClr>
                <a:schemeClr val="lt1"/>
              </a:buClr>
              <a:buSzPts val="1000"/>
              <a:buFont typeface="IBM Plex Sans"/>
              <a:buChar char="○"/>
              <a:defRPr>
                <a:solidFill>
                  <a:schemeClr val="lt1"/>
                </a:solidFill>
              </a:defRPr>
            </a:lvl8pPr>
            <a:lvl9pPr indent="-292100" lvl="8" marL="4114800">
              <a:spcBef>
                <a:spcPts val="1200"/>
              </a:spcBef>
              <a:spcAft>
                <a:spcPts val="1200"/>
              </a:spcAft>
              <a:buClr>
                <a:schemeClr val="lt1"/>
              </a:buClr>
              <a:buSzPts val="1000"/>
              <a:buFont typeface="IBM Plex Sans"/>
              <a:buChar char="■"/>
              <a:defRPr>
                <a:solidFill>
                  <a:schemeClr val="lt1"/>
                </a:solidFill>
              </a:defRPr>
            </a:lvl9pPr>
          </a:lstStyle>
          <a:p/>
        </p:txBody>
      </p:sp>
      <p:sp>
        <p:nvSpPr>
          <p:cNvPr id="1414" name="Google Shape;1414;p316"/>
          <p:cNvSpPr txBox="1"/>
          <p:nvPr>
            <p:ph idx="5" type="subTitle"/>
          </p:nvPr>
        </p:nvSpPr>
        <p:spPr>
          <a:xfrm>
            <a:off x="3633300" y="3612944"/>
            <a:ext cx="1877400" cy="287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1000"/>
              <a:buFont typeface="IBM Plex Sans"/>
              <a:buNone/>
              <a:defRPr sz="1000">
                <a:solidFill>
                  <a:schemeClr val="lt1"/>
                </a:solidFill>
              </a:defRPr>
            </a:lvl1pPr>
            <a:lvl2pPr lvl="1" algn="ctr">
              <a:spcBef>
                <a:spcPts val="0"/>
              </a:spcBef>
              <a:spcAft>
                <a:spcPts val="0"/>
              </a:spcAft>
              <a:buClr>
                <a:schemeClr val="lt1"/>
              </a:buClr>
              <a:buSzPts val="1000"/>
              <a:buFont typeface="IBM Plex Sans"/>
              <a:buNone/>
              <a:defRPr sz="1000">
                <a:solidFill>
                  <a:schemeClr val="lt1"/>
                </a:solidFill>
              </a:defRPr>
            </a:lvl2pPr>
            <a:lvl3pPr lvl="2" algn="ctr">
              <a:spcBef>
                <a:spcPts val="0"/>
              </a:spcBef>
              <a:spcAft>
                <a:spcPts val="0"/>
              </a:spcAft>
              <a:buClr>
                <a:schemeClr val="lt1"/>
              </a:buClr>
              <a:buSzPts val="1000"/>
              <a:buFont typeface="IBM Plex Sans"/>
              <a:buNone/>
              <a:defRPr sz="1000">
                <a:solidFill>
                  <a:schemeClr val="lt1"/>
                </a:solidFill>
              </a:defRPr>
            </a:lvl3pPr>
            <a:lvl4pPr lvl="3" algn="ctr">
              <a:spcBef>
                <a:spcPts val="0"/>
              </a:spcBef>
              <a:spcAft>
                <a:spcPts val="0"/>
              </a:spcAft>
              <a:buClr>
                <a:schemeClr val="lt1"/>
              </a:buClr>
              <a:buSzPts val="1000"/>
              <a:buFont typeface="IBM Plex Sans"/>
              <a:buNone/>
              <a:defRPr sz="1000">
                <a:solidFill>
                  <a:schemeClr val="lt1"/>
                </a:solidFill>
              </a:defRPr>
            </a:lvl4pPr>
            <a:lvl5pPr lvl="4" algn="ctr">
              <a:spcBef>
                <a:spcPts val="0"/>
              </a:spcBef>
              <a:spcAft>
                <a:spcPts val="0"/>
              </a:spcAft>
              <a:buClr>
                <a:schemeClr val="lt1"/>
              </a:buClr>
              <a:buSzPts val="1000"/>
              <a:buFont typeface="IBM Plex Sans"/>
              <a:buNone/>
              <a:defRPr sz="1000">
                <a:solidFill>
                  <a:schemeClr val="lt1"/>
                </a:solidFill>
              </a:defRPr>
            </a:lvl5pPr>
            <a:lvl6pPr lvl="5" algn="ctr">
              <a:spcBef>
                <a:spcPts val="0"/>
              </a:spcBef>
              <a:spcAft>
                <a:spcPts val="0"/>
              </a:spcAft>
              <a:buClr>
                <a:schemeClr val="lt1"/>
              </a:buClr>
              <a:buSzPts val="1000"/>
              <a:buFont typeface="IBM Plex Sans"/>
              <a:buNone/>
              <a:defRPr sz="1000">
                <a:solidFill>
                  <a:schemeClr val="lt1"/>
                </a:solidFill>
              </a:defRPr>
            </a:lvl6pPr>
            <a:lvl7pPr lvl="6" algn="ctr">
              <a:spcBef>
                <a:spcPts val="0"/>
              </a:spcBef>
              <a:spcAft>
                <a:spcPts val="0"/>
              </a:spcAft>
              <a:buClr>
                <a:schemeClr val="lt1"/>
              </a:buClr>
              <a:buSzPts val="1000"/>
              <a:buFont typeface="IBM Plex Sans"/>
              <a:buNone/>
              <a:defRPr sz="1000">
                <a:solidFill>
                  <a:schemeClr val="lt1"/>
                </a:solidFill>
              </a:defRPr>
            </a:lvl7pPr>
            <a:lvl8pPr lvl="7" algn="ctr">
              <a:spcBef>
                <a:spcPts val="0"/>
              </a:spcBef>
              <a:spcAft>
                <a:spcPts val="0"/>
              </a:spcAft>
              <a:buClr>
                <a:schemeClr val="lt1"/>
              </a:buClr>
              <a:buSzPts val="1000"/>
              <a:buFont typeface="IBM Plex Sans"/>
              <a:buNone/>
              <a:defRPr sz="1000">
                <a:solidFill>
                  <a:schemeClr val="lt1"/>
                </a:solidFill>
              </a:defRPr>
            </a:lvl8pPr>
            <a:lvl9pPr lvl="8" algn="ctr">
              <a:spcBef>
                <a:spcPts val="0"/>
              </a:spcBef>
              <a:spcAft>
                <a:spcPts val="0"/>
              </a:spcAft>
              <a:buClr>
                <a:schemeClr val="lt1"/>
              </a:buClr>
              <a:buSzPts val="1000"/>
              <a:buFont typeface="IBM Plex Sans"/>
              <a:buNone/>
              <a:defRPr sz="1000">
                <a:solidFill>
                  <a:schemeClr val="lt1"/>
                </a:solidFill>
              </a:defRPr>
            </a:lvl9pPr>
          </a:lstStyle>
          <a:p/>
        </p:txBody>
      </p:sp>
      <p:sp>
        <p:nvSpPr>
          <p:cNvPr id="1415" name="Google Shape;1415;p316"/>
          <p:cNvSpPr txBox="1"/>
          <p:nvPr>
            <p:ph idx="6" type="subTitle"/>
          </p:nvPr>
        </p:nvSpPr>
        <p:spPr>
          <a:xfrm>
            <a:off x="6600775" y="3612944"/>
            <a:ext cx="1877400" cy="287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1000"/>
              <a:buFont typeface="IBM Plex Sans"/>
              <a:buNone/>
              <a:defRPr sz="1000">
                <a:solidFill>
                  <a:schemeClr val="lt1"/>
                </a:solidFill>
              </a:defRPr>
            </a:lvl1pPr>
            <a:lvl2pPr lvl="1" algn="ctr">
              <a:spcBef>
                <a:spcPts val="0"/>
              </a:spcBef>
              <a:spcAft>
                <a:spcPts val="0"/>
              </a:spcAft>
              <a:buClr>
                <a:schemeClr val="lt1"/>
              </a:buClr>
              <a:buSzPts val="1000"/>
              <a:buFont typeface="IBM Plex Sans"/>
              <a:buNone/>
              <a:defRPr sz="1000">
                <a:solidFill>
                  <a:schemeClr val="lt1"/>
                </a:solidFill>
              </a:defRPr>
            </a:lvl2pPr>
            <a:lvl3pPr lvl="2" algn="ctr">
              <a:spcBef>
                <a:spcPts val="0"/>
              </a:spcBef>
              <a:spcAft>
                <a:spcPts val="0"/>
              </a:spcAft>
              <a:buClr>
                <a:schemeClr val="lt1"/>
              </a:buClr>
              <a:buSzPts val="1000"/>
              <a:buFont typeface="IBM Plex Sans"/>
              <a:buNone/>
              <a:defRPr sz="1000">
                <a:solidFill>
                  <a:schemeClr val="lt1"/>
                </a:solidFill>
              </a:defRPr>
            </a:lvl3pPr>
            <a:lvl4pPr lvl="3" algn="ctr">
              <a:spcBef>
                <a:spcPts val="0"/>
              </a:spcBef>
              <a:spcAft>
                <a:spcPts val="0"/>
              </a:spcAft>
              <a:buClr>
                <a:schemeClr val="lt1"/>
              </a:buClr>
              <a:buSzPts val="1000"/>
              <a:buFont typeface="IBM Plex Sans"/>
              <a:buNone/>
              <a:defRPr sz="1000">
                <a:solidFill>
                  <a:schemeClr val="lt1"/>
                </a:solidFill>
              </a:defRPr>
            </a:lvl4pPr>
            <a:lvl5pPr lvl="4" algn="ctr">
              <a:spcBef>
                <a:spcPts val="0"/>
              </a:spcBef>
              <a:spcAft>
                <a:spcPts val="0"/>
              </a:spcAft>
              <a:buClr>
                <a:schemeClr val="lt1"/>
              </a:buClr>
              <a:buSzPts val="1000"/>
              <a:buFont typeface="IBM Plex Sans"/>
              <a:buNone/>
              <a:defRPr sz="1000">
                <a:solidFill>
                  <a:schemeClr val="lt1"/>
                </a:solidFill>
              </a:defRPr>
            </a:lvl5pPr>
            <a:lvl6pPr lvl="5" algn="ctr">
              <a:spcBef>
                <a:spcPts val="0"/>
              </a:spcBef>
              <a:spcAft>
                <a:spcPts val="0"/>
              </a:spcAft>
              <a:buClr>
                <a:schemeClr val="lt1"/>
              </a:buClr>
              <a:buSzPts val="1000"/>
              <a:buFont typeface="IBM Plex Sans"/>
              <a:buNone/>
              <a:defRPr sz="1000">
                <a:solidFill>
                  <a:schemeClr val="lt1"/>
                </a:solidFill>
              </a:defRPr>
            </a:lvl6pPr>
            <a:lvl7pPr lvl="6" algn="ctr">
              <a:spcBef>
                <a:spcPts val="0"/>
              </a:spcBef>
              <a:spcAft>
                <a:spcPts val="0"/>
              </a:spcAft>
              <a:buClr>
                <a:schemeClr val="lt1"/>
              </a:buClr>
              <a:buSzPts val="1000"/>
              <a:buFont typeface="IBM Plex Sans"/>
              <a:buNone/>
              <a:defRPr sz="1000">
                <a:solidFill>
                  <a:schemeClr val="lt1"/>
                </a:solidFill>
              </a:defRPr>
            </a:lvl7pPr>
            <a:lvl8pPr lvl="7" algn="ctr">
              <a:spcBef>
                <a:spcPts val="0"/>
              </a:spcBef>
              <a:spcAft>
                <a:spcPts val="0"/>
              </a:spcAft>
              <a:buClr>
                <a:schemeClr val="lt1"/>
              </a:buClr>
              <a:buSzPts val="1000"/>
              <a:buFont typeface="IBM Plex Sans"/>
              <a:buNone/>
              <a:defRPr sz="1000">
                <a:solidFill>
                  <a:schemeClr val="lt1"/>
                </a:solidFill>
              </a:defRPr>
            </a:lvl8pPr>
            <a:lvl9pPr lvl="8" algn="ctr">
              <a:spcBef>
                <a:spcPts val="0"/>
              </a:spcBef>
              <a:spcAft>
                <a:spcPts val="0"/>
              </a:spcAft>
              <a:buClr>
                <a:schemeClr val="lt1"/>
              </a:buClr>
              <a:buSzPts val="1000"/>
              <a:buFont typeface="IBM Plex Sans"/>
              <a:buNone/>
              <a:defRPr sz="1000">
                <a:solidFill>
                  <a:schemeClr val="lt1"/>
                </a:solidFill>
              </a:defRPr>
            </a:lvl9pPr>
          </a:lstStyle>
          <a:p/>
        </p:txBody>
      </p:sp>
      <p:sp>
        <p:nvSpPr>
          <p:cNvPr id="1416" name="Google Shape;1416;p316"/>
          <p:cNvSpPr txBox="1"/>
          <p:nvPr>
            <p:ph idx="7" type="subTitle"/>
          </p:nvPr>
        </p:nvSpPr>
        <p:spPr>
          <a:xfrm>
            <a:off x="6600775" y="5077028"/>
            <a:ext cx="1877400" cy="287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1000"/>
              <a:buFont typeface="IBM Plex Sans"/>
              <a:buNone/>
              <a:defRPr sz="1000">
                <a:solidFill>
                  <a:schemeClr val="lt1"/>
                </a:solidFill>
              </a:defRPr>
            </a:lvl1pPr>
            <a:lvl2pPr lvl="1" algn="ctr">
              <a:spcBef>
                <a:spcPts val="0"/>
              </a:spcBef>
              <a:spcAft>
                <a:spcPts val="0"/>
              </a:spcAft>
              <a:buClr>
                <a:schemeClr val="lt1"/>
              </a:buClr>
              <a:buSzPts val="1000"/>
              <a:buFont typeface="IBM Plex Sans"/>
              <a:buNone/>
              <a:defRPr sz="1000">
                <a:solidFill>
                  <a:schemeClr val="lt1"/>
                </a:solidFill>
              </a:defRPr>
            </a:lvl2pPr>
            <a:lvl3pPr lvl="2" algn="ctr">
              <a:spcBef>
                <a:spcPts val="0"/>
              </a:spcBef>
              <a:spcAft>
                <a:spcPts val="0"/>
              </a:spcAft>
              <a:buClr>
                <a:schemeClr val="lt1"/>
              </a:buClr>
              <a:buSzPts val="1000"/>
              <a:buFont typeface="IBM Plex Sans"/>
              <a:buNone/>
              <a:defRPr sz="1000">
                <a:solidFill>
                  <a:schemeClr val="lt1"/>
                </a:solidFill>
              </a:defRPr>
            </a:lvl3pPr>
            <a:lvl4pPr lvl="3" algn="ctr">
              <a:spcBef>
                <a:spcPts val="0"/>
              </a:spcBef>
              <a:spcAft>
                <a:spcPts val="0"/>
              </a:spcAft>
              <a:buClr>
                <a:schemeClr val="lt1"/>
              </a:buClr>
              <a:buSzPts val="1000"/>
              <a:buFont typeface="IBM Plex Sans"/>
              <a:buNone/>
              <a:defRPr sz="1000">
                <a:solidFill>
                  <a:schemeClr val="lt1"/>
                </a:solidFill>
              </a:defRPr>
            </a:lvl4pPr>
            <a:lvl5pPr lvl="4" algn="ctr">
              <a:spcBef>
                <a:spcPts val="0"/>
              </a:spcBef>
              <a:spcAft>
                <a:spcPts val="0"/>
              </a:spcAft>
              <a:buClr>
                <a:schemeClr val="lt1"/>
              </a:buClr>
              <a:buSzPts val="1000"/>
              <a:buFont typeface="IBM Plex Sans"/>
              <a:buNone/>
              <a:defRPr sz="1000">
                <a:solidFill>
                  <a:schemeClr val="lt1"/>
                </a:solidFill>
              </a:defRPr>
            </a:lvl5pPr>
            <a:lvl6pPr lvl="5" algn="ctr">
              <a:spcBef>
                <a:spcPts val="0"/>
              </a:spcBef>
              <a:spcAft>
                <a:spcPts val="0"/>
              </a:spcAft>
              <a:buClr>
                <a:schemeClr val="lt1"/>
              </a:buClr>
              <a:buSzPts val="1000"/>
              <a:buFont typeface="IBM Plex Sans"/>
              <a:buNone/>
              <a:defRPr sz="1000">
                <a:solidFill>
                  <a:schemeClr val="lt1"/>
                </a:solidFill>
              </a:defRPr>
            </a:lvl6pPr>
            <a:lvl7pPr lvl="6" algn="ctr">
              <a:spcBef>
                <a:spcPts val="0"/>
              </a:spcBef>
              <a:spcAft>
                <a:spcPts val="0"/>
              </a:spcAft>
              <a:buClr>
                <a:schemeClr val="lt1"/>
              </a:buClr>
              <a:buSzPts val="1000"/>
              <a:buFont typeface="IBM Plex Sans"/>
              <a:buNone/>
              <a:defRPr sz="1000">
                <a:solidFill>
                  <a:schemeClr val="lt1"/>
                </a:solidFill>
              </a:defRPr>
            </a:lvl7pPr>
            <a:lvl8pPr lvl="7" algn="ctr">
              <a:spcBef>
                <a:spcPts val="0"/>
              </a:spcBef>
              <a:spcAft>
                <a:spcPts val="0"/>
              </a:spcAft>
              <a:buClr>
                <a:schemeClr val="lt1"/>
              </a:buClr>
              <a:buSzPts val="1000"/>
              <a:buFont typeface="IBM Plex Sans"/>
              <a:buNone/>
              <a:defRPr sz="1000">
                <a:solidFill>
                  <a:schemeClr val="lt1"/>
                </a:solidFill>
              </a:defRPr>
            </a:lvl8pPr>
            <a:lvl9pPr lvl="8" algn="ctr">
              <a:spcBef>
                <a:spcPts val="0"/>
              </a:spcBef>
              <a:spcAft>
                <a:spcPts val="0"/>
              </a:spcAft>
              <a:buClr>
                <a:schemeClr val="lt1"/>
              </a:buClr>
              <a:buSzPts val="1000"/>
              <a:buFont typeface="IBM Plex Sans"/>
              <a:buNone/>
              <a:defRPr sz="1000">
                <a:solidFill>
                  <a:schemeClr val="lt1"/>
                </a:solidFill>
              </a:defRPr>
            </a:lvl9pPr>
          </a:lstStyle>
          <a:p/>
        </p:txBody>
      </p:sp>
      <p:sp>
        <p:nvSpPr>
          <p:cNvPr id="1417" name="Google Shape;1417;p316"/>
          <p:cNvSpPr txBox="1"/>
          <p:nvPr>
            <p:ph idx="8" type="subTitle"/>
          </p:nvPr>
        </p:nvSpPr>
        <p:spPr>
          <a:xfrm>
            <a:off x="3633300" y="2845802"/>
            <a:ext cx="1877400" cy="539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4800"/>
              <a:buFont typeface="IBM Plex Sans"/>
              <a:buNone/>
              <a:defRPr sz="4800">
                <a:solidFill>
                  <a:schemeClr val="lt1"/>
                </a:solidFill>
              </a:defRPr>
            </a:lvl1pPr>
            <a:lvl2pPr lvl="1" algn="ctr">
              <a:spcBef>
                <a:spcPts val="0"/>
              </a:spcBef>
              <a:spcAft>
                <a:spcPts val="0"/>
              </a:spcAft>
              <a:buClr>
                <a:schemeClr val="lt1"/>
              </a:buClr>
              <a:buSzPts val="4800"/>
              <a:buFont typeface="IBM Plex Sans"/>
              <a:buNone/>
              <a:defRPr sz="4800">
                <a:solidFill>
                  <a:schemeClr val="lt1"/>
                </a:solidFill>
              </a:defRPr>
            </a:lvl2pPr>
            <a:lvl3pPr lvl="2" algn="ctr">
              <a:spcBef>
                <a:spcPts val="0"/>
              </a:spcBef>
              <a:spcAft>
                <a:spcPts val="0"/>
              </a:spcAft>
              <a:buClr>
                <a:schemeClr val="lt1"/>
              </a:buClr>
              <a:buSzPts val="4800"/>
              <a:buFont typeface="IBM Plex Sans"/>
              <a:buNone/>
              <a:defRPr sz="4800">
                <a:solidFill>
                  <a:schemeClr val="lt1"/>
                </a:solidFill>
              </a:defRPr>
            </a:lvl3pPr>
            <a:lvl4pPr lvl="3" algn="ctr">
              <a:spcBef>
                <a:spcPts val="0"/>
              </a:spcBef>
              <a:spcAft>
                <a:spcPts val="0"/>
              </a:spcAft>
              <a:buClr>
                <a:schemeClr val="lt1"/>
              </a:buClr>
              <a:buSzPts val="4800"/>
              <a:buFont typeface="IBM Plex Sans"/>
              <a:buNone/>
              <a:defRPr sz="4800">
                <a:solidFill>
                  <a:schemeClr val="lt1"/>
                </a:solidFill>
              </a:defRPr>
            </a:lvl4pPr>
            <a:lvl5pPr lvl="4" algn="ctr">
              <a:spcBef>
                <a:spcPts val="0"/>
              </a:spcBef>
              <a:spcAft>
                <a:spcPts val="0"/>
              </a:spcAft>
              <a:buClr>
                <a:schemeClr val="lt1"/>
              </a:buClr>
              <a:buSzPts val="4800"/>
              <a:buFont typeface="IBM Plex Sans"/>
              <a:buNone/>
              <a:defRPr sz="4800">
                <a:solidFill>
                  <a:schemeClr val="lt1"/>
                </a:solidFill>
              </a:defRPr>
            </a:lvl5pPr>
            <a:lvl6pPr lvl="5" algn="ctr">
              <a:spcBef>
                <a:spcPts val="0"/>
              </a:spcBef>
              <a:spcAft>
                <a:spcPts val="0"/>
              </a:spcAft>
              <a:buClr>
                <a:schemeClr val="lt1"/>
              </a:buClr>
              <a:buSzPts val="4800"/>
              <a:buFont typeface="IBM Plex Sans"/>
              <a:buNone/>
              <a:defRPr sz="4800">
                <a:solidFill>
                  <a:schemeClr val="lt1"/>
                </a:solidFill>
              </a:defRPr>
            </a:lvl6pPr>
            <a:lvl7pPr lvl="6" algn="ctr">
              <a:spcBef>
                <a:spcPts val="0"/>
              </a:spcBef>
              <a:spcAft>
                <a:spcPts val="0"/>
              </a:spcAft>
              <a:buClr>
                <a:schemeClr val="lt1"/>
              </a:buClr>
              <a:buSzPts val="4800"/>
              <a:buFont typeface="IBM Plex Sans"/>
              <a:buNone/>
              <a:defRPr sz="4800">
                <a:solidFill>
                  <a:schemeClr val="lt1"/>
                </a:solidFill>
              </a:defRPr>
            </a:lvl7pPr>
            <a:lvl8pPr lvl="7" algn="ctr">
              <a:spcBef>
                <a:spcPts val="0"/>
              </a:spcBef>
              <a:spcAft>
                <a:spcPts val="0"/>
              </a:spcAft>
              <a:buClr>
                <a:schemeClr val="lt1"/>
              </a:buClr>
              <a:buSzPts val="4800"/>
              <a:buFont typeface="IBM Plex Sans"/>
              <a:buNone/>
              <a:defRPr sz="4800">
                <a:solidFill>
                  <a:schemeClr val="lt1"/>
                </a:solidFill>
              </a:defRPr>
            </a:lvl8pPr>
            <a:lvl9pPr lvl="8" algn="ctr">
              <a:spcBef>
                <a:spcPts val="0"/>
              </a:spcBef>
              <a:spcAft>
                <a:spcPts val="0"/>
              </a:spcAft>
              <a:buClr>
                <a:schemeClr val="lt1"/>
              </a:buClr>
              <a:buSzPts val="4800"/>
              <a:buFont typeface="IBM Plex Sans"/>
              <a:buNone/>
              <a:defRPr sz="4800">
                <a:solidFill>
                  <a:schemeClr val="lt1"/>
                </a:solidFill>
              </a:defRPr>
            </a:lvl9pPr>
          </a:lstStyle>
          <a:p/>
        </p:txBody>
      </p:sp>
      <p:sp>
        <p:nvSpPr>
          <p:cNvPr id="1418" name="Google Shape;1418;p316"/>
          <p:cNvSpPr txBox="1"/>
          <p:nvPr>
            <p:ph idx="9" type="subTitle"/>
          </p:nvPr>
        </p:nvSpPr>
        <p:spPr>
          <a:xfrm>
            <a:off x="436725" y="905333"/>
            <a:ext cx="4182300" cy="2871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200"/>
              <a:buFont typeface="IBM Plex Sans"/>
              <a:buNone/>
              <a:defRPr sz="1200">
                <a:solidFill>
                  <a:schemeClr val="lt1"/>
                </a:solidFill>
              </a:defRPr>
            </a:lvl1pPr>
            <a:lvl2pPr lvl="1">
              <a:spcBef>
                <a:spcPts val="0"/>
              </a:spcBef>
              <a:spcAft>
                <a:spcPts val="0"/>
              </a:spcAft>
              <a:buClr>
                <a:schemeClr val="lt1"/>
              </a:buClr>
              <a:buSzPts val="1200"/>
              <a:buFont typeface="IBM Plex Sans"/>
              <a:buNone/>
              <a:defRPr sz="1200">
                <a:solidFill>
                  <a:schemeClr val="lt1"/>
                </a:solidFill>
              </a:defRPr>
            </a:lvl2pPr>
            <a:lvl3pPr lvl="2">
              <a:spcBef>
                <a:spcPts val="0"/>
              </a:spcBef>
              <a:spcAft>
                <a:spcPts val="0"/>
              </a:spcAft>
              <a:buClr>
                <a:schemeClr val="lt1"/>
              </a:buClr>
              <a:buSzPts val="1200"/>
              <a:buFont typeface="IBM Plex Sans"/>
              <a:buNone/>
              <a:defRPr sz="1200">
                <a:solidFill>
                  <a:schemeClr val="lt1"/>
                </a:solidFill>
              </a:defRPr>
            </a:lvl3pPr>
            <a:lvl4pPr lvl="3">
              <a:spcBef>
                <a:spcPts val="0"/>
              </a:spcBef>
              <a:spcAft>
                <a:spcPts val="0"/>
              </a:spcAft>
              <a:buClr>
                <a:schemeClr val="lt1"/>
              </a:buClr>
              <a:buSzPts val="1200"/>
              <a:buFont typeface="IBM Plex Sans"/>
              <a:buNone/>
              <a:defRPr sz="1200">
                <a:solidFill>
                  <a:schemeClr val="lt1"/>
                </a:solidFill>
              </a:defRPr>
            </a:lvl4pPr>
            <a:lvl5pPr lvl="4">
              <a:spcBef>
                <a:spcPts val="0"/>
              </a:spcBef>
              <a:spcAft>
                <a:spcPts val="0"/>
              </a:spcAft>
              <a:buClr>
                <a:schemeClr val="lt1"/>
              </a:buClr>
              <a:buSzPts val="1200"/>
              <a:buFont typeface="IBM Plex Sans"/>
              <a:buNone/>
              <a:defRPr sz="1200">
                <a:solidFill>
                  <a:schemeClr val="lt1"/>
                </a:solidFill>
              </a:defRPr>
            </a:lvl5pPr>
            <a:lvl6pPr lvl="5">
              <a:spcBef>
                <a:spcPts val="0"/>
              </a:spcBef>
              <a:spcAft>
                <a:spcPts val="0"/>
              </a:spcAft>
              <a:buClr>
                <a:schemeClr val="lt1"/>
              </a:buClr>
              <a:buSzPts val="1200"/>
              <a:buFont typeface="IBM Plex Sans"/>
              <a:buNone/>
              <a:defRPr sz="1200">
                <a:solidFill>
                  <a:schemeClr val="lt1"/>
                </a:solidFill>
              </a:defRPr>
            </a:lvl6pPr>
            <a:lvl7pPr lvl="6">
              <a:spcBef>
                <a:spcPts val="0"/>
              </a:spcBef>
              <a:spcAft>
                <a:spcPts val="0"/>
              </a:spcAft>
              <a:buClr>
                <a:schemeClr val="lt1"/>
              </a:buClr>
              <a:buSzPts val="1200"/>
              <a:buFont typeface="IBM Plex Sans"/>
              <a:buNone/>
              <a:defRPr sz="1200">
                <a:solidFill>
                  <a:schemeClr val="lt1"/>
                </a:solidFill>
              </a:defRPr>
            </a:lvl7pPr>
            <a:lvl8pPr lvl="7">
              <a:spcBef>
                <a:spcPts val="0"/>
              </a:spcBef>
              <a:spcAft>
                <a:spcPts val="0"/>
              </a:spcAft>
              <a:buClr>
                <a:schemeClr val="lt1"/>
              </a:buClr>
              <a:buSzPts val="1200"/>
              <a:buFont typeface="IBM Plex Sans"/>
              <a:buNone/>
              <a:defRPr sz="1200">
                <a:solidFill>
                  <a:schemeClr val="lt1"/>
                </a:solidFill>
              </a:defRPr>
            </a:lvl8pPr>
            <a:lvl9pPr lvl="8">
              <a:spcBef>
                <a:spcPts val="0"/>
              </a:spcBef>
              <a:spcAft>
                <a:spcPts val="0"/>
              </a:spcAft>
              <a:buClr>
                <a:schemeClr val="lt1"/>
              </a:buClr>
              <a:buSzPts val="1200"/>
              <a:buFont typeface="IBM Plex Sans"/>
              <a:buNone/>
              <a:defRPr sz="1200">
                <a:solidFill>
                  <a:schemeClr val="lt1"/>
                </a:solidFill>
              </a:defRPr>
            </a:lvl9pPr>
          </a:lstStyle>
          <a:p/>
        </p:txBody>
      </p:sp>
      <p:sp>
        <p:nvSpPr>
          <p:cNvPr id="1419" name="Google Shape;1419;p316"/>
          <p:cNvSpPr txBox="1"/>
          <p:nvPr>
            <p:ph type="title"/>
          </p:nvPr>
        </p:nvSpPr>
        <p:spPr>
          <a:xfrm>
            <a:off x="436725" y="1368694"/>
            <a:ext cx="4182300" cy="653100"/>
          </a:xfrm>
          <a:prstGeom prst="rect">
            <a:avLst/>
          </a:prstGeom>
        </p:spPr>
        <p:txBody>
          <a:bodyPr anchorCtr="0" anchor="ctr" bIns="0" lIns="0" spcFirstLastPara="1" rIns="0" wrap="square" tIns="0">
            <a:spAutoFit/>
          </a:bodyPr>
          <a:lstStyle>
            <a:lvl1pPr lvl="0">
              <a:spcBef>
                <a:spcPts val="0"/>
              </a:spcBef>
              <a:spcAft>
                <a:spcPts val="0"/>
              </a:spcAft>
              <a:buNone/>
              <a:defRPr sz="1800">
                <a:solidFill>
                  <a:schemeClr val="lt1"/>
                </a:solidFill>
              </a:defRPr>
            </a:lvl1pPr>
            <a:lvl2pPr lvl="1">
              <a:spcBef>
                <a:spcPts val="0"/>
              </a:spcBef>
              <a:spcAft>
                <a:spcPts val="0"/>
              </a:spcAft>
              <a:buNone/>
              <a:defRPr>
                <a:solidFill>
                  <a:schemeClr val="lt1"/>
                </a:solidFill>
              </a:defRPr>
            </a:lvl2pPr>
            <a:lvl3pPr lvl="2">
              <a:spcBef>
                <a:spcPts val="0"/>
              </a:spcBef>
              <a:spcAft>
                <a:spcPts val="0"/>
              </a:spcAft>
              <a:buNone/>
              <a:defRPr>
                <a:solidFill>
                  <a:schemeClr val="lt1"/>
                </a:solidFill>
              </a:defRPr>
            </a:lvl3pPr>
            <a:lvl4pPr lvl="3">
              <a:spcBef>
                <a:spcPts val="0"/>
              </a:spcBef>
              <a:spcAft>
                <a:spcPts val="0"/>
              </a:spcAft>
              <a:buNone/>
              <a:defRPr>
                <a:solidFill>
                  <a:schemeClr val="lt1"/>
                </a:solidFill>
              </a:defRPr>
            </a:lvl4pPr>
            <a:lvl5pPr lvl="4">
              <a:spcBef>
                <a:spcPts val="0"/>
              </a:spcBef>
              <a:spcAft>
                <a:spcPts val="0"/>
              </a:spcAft>
              <a:buNone/>
              <a:defRPr>
                <a:solidFill>
                  <a:schemeClr val="lt1"/>
                </a:solidFill>
              </a:defRPr>
            </a:lvl5pPr>
            <a:lvl6pPr lvl="5">
              <a:spcBef>
                <a:spcPts val="0"/>
              </a:spcBef>
              <a:spcAft>
                <a:spcPts val="0"/>
              </a:spcAft>
              <a:buNone/>
              <a:defRPr>
                <a:solidFill>
                  <a:schemeClr val="lt1"/>
                </a:solidFill>
              </a:defRPr>
            </a:lvl6pPr>
            <a:lvl7pPr lvl="6">
              <a:spcBef>
                <a:spcPts val="0"/>
              </a:spcBef>
              <a:spcAft>
                <a:spcPts val="0"/>
              </a:spcAft>
              <a:buNone/>
              <a:defRPr>
                <a:solidFill>
                  <a:schemeClr val="lt1"/>
                </a:solidFill>
              </a:defRPr>
            </a:lvl7pPr>
            <a:lvl8pPr lvl="7">
              <a:spcBef>
                <a:spcPts val="0"/>
              </a:spcBef>
              <a:spcAft>
                <a:spcPts val="0"/>
              </a:spcAft>
              <a:buNone/>
              <a:defRPr>
                <a:solidFill>
                  <a:schemeClr val="lt1"/>
                </a:solidFill>
              </a:defRPr>
            </a:lvl8pPr>
            <a:lvl9pPr lvl="8">
              <a:spcBef>
                <a:spcPts val="0"/>
              </a:spcBef>
              <a:spcAft>
                <a:spcPts val="0"/>
              </a:spcAft>
              <a:buNone/>
              <a:defRPr>
                <a:solidFill>
                  <a:schemeClr val="lt1"/>
                </a:solidFill>
              </a:defRPr>
            </a:lvl9pPr>
          </a:lstStyle>
          <a:p/>
        </p:txBody>
      </p:sp>
      <p:sp>
        <p:nvSpPr>
          <p:cNvPr id="1420" name="Google Shape;1420;p316"/>
          <p:cNvSpPr txBox="1"/>
          <p:nvPr>
            <p:ph idx="12" type="sldNum"/>
          </p:nvPr>
        </p:nvSpPr>
        <p:spPr>
          <a:xfrm>
            <a:off x="8280600" y="254000"/>
            <a:ext cx="386400" cy="254100"/>
          </a:xfrm>
          <a:prstGeom prst="rect">
            <a:avLst/>
          </a:prstGeom>
          <a:noFill/>
          <a:ln>
            <a:noFill/>
          </a:ln>
        </p:spPr>
        <p:txBody>
          <a:bodyPr anchorCtr="0" anchor="t" bIns="0" lIns="0" spcFirstLastPara="1" rIns="0" wrap="square" tIns="0">
            <a:noAutofit/>
          </a:bodyPr>
          <a:lstStyle>
            <a:lvl1pPr lvl="0" algn="r">
              <a:buClr>
                <a:schemeClr val="lt1"/>
              </a:buClr>
              <a:buSzPts val="800"/>
              <a:buNone/>
              <a:defRPr sz="800">
                <a:solidFill>
                  <a:schemeClr val="lt1"/>
                </a:solidFill>
                <a:latin typeface="IBM Plex Sans"/>
                <a:ea typeface="IBM Plex Sans"/>
                <a:cs typeface="IBM Plex Sans"/>
                <a:sym typeface="IBM Plex Sans"/>
              </a:defRPr>
            </a:lvl1pPr>
            <a:lvl2pPr lvl="1" algn="r">
              <a:buClr>
                <a:schemeClr val="lt1"/>
              </a:buClr>
              <a:buSzPts val="800"/>
              <a:buNone/>
              <a:defRPr sz="800">
                <a:solidFill>
                  <a:schemeClr val="lt1"/>
                </a:solidFill>
                <a:latin typeface="IBM Plex Sans"/>
                <a:ea typeface="IBM Plex Sans"/>
                <a:cs typeface="IBM Plex Sans"/>
                <a:sym typeface="IBM Plex Sans"/>
              </a:defRPr>
            </a:lvl2pPr>
            <a:lvl3pPr lvl="2" algn="r">
              <a:buClr>
                <a:schemeClr val="lt1"/>
              </a:buClr>
              <a:buSzPts val="800"/>
              <a:buNone/>
              <a:defRPr sz="800">
                <a:solidFill>
                  <a:schemeClr val="lt1"/>
                </a:solidFill>
                <a:latin typeface="IBM Plex Sans"/>
                <a:ea typeface="IBM Plex Sans"/>
                <a:cs typeface="IBM Plex Sans"/>
                <a:sym typeface="IBM Plex Sans"/>
              </a:defRPr>
            </a:lvl3pPr>
            <a:lvl4pPr lvl="3" algn="r">
              <a:buClr>
                <a:schemeClr val="lt1"/>
              </a:buClr>
              <a:buSzPts val="800"/>
              <a:buNone/>
              <a:defRPr sz="800">
                <a:solidFill>
                  <a:schemeClr val="lt1"/>
                </a:solidFill>
                <a:latin typeface="IBM Plex Sans"/>
                <a:ea typeface="IBM Plex Sans"/>
                <a:cs typeface="IBM Plex Sans"/>
                <a:sym typeface="IBM Plex Sans"/>
              </a:defRPr>
            </a:lvl4pPr>
            <a:lvl5pPr lvl="4" algn="r">
              <a:buClr>
                <a:schemeClr val="lt1"/>
              </a:buClr>
              <a:buSzPts val="800"/>
              <a:buNone/>
              <a:defRPr sz="800">
                <a:solidFill>
                  <a:schemeClr val="lt1"/>
                </a:solidFill>
                <a:latin typeface="IBM Plex Sans"/>
                <a:ea typeface="IBM Plex Sans"/>
                <a:cs typeface="IBM Plex Sans"/>
                <a:sym typeface="IBM Plex Sans"/>
              </a:defRPr>
            </a:lvl5pPr>
            <a:lvl6pPr lvl="5" algn="r">
              <a:buClr>
                <a:schemeClr val="lt1"/>
              </a:buClr>
              <a:buSzPts val="800"/>
              <a:buNone/>
              <a:defRPr sz="800">
                <a:solidFill>
                  <a:schemeClr val="lt1"/>
                </a:solidFill>
                <a:latin typeface="IBM Plex Sans"/>
                <a:ea typeface="IBM Plex Sans"/>
                <a:cs typeface="IBM Plex Sans"/>
                <a:sym typeface="IBM Plex Sans"/>
              </a:defRPr>
            </a:lvl6pPr>
            <a:lvl7pPr lvl="6" algn="r">
              <a:buClr>
                <a:schemeClr val="lt1"/>
              </a:buClr>
              <a:buSzPts val="800"/>
              <a:buNone/>
              <a:defRPr sz="800">
                <a:solidFill>
                  <a:schemeClr val="lt1"/>
                </a:solidFill>
                <a:latin typeface="IBM Plex Sans"/>
                <a:ea typeface="IBM Plex Sans"/>
                <a:cs typeface="IBM Plex Sans"/>
                <a:sym typeface="IBM Plex Sans"/>
              </a:defRPr>
            </a:lvl7pPr>
            <a:lvl8pPr lvl="7" algn="r">
              <a:buClr>
                <a:schemeClr val="lt1"/>
              </a:buClr>
              <a:buSzPts val="800"/>
              <a:buNone/>
              <a:defRPr sz="800">
                <a:solidFill>
                  <a:schemeClr val="lt1"/>
                </a:solidFill>
                <a:latin typeface="IBM Plex Sans"/>
                <a:ea typeface="IBM Plex Sans"/>
                <a:cs typeface="IBM Plex Sans"/>
                <a:sym typeface="IBM Plex Sans"/>
              </a:defRPr>
            </a:lvl8pPr>
            <a:lvl9pPr lvl="8" algn="r">
              <a:buClr>
                <a:schemeClr val="lt1"/>
              </a:buClr>
              <a:buSzPts val="800"/>
              <a:buNone/>
              <a:defRPr sz="800">
                <a:solidFill>
                  <a:schemeClr val="lt1"/>
                </a:solidFill>
                <a:latin typeface="IBM Plex Sans"/>
                <a:ea typeface="IBM Plex Sans"/>
                <a:cs typeface="IBM Plex Sans"/>
                <a:sym typeface="IBM Plex Sans"/>
              </a:defRPr>
            </a:lvl9pPr>
          </a:lstStyle>
          <a:p>
            <a:pPr indent="-50800" lvl="0" marL="0" rtl="0" algn="r">
              <a:spcBef>
                <a:spcPts val="0"/>
              </a:spcBef>
              <a:spcAft>
                <a:spcPts val="0"/>
              </a:spcAft>
              <a:buClr>
                <a:schemeClr val="lt1"/>
              </a:buClr>
              <a:buSzPts val="800"/>
              <a:buFont typeface="IBM Plex Sans"/>
              <a:buNone/>
            </a:pPr>
            <a:fld id="{00000000-1234-1234-1234-123412341234}" type="slidenum">
              <a:rPr lang="en"/>
              <a:t>‹#›</a:t>
            </a:fld>
            <a:endParaRPr/>
          </a:p>
        </p:txBody>
      </p:sp>
      <p:sp>
        <p:nvSpPr>
          <p:cNvPr id="1421" name="Google Shape;1421;p316"/>
          <p:cNvSpPr txBox="1"/>
          <p:nvPr>
            <p:ph idx="13" type="subTitle"/>
          </p:nvPr>
        </p:nvSpPr>
        <p:spPr>
          <a:xfrm>
            <a:off x="6802800" y="256333"/>
            <a:ext cx="1050600" cy="162000"/>
          </a:xfrm>
          <a:prstGeom prst="rect">
            <a:avLst/>
          </a:prstGeom>
        </p:spPr>
        <p:txBody>
          <a:bodyPr anchorCtr="0" anchor="t" bIns="0" lIns="0" spcFirstLastPara="1" rIns="0" wrap="square" tIns="0">
            <a:spAutoFit/>
          </a:bodyPr>
          <a:lstStyle>
            <a:lvl1pPr lvl="0" algn="r">
              <a:spcBef>
                <a:spcPts val="0"/>
              </a:spcBef>
              <a:spcAft>
                <a:spcPts val="0"/>
              </a:spcAft>
              <a:buClr>
                <a:schemeClr val="lt1"/>
              </a:buClr>
              <a:buSzPts val="800"/>
              <a:buFont typeface="IBM Plex Sans"/>
              <a:buNone/>
              <a:defRPr sz="800">
                <a:solidFill>
                  <a:schemeClr val="lt1"/>
                </a:solidFill>
              </a:defRPr>
            </a:lvl1pPr>
            <a:lvl2pPr lvl="1" algn="r">
              <a:spcBef>
                <a:spcPts val="0"/>
              </a:spcBef>
              <a:spcAft>
                <a:spcPts val="0"/>
              </a:spcAft>
              <a:buClr>
                <a:schemeClr val="lt1"/>
              </a:buClr>
              <a:buSzPts val="800"/>
              <a:buFont typeface="IBM Plex Sans"/>
              <a:buNone/>
              <a:defRPr sz="800">
                <a:solidFill>
                  <a:schemeClr val="lt1"/>
                </a:solidFill>
              </a:defRPr>
            </a:lvl2pPr>
            <a:lvl3pPr lvl="2" algn="r">
              <a:spcBef>
                <a:spcPts val="0"/>
              </a:spcBef>
              <a:spcAft>
                <a:spcPts val="0"/>
              </a:spcAft>
              <a:buClr>
                <a:schemeClr val="lt1"/>
              </a:buClr>
              <a:buSzPts val="800"/>
              <a:buFont typeface="IBM Plex Sans"/>
              <a:buNone/>
              <a:defRPr sz="800">
                <a:solidFill>
                  <a:schemeClr val="lt1"/>
                </a:solidFill>
              </a:defRPr>
            </a:lvl3pPr>
            <a:lvl4pPr lvl="3" algn="r">
              <a:spcBef>
                <a:spcPts val="0"/>
              </a:spcBef>
              <a:spcAft>
                <a:spcPts val="0"/>
              </a:spcAft>
              <a:buClr>
                <a:schemeClr val="lt1"/>
              </a:buClr>
              <a:buSzPts val="800"/>
              <a:buFont typeface="IBM Plex Sans"/>
              <a:buNone/>
              <a:defRPr sz="800">
                <a:solidFill>
                  <a:schemeClr val="lt1"/>
                </a:solidFill>
              </a:defRPr>
            </a:lvl4pPr>
            <a:lvl5pPr lvl="4" algn="r">
              <a:spcBef>
                <a:spcPts val="0"/>
              </a:spcBef>
              <a:spcAft>
                <a:spcPts val="0"/>
              </a:spcAft>
              <a:buClr>
                <a:schemeClr val="lt1"/>
              </a:buClr>
              <a:buSzPts val="800"/>
              <a:buFont typeface="IBM Plex Sans"/>
              <a:buNone/>
              <a:defRPr sz="800">
                <a:solidFill>
                  <a:schemeClr val="lt1"/>
                </a:solidFill>
              </a:defRPr>
            </a:lvl5pPr>
            <a:lvl6pPr lvl="5" algn="r">
              <a:spcBef>
                <a:spcPts val="0"/>
              </a:spcBef>
              <a:spcAft>
                <a:spcPts val="0"/>
              </a:spcAft>
              <a:buClr>
                <a:schemeClr val="lt1"/>
              </a:buClr>
              <a:buSzPts val="800"/>
              <a:buFont typeface="IBM Plex Sans"/>
              <a:buNone/>
              <a:defRPr sz="800">
                <a:solidFill>
                  <a:schemeClr val="lt1"/>
                </a:solidFill>
              </a:defRPr>
            </a:lvl6pPr>
            <a:lvl7pPr lvl="6" algn="r">
              <a:spcBef>
                <a:spcPts val="0"/>
              </a:spcBef>
              <a:spcAft>
                <a:spcPts val="0"/>
              </a:spcAft>
              <a:buClr>
                <a:schemeClr val="lt1"/>
              </a:buClr>
              <a:buSzPts val="800"/>
              <a:buFont typeface="IBM Plex Sans"/>
              <a:buNone/>
              <a:defRPr sz="800">
                <a:solidFill>
                  <a:schemeClr val="lt1"/>
                </a:solidFill>
              </a:defRPr>
            </a:lvl7pPr>
            <a:lvl8pPr lvl="7" algn="r">
              <a:spcBef>
                <a:spcPts val="0"/>
              </a:spcBef>
              <a:spcAft>
                <a:spcPts val="0"/>
              </a:spcAft>
              <a:buClr>
                <a:schemeClr val="lt1"/>
              </a:buClr>
              <a:buSzPts val="800"/>
              <a:buFont typeface="IBM Plex Sans"/>
              <a:buNone/>
              <a:defRPr sz="800">
                <a:solidFill>
                  <a:schemeClr val="lt1"/>
                </a:solidFill>
              </a:defRPr>
            </a:lvl8pPr>
            <a:lvl9pPr lvl="8" algn="r">
              <a:spcBef>
                <a:spcPts val="0"/>
              </a:spcBef>
              <a:spcAft>
                <a:spcPts val="0"/>
              </a:spcAft>
              <a:buClr>
                <a:schemeClr val="lt1"/>
              </a:buClr>
              <a:buSzPts val="800"/>
              <a:buFont typeface="IBM Plex Sans"/>
              <a:buNone/>
              <a:defRPr sz="800">
                <a:solidFill>
                  <a:schemeClr val="lt1"/>
                </a:solidFill>
              </a:defRPr>
            </a:lvl9pPr>
          </a:lstStyle>
          <a:p/>
        </p:txBody>
      </p:sp>
      <p:sp>
        <p:nvSpPr>
          <p:cNvPr id="1422" name="Google Shape;1422;p316"/>
          <p:cNvSpPr txBox="1"/>
          <p:nvPr>
            <p:ph idx="14" type="subTitle"/>
          </p:nvPr>
        </p:nvSpPr>
        <p:spPr>
          <a:xfrm>
            <a:off x="436725" y="256333"/>
            <a:ext cx="1893000" cy="254100"/>
          </a:xfrm>
          <a:prstGeom prst="rect">
            <a:avLst/>
          </a:prstGeom>
        </p:spPr>
        <p:txBody>
          <a:bodyPr anchorCtr="0" anchor="t" bIns="0" lIns="0" spcFirstLastPara="1" rIns="91425" wrap="square" tIns="0">
            <a:spAutoFit/>
          </a:bodyPr>
          <a:lstStyle>
            <a:lvl1pPr lvl="0">
              <a:spcBef>
                <a:spcPts val="0"/>
              </a:spcBef>
              <a:spcAft>
                <a:spcPts val="0"/>
              </a:spcAft>
              <a:buClr>
                <a:schemeClr val="lt1"/>
              </a:buClr>
              <a:buSzPts val="800"/>
              <a:buFont typeface="IBM Plex Sans"/>
              <a:buNone/>
              <a:defRPr sz="800">
                <a:solidFill>
                  <a:schemeClr val="lt1"/>
                </a:solidFill>
              </a:defRPr>
            </a:lvl1pPr>
            <a:lvl2pPr lvl="1">
              <a:spcBef>
                <a:spcPts val="0"/>
              </a:spcBef>
              <a:spcAft>
                <a:spcPts val="0"/>
              </a:spcAft>
              <a:buClr>
                <a:schemeClr val="lt1"/>
              </a:buClr>
              <a:buSzPts val="800"/>
              <a:buFont typeface="IBM Plex Sans"/>
              <a:buNone/>
              <a:defRPr sz="800">
                <a:solidFill>
                  <a:schemeClr val="lt1"/>
                </a:solidFill>
              </a:defRPr>
            </a:lvl2pPr>
            <a:lvl3pPr lvl="2">
              <a:spcBef>
                <a:spcPts val="0"/>
              </a:spcBef>
              <a:spcAft>
                <a:spcPts val="0"/>
              </a:spcAft>
              <a:buClr>
                <a:schemeClr val="lt1"/>
              </a:buClr>
              <a:buSzPts val="800"/>
              <a:buFont typeface="IBM Plex Sans"/>
              <a:buNone/>
              <a:defRPr sz="800">
                <a:solidFill>
                  <a:schemeClr val="lt1"/>
                </a:solidFill>
              </a:defRPr>
            </a:lvl3pPr>
            <a:lvl4pPr lvl="3">
              <a:spcBef>
                <a:spcPts val="0"/>
              </a:spcBef>
              <a:spcAft>
                <a:spcPts val="0"/>
              </a:spcAft>
              <a:buClr>
                <a:schemeClr val="lt1"/>
              </a:buClr>
              <a:buSzPts val="800"/>
              <a:buFont typeface="IBM Plex Sans"/>
              <a:buNone/>
              <a:defRPr sz="800">
                <a:solidFill>
                  <a:schemeClr val="lt1"/>
                </a:solidFill>
              </a:defRPr>
            </a:lvl4pPr>
            <a:lvl5pPr lvl="4">
              <a:spcBef>
                <a:spcPts val="0"/>
              </a:spcBef>
              <a:spcAft>
                <a:spcPts val="0"/>
              </a:spcAft>
              <a:buClr>
                <a:schemeClr val="lt1"/>
              </a:buClr>
              <a:buSzPts val="800"/>
              <a:buFont typeface="IBM Plex Sans"/>
              <a:buNone/>
              <a:defRPr sz="800">
                <a:solidFill>
                  <a:schemeClr val="lt1"/>
                </a:solidFill>
              </a:defRPr>
            </a:lvl5pPr>
            <a:lvl6pPr lvl="5">
              <a:spcBef>
                <a:spcPts val="0"/>
              </a:spcBef>
              <a:spcAft>
                <a:spcPts val="0"/>
              </a:spcAft>
              <a:buClr>
                <a:schemeClr val="lt1"/>
              </a:buClr>
              <a:buSzPts val="800"/>
              <a:buFont typeface="IBM Plex Sans"/>
              <a:buNone/>
              <a:defRPr sz="800">
                <a:solidFill>
                  <a:schemeClr val="lt1"/>
                </a:solidFill>
              </a:defRPr>
            </a:lvl6pPr>
            <a:lvl7pPr lvl="6">
              <a:spcBef>
                <a:spcPts val="0"/>
              </a:spcBef>
              <a:spcAft>
                <a:spcPts val="0"/>
              </a:spcAft>
              <a:buClr>
                <a:schemeClr val="lt1"/>
              </a:buClr>
              <a:buSzPts val="800"/>
              <a:buFont typeface="IBM Plex Sans"/>
              <a:buNone/>
              <a:defRPr sz="800">
                <a:solidFill>
                  <a:schemeClr val="lt1"/>
                </a:solidFill>
              </a:defRPr>
            </a:lvl7pPr>
            <a:lvl8pPr lvl="7">
              <a:spcBef>
                <a:spcPts val="0"/>
              </a:spcBef>
              <a:spcAft>
                <a:spcPts val="0"/>
              </a:spcAft>
              <a:buClr>
                <a:schemeClr val="lt1"/>
              </a:buClr>
              <a:buSzPts val="800"/>
              <a:buFont typeface="IBM Plex Sans"/>
              <a:buNone/>
              <a:defRPr sz="800">
                <a:solidFill>
                  <a:schemeClr val="lt1"/>
                </a:solidFill>
              </a:defRPr>
            </a:lvl8pPr>
            <a:lvl9pPr lvl="8">
              <a:spcBef>
                <a:spcPts val="0"/>
              </a:spcBef>
              <a:spcAft>
                <a:spcPts val="0"/>
              </a:spcAft>
              <a:buClr>
                <a:schemeClr val="lt1"/>
              </a:buClr>
              <a:buSzPts val="800"/>
              <a:buFont typeface="IBM Plex Sans"/>
              <a:buNone/>
              <a:defRPr sz="800">
                <a:solidFill>
                  <a:schemeClr val="lt1"/>
                </a:solidFill>
              </a:defRPr>
            </a:lvl9pPr>
          </a:lstStyle>
          <a:p/>
        </p:txBody>
      </p:sp>
    </p:spTree>
  </p:cSld>
  <p:clrMapOvr>
    <a:masterClrMapping/>
  </p:clrMapOvr>
</p:sldLayout>
</file>

<file path=ppt/slideLayouts/slideLayout3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dule index">
  <p:cSld name="CUSTOM_6_1">
    <p:bg>
      <p:bgPr>
        <a:solidFill>
          <a:schemeClr val="dk1"/>
        </a:solidFill>
      </p:bgPr>
    </p:bg>
    <p:spTree>
      <p:nvGrpSpPr>
        <p:cNvPr id="1423" name="Shape 1423"/>
        <p:cNvGrpSpPr/>
        <p:nvPr/>
      </p:nvGrpSpPr>
      <p:grpSpPr>
        <a:xfrm>
          <a:off x="0" y="0"/>
          <a:ext cx="0" cy="0"/>
          <a:chOff x="0" y="0"/>
          <a:chExt cx="0" cy="0"/>
        </a:xfrm>
      </p:grpSpPr>
      <p:sp>
        <p:nvSpPr>
          <p:cNvPr id="1424" name="Google Shape;1424;p317"/>
          <p:cNvSpPr txBox="1"/>
          <p:nvPr>
            <p:ph type="title"/>
          </p:nvPr>
        </p:nvSpPr>
        <p:spPr>
          <a:xfrm>
            <a:off x="571500" y="889002"/>
            <a:ext cx="4000500" cy="633900"/>
          </a:xfrm>
          <a:prstGeom prst="rect">
            <a:avLst/>
          </a:prstGeom>
        </p:spPr>
        <p:txBody>
          <a:bodyPr anchorCtr="0" anchor="ctr" bIns="0" lIns="0" spcFirstLastPara="1" rIns="0" wrap="square" tIns="0">
            <a:spAutoFit/>
          </a:bodyPr>
          <a:lstStyle>
            <a:lvl1pPr lvl="0">
              <a:spcBef>
                <a:spcPts val="0"/>
              </a:spcBef>
              <a:spcAft>
                <a:spcPts val="0"/>
              </a:spcAft>
              <a:buClr>
                <a:schemeClr val="lt1"/>
              </a:buClr>
              <a:buSzPts val="3000"/>
              <a:buNone/>
              <a:defRPr b="1">
                <a:solidFill>
                  <a:schemeClr val="lt1"/>
                </a:solidFill>
              </a:defRPr>
            </a:lvl1pPr>
            <a:lvl2pPr lvl="1">
              <a:spcBef>
                <a:spcPts val="0"/>
              </a:spcBef>
              <a:spcAft>
                <a:spcPts val="0"/>
              </a:spcAft>
              <a:buClr>
                <a:schemeClr val="lt1"/>
              </a:buClr>
              <a:buSzPts val="3600"/>
              <a:buNone/>
              <a:defRPr>
                <a:solidFill>
                  <a:schemeClr val="lt1"/>
                </a:solidFill>
              </a:defRPr>
            </a:lvl2pPr>
            <a:lvl3pPr lvl="2">
              <a:spcBef>
                <a:spcPts val="0"/>
              </a:spcBef>
              <a:spcAft>
                <a:spcPts val="0"/>
              </a:spcAft>
              <a:buClr>
                <a:schemeClr val="lt1"/>
              </a:buClr>
              <a:buSzPts val="3600"/>
              <a:buNone/>
              <a:defRPr>
                <a:solidFill>
                  <a:schemeClr val="lt1"/>
                </a:solidFill>
              </a:defRPr>
            </a:lvl3pPr>
            <a:lvl4pPr lvl="3">
              <a:spcBef>
                <a:spcPts val="0"/>
              </a:spcBef>
              <a:spcAft>
                <a:spcPts val="0"/>
              </a:spcAft>
              <a:buClr>
                <a:schemeClr val="lt1"/>
              </a:buClr>
              <a:buSzPts val="3600"/>
              <a:buNone/>
              <a:defRPr>
                <a:solidFill>
                  <a:schemeClr val="lt1"/>
                </a:solidFill>
              </a:defRPr>
            </a:lvl4pPr>
            <a:lvl5pPr lvl="4">
              <a:spcBef>
                <a:spcPts val="0"/>
              </a:spcBef>
              <a:spcAft>
                <a:spcPts val="0"/>
              </a:spcAft>
              <a:buClr>
                <a:schemeClr val="lt1"/>
              </a:buClr>
              <a:buSzPts val="3600"/>
              <a:buNone/>
              <a:defRPr>
                <a:solidFill>
                  <a:schemeClr val="lt1"/>
                </a:solidFill>
              </a:defRPr>
            </a:lvl5pPr>
            <a:lvl6pPr lvl="5">
              <a:spcBef>
                <a:spcPts val="0"/>
              </a:spcBef>
              <a:spcAft>
                <a:spcPts val="0"/>
              </a:spcAft>
              <a:buClr>
                <a:schemeClr val="lt1"/>
              </a:buClr>
              <a:buSzPts val="3600"/>
              <a:buNone/>
              <a:defRPr>
                <a:solidFill>
                  <a:schemeClr val="lt1"/>
                </a:solidFill>
              </a:defRPr>
            </a:lvl6pPr>
            <a:lvl7pPr lvl="6">
              <a:spcBef>
                <a:spcPts val="0"/>
              </a:spcBef>
              <a:spcAft>
                <a:spcPts val="0"/>
              </a:spcAft>
              <a:buClr>
                <a:schemeClr val="lt1"/>
              </a:buClr>
              <a:buSzPts val="3600"/>
              <a:buNone/>
              <a:defRPr>
                <a:solidFill>
                  <a:schemeClr val="lt1"/>
                </a:solidFill>
              </a:defRPr>
            </a:lvl7pPr>
            <a:lvl8pPr lvl="7">
              <a:spcBef>
                <a:spcPts val="0"/>
              </a:spcBef>
              <a:spcAft>
                <a:spcPts val="0"/>
              </a:spcAft>
              <a:buClr>
                <a:schemeClr val="lt1"/>
              </a:buClr>
              <a:buSzPts val="3600"/>
              <a:buNone/>
              <a:defRPr>
                <a:solidFill>
                  <a:schemeClr val="lt1"/>
                </a:solidFill>
              </a:defRPr>
            </a:lvl8pPr>
            <a:lvl9pPr lvl="8">
              <a:spcBef>
                <a:spcPts val="0"/>
              </a:spcBef>
              <a:spcAft>
                <a:spcPts val="0"/>
              </a:spcAft>
              <a:buClr>
                <a:schemeClr val="lt1"/>
              </a:buClr>
              <a:buSzPts val="3600"/>
              <a:buNone/>
              <a:defRPr>
                <a:solidFill>
                  <a:schemeClr val="lt1"/>
                </a:solidFill>
              </a:defRPr>
            </a:lvl9pPr>
          </a:lstStyle>
          <a:p/>
        </p:txBody>
      </p:sp>
      <p:sp>
        <p:nvSpPr>
          <p:cNvPr id="1425" name="Google Shape;1425;p317"/>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959">
          <p15:clr>
            <a:srgbClr val="E46962"/>
          </p15:clr>
        </p15:guide>
      </p15:sldGuideLst>
    </p:ext>
  </p:extLst>
</p:sldLayout>
</file>

<file path=ppt/slideLayouts/slideLayout3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3  1">
  <p:cSld name="CUSTOM_6_1_1">
    <p:bg>
      <p:bgPr>
        <a:solidFill>
          <a:schemeClr val="lt2"/>
        </a:solidFill>
      </p:bgPr>
    </p:bg>
    <p:spTree>
      <p:nvGrpSpPr>
        <p:cNvPr id="1426" name="Shape 1426"/>
        <p:cNvGrpSpPr/>
        <p:nvPr/>
      </p:nvGrpSpPr>
      <p:grpSpPr>
        <a:xfrm>
          <a:off x="0" y="0"/>
          <a:ext cx="0" cy="0"/>
          <a:chOff x="0" y="0"/>
          <a:chExt cx="0" cy="0"/>
        </a:xfrm>
      </p:grpSpPr>
      <p:sp>
        <p:nvSpPr>
          <p:cNvPr id="1427" name="Google Shape;1427;p318"/>
          <p:cNvSpPr txBox="1"/>
          <p:nvPr>
            <p:ph type="title"/>
          </p:nvPr>
        </p:nvSpPr>
        <p:spPr>
          <a:xfrm>
            <a:off x="607200" y="1140611"/>
            <a:ext cx="3936000" cy="596400"/>
          </a:xfrm>
          <a:prstGeom prst="rect">
            <a:avLst/>
          </a:prstGeom>
        </p:spPr>
        <p:txBody>
          <a:bodyPr anchorCtr="0" anchor="ctr" bIns="0" lIns="0" spcFirstLastPara="1" rIns="0" wrap="square" tIns="0">
            <a:spAutoFit/>
          </a:bodyPr>
          <a:lstStyle>
            <a:lvl1pPr lvl="0">
              <a:spcBef>
                <a:spcPts val="0"/>
              </a:spcBef>
              <a:spcAft>
                <a:spcPts val="0"/>
              </a:spcAft>
              <a:buSzPts val="3000"/>
              <a:buAutoNum type="arabicPeriod"/>
              <a:defRPr b="1" sz="1800">
                <a:solidFill>
                  <a:schemeClr val="lt1"/>
                </a:solidFill>
              </a:defRPr>
            </a:lvl1pPr>
            <a:lvl2pPr lvl="1">
              <a:spcBef>
                <a:spcPts val="0"/>
              </a:spcBef>
              <a:spcAft>
                <a:spcPts val="0"/>
              </a:spcAft>
              <a:buSzPts val="3600"/>
              <a:buAutoNum type="alphaLcPeriod"/>
              <a:defRPr/>
            </a:lvl2pPr>
            <a:lvl3pPr lvl="2">
              <a:spcBef>
                <a:spcPts val="0"/>
              </a:spcBef>
              <a:spcAft>
                <a:spcPts val="0"/>
              </a:spcAft>
              <a:buSzPts val="3600"/>
              <a:buAutoNum type="romanLcPeriod"/>
              <a:defRPr/>
            </a:lvl3pPr>
            <a:lvl4pPr lvl="3">
              <a:spcBef>
                <a:spcPts val="0"/>
              </a:spcBef>
              <a:spcAft>
                <a:spcPts val="0"/>
              </a:spcAft>
              <a:buSzPts val="3600"/>
              <a:buAutoNum type="arabicPeriod"/>
              <a:defRPr/>
            </a:lvl4pPr>
            <a:lvl5pPr lvl="4">
              <a:spcBef>
                <a:spcPts val="0"/>
              </a:spcBef>
              <a:spcAft>
                <a:spcPts val="0"/>
              </a:spcAft>
              <a:buSzPts val="3600"/>
              <a:buAutoNum type="alphaLcPeriod"/>
              <a:defRPr/>
            </a:lvl5pPr>
            <a:lvl6pPr lvl="5">
              <a:spcBef>
                <a:spcPts val="0"/>
              </a:spcBef>
              <a:spcAft>
                <a:spcPts val="0"/>
              </a:spcAft>
              <a:buSzPts val="3600"/>
              <a:buAutoNum type="romanLcPeriod"/>
              <a:defRPr/>
            </a:lvl6pPr>
            <a:lvl7pPr lvl="6">
              <a:spcBef>
                <a:spcPts val="0"/>
              </a:spcBef>
              <a:spcAft>
                <a:spcPts val="0"/>
              </a:spcAft>
              <a:buSzPts val="3600"/>
              <a:buAutoNum type="arabicPeriod"/>
              <a:defRPr/>
            </a:lvl7pPr>
            <a:lvl8pPr lvl="7">
              <a:spcBef>
                <a:spcPts val="0"/>
              </a:spcBef>
              <a:spcAft>
                <a:spcPts val="0"/>
              </a:spcAft>
              <a:buSzPts val="3600"/>
              <a:buAutoNum type="alphaLcPeriod"/>
              <a:defRPr/>
            </a:lvl8pPr>
            <a:lvl9pPr lvl="8">
              <a:spcBef>
                <a:spcPts val="0"/>
              </a:spcBef>
              <a:spcAft>
                <a:spcPts val="0"/>
              </a:spcAft>
              <a:buSzPts val="3600"/>
              <a:buAutoNum type="romanLcPeriod"/>
              <a:defRPr/>
            </a:lvl9pPr>
          </a:lstStyle>
          <a:p/>
        </p:txBody>
      </p:sp>
    </p:spTree>
  </p:cSld>
  <p:clrMapOvr>
    <a:masterClrMapping/>
  </p:clrMapOvr>
</p:sldLayout>
</file>

<file path=ppt/slideLayouts/slideLayout3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7">
    <p:spTree>
      <p:nvGrpSpPr>
        <p:cNvPr id="1428" name="Shape 1428"/>
        <p:cNvGrpSpPr/>
        <p:nvPr/>
      </p:nvGrpSpPr>
      <p:grpSpPr>
        <a:xfrm>
          <a:off x="0" y="0"/>
          <a:ext cx="0" cy="0"/>
          <a:chOff x="0" y="0"/>
          <a:chExt cx="0" cy="0"/>
        </a:xfrm>
      </p:grpSpPr>
      <p:sp>
        <p:nvSpPr>
          <p:cNvPr id="1429" name="Google Shape;1429;p319"/>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3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1">
  <p:cSld name="Title + Subtitle_2">
    <p:spTree>
      <p:nvGrpSpPr>
        <p:cNvPr id="1430" name="Shape 1430"/>
        <p:cNvGrpSpPr/>
        <p:nvPr/>
      </p:nvGrpSpPr>
      <p:grpSpPr>
        <a:xfrm>
          <a:off x="0" y="0"/>
          <a:ext cx="0" cy="0"/>
          <a:chOff x="0" y="0"/>
          <a:chExt cx="0" cy="0"/>
        </a:xfrm>
      </p:grpSpPr>
      <p:sp>
        <p:nvSpPr>
          <p:cNvPr id="1431" name="Google Shape;1431;p320"/>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432" name="Google Shape;1432;p320"/>
          <p:cNvSpPr txBox="1"/>
          <p:nvPr>
            <p:ph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3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Body: 1 column 1">
  <p:cSld name="Title + Body_1">
    <p:spTree>
      <p:nvGrpSpPr>
        <p:cNvPr id="1433" name="Shape 1433"/>
        <p:cNvGrpSpPr/>
        <p:nvPr/>
      </p:nvGrpSpPr>
      <p:grpSpPr>
        <a:xfrm>
          <a:off x="0" y="0"/>
          <a:ext cx="0" cy="0"/>
          <a:chOff x="0" y="0"/>
          <a:chExt cx="0" cy="0"/>
        </a:xfrm>
      </p:grpSpPr>
      <p:sp>
        <p:nvSpPr>
          <p:cNvPr id="1434" name="Google Shape;1434;p321"/>
          <p:cNvSpPr txBox="1"/>
          <p:nvPr>
            <p:ph type="title"/>
          </p:nvPr>
        </p:nvSpPr>
        <p:spPr>
          <a:xfrm>
            <a:off x="457200" y="942000"/>
            <a:ext cx="3661500" cy="1064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435" name="Google Shape;1435;p321"/>
          <p:cNvSpPr txBox="1"/>
          <p:nvPr>
            <p:ph idx="1" type="subTitle"/>
          </p:nvPr>
        </p:nvSpPr>
        <p:spPr>
          <a:xfrm>
            <a:off x="457200" y="508000"/>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436" name="Google Shape;1436;p321"/>
          <p:cNvSpPr txBox="1"/>
          <p:nvPr>
            <p:ph idx="2" type="body"/>
          </p:nvPr>
        </p:nvSpPr>
        <p:spPr>
          <a:xfrm>
            <a:off x="457200" y="2139583"/>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3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column 1">
  <p:cSld name="ONE_COLUMN_TEXT_1">
    <p:spTree>
      <p:nvGrpSpPr>
        <p:cNvPr id="1437" name="Shape 1437"/>
        <p:cNvGrpSpPr/>
        <p:nvPr/>
      </p:nvGrpSpPr>
      <p:grpSpPr>
        <a:xfrm>
          <a:off x="0" y="0"/>
          <a:ext cx="0" cy="0"/>
          <a:chOff x="0" y="0"/>
          <a:chExt cx="0" cy="0"/>
        </a:xfrm>
      </p:grpSpPr>
      <p:sp>
        <p:nvSpPr>
          <p:cNvPr id="1438" name="Google Shape;1438;p322"/>
          <p:cNvSpPr txBox="1"/>
          <p:nvPr>
            <p:ph type="title"/>
          </p:nvPr>
        </p:nvSpPr>
        <p:spPr>
          <a:xfrm>
            <a:off x="457200" y="518667"/>
            <a:ext cx="3204600" cy="10056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439" name="Google Shape;1439;p322"/>
          <p:cNvSpPr txBox="1"/>
          <p:nvPr>
            <p:ph idx="1" type="body"/>
          </p:nvPr>
        </p:nvSpPr>
        <p:spPr>
          <a:xfrm>
            <a:off x="457200" y="1524417"/>
            <a:ext cx="32046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sldLayout>
</file>

<file path=ppt/slideLayouts/slideLayout3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Right 1">
  <p:cSld name="Text + Image_1">
    <p:spTree>
      <p:nvGrpSpPr>
        <p:cNvPr id="1440" name="Shape 1440"/>
        <p:cNvGrpSpPr/>
        <p:nvPr/>
      </p:nvGrpSpPr>
      <p:grpSpPr>
        <a:xfrm>
          <a:off x="0" y="0"/>
          <a:ext cx="0" cy="0"/>
          <a:chOff x="0" y="0"/>
          <a:chExt cx="0" cy="0"/>
        </a:xfrm>
      </p:grpSpPr>
      <p:sp>
        <p:nvSpPr>
          <p:cNvPr id="1441" name="Google Shape;1441;p323"/>
          <p:cNvSpPr/>
          <p:nvPr>
            <p:ph idx="2" type="pic"/>
          </p:nvPr>
        </p:nvSpPr>
        <p:spPr>
          <a:xfrm>
            <a:off x="4572000" y="91667"/>
            <a:ext cx="4495800" cy="5531700"/>
          </a:xfrm>
          <a:prstGeom prst="roundRect">
            <a:avLst>
              <a:gd fmla="val 16667" name="adj"/>
            </a:avLst>
          </a:prstGeom>
          <a:noFill/>
          <a:ln>
            <a:noFill/>
          </a:ln>
        </p:spPr>
      </p:sp>
      <p:sp>
        <p:nvSpPr>
          <p:cNvPr id="1442" name="Google Shape;1442;p323"/>
          <p:cNvSpPr txBox="1"/>
          <p:nvPr>
            <p:ph type="title"/>
          </p:nvPr>
        </p:nvSpPr>
        <p:spPr>
          <a:xfrm>
            <a:off x="457200" y="942000"/>
            <a:ext cx="3661500" cy="1064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443" name="Google Shape;1443;p323"/>
          <p:cNvSpPr txBox="1"/>
          <p:nvPr>
            <p:ph idx="1" type="subTitle"/>
          </p:nvPr>
        </p:nvSpPr>
        <p:spPr>
          <a:xfrm>
            <a:off x="457200" y="508000"/>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444" name="Google Shape;1444;p323"/>
          <p:cNvSpPr txBox="1"/>
          <p:nvPr>
            <p:ph idx="3" type="body"/>
          </p:nvPr>
        </p:nvSpPr>
        <p:spPr>
          <a:xfrm>
            <a:off x="457200" y="2139583"/>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3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Body 1">
  <p:cSld name="Title + Body 1_1">
    <p:spTree>
      <p:nvGrpSpPr>
        <p:cNvPr id="1445" name="Shape 1445"/>
        <p:cNvGrpSpPr/>
        <p:nvPr/>
      </p:nvGrpSpPr>
      <p:grpSpPr>
        <a:xfrm>
          <a:off x="0" y="0"/>
          <a:ext cx="0" cy="0"/>
          <a:chOff x="0" y="0"/>
          <a:chExt cx="0" cy="0"/>
        </a:xfrm>
      </p:grpSpPr>
      <p:sp>
        <p:nvSpPr>
          <p:cNvPr id="1446" name="Google Shape;1446;p324"/>
          <p:cNvSpPr txBox="1"/>
          <p:nvPr>
            <p:ph type="title"/>
          </p:nvPr>
        </p:nvSpPr>
        <p:spPr>
          <a:xfrm>
            <a:off x="457200" y="1694917"/>
            <a:ext cx="41148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1447" name="Google Shape;1447;p324"/>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448" name="Google Shape;1448;p324"/>
          <p:cNvSpPr txBox="1"/>
          <p:nvPr>
            <p:ph idx="2"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449" name="Google Shape;1449;p324"/>
          <p:cNvSpPr txBox="1"/>
          <p:nvPr>
            <p:ph idx="3" type="body"/>
          </p:nvPr>
        </p:nvSpPr>
        <p:spPr>
          <a:xfrm>
            <a:off x="457200" y="2139583"/>
            <a:ext cx="41148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3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6">
    <p:spTree>
      <p:nvGrpSpPr>
        <p:cNvPr id="1450" name="Shape 1450"/>
        <p:cNvGrpSpPr/>
        <p:nvPr/>
      </p:nvGrpSpPr>
      <p:grpSpPr>
        <a:xfrm>
          <a:off x="0" y="0"/>
          <a:ext cx="0" cy="0"/>
          <a:chOff x="0" y="0"/>
          <a:chExt cx="0" cy="0"/>
        </a:xfrm>
      </p:grpSpPr>
      <p:sp>
        <p:nvSpPr>
          <p:cNvPr id="1451" name="Google Shape;1451;p325"/>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1452" name="Google Shape;1452;p325"/>
          <p:cNvSpPr txBox="1"/>
          <p:nvPr>
            <p:ph idx="1" type="body"/>
          </p:nvPr>
        </p:nvSpPr>
        <p:spPr>
          <a:xfrm>
            <a:off x="457200" y="1524417"/>
            <a:ext cx="41052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3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8">
    <p:spTree>
      <p:nvGrpSpPr>
        <p:cNvPr id="1453" name="Shape 1453"/>
        <p:cNvGrpSpPr/>
        <p:nvPr/>
      </p:nvGrpSpPr>
      <p:grpSpPr>
        <a:xfrm>
          <a:off x="0" y="0"/>
          <a:ext cx="0" cy="0"/>
          <a:chOff x="0" y="0"/>
          <a:chExt cx="0" cy="0"/>
        </a:xfrm>
      </p:grpSpPr>
      <p:sp>
        <p:nvSpPr>
          <p:cNvPr id="1454" name="Google Shape;1454;p326"/>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3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Title and text">
    <p:spTree>
      <p:nvGrpSpPr>
        <p:cNvPr id="1455" name="Shape 1455"/>
        <p:cNvGrpSpPr/>
        <p:nvPr/>
      </p:nvGrpSpPr>
      <p:grpSpPr>
        <a:xfrm>
          <a:off x="0" y="0"/>
          <a:ext cx="0" cy="0"/>
          <a:chOff x="0" y="0"/>
          <a:chExt cx="0" cy="0"/>
        </a:xfrm>
      </p:grpSpPr>
      <p:sp>
        <p:nvSpPr>
          <p:cNvPr id="1456" name="Google Shape;1456;p327"/>
          <p:cNvSpPr txBox="1"/>
          <p:nvPr>
            <p:ph type="title"/>
          </p:nvPr>
        </p:nvSpPr>
        <p:spPr>
          <a:xfrm>
            <a:off x="571500" y="889000"/>
            <a:ext cx="40005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9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900">
                <a:solidFill>
                  <a:schemeClr val="dk1"/>
                </a:solidFill>
              </a:defRPr>
            </a:lvl2pPr>
            <a:lvl3pPr lvl="2" algn="l">
              <a:lnSpc>
                <a:spcPct val="115000"/>
              </a:lnSpc>
              <a:spcBef>
                <a:spcPts val="0"/>
              </a:spcBef>
              <a:spcAft>
                <a:spcPts val="0"/>
              </a:spcAft>
              <a:buClr>
                <a:schemeClr val="dk1"/>
              </a:buClr>
              <a:buSzPts val="1400"/>
              <a:buNone/>
              <a:defRPr sz="1900">
                <a:solidFill>
                  <a:schemeClr val="dk1"/>
                </a:solidFill>
              </a:defRPr>
            </a:lvl3pPr>
            <a:lvl4pPr lvl="3" algn="l">
              <a:lnSpc>
                <a:spcPct val="115000"/>
              </a:lnSpc>
              <a:spcBef>
                <a:spcPts val="0"/>
              </a:spcBef>
              <a:spcAft>
                <a:spcPts val="0"/>
              </a:spcAft>
              <a:buClr>
                <a:schemeClr val="dk1"/>
              </a:buClr>
              <a:buSzPts val="1400"/>
              <a:buNone/>
              <a:defRPr sz="1900">
                <a:solidFill>
                  <a:schemeClr val="dk1"/>
                </a:solidFill>
              </a:defRPr>
            </a:lvl4pPr>
            <a:lvl5pPr lvl="4" algn="l">
              <a:lnSpc>
                <a:spcPct val="115000"/>
              </a:lnSpc>
              <a:spcBef>
                <a:spcPts val="0"/>
              </a:spcBef>
              <a:spcAft>
                <a:spcPts val="0"/>
              </a:spcAft>
              <a:buClr>
                <a:schemeClr val="dk1"/>
              </a:buClr>
              <a:buSzPts val="1400"/>
              <a:buNone/>
              <a:defRPr sz="1900">
                <a:solidFill>
                  <a:schemeClr val="dk1"/>
                </a:solidFill>
              </a:defRPr>
            </a:lvl5pPr>
            <a:lvl6pPr lvl="5" algn="l">
              <a:lnSpc>
                <a:spcPct val="115000"/>
              </a:lnSpc>
              <a:spcBef>
                <a:spcPts val="0"/>
              </a:spcBef>
              <a:spcAft>
                <a:spcPts val="0"/>
              </a:spcAft>
              <a:buClr>
                <a:schemeClr val="dk1"/>
              </a:buClr>
              <a:buSzPts val="1400"/>
              <a:buNone/>
              <a:defRPr sz="1900">
                <a:solidFill>
                  <a:schemeClr val="dk1"/>
                </a:solidFill>
              </a:defRPr>
            </a:lvl6pPr>
            <a:lvl7pPr lvl="6" algn="l">
              <a:lnSpc>
                <a:spcPct val="115000"/>
              </a:lnSpc>
              <a:spcBef>
                <a:spcPts val="0"/>
              </a:spcBef>
              <a:spcAft>
                <a:spcPts val="0"/>
              </a:spcAft>
              <a:buClr>
                <a:schemeClr val="dk1"/>
              </a:buClr>
              <a:buSzPts val="1400"/>
              <a:buNone/>
              <a:defRPr sz="1900">
                <a:solidFill>
                  <a:schemeClr val="dk1"/>
                </a:solidFill>
              </a:defRPr>
            </a:lvl7pPr>
            <a:lvl8pPr lvl="7" algn="l">
              <a:lnSpc>
                <a:spcPct val="115000"/>
              </a:lnSpc>
              <a:spcBef>
                <a:spcPts val="0"/>
              </a:spcBef>
              <a:spcAft>
                <a:spcPts val="0"/>
              </a:spcAft>
              <a:buClr>
                <a:schemeClr val="dk1"/>
              </a:buClr>
              <a:buSzPts val="1400"/>
              <a:buNone/>
              <a:defRPr sz="1900">
                <a:solidFill>
                  <a:schemeClr val="dk1"/>
                </a:solidFill>
              </a:defRPr>
            </a:lvl8pPr>
            <a:lvl9pPr lvl="8" algn="l">
              <a:lnSpc>
                <a:spcPct val="115000"/>
              </a:lnSpc>
              <a:spcBef>
                <a:spcPts val="0"/>
              </a:spcBef>
              <a:spcAft>
                <a:spcPts val="0"/>
              </a:spcAft>
              <a:buClr>
                <a:schemeClr val="dk1"/>
              </a:buClr>
              <a:buSzPts val="1400"/>
              <a:buNone/>
              <a:defRPr sz="1900">
                <a:solidFill>
                  <a:schemeClr val="dk1"/>
                </a:solidFill>
              </a:defRPr>
            </a:lvl9pPr>
          </a:lstStyle>
          <a:p/>
        </p:txBody>
      </p:sp>
      <p:sp>
        <p:nvSpPr>
          <p:cNvPr id="1457" name="Google Shape;1457;p327"/>
          <p:cNvSpPr txBox="1"/>
          <p:nvPr>
            <p:ph idx="1" type="body"/>
          </p:nvPr>
        </p:nvSpPr>
        <p:spPr>
          <a:xfrm>
            <a:off x="571500" y="1905000"/>
            <a:ext cx="40005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
        <p:nvSpPr>
          <p:cNvPr id="1458" name="Google Shape;1458;p327"/>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 header, one column 1">
  <p:cSld name="Sub header, one column">
    <p:spTree>
      <p:nvGrpSpPr>
        <p:cNvPr id="1459" name="Shape 1459"/>
        <p:cNvGrpSpPr/>
        <p:nvPr/>
      </p:nvGrpSpPr>
      <p:grpSpPr>
        <a:xfrm>
          <a:off x="0" y="0"/>
          <a:ext cx="0" cy="0"/>
          <a:chOff x="0" y="0"/>
          <a:chExt cx="0" cy="0"/>
        </a:xfrm>
      </p:grpSpPr>
      <p:sp>
        <p:nvSpPr>
          <p:cNvPr id="1460" name="Google Shape;1460;p328"/>
          <p:cNvSpPr txBox="1"/>
          <p:nvPr>
            <p:ph idx="1" type="subTitle"/>
          </p:nvPr>
        </p:nvSpPr>
        <p:spPr>
          <a:xfrm>
            <a:off x="571500" y="1905000"/>
            <a:ext cx="3093000" cy="1710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accent4"/>
              </a:buClr>
              <a:buSzPts val="800"/>
              <a:buFont typeface="Poppins SemiBold"/>
              <a:buNone/>
              <a:defRPr sz="1000">
                <a:solidFill>
                  <a:schemeClr val="accent4"/>
                </a:solidFill>
                <a:latin typeface="Poppins SemiBold"/>
                <a:ea typeface="Poppins SemiBold"/>
                <a:cs typeface="Poppins SemiBold"/>
                <a:sym typeface="Poppins SemiBold"/>
              </a:defRPr>
            </a:lvl1pPr>
            <a:lvl2pPr lvl="1" algn="l">
              <a:lnSpc>
                <a:spcPct val="100000"/>
              </a:lnSpc>
              <a:spcBef>
                <a:spcPts val="0"/>
              </a:spcBef>
              <a:spcAft>
                <a:spcPts val="0"/>
              </a:spcAft>
              <a:buClr>
                <a:schemeClr val="accent4"/>
              </a:buClr>
              <a:buSzPts val="900"/>
              <a:buNone/>
              <a:defRPr>
                <a:solidFill>
                  <a:schemeClr val="accent4"/>
                </a:solidFill>
              </a:defRPr>
            </a:lvl2pPr>
            <a:lvl3pPr lvl="2" algn="l">
              <a:lnSpc>
                <a:spcPct val="100000"/>
              </a:lnSpc>
              <a:spcBef>
                <a:spcPts val="0"/>
              </a:spcBef>
              <a:spcAft>
                <a:spcPts val="0"/>
              </a:spcAft>
              <a:buClr>
                <a:schemeClr val="accent4"/>
              </a:buClr>
              <a:buSzPts val="800"/>
              <a:buNone/>
              <a:defRPr>
                <a:solidFill>
                  <a:schemeClr val="accent4"/>
                </a:solidFill>
              </a:defRPr>
            </a:lvl3pPr>
            <a:lvl4pPr lvl="3" algn="l">
              <a:lnSpc>
                <a:spcPct val="100000"/>
              </a:lnSpc>
              <a:spcBef>
                <a:spcPts val="0"/>
              </a:spcBef>
              <a:spcAft>
                <a:spcPts val="0"/>
              </a:spcAft>
              <a:buClr>
                <a:schemeClr val="accent4"/>
              </a:buClr>
              <a:buSzPts val="800"/>
              <a:buNone/>
              <a:defRPr>
                <a:solidFill>
                  <a:schemeClr val="accent4"/>
                </a:solidFill>
              </a:defRPr>
            </a:lvl4pPr>
            <a:lvl5pPr lvl="4" algn="l">
              <a:lnSpc>
                <a:spcPct val="100000"/>
              </a:lnSpc>
              <a:spcBef>
                <a:spcPts val="0"/>
              </a:spcBef>
              <a:spcAft>
                <a:spcPts val="0"/>
              </a:spcAft>
              <a:buClr>
                <a:schemeClr val="accent4"/>
              </a:buClr>
              <a:buSzPts val="800"/>
              <a:buNone/>
              <a:defRPr>
                <a:solidFill>
                  <a:schemeClr val="accent4"/>
                </a:solidFill>
              </a:defRPr>
            </a:lvl5pPr>
            <a:lvl6pPr lvl="5" algn="l">
              <a:lnSpc>
                <a:spcPct val="100000"/>
              </a:lnSpc>
              <a:spcBef>
                <a:spcPts val="0"/>
              </a:spcBef>
              <a:spcAft>
                <a:spcPts val="0"/>
              </a:spcAft>
              <a:buClr>
                <a:schemeClr val="accent4"/>
              </a:buClr>
              <a:buSzPts val="800"/>
              <a:buNone/>
              <a:defRPr>
                <a:solidFill>
                  <a:schemeClr val="accent4"/>
                </a:solidFill>
              </a:defRPr>
            </a:lvl6pPr>
            <a:lvl7pPr lvl="6" algn="l">
              <a:lnSpc>
                <a:spcPct val="100000"/>
              </a:lnSpc>
              <a:spcBef>
                <a:spcPts val="0"/>
              </a:spcBef>
              <a:spcAft>
                <a:spcPts val="0"/>
              </a:spcAft>
              <a:buClr>
                <a:schemeClr val="accent4"/>
              </a:buClr>
              <a:buSzPts val="800"/>
              <a:buNone/>
              <a:defRPr>
                <a:solidFill>
                  <a:schemeClr val="accent4"/>
                </a:solidFill>
              </a:defRPr>
            </a:lvl7pPr>
            <a:lvl8pPr lvl="7" algn="l">
              <a:lnSpc>
                <a:spcPct val="100000"/>
              </a:lnSpc>
              <a:spcBef>
                <a:spcPts val="0"/>
              </a:spcBef>
              <a:spcAft>
                <a:spcPts val="0"/>
              </a:spcAft>
              <a:buClr>
                <a:schemeClr val="accent4"/>
              </a:buClr>
              <a:buSzPts val="800"/>
              <a:buNone/>
              <a:defRPr>
                <a:solidFill>
                  <a:schemeClr val="accent4"/>
                </a:solidFill>
              </a:defRPr>
            </a:lvl8pPr>
            <a:lvl9pPr lvl="8" algn="l">
              <a:lnSpc>
                <a:spcPct val="100000"/>
              </a:lnSpc>
              <a:spcBef>
                <a:spcPts val="0"/>
              </a:spcBef>
              <a:spcAft>
                <a:spcPts val="0"/>
              </a:spcAft>
              <a:buClr>
                <a:schemeClr val="accent4"/>
              </a:buClr>
              <a:buSzPts val="800"/>
              <a:buNone/>
              <a:defRPr>
                <a:solidFill>
                  <a:schemeClr val="accent4"/>
                </a:solidFill>
              </a:defRPr>
            </a:lvl9pPr>
          </a:lstStyle>
          <a:p/>
        </p:txBody>
      </p:sp>
      <p:sp>
        <p:nvSpPr>
          <p:cNvPr id="1461" name="Google Shape;1461;p328"/>
          <p:cNvSpPr txBox="1"/>
          <p:nvPr>
            <p:ph type="title"/>
          </p:nvPr>
        </p:nvSpPr>
        <p:spPr>
          <a:xfrm>
            <a:off x="571500" y="889006"/>
            <a:ext cx="40005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b="1"/>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462" name="Google Shape;1462;p328"/>
          <p:cNvSpPr txBox="1"/>
          <p:nvPr>
            <p:ph idx="2" type="body"/>
          </p:nvPr>
        </p:nvSpPr>
        <p:spPr>
          <a:xfrm>
            <a:off x="571500" y="2406917"/>
            <a:ext cx="3093000" cy="26730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SzPts val="900"/>
              <a:buChar char="●"/>
              <a:defRPr sz="1200"/>
            </a:lvl1pPr>
            <a:lvl2pPr indent="-285750" lvl="1" marL="914400" algn="l">
              <a:lnSpc>
                <a:spcPct val="115000"/>
              </a:lnSpc>
              <a:spcBef>
                <a:spcPts val="0"/>
              </a:spcBef>
              <a:spcAft>
                <a:spcPts val="0"/>
              </a:spcAft>
              <a:buSzPts val="900"/>
              <a:buChar char="○"/>
              <a:defRPr/>
            </a:lvl2pPr>
            <a:lvl3pPr indent="-279400" lvl="2" marL="1371600" algn="l">
              <a:lnSpc>
                <a:spcPct val="115000"/>
              </a:lnSpc>
              <a:spcBef>
                <a:spcPts val="1000"/>
              </a:spcBef>
              <a:spcAft>
                <a:spcPts val="0"/>
              </a:spcAft>
              <a:buSzPts val="800"/>
              <a:buChar char="■"/>
              <a:defRPr/>
            </a:lvl3pPr>
            <a:lvl4pPr indent="-279400" lvl="3" marL="1828800" algn="l">
              <a:lnSpc>
                <a:spcPct val="115000"/>
              </a:lnSpc>
              <a:spcBef>
                <a:spcPts val="1000"/>
              </a:spcBef>
              <a:spcAft>
                <a:spcPts val="0"/>
              </a:spcAft>
              <a:buSzPts val="800"/>
              <a:buChar char="●"/>
              <a:defRPr/>
            </a:lvl4pPr>
            <a:lvl5pPr indent="-279400" lvl="4" marL="2286000" algn="l">
              <a:lnSpc>
                <a:spcPct val="115000"/>
              </a:lnSpc>
              <a:spcBef>
                <a:spcPts val="1000"/>
              </a:spcBef>
              <a:spcAft>
                <a:spcPts val="0"/>
              </a:spcAft>
              <a:buSzPts val="800"/>
              <a:buChar char="○"/>
              <a:defRPr/>
            </a:lvl5pPr>
            <a:lvl6pPr indent="-279400" lvl="5" marL="2743200" algn="l">
              <a:lnSpc>
                <a:spcPct val="115000"/>
              </a:lnSpc>
              <a:spcBef>
                <a:spcPts val="1000"/>
              </a:spcBef>
              <a:spcAft>
                <a:spcPts val="0"/>
              </a:spcAft>
              <a:buSzPts val="800"/>
              <a:buChar char="■"/>
              <a:defRPr/>
            </a:lvl6pPr>
            <a:lvl7pPr indent="-279400" lvl="6" marL="3200400" algn="l">
              <a:lnSpc>
                <a:spcPct val="115000"/>
              </a:lnSpc>
              <a:spcBef>
                <a:spcPts val="1000"/>
              </a:spcBef>
              <a:spcAft>
                <a:spcPts val="0"/>
              </a:spcAft>
              <a:buSzPts val="800"/>
              <a:buChar char="●"/>
              <a:defRPr/>
            </a:lvl7pPr>
            <a:lvl8pPr indent="-279400" lvl="7" marL="3657600" algn="l">
              <a:lnSpc>
                <a:spcPct val="115000"/>
              </a:lnSpc>
              <a:spcBef>
                <a:spcPts val="1000"/>
              </a:spcBef>
              <a:spcAft>
                <a:spcPts val="0"/>
              </a:spcAft>
              <a:buSzPts val="800"/>
              <a:buChar char="○"/>
              <a:defRPr/>
            </a:lvl8pPr>
            <a:lvl9pPr indent="-279400" lvl="8" marL="4114800" algn="l">
              <a:lnSpc>
                <a:spcPct val="115000"/>
              </a:lnSpc>
              <a:spcBef>
                <a:spcPts val="1000"/>
              </a:spcBef>
              <a:spcAft>
                <a:spcPts val="1000"/>
              </a:spcAft>
              <a:buSzPts val="800"/>
              <a:buChar char="■"/>
              <a:defRPr/>
            </a:lvl9pPr>
          </a:lstStyle>
          <a:p/>
        </p:txBody>
      </p:sp>
      <p:sp>
        <p:nvSpPr>
          <p:cNvPr id="1463" name="Google Shape;1463;p328"/>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s with icons 1 1">
  <p:cSld name="Highlights with icons 1_1">
    <p:spTree>
      <p:nvGrpSpPr>
        <p:cNvPr id="1464" name="Shape 1464"/>
        <p:cNvGrpSpPr/>
        <p:nvPr/>
      </p:nvGrpSpPr>
      <p:grpSpPr>
        <a:xfrm>
          <a:off x="0" y="0"/>
          <a:ext cx="0" cy="0"/>
          <a:chOff x="0" y="0"/>
          <a:chExt cx="0" cy="0"/>
        </a:xfrm>
      </p:grpSpPr>
      <p:sp>
        <p:nvSpPr>
          <p:cNvPr id="1465" name="Google Shape;1465;p329"/>
          <p:cNvSpPr txBox="1"/>
          <p:nvPr>
            <p:ph idx="12" type="sldNum"/>
          </p:nvPr>
        </p:nvSpPr>
        <p:spPr>
          <a:xfrm>
            <a:off x="8572500" y="5080004"/>
            <a:ext cx="571500" cy="635100"/>
          </a:xfrm>
          <a:prstGeom prst="rect">
            <a:avLst/>
          </a:prstGeom>
          <a:noFill/>
          <a:ln>
            <a:noFill/>
          </a:ln>
        </p:spPr>
        <p:txBody>
          <a:bodyPr anchorCtr="0" anchor="t" bIns="126400" lIns="126400" spcFirstLastPara="1" rIns="126400" wrap="square" tIns="126400">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466" name="Google Shape;1466;p329"/>
          <p:cNvSpPr/>
          <p:nvPr>
            <p:ph idx="2" type="pic"/>
          </p:nvPr>
        </p:nvSpPr>
        <p:spPr>
          <a:xfrm>
            <a:off x="0" y="0"/>
            <a:ext cx="9144000" cy="2814900"/>
          </a:xfrm>
          <a:prstGeom prst="roundRect">
            <a:avLst>
              <a:gd fmla="val 1254" name="adj"/>
            </a:avLst>
          </a:prstGeom>
          <a:noFill/>
          <a:ln>
            <a:noFill/>
          </a:ln>
        </p:spPr>
      </p:sp>
      <p:sp>
        <p:nvSpPr>
          <p:cNvPr id="1467" name="Google Shape;1467;p329"/>
          <p:cNvSpPr txBox="1"/>
          <p:nvPr>
            <p:ph type="title"/>
          </p:nvPr>
        </p:nvSpPr>
        <p:spPr>
          <a:xfrm>
            <a:off x="457200" y="3730167"/>
            <a:ext cx="3667500" cy="1080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1468" name="Google Shape;1468;p329"/>
          <p:cNvSpPr txBox="1"/>
          <p:nvPr>
            <p:ph idx="1" type="subTitle"/>
          </p:nvPr>
        </p:nvSpPr>
        <p:spPr>
          <a:xfrm>
            <a:off x="457200" y="3211500"/>
            <a:ext cx="36675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469" name="Google Shape;1469;p329"/>
          <p:cNvSpPr txBox="1"/>
          <p:nvPr>
            <p:ph idx="3" type="body"/>
          </p:nvPr>
        </p:nvSpPr>
        <p:spPr>
          <a:xfrm>
            <a:off x="4581600" y="2815000"/>
            <a:ext cx="4105200" cy="2391900"/>
          </a:xfrm>
          <a:prstGeom prst="rect">
            <a:avLst/>
          </a:prstGeom>
        </p:spPr>
        <p:txBody>
          <a:bodyPr anchorCtr="0" anchor="t" bIns="0" lIns="0" spcFirstLastPara="1" rIns="0" wrap="square" tIns="94800">
            <a:sp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Tree>
  </p:cSld>
  <p:clrMapOvr>
    <a:masterClrMapping/>
  </p:clrMapOvr>
</p:sldLayout>
</file>

<file path=ppt/slideLayouts/slideLayout3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1 2">
  <p:cSld name="TITLE_AND_BODY_3_2">
    <p:spTree>
      <p:nvGrpSpPr>
        <p:cNvPr id="1470" name="Shape 1470"/>
        <p:cNvGrpSpPr/>
        <p:nvPr/>
      </p:nvGrpSpPr>
      <p:grpSpPr>
        <a:xfrm>
          <a:off x="0" y="0"/>
          <a:ext cx="0" cy="0"/>
          <a:chOff x="0" y="0"/>
          <a:chExt cx="0" cy="0"/>
        </a:xfrm>
      </p:grpSpPr>
      <p:sp>
        <p:nvSpPr>
          <p:cNvPr id="1471" name="Google Shape;1471;p330"/>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472" name="Google Shape;1472;p330"/>
          <p:cNvSpPr txBox="1"/>
          <p:nvPr>
            <p:ph type="title"/>
          </p:nvPr>
        </p:nvSpPr>
        <p:spPr>
          <a:xfrm>
            <a:off x="571500" y="889000"/>
            <a:ext cx="30897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9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900">
                <a:solidFill>
                  <a:schemeClr val="dk1"/>
                </a:solidFill>
              </a:defRPr>
            </a:lvl2pPr>
            <a:lvl3pPr lvl="2" algn="l">
              <a:lnSpc>
                <a:spcPct val="115000"/>
              </a:lnSpc>
              <a:spcBef>
                <a:spcPts val="0"/>
              </a:spcBef>
              <a:spcAft>
                <a:spcPts val="0"/>
              </a:spcAft>
              <a:buClr>
                <a:schemeClr val="dk1"/>
              </a:buClr>
              <a:buSzPts val="1400"/>
              <a:buNone/>
              <a:defRPr sz="1900">
                <a:solidFill>
                  <a:schemeClr val="dk1"/>
                </a:solidFill>
              </a:defRPr>
            </a:lvl3pPr>
            <a:lvl4pPr lvl="3" algn="l">
              <a:lnSpc>
                <a:spcPct val="115000"/>
              </a:lnSpc>
              <a:spcBef>
                <a:spcPts val="0"/>
              </a:spcBef>
              <a:spcAft>
                <a:spcPts val="0"/>
              </a:spcAft>
              <a:buClr>
                <a:schemeClr val="dk1"/>
              </a:buClr>
              <a:buSzPts val="1400"/>
              <a:buNone/>
              <a:defRPr sz="1900">
                <a:solidFill>
                  <a:schemeClr val="dk1"/>
                </a:solidFill>
              </a:defRPr>
            </a:lvl4pPr>
            <a:lvl5pPr lvl="4" algn="l">
              <a:lnSpc>
                <a:spcPct val="115000"/>
              </a:lnSpc>
              <a:spcBef>
                <a:spcPts val="0"/>
              </a:spcBef>
              <a:spcAft>
                <a:spcPts val="0"/>
              </a:spcAft>
              <a:buClr>
                <a:schemeClr val="dk1"/>
              </a:buClr>
              <a:buSzPts val="1400"/>
              <a:buNone/>
              <a:defRPr sz="1900">
                <a:solidFill>
                  <a:schemeClr val="dk1"/>
                </a:solidFill>
              </a:defRPr>
            </a:lvl5pPr>
            <a:lvl6pPr lvl="5" algn="l">
              <a:lnSpc>
                <a:spcPct val="115000"/>
              </a:lnSpc>
              <a:spcBef>
                <a:spcPts val="0"/>
              </a:spcBef>
              <a:spcAft>
                <a:spcPts val="0"/>
              </a:spcAft>
              <a:buClr>
                <a:schemeClr val="dk1"/>
              </a:buClr>
              <a:buSzPts val="1400"/>
              <a:buNone/>
              <a:defRPr sz="1900">
                <a:solidFill>
                  <a:schemeClr val="dk1"/>
                </a:solidFill>
              </a:defRPr>
            </a:lvl6pPr>
            <a:lvl7pPr lvl="6" algn="l">
              <a:lnSpc>
                <a:spcPct val="115000"/>
              </a:lnSpc>
              <a:spcBef>
                <a:spcPts val="0"/>
              </a:spcBef>
              <a:spcAft>
                <a:spcPts val="0"/>
              </a:spcAft>
              <a:buClr>
                <a:schemeClr val="dk1"/>
              </a:buClr>
              <a:buSzPts val="1400"/>
              <a:buNone/>
              <a:defRPr sz="1900">
                <a:solidFill>
                  <a:schemeClr val="dk1"/>
                </a:solidFill>
              </a:defRPr>
            </a:lvl7pPr>
            <a:lvl8pPr lvl="7" algn="l">
              <a:lnSpc>
                <a:spcPct val="115000"/>
              </a:lnSpc>
              <a:spcBef>
                <a:spcPts val="0"/>
              </a:spcBef>
              <a:spcAft>
                <a:spcPts val="0"/>
              </a:spcAft>
              <a:buClr>
                <a:schemeClr val="dk1"/>
              </a:buClr>
              <a:buSzPts val="1400"/>
              <a:buNone/>
              <a:defRPr sz="1900">
                <a:solidFill>
                  <a:schemeClr val="dk1"/>
                </a:solidFill>
              </a:defRPr>
            </a:lvl8pPr>
            <a:lvl9pPr lvl="8" algn="l">
              <a:lnSpc>
                <a:spcPct val="115000"/>
              </a:lnSpc>
              <a:spcBef>
                <a:spcPts val="0"/>
              </a:spcBef>
              <a:spcAft>
                <a:spcPts val="0"/>
              </a:spcAft>
              <a:buClr>
                <a:schemeClr val="dk1"/>
              </a:buClr>
              <a:buSzPts val="1400"/>
              <a:buNone/>
              <a:defRPr sz="1900">
                <a:solidFill>
                  <a:schemeClr val="dk1"/>
                </a:solidFill>
              </a:defRPr>
            </a:lvl9pPr>
          </a:lstStyle>
          <a:p/>
        </p:txBody>
      </p:sp>
      <p:sp>
        <p:nvSpPr>
          <p:cNvPr id="1473" name="Google Shape;1473;p330"/>
          <p:cNvSpPr txBox="1"/>
          <p:nvPr>
            <p:ph idx="1" type="body"/>
          </p:nvPr>
        </p:nvSpPr>
        <p:spPr>
          <a:xfrm>
            <a:off x="571500" y="1905000"/>
            <a:ext cx="30897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3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column 2">
  <p:cSld name="ONE_COLUMN_TEXT_2">
    <p:spTree>
      <p:nvGrpSpPr>
        <p:cNvPr id="1474" name="Shape 1474"/>
        <p:cNvGrpSpPr/>
        <p:nvPr/>
      </p:nvGrpSpPr>
      <p:grpSpPr>
        <a:xfrm>
          <a:off x="0" y="0"/>
          <a:ext cx="0" cy="0"/>
          <a:chOff x="0" y="0"/>
          <a:chExt cx="0" cy="0"/>
        </a:xfrm>
      </p:grpSpPr>
      <p:sp>
        <p:nvSpPr>
          <p:cNvPr id="1475" name="Google Shape;1475;p331"/>
          <p:cNvSpPr txBox="1"/>
          <p:nvPr>
            <p:ph type="title"/>
          </p:nvPr>
        </p:nvSpPr>
        <p:spPr>
          <a:xfrm>
            <a:off x="457200" y="518667"/>
            <a:ext cx="3204600" cy="1005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1476" name="Google Shape;1476;p331"/>
          <p:cNvSpPr txBox="1"/>
          <p:nvPr>
            <p:ph idx="1" type="body"/>
          </p:nvPr>
        </p:nvSpPr>
        <p:spPr>
          <a:xfrm>
            <a:off x="457200" y="1524417"/>
            <a:ext cx="32046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307">
          <p15:clr>
            <a:srgbClr val="E46962"/>
          </p15:clr>
        </p15:guide>
      </p15:sldGuideLst>
    </p:ext>
  </p:extLst>
</p:sldLayout>
</file>

<file path=ppt/slideLayouts/slideLayout3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Body 2">
  <p:cSld name="Title + Body 1_2">
    <p:spTree>
      <p:nvGrpSpPr>
        <p:cNvPr id="1477" name="Shape 1477"/>
        <p:cNvGrpSpPr/>
        <p:nvPr/>
      </p:nvGrpSpPr>
      <p:grpSpPr>
        <a:xfrm>
          <a:off x="0" y="0"/>
          <a:ext cx="0" cy="0"/>
          <a:chOff x="0" y="0"/>
          <a:chExt cx="0" cy="0"/>
        </a:xfrm>
      </p:grpSpPr>
      <p:sp>
        <p:nvSpPr>
          <p:cNvPr id="1478" name="Google Shape;1478;p332"/>
          <p:cNvSpPr txBox="1"/>
          <p:nvPr>
            <p:ph type="title"/>
          </p:nvPr>
        </p:nvSpPr>
        <p:spPr>
          <a:xfrm>
            <a:off x="457200" y="1694917"/>
            <a:ext cx="4114800" cy="4449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1479" name="Google Shape;1479;p332"/>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480" name="Google Shape;1480;p332"/>
          <p:cNvSpPr txBox="1"/>
          <p:nvPr>
            <p:ph idx="2"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1481" name="Google Shape;1481;p332"/>
          <p:cNvSpPr txBox="1"/>
          <p:nvPr>
            <p:ph idx="3" type="body"/>
          </p:nvPr>
        </p:nvSpPr>
        <p:spPr>
          <a:xfrm>
            <a:off x="457200" y="2139583"/>
            <a:ext cx="41148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3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 header, two columns 1">
  <p:cSld name="Sub header, two columns">
    <p:spTree>
      <p:nvGrpSpPr>
        <p:cNvPr id="1482" name="Shape 1482"/>
        <p:cNvGrpSpPr/>
        <p:nvPr/>
      </p:nvGrpSpPr>
      <p:grpSpPr>
        <a:xfrm>
          <a:off x="0" y="0"/>
          <a:ext cx="0" cy="0"/>
          <a:chOff x="0" y="0"/>
          <a:chExt cx="0" cy="0"/>
        </a:xfrm>
      </p:grpSpPr>
      <p:sp>
        <p:nvSpPr>
          <p:cNvPr id="1483" name="Google Shape;1483;p333"/>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484" name="Google Shape;1484;p333"/>
          <p:cNvSpPr txBox="1"/>
          <p:nvPr>
            <p:ph type="title"/>
          </p:nvPr>
        </p:nvSpPr>
        <p:spPr>
          <a:xfrm>
            <a:off x="571500" y="889006"/>
            <a:ext cx="40005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b="1"/>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485" name="Google Shape;1485;p333"/>
          <p:cNvSpPr txBox="1"/>
          <p:nvPr>
            <p:ph idx="1" type="body"/>
          </p:nvPr>
        </p:nvSpPr>
        <p:spPr>
          <a:xfrm>
            <a:off x="571500" y="2406917"/>
            <a:ext cx="3093000" cy="26730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SzPts val="900"/>
              <a:buChar char="●"/>
              <a:defRPr sz="1200"/>
            </a:lvl1pPr>
            <a:lvl2pPr indent="-285750" lvl="1" marL="914400" algn="l">
              <a:lnSpc>
                <a:spcPct val="115000"/>
              </a:lnSpc>
              <a:spcBef>
                <a:spcPts val="0"/>
              </a:spcBef>
              <a:spcAft>
                <a:spcPts val="0"/>
              </a:spcAft>
              <a:buSzPts val="900"/>
              <a:buChar char="○"/>
              <a:defRPr/>
            </a:lvl2pPr>
            <a:lvl3pPr indent="-279400" lvl="2" marL="1371600" algn="l">
              <a:lnSpc>
                <a:spcPct val="115000"/>
              </a:lnSpc>
              <a:spcBef>
                <a:spcPts val="1000"/>
              </a:spcBef>
              <a:spcAft>
                <a:spcPts val="0"/>
              </a:spcAft>
              <a:buSzPts val="800"/>
              <a:buChar char="■"/>
              <a:defRPr/>
            </a:lvl3pPr>
            <a:lvl4pPr indent="-279400" lvl="3" marL="1828800" algn="l">
              <a:lnSpc>
                <a:spcPct val="115000"/>
              </a:lnSpc>
              <a:spcBef>
                <a:spcPts val="1000"/>
              </a:spcBef>
              <a:spcAft>
                <a:spcPts val="0"/>
              </a:spcAft>
              <a:buSzPts val="800"/>
              <a:buChar char="●"/>
              <a:defRPr/>
            </a:lvl4pPr>
            <a:lvl5pPr indent="-279400" lvl="4" marL="2286000" algn="l">
              <a:lnSpc>
                <a:spcPct val="115000"/>
              </a:lnSpc>
              <a:spcBef>
                <a:spcPts val="1000"/>
              </a:spcBef>
              <a:spcAft>
                <a:spcPts val="0"/>
              </a:spcAft>
              <a:buSzPts val="800"/>
              <a:buChar char="○"/>
              <a:defRPr/>
            </a:lvl5pPr>
            <a:lvl6pPr indent="-279400" lvl="5" marL="2743200" algn="l">
              <a:lnSpc>
                <a:spcPct val="115000"/>
              </a:lnSpc>
              <a:spcBef>
                <a:spcPts val="1000"/>
              </a:spcBef>
              <a:spcAft>
                <a:spcPts val="0"/>
              </a:spcAft>
              <a:buSzPts val="800"/>
              <a:buChar char="■"/>
              <a:defRPr/>
            </a:lvl6pPr>
            <a:lvl7pPr indent="-279400" lvl="6" marL="3200400" algn="l">
              <a:lnSpc>
                <a:spcPct val="115000"/>
              </a:lnSpc>
              <a:spcBef>
                <a:spcPts val="1000"/>
              </a:spcBef>
              <a:spcAft>
                <a:spcPts val="0"/>
              </a:spcAft>
              <a:buSzPts val="800"/>
              <a:buChar char="●"/>
              <a:defRPr/>
            </a:lvl7pPr>
            <a:lvl8pPr indent="-279400" lvl="7" marL="3657600" algn="l">
              <a:lnSpc>
                <a:spcPct val="115000"/>
              </a:lnSpc>
              <a:spcBef>
                <a:spcPts val="1000"/>
              </a:spcBef>
              <a:spcAft>
                <a:spcPts val="0"/>
              </a:spcAft>
              <a:buSzPts val="800"/>
              <a:buChar char="○"/>
              <a:defRPr/>
            </a:lvl8pPr>
            <a:lvl9pPr indent="-279400" lvl="8" marL="4114800" algn="l">
              <a:lnSpc>
                <a:spcPct val="115000"/>
              </a:lnSpc>
              <a:spcBef>
                <a:spcPts val="1000"/>
              </a:spcBef>
              <a:spcAft>
                <a:spcPts val="1000"/>
              </a:spcAft>
              <a:buSzPts val="800"/>
              <a:buChar char="■"/>
              <a:defRPr/>
            </a:lvl9pPr>
          </a:lstStyle>
          <a:p/>
        </p:txBody>
      </p:sp>
      <p:sp>
        <p:nvSpPr>
          <p:cNvPr id="1486" name="Google Shape;1486;p333"/>
          <p:cNvSpPr txBox="1"/>
          <p:nvPr>
            <p:ph idx="2" type="body"/>
          </p:nvPr>
        </p:nvSpPr>
        <p:spPr>
          <a:xfrm>
            <a:off x="4572000" y="2406917"/>
            <a:ext cx="3093000" cy="26730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SzPts val="900"/>
              <a:buChar char="●"/>
              <a:defRPr sz="1200"/>
            </a:lvl1pPr>
            <a:lvl2pPr indent="-285750" lvl="1" marL="914400" algn="l">
              <a:lnSpc>
                <a:spcPct val="115000"/>
              </a:lnSpc>
              <a:spcBef>
                <a:spcPts val="0"/>
              </a:spcBef>
              <a:spcAft>
                <a:spcPts val="0"/>
              </a:spcAft>
              <a:buSzPts val="900"/>
              <a:buChar char="○"/>
              <a:defRPr/>
            </a:lvl2pPr>
            <a:lvl3pPr indent="-279400" lvl="2" marL="1371600" algn="l">
              <a:lnSpc>
                <a:spcPct val="115000"/>
              </a:lnSpc>
              <a:spcBef>
                <a:spcPts val="1000"/>
              </a:spcBef>
              <a:spcAft>
                <a:spcPts val="0"/>
              </a:spcAft>
              <a:buSzPts val="800"/>
              <a:buChar char="■"/>
              <a:defRPr/>
            </a:lvl3pPr>
            <a:lvl4pPr indent="-279400" lvl="3" marL="1828800" algn="l">
              <a:lnSpc>
                <a:spcPct val="115000"/>
              </a:lnSpc>
              <a:spcBef>
                <a:spcPts val="1000"/>
              </a:spcBef>
              <a:spcAft>
                <a:spcPts val="0"/>
              </a:spcAft>
              <a:buSzPts val="800"/>
              <a:buChar char="●"/>
              <a:defRPr/>
            </a:lvl4pPr>
            <a:lvl5pPr indent="-279400" lvl="4" marL="2286000" algn="l">
              <a:lnSpc>
                <a:spcPct val="115000"/>
              </a:lnSpc>
              <a:spcBef>
                <a:spcPts val="1000"/>
              </a:spcBef>
              <a:spcAft>
                <a:spcPts val="0"/>
              </a:spcAft>
              <a:buSzPts val="800"/>
              <a:buChar char="○"/>
              <a:defRPr/>
            </a:lvl5pPr>
            <a:lvl6pPr indent="-279400" lvl="5" marL="2743200" algn="l">
              <a:lnSpc>
                <a:spcPct val="115000"/>
              </a:lnSpc>
              <a:spcBef>
                <a:spcPts val="1000"/>
              </a:spcBef>
              <a:spcAft>
                <a:spcPts val="0"/>
              </a:spcAft>
              <a:buSzPts val="800"/>
              <a:buChar char="■"/>
              <a:defRPr/>
            </a:lvl6pPr>
            <a:lvl7pPr indent="-279400" lvl="6" marL="3200400" algn="l">
              <a:lnSpc>
                <a:spcPct val="115000"/>
              </a:lnSpc>
              <a:spcBef>
                <a:spcPts val="1000"/>
              </a:spcBef>
              <a:spcAft>
                <a:spcPts val="0"/>
              </a:spcAft>
              <a:buSzPts val="800"/>
              <a:buChar char="●"/>
              <a:defRPr/>
            </a:lvl7pPr>
            <a:lvl8pPr indent="-279400" lvl="7" marL="3657600" algn="l">
              <a:lnSpc>
                <a:spcPct val="115000"/>
              </a:lnSpc>
              <a:spcBef>
                <a:spcPts val="1000"/>
              </a:spcBef>
              <a:spcAft>
                <a:spcPts val="0"/>
              </a:spcAft>
              <a:buSzPts val="800"/>
              <a:buChar char="○"/>
              <a:defRPr/>
            </a:lvl8pPr>
            <a:lvl9pPr indent="-279400" lvl="8" marL="4114800" algn="l">
              <a:lnSpc>
                <a:spcPct val="115000"/>
              </a:lnSpc>
              <a:spcBef>
                <a:spcPts val="1000"/>
              </a:spcBef>
              <a:spcAft>
                <a:spcPts val="1000"/>
              </a:spcAft>
              <a:buSzPts val="800"/>
              <a:buChar char="■"/>
              <a:defRPr/>
            </a:lvl9pPr>
          </a:lstStyle>
          <a:p/>
        </p:txBody>
      </p:sp>
      <p:sp>
        <p:nvSpPr>
          <p:cNvPr id="1487" name="Google Shape;1487;p333"/>
          <p:cNvSpPr txBox="1"/>
          <p:nvPr>
            <p:ph idx="3" type="subTitle"/>
          </p:nvPr>
        </p:nvSpPr>
        <p:spPr>
          <a:xfrm>
            <a:off x="571500" y="1905000"/>
            <a:ext cx="3093000" cy="1710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accent4"/>
              </a:buClr>
              <a:buSzPts val="800"/>
              <a:buFont typeface="Poppins SemiBold"/>
              <a:buNone/>
              <a:defRPr sz="1000">
                <a:solidFill>
                  <a:schemeClr val="accent4"/>
                </a:solidFill>
                <a:latin typeface="Poppins SemiBold"/>
                <a:ea typeface="Poppins SemiBold"/>
                <a:cs typeface="Poppins SemiBold"/>
                <a:sym typeface="Poppins SemiBold"/>
              </a:defRPr>
            </a:lvl1pPr>
            <a:lvl2pPr lvl="1" algn="l">
              <a:lnSpc>
                <a:spcPct val="100000"/>
              </a:lnSpc>
              <a:spcBef>
                <a:spcPts val="0"/>
              </a:spcBef>
              <a:spcAft>
                <a:spcPts val="0"/>
              </a:spcAft>
              <a:buClr>
                <a:schemeClr val="accent4"/>
              </a:buClr>
              <a:buSzPts val="900"/>
              <a:buNone/>
              <a:defRPr>
                <a:solidFill>
                  <a:schemeClr val="accent4"/>
                </a:solidFill>
              </a:defRPr>
            </a:lvl2pPr>
            <a:lvl3pPr lvl="2" algn="l">
              <a:lnSpc>
                <a:spcPct val="100000"/>
              </a:lnSpc>
              <a:spcBef>
                <a:spcPts val="0"/>
              </a:spcBef>
              <a:spcAft>
                <a:spcPts val="0"/>
              </a:spcAft>
              <a:buClr>
                <a:schemeClr val="accent4"/>
              </a:buClr>
              <a:buSzPts val="800"/>
              <a:buNone/>
              <a:defRPr>
                <a:solidFill>
                  <a:schemeClr val="accent4"/>
                </a:solidFill>
              </a:defRPr>
            </a:lvl3pPr>
            <a:lvl4pPr lvl="3" algn="l">
              <a:lnSpc>
                <a:spcPct val="100000"/>
              </a:lnSpc>
              <a:spcBef>
                <a:spcPts val="0"/>
              </a:spcBef>
              <a:spcAft>
                <a:spcPts val="0"/>
              </a:spcAft>
              <a:buClr>
                <a:schemeClr val="accent4"/>
              </a:buClr>
              <a:buSzPts val="800"/>
              <a:buNone/>
              <a:defRPr>
                <a:solidFill>
                  <a:schemeClr val="accent4"/>
                </a:solidFill>
              </a:defRPr>
            </a:lvl4pPr>
            <a:lvl5pPr lvl="4" algn="l">
              <a:lnSpc>
                <a:spcPct val="100000"/>
              </a:lnSpc>
              <a:spcBef>
                <a:spcPts val="0"/>
              </a:spcBef>
              <a:spcAft>
                <a:spcPts val="0"/>
              </a:spcAft>
              <a:buClr>
                <a:schemeClr val="accent4"/>
              </a:buClr>
              <a:buSzPts val="800"/>
              <a:buNone/>
              <a:defRPr>
                <a:solidFill>
                  <a:schemeClr val="accent4"/>
                </a:solidFill>
              </a:defRPr>
            </a:lvl5pPr>
            <a:lvl6pPr lvl="5" algn="l">
              <a:lnSpc>
                <a:spcPct val="100000"/>
              </a:lnSpc>
              <a:spcBef>
                <a:spcPts val="0"/>
              </a:spcBef>
              <a:spcAft>
                <a:spcPts val="0"/>
              </a:spcAft>
              <a:buClr>
                <a:schemeClr val="accent4"/>
              </a:buClr>
              <a:buSzPts val="800"/>
              <a:buNone/>
              <a:defRPr>
                <a:solidFill>
                  <a:schemeClr val="accent4"/>
                </a:solidFill>
              </a:defRPr>
            </a:lvl6pPr>
            <a:lvl7pPr lvl="6" algn="l">
              <a:lnSpc>
                <a:spcPct val="100000"/>
              </a:lnSpc>
              <a:spcBef>
                <a:spcPts val="0"/>
              </a:spcBef>
              <a:spcAft>
                <a:spcPts val="0"/>
              </a:spcAft>
              <a:buClr>
                <a:schemeClr val="accent4"/>
              </a:buClr>
              <a:buSzPts val="800"/>
              <a:buNone/>
              <a:defRPr>
                <a:solidFill>
                  <a:schemeClr val="accent4"/>
                </a:solidFill>
              </a:defRPr>
            </a:lvl7pPr>
            <a:lvl8pPr lvl="7" algn="l">
              <a:lnSpc>
                <a:spcPct val="100000"/>
              </a:lnSpc>
              <a:spcBef>
                <a:spcPts val="0"/>
              </a:spcBef>
              <a:spcAft>
                <a:spcPts val="0"/>
              </a:spcAft>
              <a:buClr>
                <a:schemeClr val="accent4"/>
              </a:buClr>
              <a:buSzPts val="800"/>
              <a:buNone/>
              <a:defRPr>
                <a:solidFill>
                  <a:schemeClr val="accent4"/>
                </a:solidFill>
              </a:defRPr>
            </a:lvl8pPr>
            <a:lvl9pPr lvl="8" algn="l">
              <a:lnSpc>
                <a:spcPct val="100000"/>
              </a:lnSpc>
              <a:spcBef>
                <a:spcPts val="0"/>
              </a:spcBef>
              <a:spcAft>
                <a:spcPts val="0"/>
              </a:spcAft>
              <a:buClr>
                <a:schemeClr val="accent4"/>
              </a:buClr>
              <a:buSzPts val="800"/>
              <a:buNone/>
              <a:defRPr>
                <a:solidFill>
                  <a:schemeClr val="accent4"/>
                </a:solidFill>
              </a:defRPr>
            </a:lvl9pPr>
          </a:lstStyle>
          <a:p/>
        </p:txBody>
      </p:sp>
      <p:sp>
        <p:nvSpPr>
          <p:cNvPr id="1488" name="Google Shape;1488;p333"/>
          <p:cNvSpPr txBox="1"/>
          <p:nvPr>
            <p:ph idx="4" type="subTitle"/>
          </p:nvPr>
        </p:nvSpPr>
        <p:spPr>
          <a:xfrm>
            <a:off x="4572000" y="1905000"/>
            <a:ext cx="3093000" cy="1710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accent4"/>
              </a:buClr>
              <a:buSzPts val="800"/>
              <a:buFont typeface="Poppins SemiBold"/>
              <a:buNone/>
              <a:defRPr sz="1000">
                <a:solidFill>
                  <a:schemeClr val="accent4"/>
                </a:solidFill>
                <a:latin typeface="Poppins SemiBold"/>
                <a:ea typeface="Poppins SemiBold"/>
                <a:cs typeface="Poppins SemiBold"/>
                <a:sym typeface="Poppins SemiBold"/>
              </a:defRPr>
            </a:lvl1pPr>
            <a:lvl2pPr lvl="1" algn="l">
              <a:lnSpc>
                <a:spcPct val="100000"/>
              </a:lnSpc>
              <a:spcBef>
                <a:spcPts val="0"/>
              </a:spcBef>
              <a:spcAft>
                <a:spcPts val="0"/>
              </a:spcAft>
              <a:buClr>
                <a:schemeClr val="accent4"/>
              </a:buClr>
              <a:buSzPts val="900"/>
              <a:buNone/>
              <a:defRPr>
                <a:solidFill>
                  <a:schemeClr val="accent4"/>
                </a:solidFill>
              </a:defRPr>
            </a:lvl2pPr>
            <a:lvl3pPr lvl="2" algn="l">
              <a:lnSpc>
                <a:spcPct val="100000"/>
              </a:lnSpc>
              <a:spcBef>
                <a:spcPts val="0"/>
              </a:spcBef>
              <a:spcAft>
                <a:spcPts val="0"/>
              </a:spcAft>
              <a:buClr>
                <a:schemeClr val="accent4"/>
              </a:buClr>
              <a:buSzPts val="800"/>
              <a:buNone/>
              <a:defRPr>
                <a:solidFill>
                  <a:schemeClr val="accent4"/>
                </a:solidFill>
              </a:defRPr>
            </a:lvl3pPr>
            <a:lvl4pPr lvl="3" algn="l">
              <a:lnSpc>
                <a:spcPct val="100000"/>
              </a:lnSpc>
              <a:spcBef>
                <a:spcPts val="0"/>
              </a:spcBef>
              <a:spcAft>
                <a:spcPts val="0"/>
              </a:spcAft>
              <a:buClr>
                <a:schemeClr val="accent4"/>
              </a:buClr>
              <a:buSzPts val="800"/>
              <a:buNone/>
              <a:defRPr>
                <a:solidFill>
                  <a:schemeClr val="accent4"/>
                </a:solidFill>
              </a:defRPr>
            </a:lvl4pPr>
            <a:lvl5pPr lvl="4" algn="l">
              <a:lnSpc>
                <a:spcPct val="100000"/>
              </a:lnSpc>
              <a:spcBef>
                <a:spcPts val="0"/>
              </a:spcBef>
              <a:spcAft>
                <a:spcPts val="0"/>
              </a:spcAft>
              <a:buClr>
                <a:schemeClr val="accent4"/>
              </a:buClr>
              <a:buSzPts val="800"/>
              <a:buNone/>
              <a:defRPr>
                <a:solidFill>
                  <a:schemeClr val="accent4"/>
                </a:solidFill>
              </a:defRPr>
            </a:lvl5pPr>
            <a:lvl6pPr lvl="5" algn="l">
              <a:lnSpc>
                <a:spcPct val="100000"/>
              </a:lnSpc>
              <a:spcBef>
                <a:spcPts val="0"/>
              </a:spcBef>
              <a:spcAft>
                <a:spcPts val="0"/>
              </a:spcAft>
              <a:buClr>
                <a:schemeClr val="accent4"/>
              </a:buClr>
              <a:buSzPts val="800"/>
              <a:buNone/>
              <a:defRPr>
                <a:solidFill>
                  <a:schemeClr val="accent4"/>
                </a:solidFill>
              </a:defRPr>
            </a:lvl6pPr>
            <a:lvl7pPr lvl="6" algn="l">
              <a:lnSpc>
                <a:spcPct val="100000"/>
              </a:lnSpc>
              <a:spcBef>
                <a:spcPts val="0"/>
              </a:spcBef>
              <a:spcAft>
                <a:spcPts val="0"/>
              </a:spcAft>
              <a:buClr>
                <a:schemeClr val="accent4"/>
              </a:buClr>
              <a:buSzPts val="800"/>
              <a:buNone/>
              <a:defRPr>
                <a:solidFill>
                  <a:schemeClr val="accent4"/>
                </a:solidFill>
              </a:defRPr>
            </a:lvl7pPr>
            <a:lvl8pPr lvl="7" algn="l">
              <a:lnSpc>
                <a:spcPct val="100000"/>
              </a:lnSpc>
              <a:spcBef>
                <a:spcPts val="0"/>
              </a:spcBef>
              <a:spcAft>
                <a:spcPts val="0"/>
              </a:spcAft>
              <a:buClr>
                <a:schemeClr val="accent4"/>
              </a:buClr>
              <a:buSzPts val="800"/>
              <a:buNone/>
              <a:defRPr>
                <a:solidFill>
                  <a:schemeClr val="accent4"/>
                </a:solidFill>
              </a:defRPr>
            </a:lvl8pPr>
            <a:lvl9pPr lvl="8" algn="l">
              <a:lnSpc>
                <a:spcPct val="100000"/>
              </a:lnSpc>
              <a:spcBef>
                <a:spcPts val="0"/>
              </a:spcBef>
              <a:spcAft>
                <a:spcPts val="0"/>
              </a:spcAft>
              <a:buClr>
                <a:schemeClr val="accent4"/>
              </a:buClr>
              <a:buSzPts val="800"/>
              <a:buNone/>
              <a:defRPr>
                <a:solidFill>
                  <a:schemeClr val="accent4"/>
                </a:solidFill>
              </a:defRPr>
            </a:lvl9pPr>
          </a:lstStyle>
          <a:p/>
        </p:txBody>
      </p:sp>
    </p:spTree>
  </p:cSld>
  <p:clrMapOvr>
    <a:masterClrMapping/>
  </p:clrMapOvr>
</p:sldLayout>
</file>

<file path=ppt/slideLayouts/slideLayout3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ullet points 1">
  <p:cSld name="Title and bullet points_1">
    <p:spTree>
      <p:nvGrpSpPr>
        <p:cNvPr id="1489" name="Shape 1489"/>
        <p:cNvGrpSpPr/>
        <p:nvPr/>
      </p:nvGrpSpPr>
      <p:grpSpPr>
        <a:xfrm>
          <a:off x="0" y="0"/>
          <a:ext cx="0" cy="0"/>
          <a:chOff x="0" y="0"/>
          <a:chExt cx="0" cy="0"/>
        </a:xfrm>
      </p:grpSpPr>
      <p:sp>
        <p:nvSpPr>
          <p:cNvPr id="1490" name="Google Shape;1490;p334"/>
          <p:cNvSpPr txBox="1"/>
          <p:nvPr>
            <p:ph idx="12" type="sldNum"/>
          </p:nvPr>
        </p:nvSpPr>
        <p:spPr>
          <a:xfrm>
            <a:off x="8572500" y="5080004"/>
            <a:ext cx="571500" cy="635100"/>
          </a:xfrm>
          <a:prstGeom prst="rect">
            <a:avLst/>
          </a:prstGeom>
          <a:noFill/>
          <a:ln>
            <a:noFill/>
          </a:ln>
        </p:spPr>
        <p:txBody>
          <a:bodyPr anchorCtr="0" anchor="t" bIns="94800" lIns="94800" spcFirstLastPara="1" rIns="94800" wrap="square" tIns="94800">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491" name="Google Shape;1491;p334"/>
          <p:cNvSpPr txBox="1"/>
          <p:nvPr>
            <p:ph type="title"/>
          </p:nvPr>
        </p:nvSpPr>
        <p:spPr>
          <a:xfrm>
            <a:off x="457200" y="507990"/>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Tree>
  </p:cSld>
  <p:clrMapOvr>
    <a:masterClrMapping/>
  </p:clrMapOvr>
</p:sldLayout>
</file>

<file path=ppt/slideLayouts/slideLayout3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9">
    <p:spTree>
      <p:nvGrpSpPr>
        <p:cNvPr id="1492" name="Shape 1492"/>
        <p:cNvGrpSpPr/>
        <p:nvPr/>
      </p:nvGrpSpPr>
      <p:grpSpPr>
        <a:xfrm>
          <a:off x="0" y="0"/>
          <a:ext cx="0" cy="0"/>
          <a:chOff x="0" y="0"/>
          <a:chExt cx="0" cy="0"/>
        </a:xfrm>
      </p:grpSpPr>
      <p:sp>
        <p:nvSpPr>
          <p:cNvPr id="1493" name="Google Shape;1493;p335"/>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3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p:cSld name="TITLE_ONLY_10">
    <p:spTree>
      <p:nvGrpSpPr>
        <p:cNvPr id="1494" name="Shape 1494"/>
        <p:cNvGrpSpPr/>
        <p:nvPr/>
      </p:nvGrpSpPr>
      <p:grpSpPr>
        <a:xfrm>
          <a:off x="0" y="0"/>
          <a:ext cx="0" cy="0"/>
          <a:chOff x="0" y="0"/>
          <a:chExt cx="0" cy="0"/>
        </a:xfrm>
      </p:grpSpPr>
      <p:sp>
        <p:nvSpPr>
          <p:cNvPr id="1495" name="Google Shape;1495;p336"/>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3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Body 3">
  <p:cSld name="Title + Body 1_3">
    <p:spTree>
      <p:nvGrpSpPr>
        <p:cNvPr id="1496" name="Shape 1496"/>
        <p:cNvGrpSpPr/>
        <p:nvPr/>
      </p:nvGrpSpPr>
      <p:grpSpPr>
        <a:xfrm>
          <a:off x="0" y="0"/>
          <a:ext cx="0" cy="0"/>
          <a:chOff x="0" y="0"/>
          <a:chExt cx="0" cy="0"/>
        </a:xfrm>
      </p:grpSpPr>
      <p:sp>
        <p:nvSpPr>
          <p:cNvPr id="1497" name="Google Shape;1497;p337"/>
          <p:cNvSpPr txBox="1"/>
          <p:nvPr>
            <p:ph type="title"/>
          </p:nvPr>
        </p:nvSpPr>
        <p:spPr>
          <a:xfrm>
            <a:off x="457200" y="1694917"/>
            <a:ext cx="41148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1498" name="Google Shape;1498;p337"/>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499" name="Google Shape;1499;p337"/>
          <p:cNvSpPr txBox="1"/>
          <p:nvPr>
            <p:ph idx="2"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500" name="Google Shape;1500;p337"/>
          <p:cNvSpPr txBox="1"/>
          <p:nvPr>
            <p:ph idx="3" type="body"/>
          </p:nvPr>
        </p:nvSpPr>
        <p:spPr>
          <a:xfrm>
            <a:off x="457200" y="2139583"/>
            <a:ext cx="41148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3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Body 4">
  <p:cSld name="Title + Body 1_4">
    <p:spTree>
      <p:nvGrpSpPr>
        <p:cNvPr id="1501" name="Shape 1501"/>
        <p:cNvGrpSpPr/>
        <p:nvPr/>
      </p:nvGrpSpPr>
      <p:grpSpPr>
        <a:xfrm>
          <a:off x="0" y="0"/>
          <a:ext cx="0" cy="0"/>
          <a:chOff x="0" y="0"/>
          <a:chExt cx="0" cy="0"/>
        </a:xfrm>
      </p:grpSpPr>
      <p:sp>
        <p:nvSpPr>
          <p:cNvPr id="1502" name="Google Shape;1502;p338"/>
          <p:cNvSpPr txBox="1"/>
          <p:nvPr>
            <p:ph type="title"/>
          </p:nvPr>
        </p:nvSpPr>
        <p:spPr>
          <a:xfrm>
            <a:off x="457200" y="1694917"/>
            <a:ext cx="4114800" cy="4449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1503" name="Google Shape;1503;p338"/>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504" name="Google Shape;1504;p338"/>
          <p:cNvSpPr txBox="1"/>
          <p:nvPr>
            <p:ph idx="2"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1505" name="Google Shape;1505;p338"/>
          <p:cNvSpPr txBox="1"/>
          <p:nvPr>
            <p:ph idx="3" type="body"/>
          </p:nvPr>
        </p:nvSpPr>
        <p:spPr>
          <a:xfrm>
            <a:off x="457200" y="2139583"/>
            <a:ext cx="41148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3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1 3">
  <p:cSld name="TITLE_AND_BODY_3_3">
    <p:spTree>
      <p:nvGrpSpPr>
        <p:cNvPr id="1506" name="Shape 1506"/>
        <p:cNvGrpSpPr/>
        <p:nvPr/>
      </p:nvGrpSpPr>
      <p:grpSpPr>
        <a:xfrm>
          <a:off x="0" y="0"/>
          <a:ext cx="0" cy="0"/>
          <a:chOff x="0" y="0"/>
          <a:chExt cx="0" cy="0"/>
        </a:xfrm>
      </p:grpSpPr>
      <p:sp>
        <p:nvSpPr>
          <p:cNvPr id="1507" name="Google Shape;1507;p339"/>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508" name="Google Shape;1508;p339"/>
          <p:cNvSpPr txBox="1"/>
          <p:nvPr>
            <p:ph type="title"/>
          </p:nvPr>
        </p:nvSpPr>
        <p:spPr>
          <a:xfrm>
            <a:off x="571500" y="889000"/>
            <a:ext cx="30897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9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900">
                <a:solidFill>
                  <a:schemeClr val="dk1"/>
                </a:solidFill>
              </a:defRPr>
            </a:lvl2pPr>
            <a:lvl3pPr lvl="2" algn="l">
              <a:lnSpc>
                <a:spcPct val="115000"/>
              </a:lnSpc>
              <a:spcBef>
                <a:spcPts val="0"/>
              </a:spcBef>
              <a:spcAft>
                <a:spcPts val="0"/>
              </a:spcAft>
              <a:buClr>
                <a:schemeClr val="dk1"/>
              </a:buClr>
              <a:buSzPts val="1400"/>
              <a:buNone/>
              <a:defRPr sz="1900">
                <a:solidFill>
                  <a:schemeClr val="dk1"/>
                </a:solidFill>
              </a:defRPr>
            </a:lvl3pPr>
            <a:lvl4pPr lvl="3" algn="l">
              <a:lnSpc>
                <a:spcPct val="115000"/>
              </a:lnSpc>
              <a:spcBef>
                <a:spcPts val="0"/>
              </a:spcBef>
              <a:spcAft>
                <a:spcPts val="0"/>
              </a:spcAft>
              <a:buClr>
                <a:schemeClr val="dk1"/>
              </a:buClr>
              <a:buSzPts val="1400"/>
              <a:buNone/>
              <a:defRPr sz="1900">
                <a:solidFill>
                  <a:schemeClr val="dk1"/>
                </a:solidFill>
              </a:defRPr>
            </a:lvl4pPr>
            <a:lvl5pPr lvl="4" algn="l">
              <a:lnSpc>
                <a:spcPct val="115000"/>
              </a:lnSpc>
              <a:spcBef>
                <a:spcPts val="0"/>
              </a:spcBef>
              <a:spcAft>
                <a:spcPts val="0"/>
              </a:spcAft>
              <a:buClr>
                <a:schemeClr val="dk1"/>
              </a:buClr>
              <a:buSzPts val="1400"/>
              <a:buNone/>
              <a:defRPr sz="1900">
                <a:solidFill>
                  <a:schemeClr val="dk1"/>
                </a:solidFill>
              </a:defRPr>
            </a:lvl5pPr>
            <a:lvl6pPr lvl="5" algn="l">
              <a:lnSpc>
                <a:spcPct val="115000"/>
              </a:lnSpc>
              <a:spcBef>
                <a:spcPts val="0"/>
              </a:spcBef>
              <a:spcAft>
                <a:spcPts val="0"/>
              </a:spcAft>
              <a:buClr>
                <a:schemeClr val="dk1"/>
              </a:buClr>
              <a:buSzPts val="1400"/>
              <a:buNone/>
              <a:defRPr sz="1900">
                <a:solidFill>
                  <a:schemeClr val="dk1"/>
                </a:solidFill>
              </a:defRPr>
            </a:lvl6pPr>
            <a:lvl7pPr lvl="6" algn="l">
              <a:lnSpc>
                <a:spcPct val="115000"/>
              </a:lnSpc>
              <a:spcBef>
                <a:spcPts val="0"/>
              </a:spcBef>
              <a:spcAft>
                <a:spcPts val="0"/>
              </a:spcAft>
              <a:buClr>
                <a:schemeClr val="dk1"/>
              </a:buClr>
              <a:buSzPts val="1400"/>
              <a:buNone/>
              <a:defRPr sz="1900">
                <a:solidFill>
                  <a:schemeClr val="dk1"/>
                </a:solidFill>
              </a:defRPr>
            </a:lvl7pPr>
            <a:lvl8pPr lvl="7" algn="l">
              <a:lnSpc>
                <a:spcPct val="115000"/>
              </a:lnSpc>
              <a:spcBef>
                <a:spcPts val="0"/>
              </a:spcBef>
              <a:spcAft>
                <a:spcPts val="0"/>
              </a:spcAft>
              <a:buClr>
                <a:schemeClr val="dk1"/>
              </a:buClr>
              <a:buSzPts val="1400"/>
              <a:buNone/>
              <a:defRPr sz="1900">
                <a:solidFill>
                  <a:schemeClr val="dk1"/>
                </a:solidFill>
              </a:defRPr>
            </a:lvl8pPr>
            <a:lvl9pPr lvl="8" algn="l">
              <a:lnSpc>
                <a:spcPct val="115000"/>
              </a:lnSpc>
              <a:spcBef>
                <a:spcPts val="0"/>
              </a:spcBef>
              <a:spcAft>
                <a:spcPts val="0"/>
              </a:spcAft>
              <a:buClr>
                <a:schemeClr val="dk1"/>
              </a:buClr>
              <a:buSzPts val="1400"/>
              <a:buNone/>
              <a:defRPr sz="1900">
                <a:solidFill>
                  <a:schemeClr val="dk1"/>
                </a:solidFill>
              </a:defRPr>
            </a:lvl9pPr>
          </a:lstStyle>
          <a:p/>
        </p:txBody>
      </p:sp>
      <p:sp>
        <p:nvSpPr>
          <p:cNvPr id="1509" name="Google Shape;1509;p339"/>
          <p:cNvSpPr txBox="1"/>
          <p:nvPr>
            <p:ph idx="1" type="body"/>
          </p:nvPr>
        </p:nvSpPr>
        <p:spPr>
          <a:xfrm>
            <a:off x="571500" y="1905000"/>
            <a:ext cx="30897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3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column 3">
  <p:cSld name="ONE_COLUMN_TEXT_3">
    <p:spTree>
      <p:nvGrpSpPr>
        <p:cNvPr id="1510" name="Shape 1510"/>
        <p:cNvGrpSpPr/>
        <p:nvPr/>
      </p:nvGrpSpPr>
      <p:grpSpPr>
        <a:xfrm>
          <a:off x="0" y="0"/>
          <a:ext cx="0" cy="0"/>
          <a:chOff x="0" y="0"/>
          <a:chExt cx="0" cy="0"/>
        </a:xfrm>
      </p:grpSpPr>
      <p:sp>
        <p:nvSpPr>
          <p:cNvPr id="1511" name="Google Shape;1511;p340"/>
          <p:cNvSpPr txBox="1"/>
          <p:nvPr>
            <p:ph type="title"/>
          </p:nvPr>
        </p:nvSpPr>
        <p:spPr>
          <a:xfrm>
            <a:off x="457200" y="518667"/>
            <a:ext cx="3204600" cy="1005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1512" name="Google Shape;1512;p340"/>
          <p:cNvSpPr txBox="1"/>
          <p:nvPr>
            <p:ph idx="1" type="body"/>
          </p:nvPr>
        </p:nvSpPr>
        <p:spPr>
          <a:xfrm>
            <a:off x="457200" y="1524417"/>
            <a:ext cx="32046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307">
          <p15:clr>
            <a:srgbClr val="E46962"/>
          </p15:clr>
        </p15:guide>
      </p15:sldGuideLst>
    </p:ext>
  </p:extLst>
</p:sldLayout>
</file>

<file path=ppt/slideLayouts/slideLayout3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7">
  <p:cSld name="TITLE_ONLY_11">
    <p:spTree>
      <p:nvGrpSpPr>
        <p:cNvPr id="1513" name="Shape 1513"/>
        <p:cNvGrpSpPr/>
        <p:nvPr/>
      </p:nvGrpSpPr>
      <p:grpSpPr>
        <a:xfrm>
          <a:off x="0" y="0"/>
          <a:ext cx="0" cy="0"/>
          <a:chOff x="0" y="0"/>
          <a:chExt cx="0" cy="0"/>
        </a:xfrm>
      </p:grpSpPr>
      <p:sp>
        <p:nvSpPr>
          <p:cNvPr id="1514" name="Google Shape;1514;p341"/>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3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3">
  <p:cSld name="BLANK_1_1_1_1_2_1">
    <p:spTree>
      <p:nvGrpSpPr>
        <p:cNvPr id="1515" name="Shape 1515"/>
        <p:cNvGrpSpPr/>
        <p:nvPr/>
      </p:nvGrpSpPr>
      <p:grpSpPr>
        <a:xfrm>
          <a:off x="0" y="0"/>
          <a:ext cx="0" cy="0"/>
          <a:chOff x="0" y="0"/>
          <a:chExt cx="0" cy="0"/>
        </a:xfrm>
      </p:grpSpPr>
      <p:sp>
        <p:nvSpPr>
          <p:cNvPr id="1516" name="Google Shape;1516;p342"/>
          <p:cNvSpPr txBox="1"/>
          <p:nvPr>
            <p:ph type="title"/>
          </p:nvPr>
        </p:nvSpPr>
        <p:spPr>
          <a:xfrm>
            <a:off x="284850" y="317667"/>
            <a:ext cx="6423900" cy="6531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1517" name="Google Shape;1517;p342"/>
          <p:cNvSpPr txBox="1"/>
          <p:nvPr>
            <p:ph idx="12" type="sldNum"/>
          </p:nvPr>
        </p:nvSpPr>
        <p:spPr>
          <a:xfrm>
            <a:off x="8308150" y="5313473"/>
            <a:ext cx="548700" cy="84600"/>
          </a:xfrm>
          <a:prstGeom prst="rect">
            <a:avLst/>
          </a:prstGeom>
          <a:noFill/>
          <a:ln>
            <a:noFill/>
          </a:ln>
        </p:spPr>
        <p:txBody>
          <a:bodyPr anchorCtr="0" anchor="ctr" bIns="91425" lIns="91425" spcFirstLastPara="1" rIns="91425" wrap="square" tIns="91425">
            <a:noAutofit/>
          </a:bodyPr>
          <a:lstStyle>
            <a:lvl1pPr lvl="0" algn="r">
              <a:buNone/>
              <a:defRPr/>
            </a:lvl1pPr>
            <a:lvl2pPr lvl="1" algn="r">
              <a:buNone/>
              <a:defRPr/>
            </a:lvl2pPr>
            <a:lvl3pPr lvl="2" algn="r">
              <a:buNone/>
              <a:defRPr/>
            </a:lvl3pPr>
            <a:lvl4pPr lvl="3" algn="r">
              <a:buNone/>
              <a:defRPr/>
            </a:lvl4pPr>
            <a:lvl5pPr lvl="4" algn="r">
              <a:buNone/>
              <a:defRPr/>
            </a:lvl5pPr>
            <a:lvl6pPr lvl="5" algn="r">
              <a:buNone/>
              <a:defRPr/>
            </a:lvl6pPr>
            <a:lvl7pPr lvl="6" algn="r">
              <a:buNone/>
              <a:defRPr/>
            </a:lvl7pPr>
            <a:lvl8pPr lvl="7" algn="r">
              <a:buNone/>
              <a:defRPr/>
            </a:lvl8pPr>
            <a:lvl9pPr lvl="8" algn="r">
              <a:buNone/>
              <a:defRPr/>
            </a:lvl9pPr>
          </a:lstStyle>
          <a:p>
            <a:pPr indent="0" lvl="0" marL="0" rtl="0" algn="r">
              <a:spcBef>
                <a:spcPts val="0"/>
              </a:spcBef>
              <a:spcAft>
                <a:spcPts val="0"/>
              </a:spcAft>
              <a:buNone/>
            </a:pPr>
            <a:fld id="{00000000-1234-1234-1234-123412341234}" type="slidenum">
              <a:rPr lang="en"/>
              <a:t>‹#›</a:t>
            </a:fld>
            <a:endParaRPr/>
          </a:p>
        </p:txBody>
      </p:sp>
      <p:sp>
        <p:nvSpPr>
          <p:cNvPr id="1518" name="Google Shape;1518;p342"/>
          <p:cNvSpPr txBox="1"/>
          <p:nvPr>
            <p:ph idx="2" type="title"/>
          </p:nvPr>
        </p:nvSpPr>
        <p:spPr>
          <a:xfrm>
            <a:off x="4629750" y="5309972"/>
            <a:ext cx="1328400" cy="84600"/>
          </a:xfrm>
          <a:prstGeom prst="rect">
            <a:avLst/>
          </a:prstGeom>
        </p:spPr>
        <p:txBody>
          <a:bodyPr anchorCtr="0" anchor="ctr" bIns="0" lIns="0" spcFirstLastPara="1" rIns="0" wrap="square" tIns="0">
            <a:spAutoFit/>
          </a:bodyPr>
          <a:lstStyle>
            <a:lvl1pPr lvl="0">
              <a:spcBef>
                <a:spcPts val="0"/>
              </a:spcBef>
              <a:spcAft>
                <a:spcPts val="0"/>
              </a:spcAft>
              <a:buSzPts val="600"/>
              <a:buFont typeface="Inter"/>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1519" name="Google Shape;1519;p342"/>
          <p:cNvSpPr txBox="1"/>
          <p:nvPr>
            <p:ph idx="3" type="title"/>
          </p:nvPr>
        </p:nvSpPr>
        <p:spPr>
          <a:xfrm>
            <a:off x="6086100" y="5309972"/>
            <a:ext cx="1328400" cy="84600"/>
          </a:xfrm>
          <a:prstGeom prst="rect">
            <a:avLst/>
          </a:prstGeom>
        </p:spPr>
        <p:txBody>
          <a:bodyPr anchorCtr="0" anchor="ctr" bIns="0" lIns="0" spcFirstLastPara="1" rIns="0" wrap="square" tIns="0">
            <a:spAutoFit/>
          </a:bodyPr>
          <a:lstStyle>
            <a:lvl1pPr lvl="0">
              <a:spcBef>
                <a:spcPts val="0"/>
              </a:spcBef>
              <a:spcAft>
                <a:spcPts val="0"/>
              </a:spcAft>
              <a:buSzPts val="600"/>
              <a:buFont typeface="Inter"/>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Tree>
  </p:cSld>
  <p:clrMapOvr>
    <a:masterClrMapping/>
  </p:clrMapOvr>
</p:sldLayout>
</file>

<file path=ppt/slideLayouts/slideLayout3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3">
  <p:cSld name="TITLE_AND_BODY_7">
    <p:spTree>
      <p:nvGrpSpPr>
        <p:cNvPr id="1520" name="Shape 1520"/>
        <p:cNvGrpSpPr/>
        <p:nvPr/>
      </p:nvGrpSpPr>
      <p:grpSpPr>
        <a:xfrm>
          <a:off x="0" y="0"/>
          <a:ext cx="0" cy="0"/>
          <a:chOff x="0" y="0"/>
          <a:chExt cx="0" cy="0"/>
        </a:xfrm>
      </p:grpSpPr>
      <p:sp>
        <p:nvSpPr>
          <p:cNvPr id="1521" name="Google Shape;1521;p343"/>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1522" name="Google Shape;1522;p343"/>
          <p:cNvSpPr txBox="1"/>
          <p:nvPr>
            <p:ph idx="1" type="body"/>
          </p:nvPr>
        </p:nvSpPr>
        <p:spPr>
          <a:xfrm>
            <a:off x="457200" y="1524417"/>
            <a:ext cx="41052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3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8">
  <p:cSld name="TITLE_ONLY_12">
    <p:spTree>
      <p:nvGrpSpPr>
        <p:cNvPr id="1523" name="Shape 1523"/>
        <p:cNvGrpSpPr/>
        <p:nvPr/>
      </p:nvGrpSpPr>
      <p:grpSpPr>
        <a:xfrm>
          <a:off x="0" y="0"/>
          <a:ext cx="0" cy="0"/>
          <a:chOff x="0" y="0"/>
          <a:chExt cx="0" cy="0"/>
        </a:xfrm>
      </p:grpSpPr>
      <p:sp>
        <p:nvSpPr>
          <p:cNvPr id="1524" name="Google Shape;1524;p344"/>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3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two columns 1">
  <p:cSld name="Chapter title and two columns_1">
    <p:spTree>
      <p:nvGrpSpPr>
        <p:cNvPr id="1525" name="Shape 1525"/>
        <p:cNvGrpSpPr/>
        <p:nvPr/>
      </p:nvGrpSpPr>
      <p:grpSpPr>
        <a:xfrm>
          <a:off x="0" y="0"/>
          <a:ext cx="0" cy="0"/>
          <a:chOff x="0" y="0"/>
          <a:chExt cx="0" cy="0"/>
        </a:xfrm>
      </p:grpSpPr>
      <p:sp>
        <p:nvSpPr>
          <p:cNvPr id="1526" name="Google Shape;1526;p345"/>
          <p:cNvSpPr txBox="1"/>
          <p:nvPr>
            <p:ph type="title"/>
          </p:nvPr>
        </p:nvSpPr>
        <p:spPr>
          <a:xfrm>
            <a:off x="457200" y="1525575"/>
            <a:ext cx="36615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527" name="Google Shape;1527;p345"/>
          <p:cNvSpPr txBox="1"/>
          <p:nvPr>
            <p:ph idx="1" type="body"/>
          </p:nvPr>
        </p:nvSpPr>
        <p:spPr>
          <a:xfrm>
            <a:off x="457200" y="2139575"/>
            <a:ext cx="36615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1528" name="Google Shape;1528;p345"/>
          <p:cNvSpPr txBox="1"/>
          <p:nvPr>
            <p:ph idx="2"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
        <p:nvSpPr>
          <p:cNvPr id="1529" name="Google Shape;1529;p345"/>
          <p:cNvSpPr txBox="1"/>
          <p:nvPr>
            <p:ph idx="3" type="title"/>
          </p:nvPr>
        </p:nvSpPr>
        <p:spPr>
          <a:xfrm>
            <a:off x="4561700" y="1525575"/>
            <a:ext cx="36615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530" name="Google Shape;1530;p345"/>
          <p:cNvSpPr txBox="1"/>
          <p:nvPr>
            <p:ph idx="4" type="body"/>
          </p:nvPr>
        </p:nvSpPr>
        <p:spPr>
          <a:xfrm>
            <a:off x="4561700" y="2139575"/>
            <a:ext cx="36615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Tree>
  </p:cSld>
  <p:clrMapOvr>
    <a:masterClrMapping/>
  </p:clrMapOvr>
</p:sldLayout>
</file>

<file path=ppt/slideLayouts/slideLayout3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1">
  <p:cSld name="TITLE_ONLY_6_1">
    <p:spTree>
      <p:nvGrpSpPr>
        <p:cNvPr id="1531" name="Shape 1531"/>
        <p:cNvGrpSpPr/>
        <p:nvPr/>
      </p:nvGrpSpPr>
      <p:grpSpPr>
        <a:xfrm>
          <a:off x="0" y="0"/>
          <a:ext cx="0" cy="0"/>
          <a:chOff x="0" y="0"/>
          <a:chExt cx="0" cy="0"/>
        </a:xfrm>
      </p:grpSpPr>
      <p:sp>
        <p:nvSpPr>
          <p:cNvPr id="1532" name="Google Shape;1532;p346"/>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3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7 1">
  <p:cSld name="TITLE_ONLY_7_1">
    <p:spTree>
      <p:nvGrpSpPr>
        <p:cNvPr id="1533" name="Shape 1533"/>
        <p:cNvGrpSpPr/>
        <p:nvPr/>
      </p:nvGrpSpPr>
      <p:grpSpPr>
        <a:xfrm>
          <a:off x="0" y="0"/>
          <a:ext cx="0" cy="0"/>
          <a:chOff x="0" y="0"/>
          <a:chExt cx="0" cy="0"/>
        </a:xfrm>
      </p:grpSpPr>
      <p:sp>
        <p:nvSpPr>
          <p:cNvPr id="1534" name="Google Shape;1534;p347"/>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3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1 1">
  <p:cSld name="Title + Subtitle_1_1">
    <p:spTree>
      <p:nvGrpSpPr>
        <p:cNvPr id="1535" name="Shape 1535"/>
        <p:cNvGrpSpPr/>
        <p:nvPr/>
      </p:nvGrpSpPr>
      <p:grpSpPr>
        <a:xfrm>
          <a:off x="0" y="0"/>
          <a:ext cx="0" cy="0"/>
          <a:chOff x="0" y="0"/>
          <a:chExt cx="0" cy="0"/>
        </a:xfrm>
      </p:grpSpPr>
      <p:sp>
        <p:nvSpPr>
          <p:cNvPr id="1536" name="Google Shape;1536;p348"/>
          <p:cNvSpPr txBox="1"/>
          <p:nvPr>
            <p:ph idx="1" type="subTitle"/>
          </p:nvPr>
        </p:nvSpPr>
        <p:spPr>
          <a:xfrm>
            <a:off x="457200" y="457175"/>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537" name="Google Shape;1537;p348"/>
          <p:cNvSpPr txBox="1"/>
          <p:nvPr>
            <p:ph type="title"/>
          </p:nvPr>
        </p:nvSpPr>
        <p:spPr>
          <a:xfrm>
            <a:off x="457200" y="891285"/>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3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4">
  <p:cSld name="TITLE_AND_BODY_8">
    <p:spTree>
      <p:nvGrpSpPr>
        <p:cNvPr id="1538" name="Shape 1538"/>
        <p:cNvGrpSpPr/>
        <p:nvPr/>
      </p:nvGrpSpPr>
      <p:grpSpPr>
        <a:xfrm>
          <a:off x="0" y="0"/>
          <a:ext cx="0" cy="0"/>
          <a:chOff x="0" y="0"/>
          <a:chExt cx="0" cy="0"/>
        </a:xfrm>
      </p:grpSpPr>
      <p:sp>
        <p:nvSpPr>
          <p:cNvPr id="1539" name="Google Shape;1539;p349"/>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1540" name="Google Shape;1540;p349"/>
          <p:cNvSpPr txBox="1"/>
          <p:nvPr>
            <p:ph idx="1" type="body"/>
          </p:nvPr>
        </p:nvSpPr>
        <p:spPr>
          <a:xfrm>
            <a:off x="457200" y="1524417"/>
            <a:ext cx="41052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3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2">
    <p:spTree>
      <p:nvGrpSpPr>
        <p:cNvPr id="1541" name="Shape 1541"/>
        <p:cNvGrpSpPr/>
        <p:nvPr/>
      </p:nvGrpSpPr>
      <p:grpSpPr>
        <a:xfrm>
          <a:off x="0" y="0"/>
          <a:ext cx="0" cy="0"/>
          <a:chOff x="0" y="0"/>
          <a:chExt cx="0" cy="0"/>
        </a:xfrm>
      </p:grpSpPr>
      <p:sp>
        <p:nvSpPr>
          <p:cNvPr id="1542" name="Google Shape;1542;p350"/>
          <p:cNvSpPr txBox="1"/>
          <p:nvPr>
            <p:ph type="title"/>
          </p:nvPr>
        </p:nvSpPr>
        <p:spPr>
          <a:xfrm>
            <a:off x="571500" y="889000"/>
            <a:ext cx="40005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1543" name="Google Shape;1543;p350"/>
          <p:cNvSpPr txBox="1"/>
          <p:nvPr>
            <p:ph idx="1" type="body"/>
          </p:nvPr>
        </p:nvSpPr>
        <p:spPr>
          <a:xfrm>
            <a:off x="571500" y="1905000"/>
            <a:ext cx="40005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
        <p:nvSpPr>
          <p:cNvPr id="1544" name="Google Shape;1544;p350"/>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Right 1 1">
  <p:cSld name="Text + Image_2">
    <p:spTree>
      <p:nvGrpSpPr>
        <p:cNvPr id="1545" name="Shape 1545"/>
        <p:cNvGrpSpPr/>
        <p:nvPr/>
      </p:nvGrpSpPr>
      <p:grpSpPr>
        <a:xfrm>
          <a:off x="0" y="0"/>
          <a:ext cx="0" cy="0"/>
          <a:chOff x="0" y="0"/>
          <a:chExt cx="0" cy="0"/>
        </a:xfrm>
      </p:grpSpPr>
      <p:sp>
        <p:nvSpPr>
          <p:cNvPr id="1546" name="Google Shape;1546;p351"/>
          <p:cNvSpPr/>
          <p:nvPr>
            <p:ph idx="2" type="pic"/>
          </p:nvPr>
        </p:nvSpPr>
        <p:spPr>
          <a:xfrm>
            <a:off x="4572000" y="91667"/>
            <a:ext cx="4495800" cy="5531700"/>
          </a:xfrm>
          <a:prstGeom prst="roundRect">
            <a:avLst>
              <a:gd fmla="val 16667" name="adj"/>
            </a:avLst>
          </a:prstGeom>
          <a:noFill/>
          <a:ln>
            <a:noFill/>
          </a:ln>
        </p:spPr>
      </p:sp>
      <p:sp>
        <p:nvSpPr>
          <p:cNvPr id="1547" name="Google Shape;1547;p351"/>
          <p:cNvSpPr txBox="1"/>
          <p:nvPr>
            <p:ph idx="1" type="body"/>
          </p:nvPr>
        </p:nvSpPr>
        <p:spPr>
          <a:xfrm>
            <a:off x="457200" y="2190008"/>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1548" name="Google Shape;1548;p351"/>
          <p:cNvSpPr txBox="1"/>
          <p:nvPr>
            <p:ph idx="3" type="subTitle"/>
          </p:nvPr>
        </p:nvSpPr>
        <p:spPr>
          <a:xfrm>
            <a:off x="457200" y="457175"/>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549" name="Google Shape;1549;p351"/>
          <p:cNvSpPr txBox="1"/>
          <p:nvPr>
            <p:ph type="title"/>
          </p:nvPr>
        </p:nvSpPr>
        <p:spPr>
          <a:xfrm>
            <a:off x="457200" y="891281"/>
            <a:ext cx="3661500" cy="63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3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1">
  <p:cSld name="TITLE_ONLY_4">
    <p:spTree>
      <p:nvGrpSpPr>
        <p:cNvPr id="1550" name="Shape 1550"/>
        <p:cNvGrpSpPr/>
        <p:nvPr/>
      </p:nvGrpSpPr>
      <p:grpSpPr>
        <a:xfrm>
          <a:off x="0" y="0"/>
          <a:ext cx="0" cy="0"/>
          <a:chOff x="0" y="0"/>
          <a:chExt cx="0" cy="0"/>
        </a:xfrm>
      </p:grpSpPr>
      <p:sp>
        <p:nvSpPr>
          <p:cNvPr id="1551" name="Google Shape;1551;p352"/>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3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5">
  <p:cSld name="TITLE_AND_BODY_9">
    <p:spTree>
      <p:nvGrpSpPr>
        <p:cNvPr id="1552" name="Shape 1552"/>
        <p:cNvGrpSpPr/>
        <p:nvPr/>
      </p:nvGrpSpPr>
      <p:grpSpPr>
        <a:xfrm>
          <a:off x="0" y="0"/>
          <a:ext cx="0" cy="0"/>
          <a:chOff x="0" y="0"/>
          <a:chExt cx="0" cy="0"/>
        </a:xfrm>
      </p:grpSpPr>
      <p:sp>
        <p:nvSpPr>
          <p:cNvPr id="1553" name="Google Shape;1553;p353"/>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554" name="Google Shape;1554;p353"/>
          <p:cNvSpPr txBox="1"/>
          <p:nvPr>
            <p:ph idx="1" type="body"/>
          </p:nvPr>
        </p:nvSpPr>
        <p:spPr>
          <a:xfrm>
            <a:off x="457200" y="1524417"/>
            <a:ext cx="41052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3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column 1 1">
  <p:cSld name="ONE_COLUMN_TEXT_1_1">
    <p:spTree>
      <p:nvGrpSpPr>
        <p:cNvPr id="1555" name="Shape 1555"/>
        <p:cNvGrpSpPr/>
        <p:nvPr/>
      </p:nvGrpSpPr>
      <p:grpSpPr>
        <a:xfrm>
          <a:off x="0" y="0"/>
          <a:ext cx="0" cy="0"/>
          <a:chOff x="0" y="0"/>
          <a:chExt cx="0" cy="0"/>
        </a:xfrm>
      </p:grpSpPr>
      <p:sp>
        <p:nvSpPr>
          <p:cNvPr id="1556" name="Google Shape;1556;p354"/>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
        <p:nvSpPr>
          <p:cNvPr id="1557" name="Google Shape;1557;p354"/>
          <p:cNvSpPr txBox="1"/>
          <p:nvPr>
            <p:ph idx="1" type="body"/>
          </p:nvPr>
        </p:nvSpPr>
        <p:spPr>
          <a:xfrm>
            <a:off x="457200" y="1524425"/>
            <a:ext cx="3204600" cy="3733800"/>
          </a:xfrm>
          <a:prstGeom prst="rect">
            <a:avLst/>
          </a:prstGeom>
        </p:spPr>
        <p:txBody>
          <a:bodyPr anchorCtr="0" anchor="t" bIns="0" lIns="0" spcFirstLastPara="1" rIns="0" wrap="square" tIns="0">
            <a:spAutoFit/>
          </a:bodyPr>
          <a:lstStyle>
            <a:lvl1pPr indent="-342900" lvl="0" marL="457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1pPr>
            <a:lvl2pPr indent="-342900" lvl="1" marL="914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2pPr>
            <a:lvl3pPr indent="-342900" lvl="2" marL="1371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3pPr>
            <a:lvl4pPr indent="-342900" lvl="3" marL="1828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4pPr>
            <a:lvl5pPr indent="-342900" lvl="4" marL="22860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5pPr>
            <a:lvl6pPr indent="-342900" lvl="5" marL="2743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6pPr>
            <a:lvl7pPr indent="-342900" lvl="6" marL="3200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7pPr>
            <a:lvl8pPr indent="-342900" lvl="7" marL="3657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8pPr>
            <a:lvl9pPr indent="-342900" lvl="8" marL="4114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307">
          <p15:clr>
            <a:srgbClr val="E46962"/>
          </p15:clr>
        </p15:guide>
      </p15:sldGuideLst>
    </p:ext>
  </p:extLst>
</p:sldLayout>
</file>

<file path=ppt/slideLayouts/slideLayout3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6">
  <p:cSld name="TITLE_AND_BODY_10_1">
    <p:spTree>
      <p:nvGrpSpPr>
        <p:cNvPr id="1558" name="Shape 1558"/>
        <p:cNvGrpSpPr/>
        <p:nvPr/>
      </p:nvGrpSpPr>
      <p:grpSpPr>
        <a:xfrm>
          <a:off x="0" y="0"/>
          <a:ext cx="0" cy="0"/>
          <a:chOff x="0" y="0"/>
          <a:chExt cx="0" cy="0"/>
        </a:xfrm>
      </p:grpSpPr>
      <p:sp>
        <p:nvSpPr>
          <p:cNvPr id="1559" name="Google Shape;1559;p355"/>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560" name="Google Shape;1560;p355"/>
          <p:cNvSpPr txBox="1"/>
          <p:nvPr>
            <p:ph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1561" name="Google Shape;1561;p355"/>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3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6 1">
  <p:cSld name="TITLE_AND_BODY_10_2">
    <p:spTree>
      <p:nvGrpSpPr>
        <p:cNvPr id="1562" name="Shape 1562"/>
        <p:cNvGrpSpPr/>
        <p:nvPr/>
      </p:nvGrpSpPr>
      <p:grpSpPr>
        <a:xfrm>
          <a:off x="0" y="0"/>
          <a:ext cx="0" cy="0"/>
          <a:chOff x="0" y="0"/>
          <a:chExt cx="0" cy="0"/>
        </a:xfrm>
      </p:grpSpPr>
      <p:sp>
        <p:nvSpPr>
          <p:cNvPr id="1563" name="Google Shape;1563;p356"/>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564" name="Google Shape;1564;p356"/>
          <p:cNvSpPr txBox="1"/>
          <p:nvPr>
            <p:ph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1565" name="Google Shape;1565;p356"/>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3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7">
  <p:cSld name="TITLE_AND_BODY_11">
    <p:spTree>
      <p:nvGrpSpPr>
        <p:cNvPr id="1566" name="Shape 1566"/>
        <p:cNvGrpSpPr/>
        <p:nvPr/>
      </p:nvGrpSpPr>
      <p:grpSpPr>
        <a:xfrm>
          <a:off x="0" y="0"/>
          <a:ext cx="0" cy="0"/>
          <a:chOff x="0" y="0"/>
          <a:chExt cx="0" cy="0"/>
        </a:xfrm>
      </p:grpSpPr>
      <p:sp>
        <p:nvSpPr>
          <p:cNvPr id="1567" name="Google Shape;1567;p357"/>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568" name="Google Shape;1568;p357"/>
          <p:cNvSpPr txBox="1"/>
          <p:nvPr>
            <p:ph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1569" name="Google Shape;1569;p357"/>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3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6 2">
  <p:cSld name="TITLE_AND_BODY_10_3">
    <p:spTree>
      <p:nvGrpSpPr>
        <p:cNvPr id="1570" name="Shape 1570"/>
        <p:cNvGrpSpPr/>
        <p:nvPr/>
      </p:nvGrpSpPr>
      <p:grpSpPr>
        <a:xfrm>
          <a:off x="0" y="0"/>
          <a:ext cx="0" cy="0"/>
          <a:chOff x="0" y="0"/>
          <a:chExt cx="0" cy="0"/>
        </a:xfrm>
      </p:grpSpPr>
      <p:sp>
        <p:nvSpPr>
          <p:cNvPr id="1571" name="Google Shape;1571;p358"/>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572" name="Google Shape;1572;p358"/>
          <p:cNvSpPr txBox="1"/>
          <p:nvPr>
            <p:ph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1573" name="Google Shape;1573;p358"/>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3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5 master">
  <p:cSld name="Slide 25 master">
    <p:spTree>
      <p:nvGrpSpPr>
        <p:cNvPr id="1574" name="Shape 1574"/>
        <p:cNvGrpSpPr/>
        <p:nvPr/>
      </p:nvGrpSpPr>
      <p:grpSpPr>
        <a:xfrm>
          <a:off x="0" y="0"/>
          <a:ext cx="0" cy="0"/>
          <a:chOff x="0" y="0"/>
          <a:chExt cx="0" cy="0"/>
        </a:xfrm>
      </p:grpSpPr>
      <p:pic>
        <p:nvPicPr>
          <p:cNvPr descr="preencoded.png" id="1575" name="Google Shape;1575;p359"/>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1576" name="Google Shape;1576;p359"/>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1577" name="Shape 1577"/>
        <p:cNvGrpSpPr/>
        <p:nvPr/>
      </p:nvGrpSpPr>
      <p:grpSpPr>
        <a:xfrm>
          <a:off x="0" y="0"/>
          <a:ext cx="0" cy="0"/>
          <a:chOff x="0" y="0"/>
          <a:chExt cx="0" cy="0"/>
        </a:xfrm>
      </p:grpSpPr>
      <p:pic>
        <p:nvPicPr>
          <p:cNvPr descr="preencoded.png" id="1578" name="Google Shape;1578;p360"/>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1579" name="Google Shape;1579;p360"/>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1580" name="Shape 1580"/>
        <p:cNvGrpSpPr/>
        <p:nvPr/>
      </p:nvGrpSpPr>
      <p:grpSpPr>
        <a:xfrm>
          <a:off x="0" y="0"/>
          <a:ext cx="0" cy="0"/>
          <a:chOff x="0" y="0"/>
          <a:chExt cx="0" cy="0"/>
        </a:xfrm>
      </p:grpSpPr>
      <p:pic>
        <p:nvPicPr>
          <p:cNvPr descr="preencoded.png" id="1581" name="Google Shape;1581;p361"/>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1582" name="Google Shape;1582;p361"/>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1583" name="Shape 1583"/>
        <p:cNvGrpSpPr/>
        <p:nvPr/>
      </p:nvGrpSpPr>
      <p:grpSpPr>
        <a:xfrm>
          <a:off x="0" y="0"/>
          <a:ext cx="0" cy="0"/>
          <a:chOff x="0" y="0"/>
          <a:chExt cx="0" cy="0"/>
        </a:xfrm>
      </p:grpSpPr>
      <p:pic>
        <p:nvPicPr>
          <p:cNvPr descr="preencoded.png" id="1584" name="Google Shape;1584;p362"/>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1585" name="Google Shape;1585;p362"/>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1586" name="Shape 1586"/>
        <p:cNvGrpSpPr/>
        <p:nvPr/>
      </p:nvGrpSpPr>
      <p:grpSpPr>
        <a:xfrm>
          <a:off x="0" y="0"/>
          <a:ext cx="0" cy="0"/>
          <a:chOff x="0" y="0"/>
          <a:chExt cx="0" cy="0"/>
        </a:xfrm>
      </p:grpSpPr>
      <p:pic>
        <p:nvPicPr>
          <p:cNvPr descr="preencoded.png" id="1587" name="Google Shape;1587;p363"/>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1588" name="Google Shape;1588;p363"/>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92" name="Shape 1592"/>
        <p:cNvGrpSpPr/>
        <p:nvPr/>
      </p:nvGrpSpPr>
      <p:grpSpPr>
        <a:xfrm>
          <a:off x="0" y="0"/>
          <a:ext cx="0" cy="0"/>
          <a:chOff x="0" y="0"/>
          <a:chExt cx="0" cy="0"/>
        </a:xfrm>
      </p:grpSpPr>
      <p:pic>
        <p:nvPicPr>
          <p:cNvPr id="1593" name="Google Shape;1593;p365" title="Mesh Holographic Gradients - Dark Gradient 22.png"/>
          <p:cNvPicPr preferRelativeResize="0"/>
          <p:nvPr/>
        </p:nvPicPr>
        <p:blipFill rotWithShape="1">
          <a:blip r:embed="rId2">
            <a:alphaModFix/>
          </a:blip>
          <a:srcRect b="0" l="0" r="9999" t="0"/>
          <a:stretch/>
        </p:blipFill>
        <p:spPr>
          <a:xfrm>
            <a:off x="0" y="0"/>
            <a:ext cx="9143997" cy="5715000"/>
          </a:xfrm>
          <a:prstGeom prst="rect">
            <a:avLst/>
          </a:prstGeom>
          <a:noFill/>
          <a:ln>
            <a:noFill/>
          </a:ln>
        </p:spPr>
      </p:pic>
      <p:pic>
        <p:nvPicPr>
          <p:cNvPr id="1594" name="Google Shape;1594;p365"/>
          <p:cNvPicPr preferRelativeResize="0"/>
          <p:nvPr/>
        </p:nvPicPr>
        <p:blipFill rotWithShape="1">
          <a:blip r:embed="rId3">
            <a:alphaModFix/>
          </a:blip>
          <a:srcRect b="0" l="0" r="0" t="0"/>
          <a:stretch/>
        </p:blipFill>
        <p:spPr>
          <a:xfrm>
            <a:off x="457200" y="457209"/>
            <a:ext cx="316413" cy="390600"/>
          </a:xfrm>
          <a:prstGeom prst="rect">
            <a:avLst/>
          </a:prstGeom>
          <a:noFill/>
          <a:ln>
            <a:noFill/>
          </a:ln>
        </p:spPr>
      </p:pic>
      <p:sp>
        <p:nvSpPr>
          <p:cNvPr id="1595" name="Google Shape;1595;p365"/>
          <p:cNvSpPr/>
          <p:nvPr/>
        </p:nvSpPr>
        <p:spPr>
          <a:xfrm>
            <a:off x="984762" y="561375"/>
            <a:ext cx="203100" cy="225600"/>
          </a:xfrm>
          <a:prstGeom prst="plus">
            <a:avLst>
              <a:gd fmla="val 43366" name="adj"/>
            </a:avLst>
          </a:prstGeom>
          <a:solidFill>
            <a:srgbClr val="60A5FA"/>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Lato"/>
              <a:ea typeface="Lato"/>
              <a:cs typeface="Lato"/>
              <a:sym typeface="Lato"/>
            </a:endParaRPr>
          </a:p>
        </p:txBody>
      </p:sp>
      <p:sp>
        <p:nvSpPr>
          <p:cNvPr id="1596" name="Google Shape;1596;p365"/>
          <p:cNvSpPr txBox="1"/>
          <p:nvPr/>
        </p:nvSpPr>
        <p:spPr>
          <a:xfrm>
            <a:off x="8081975" y="4984033"/>
            <a:ext cx="614100" cy="2463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lang="en" sz="1600">
                <a:solidFill>
                  <a:schemeClr val="accent4"/>
                </a:solidFill>
                <a:latin typeface="Poppins Medium"/>
                <a:ea typeface="Poppins Medium"/>
                <a:cs typeface="Poppins Medium"/>
                <a:sym typeface="Poppins Medium"/>
              </a:rPr>
              <a:t>2025</a:t>
            </a:r>
            <a:endParaRPr sz="1600">
              <a:solidFill>
                <a:schemeClr val="accent4"/>
              </a:solidFill>
              <a:latin typeface="Poppins Medium"/>
              <a:ea typeface="Poppins Medium"/>
              <a:cs typeface="Poppins Medium"/>
              <a:sym typeface="Poppins Medium"/>
            </a:endParaRPr>
          </a:p>
        </p:txBody>
      </p:sp>
      <p:sp>
        <p:nvSpPr>
          <p:cNvPr id="1597" name="Google Shape;1597;p365"/>
          <p:cNvSpPr txBox="1"/>
          <p:nvPr>
            <p:ph type="title"/>
          </p:nvPr>
        </p:nvSpPr>
        <p:spPr>
          <a:xfrm>
            <a:off x="457200" y="3038000"/>
            <a:ext cx="6862800" cy="1734900"/>
          </a:xfrm>
          <a:prstGeom prst="rect">
            <a:avLst/>
          </a:prstGeom>
        </p:spPr>
        <p:txBody>
          <a:bodyPr anchorCtr="0" anchor="b"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598" name="Google Shape;1598;p365"/>
          <p:cNvSpPr txBox="1"/>
          <p:nvPr>
            <p:ph idx="1" type="subTitle"/>
          </p:nvPr>
        </p:nvSpPr>
        <p:spPr>
          <a:xfrm>
            <a:off x="457200" y="4823700"/>
            <a:ext cx="68628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Tree>
  </p:cSld>
  <p:clrMapOvr>
    <a:masterClrMapping/>
  </p:clrMapOvr>
</p:sldLayout>
</file>

<file path=ppt/slideLayouts/slideLayout3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rtification covers">
  <p:cSld name="TITLE_1">
    <p:spTree>
      <p:nvGrpSpPr>
        <p:cNvPr id="1599" name="Shape 1599"/>
        <p:cNvGrpSpPr/>
        <p:nvPr/>
      </p:nvGrpSpPr>
      <p:grpSpPr>
        <a:xfrm>
          <a:off x="0" y="0"/>
          <a:ext cx="0" cy="0"/>
          <a:chOff x="0" y="0"/>
          <a:chExt cx="0" cy="0"/>
        </a:xfrm>
      </p:grpSpPr>
      <p:pic>
        <p:nvPicPr>
          <p:cNvPr id="1600" name="Google Shape;1600;p366" title="Mesh Holographic Gradients - Dark Gradient 22.png"/>
          <p:cNvPicPr preferRelativeResize="0"/>
          <p:nvPr/>
        </p:nvPicPr>
        <p:blipFill rotWithShape="1">
          <a:blip r:embed="rId2">
            <a:alphaModFix/>
          </a:blip>
          <a:srcRect b="0" l="0" r="9999" t="0"/>
          <a:stretch/>
        </p:blipFill>
        <p:spPr>
          <a:xfrm flipH="1" rot="10800000">
            <a:off x="0" y="0"/>
            <a:ext cx="9144003" cy="5715000"/>
          </a:xfrm>
          <a:prstGeom prst="rect">
            <a:avLst/>
          </a:prstGeom>
          <a:noFill/>
          <a:ln>
            <a:noFill/>
          </a:ln>
        </p:spPr>
      </p:pic>
      <p:pic>
        <p:nvPicPr>
          <p:cNvPr id="1601" name="Google Shape;1601;p366"/>
          <p:cNvPicPr preferRelativeResize="0"/>
          <p:nvPr/>
        </p:nvPicPr>
        <p:blipFill rotWithShape="1">
          <a:blip r:embed="rId3">
            <a:alphaModFix/>
          </a:blip>
          <a:srcRect b="0" l="0" r="0" t="0"/>
          <a:stretch/>
        </p:blipFill>
        <p:spPr>
          <a:xfrm>
            <a:off x="457200" y="531584"/>
            <a:ext cx="316413" cy="390600"/>
          </a:xfrm>
          <a:prstGeom prst="rect">
            <a:avLst/>
          </a:prstGeom>
          <a:noFill/>
          <a:ln>
            <a:noFill/>
          </a:ln>
        </p:spPr>
      </p:pic>
      <p:sp>
        <p:nvSpPr>
          <p:cNvPr id="1602" name="Google Shape;1602;p366"/>
          <p:cNvSpPr txBox="1"/>
          <p:nvPr>
            <p:ph type="title"/>
          </p:nvPr>
        </p:nvSpPr>
        <p:spPr>
          <a:xfrm>
            <a:off x="457200" y="3038000"/>
            <a:ext cx="6862800" cy="1734900"/>
          </a:xfrm>
          <a:prstGeom prst="rect">
            <a:avLst/>
          </a:prstGeom>
        </p:spPr>
        <p:txBody>
          <a:bodyPr anchorCtr="0" anchor="b"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603" name="Google Shape;1603;p366"/>
          <p:cNvSpPr txBox="1"/>
          <p:nvPr>
            <p:ph idx="1" type="subTitle"/>
          </p:nvPr>
        </p:nvSpPr>
        <p:spPr>
          <a:xfrm>
            <a:off x="457200" y="4823700"/>
            <a:ext cx="68628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Tree>
  </p:cSld>
  <p:clrMapOvr>
    <a:masterClrMapping/>
  </p:clrMapOvr>
</p:sldLayout>
</file>

<file path=ppt/slideLayouts/slideLayout3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type="secHead">
  <p:cSld name="SECTION_HEADER">
    <p:spTree>
      <p:nvGrpSpPr>
        <p:cNvPr id="1604" name="Shape 1604"/>
        <p:cNvGrpSpPr/>
        <p:nvPr/>
      </p:nvGrpSpPr>
      <p:grpSpPr>
        <a:xfrm>
          <a:off x="0" y="0"/>
          <a:ext cx="0" cy="0"/>
          <a:chOff x="0" y="0"/>
          <a:chExt cx="0" cy="0"/>
        </a:xfrm>
      </p:grpSpPr>
      <p:pic>
        <p:nvPicPr>
          <p:cNvPr id="1605" name="Google Shape;1605;p367" title="Mesh Holographic Gradients - Dark Gradient 22.png"/>
          <p:cNvPicPr preferRelativeResize="0"/>
          <p:nvPr/>
        </p:nvPicPr>
        <p:blipFill rotWithShape="1">
          <a:blip r:embed="rId2">
            <a:alphaModFix/>
          </a:blip>
          <a:srcRect b="0" l="0" r="9999" t="0"/>
          <a:stretch/>
        </p:blipFill>
        <p:spPr>
          <a:xfrm>
            <a:off x="0" y="0"/>
            <a:ext cx="9144003" cy="5715000"/>
          </a:xfrm>
          <a:prstGeom prst="rect">
            <a:avLst/>
          </a:prstGeom>
          <a:noFill/>
          <a:ln>
            <a:noFill/>
          </a:ln>
        </p:spPr>
      </p:pic>
      <p:sp>
        <p:nvSpPr>
          <p:cNvPr id="1606" name="Google Shape;1606;p367"/>
          <p:cNvSpPr txBox="1"/>
          <p:nvPr>
            <p:ph type="title"/>
          </p:nvPr>
        </p:nvSpPr>
        <p:spPr>
          <a:xfrm>
            <a:off x="457200" y="4271667"/>
            <a:ext cx="5023800" cy="935400"/>
          </a:xfrm>
          <a:prstGeom prst="rect">
            <a:avLst/>
          </a:prstGeom>
        </p:spPr>
        <p:txBody>
          <a:bodyPr anchorCtr="0" anchor="b" bIns="0" lIns="0" spcFirstLastPara="1" rIns="0" wrap="square" tIns="0">
            <a:sp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Tree>
  </p:cSld>
  <p:clrMapOvr>
    <a:masterClrMapping/>
  </p:clrMapOvr>
</p:sldLayout>
</file>

<file path=ppt/slideLayouts/slideLayout3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eak slide">
  <p:cSld name="CUSTOM">
    <p:spTree>
      <p:nvGrpSpPr>
        <p:cNvPr id="1607" name="Shape 1607"/>
        <p:cNvGrpSpPr/>
        <p:nvPr/>
      </p:nvGrpSpPr>
      <p:grpSpPr>
        <a:xfrm>
          <a:off x="0" y="0"/>
          <a:ext cx="0" cy="0"/>
          <a:chOff x="0" y="0"/>
          <a:chExt cx="0" cy="0"/>
        </a:xfrm>
      </p:grpSpPr>
      <p:grpSp>
        <p:nvGrpSpPr>
          <p:cNvPr id="1608" name="Google Shape;1608;p368"/>
          <p:cNvGrpSpPr/>
          <p:nvPr/>
        </p:nvGrpSpPr>
        <p:grpSpPr>
          <a:xfrm>
            <a:off x="0" y="0"/>
            <a:ext cx="9143998" cy="5714776"/>
            <a:chOff x="0" y="-2"/>
            <a:chExt cx="10973237" cy="6858005"/>
          </a:xfrm>
        </p:grpSpPr>
        <p:pic>
          <p:nvPicPr>
            <p:cNvPr id="1609" name="Google Shape;1609;p368" title="Break.png"/>
            <p:cNvPicPr preferRelativeResize="0"/>
            <p:nvPr/>
          </p:nvPicPr>
          <p:blipFill rotWithShape="1">
            <a:blip r:embed="rId2">
              <a:alphaModFix/>
            </a:blip>
            <a:srcRect b="0" l="0" r="9999" t="0"/>
            <a:stretch/>
          </p:blipFill>
          <p:spPr>
            <a:xfrm>
              <a:off x="0" y="-2"/>
              <a:ext cx="10973237" cy="6858005"/>
            </a:xfrm>
            <a:prstGeom prst="rect">
              <a:avLst/>
            </a:prstGeom>
            <a:noFill/>
            <a:ln>
              <a:noFill/>
            </a:ln>
          </p:spPr>
        </p:pic>
        <p:pic>
          <p:nvPicPr>
            <p:cNvPr id="1610" name="Google Shape;1610;p368" title="Shapes01.png"/>
            <p:cNvPicPr preferRelativeResize="0"/>
            <p:nvPr/>
          </p:nvPicPr>
          <p:blipFill rotWithShape="1">
            <a:blip r:embed="rId3">
              <a:alphaModFix amt="64000"/>
            </a:blip>
            <a:srcRect b="0" l="0" r="9999" t="0"/>
            <a:stretch/>
          </p:blipFill>
          <p:spPr>
            <a:xfrm>
              <a:off x="0" y="-2"/>
              <a:ext cx="10973237" cy="6858005"/>
            </a:xfrm>
            <a:prstGeom prst="rect">
              <a:avLst/>
            </a:prstGeom>
            <a:noFill/>
            <a:ln>
              <a:noFill/>
            </a:ln>
          </p:spPr>
        </p:pic>
      </p:grpSp>
      <p:sp>
        <p:nvSpPr>
          <p:cNvPr id="1611" name="Google Shape;1611;p368"/>
          <p:cNvSpPr txBox="1"/>
          <p:nvPr/>
        </p:nvSpPr>
        <p:spPr>
          <a:xfrm>
            <a:off x="1367072" y="2080750"/>
            <a:ext cx="5486400" cy="738900"/>
          </a:xfrm>
          <a:prstGeom prst="rect">
            <a:avLst/>
          </a:prstGeom>
          <a:noFill/>
          <a:ln>
            <a:noFill/>
          </a:ln>
        </p:spPr>
        <p:txBody>
          <a:bodyPr anchorCtr="0" anchor="t" bIns="0" lIns="0" spcFirstLastPara="1" rIns="0" wrap="square" tIns="0">
            <a:spAutoFit/>
          </a:bodyPr>
          <a:lstStyle/>
          <a:p>
            <a:pPr indent="-304800" lvl="0" marL="0" marR="0" rtl="0" algn="l">
              <a:lnSpc>
                <a:spcPct val="100000"/>
              </a:lnSpc>
              <a:spcBef>
                <a:spcPts val="0"/>
              </a:spcBef>
              <a:spcAft>
                <a:spcPts val="0"/>
              </a:spcAft>
              <a:buClr>
                <a:schemeClr val="accent2"/>
              </a:buClr>
              <a:buSzPts val="4800"/>
              <a:buFont typeface="Poppins SemiBold"/>
              <a:buNone/>
            </a:pPr>
            <a:r>
              <a:rPr lang="en" sz="4800">
                <a:solidFill>
                  <a:schemeClr val="accent2"/>
                </a:solidFill>
                <a:latin typeface="Poppins SemiBold"/>
                <a:ea typeface="Poppins SemiBold"/>
                <a:cs typeface="Poppins SemiBold"/>
                <a:sym typeface="Poppins SemiBold"/>
              </a:rPr>
              <a:t>Break</a:t>
            </a:r>
            <a:endParaRPr sz="4800">
              <a:solidFill>
                <a:schemeClr val="accent2"/>
              </a:solidFill>
              <a:latin typeface="Poppins SemiBold"/>
              <a:ea typeface="Poppins SemiBold"/>
              <a:cs typeface="Poppins SemiBold"/>
              <a:sym typeface="Poppins SemiBold"/>
            </a:endParaRPr>
          </a:p>
        </p:txBody>
      </p:sp>
      <p:pic>
        <p:nvPicPr>
          <p:cNvPr id="1612" name="Google Shape;1612;p368"/>
          <p:cNvPicPr preferRelativeResize="0"/>
          <p:nvPr/>
        </p:nvPicPr>
        <p:blipFill rotWithShape="1">
          <a:blip r:embed="rId4">
            <a:alphaModFix/>
          </a:blip>
          <a:srcRect b="0" l="0" r="0" t="0"/>
          <a:stretch/>
        </p:blipFill>
        <p:spPr>
          <a:xfrm>
            <a:off x="1367087" y="2986403"/>
            <a:ext cx="277007" cy="276975"/>
          </a:xfrm>
          <a:prstGeom prst="rect">
            <a:avLst/>
          </a:prstGeom>
          <a:noFill/>
          <a:ln>
            <a:noFill/>
          </a:ln>
        </p:spPr>
      </p:pic>
      <p:sp>
        <p:nvSpPr>
          <p:cNvPr id="1613" name="Google Shape;1613;p368"/>
          <p:cNvSpPr txBox="1"/>
          <p:nvPr>
            <p:ph idx="1" type="body"/>
          </p:nvPr>
        </p:nvSpPr>
        <p:spPr>
          <a:xfrm>
            <a:off x="1810375" y="2900778"/>
            <a:ext cx="5043000" cy="479100"/>
          </a:xfrm>
          <a:prstGeom prst="rect">
            <a:avLst/>
          </a:prstGeom>
        </p:spPr>
        <p:txBody>
          <a:bodyPr anchorCtr="0" anchor="ctr" bIns="0" lIns="0" spcFirstLastPara="1" rIns="0" wrap="square" tIns="0">
            <a:sp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3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14" name="Shape 1614"/>
        <p:cNvGrpSpPr/>
        <p:nvPr/>
      </p:nvGrpSpPr>
      <p:grpSpPr>
        <a:xfrm>
          <a:off x="0" y="0"/>
          <a:ext cx="0" cy="0"/>
          <a:chOff x="0" y="0"/>
          <a:chExt cx="0" cy="0"/>
        </a:xfrm>
      </p:grpSpPr>
      <p:sp>
        <p:nvSpPr>
          <p:cNvPr id="1615" name="Google Shape;1615;p369"/>
          <p:cNvSpPr txBox="1"/>
          <p:nvPr>
            <p:ph idx="1" type="body"/>
          </p:nvPr>
        </p:nvSpPr>
        <p:spPr>
          <a:xfrm>
            <a:off x="457200" y="1524425"/>
            <a:ext cx="3650100" cy="3733500"/>
          </a:xfrm>
          <a:prstGeom prst="rect">
            <a:avLst/>
          </a:prstGeom>
        </p:spPr>
        <p:txBody>
          <a:bodyPr anchorCtr="0" anchor="t" bIns="0" lIns="0" spcFirstLastPara="1" rIns="0" wrap="square" tIns="0">
            <a:spAutoFit/>
          </a:bodyPr>
          <a:lstStyle>
            <a:lvl1pPr indent="-342900" lvl="0" marL="457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1pPr>
            <a:lvl2pPr indent="-342900" lvl="1" marL="914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2pPr>
            <a:lvl3pPr indent="-342900" lvl="2" marL="1371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3pPr>
            <a:lvl4pPr indent="-342900" lvl="3" marL="1828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4pPr>
            <a:lvl5pPr indent="-342900" lvl="4" marL="22860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5pPr>
            <a:lvl6pPr indent="-342900" lvl="5" marL="2743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6pPr>
            <a:lvl7pPr indent="-342900" lvl="6" marL="3200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7pPr>
            <a:lvl8pPr indent="-342900" lvl="7" marL="3657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8pPr>
            <a:lvl9pPr indent="-342900" lvl="8" marL="4114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9pPr>
          </a:lstStyle>
          <a:p/>
        </p:txBody>
      </p:sp>
      <p:sp>
        <p:nvSpPr>
          <p:cNvPr id="1616" name="Google Shape;1616;p369"/>
          <p:cNvSpPr txBox="1"/>
          <p:nvPr>
            <p:ph type="title"/>
          </p:nvPr>
        </p:nvSpPr>
        <p:spPr>
          <a:xfrm>
            <a:off x="457200" y="457200"/>
            <a:ext cx="3650100" cy="10671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3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lumns" type="twoColTx">
  <p:cSld name="TITLE_AND_TWO_COLUMNS">
    <p:spTree>
      <p:nvGrpSpPr>
        <p:cNvPr id="1617" name="Shape 1617"/>
        <p:cNvGrpSpPr/>
        <p:nvPr/>
      </p:nvGrpSpPr>
      <p:grpSpPr>
        <a:xfrm>
          <a:off x="0" y="0"/>
          <a:ext cx="0" cy="0"/>
          <a:chOff x="0" y="0"/>
          <a:chExt cx="0" cy="0"/>
        </a:xfrm>
      </p:grpSpPr>
      <p:sp>
        <p:nvSpPr>
          <p:cNvPr id="1618" name="Google Shape;1618;p370"/>
          <p:cNvSpPr txBox="1"/>
          <p:nvPr>
            <p:ph idx="1" type="body"/>
          </p:nvPr>
        </p:nvSpPr>
        <p:spPr>
          <a:xfrm>
            <a:off x="4572000" y="1524425"/>
            <a:ext cx="3650100" cy="37335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1619" name="Google Shape;1619;p370"/>
          <p:cNvSpPr txBox="1"/>
          <p:nvPr>
            <p:ph idx="2" type="body"/>
          </p:nvPr>
        </p:nvSpPr>
        <p:spPr>
          <a:xfrm>
            <a:off x="457200" y="1524425"/>
            <a:ext cx="3650100" cy="3733500"/>
          </a:xfrm>
          <a:prstGeom prst="rect">
            <a:avLst/>
          </a:prstGeom>
        </p:spPr>
        <p:txBody>
          <a:bodyPr anchorCtr="0" anchor="t" bIns="0" lIns="0" spcFirstLastPara="1" rIns="0" wrap="square" tIns="0">
            <a:spAutoFit/>
          </a:bodyPr>
          <a:lstStyle>
            <a:lvl1pPr indent="-342900" lvl="0" marL="457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1pPr>
            <a:lvl2pPr indent="-342900" lvl="1" marL="914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2pPr>
            <a:lvl3pPr indent="-342900" lvl="2" marL="1371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3pPr>
            <a:lvl4pPr indent="-342900" lvl="3" marL="1828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4pPr>
            <a:lvl5pPr indent="-342900" lvl="4" marL="22860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5pPr>
            <a:lvl6pPr indent="-342900" lvl="5" marL="2743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6pPr>
            <a:lvl7pPr indent="-342900" lvl="6" marL="3200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7pPr>
            <a:lvl8pPr indent="-342900" lvl="7" marL="3657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8pPr>
            <a:lvl9pPr indent="-342900" lvl="8" marL="4114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9pPr>
          </a:lstStyle>
          <a:p/>
        </p:txBody>
      </p:sp>
      <p:sp>
        <p:nvSpPr>
          <p:cNvPr id="1620" name="Google Shape;1620;p370"/>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guide id="2" pos="2587">
          <p15:clr>
            <a:srgbClr val="E46962"/>
          </p15:clr>
        </p15:guide>
        <p15:guide id="3" pos="2880">
          <p15:clr>
            <a:srgbClr val="E46962"/>
          </p15:clr>
        </p15:guide>
        <p15:guide id="4" pos="5179">
          <p15:clr>
            <a:srgbClr val="E46962"/>
          </p15:clr>
        </p15:guide>
      </p15:sldGuideLst>
    </p:ext>
  </p:extLst>
</p:sldLayout>
</file>

<file path=ppt/slideLayouts/slideLayout3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621" name="Shape 1621"/>
        <p:cNvGrpSpPr/>
        <p:nvPr/>
      </p:nvGrpSpPr>
      <p:grpSpPr>
        <a:xfrm>
          <a:off x="0" y="0"/>
          <a:ext cx="0" cy="0"/>
          <a:chOff x="0" y="0"/>
          <a:chExt cx="0" cy="0"/>
        </a:xfrm>
      </p:grpSpPr>
      <p:sp>
        <p:nvSpPr>
          <p:cNvPr id="1622" name="Google Shape;1622;p371"/>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3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column">
  <p:cSld name="ONE_COLUMN_TEXT">
    <p:spTree>
      <p:nvGrpSpPr>
        <p:cNvPr id="1623" name="Shape 1623"/>
        <p:cNvGrpSpPr/>
        <p:nvPr/>
      </p:nvGrpSpPr>
      <p:grpSpPr>
        <a:xfrm>
          <a:off x="0" y="0"/>
          <a:ext cx="0" cy="0"/>
          <a:chOff x="0" y="0"/>
          <a:chExt cx="0" cy="0"/>
        </a:xfrm>
      </p:grpSpPr>
      <p:sp>
        <p:nvSpPr>
          <p:cNvPr id="1624" name="Google Shape;1624;p372"/>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
        <p:nvSpPr>
          <p:cNvPr id="1625" name="Google Shape;1625;p372"/>
          <p:cNvSpPr txBox="1"/>
          <p:nvPr>
            <p:ph idx="1" type="body"/>
          </p:nvPr>
        </p:nvSpPr>
        <p:spPr>
          <a:xfrm>
            <a:off x="457200" y="1524425"/>
            <a:ext cx="3204600" cy="3733500"/>
          </a:xfrm>
          <a:prstGeom prst="rect">
            <a:avLst/>
          </a:prstGeom>
        </p:spPr>
        <p:txBody>
          <a:bodyPr anchorCtr="0" anchor="t" bIns="0" lIns="0" spcFirstLastPara="1" rIns="0" wrap="square" tIns="0">
            <a:spAutoFit/>
          </a:bodyPr>
          <a:lstStyle>
            <a:lvl1pPr indent="-342900" lvl="0" marL="457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1pPr>
            <a:lvl2pPr indent="-342900" lvl="1" marL="914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2pPr>
            <a:lvl3pPr indent="-342900" lvl="2" marL="1371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3pPr>
            <a:lvl4pPr indent="-342900" lvl="3" marL="1828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4pPr>
            <a:lvl5pPr indent="-342900" lvl="4" marL="22860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5pPr>
            <a:lvl6pPr indent="-342900" lvl="5" marL="2743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6pPr>
            <a:lvl7pPr indent="-342900" lvl="6" marL="3200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7pPr>
            <a:lvl8pPr indent="-342900" lvl="7" marL="3657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8pPr>
            <a:lvl9pPr indent="-342900" lvl="8" marL="4114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307">
          <p15:clr>
            <a:srgbClr val="E46962"/>
          </p15:clr>
        </p15:guide>
      </p15:sldGuideLst>
    </p:ext>
  </p:extLst>
</p:sldLayout>
</file>

<file path=ppt/slideLayouts/slideLayout3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blipFill>
          <a:blip r:embed="rId2">
            <a:alphaModFix/>
          </a:blip>
          <a:stretch>
            <a:fillRect/>
          </a:stretch>
        </a:blipFill>
      </p:bgPr>
    </p:bg>
    <p:spTree>
      <p:nvGrpSpPr>
        <p:cNvPr id="1626" name="Shape 1626"/>
        <p:cNvGrpSpPr/>
        <p:nvPr/>
      </p:nvGrpSpPr>
      <p:grpSpPr>
        <a:xfrm>
          <a:off x="0" y="0"/>
          <a:ext cx="0" cy="0"/>
          <a:chOff x="0" y="0"/>
          <a:chExt cx="0" cy="0"/>
        </a:xfrm>
      </p:grpSpPr>
      <p:sp>
        <p:nvSpPr>
          <p:cNvPr id="1627" name="Google Shape;1627;p373"/>
          <p:cNvSpPr txBox="1"/>
          <p:nvPr>
            <p:ph type="title"/>
          </p:nvPr>
        </p:nvSpPr>
        <p:spPr>
          <a:xfrm>
            <a:off x="1378150" y="500167"/>
            <a:ext cx="6387600" cy="4706700"/>
          </a:xfrm>
          <a:prstGeom prst="rect">
            <a:avLst/>
          </a:prstGeom>
        </p:spPr>
        <p:txBody>
          <a:bodyPr anchorCtr="0" anchor="ctr" bIns="0" lIns="0" spcFirstLastPara="1" rIns="0" wrap="square" tIns="0">
            <a:spAutoFit/>
          </a:bodyPr>
          <a:lstStyle>
            <a:lvl1pPr lvl="0" algn="ctr">
              <a:spcBef>
                <a:spcPts val="0"/>
              </a:spcBef>
              <a:spcAft>
                <a:spcPts val="0"/>
              </a:spcAft>
              <a:buClr>
                <a:schemeClr val="lt1"/>
              </a:buClr>
              <a:buSzPts val="4800"/>
              <a:buNone/>
              <a:defRPr sz="4800">
                <a:solidFill>
                  <a:schemeClr val="lt1"/>
                </a:solidFill>
              </a:defRPr>
            </a:lvl1pPr>
            <a:lvl2pPr lvl="1" algn="ctr">
              <a:spcBef>
                <a:spcPts val="0"/>
              </a:spcBef>
              <a:spcAft>
                <a:spcPts val="0"/>
              </a:spcAft>
              <a:buClr>
                <a:schemeClr val="lt1"/>
              </a:buClr>
              <a:buSzPts val="4800"/>
              <a:buNone/>
              <a:defRPr sz="4800">
                <a:solidFill>
                  <a:schemeClr val="lt1"/>
                </a:solidFill>
              </a:defRPr>
            </a:lvl2pPr>
            <a:lvl3pPr lvl="2" algn="ctr">
              <a:spcBef>
                <a:spcPts val="0"/>
              </a:spcBef>
              <a:spcAft>
                <a:spcPts val="0"/>
              </a:spcAft>
              <a:buClr>
                <a:schemeClr val="lt1"/>
              </a:buClr>
              <a:buSzPts val="4800"/>
              <a:buNone/>
              <a:defRPr sz="4800">
                <a:solidFill>
                  <a:schemeClr val="lt1"/>
                </a:solidFill>
              </a:defRPr>
            </a:lvl3pPr>
            <a:lvl4pPr lvl="3" algn="ctr">
              <a:spcBef>
                <a:spcPts val="0"/>
              </a:spcBef>
              <a:spcAft>
                <a:spcPts val="0"/>
              </a:spcAft>
              <a:buClr>
                <a:schemeClr val="lt1"/>
              </a:buClr>
              <a:buSzPts val="4800"/>
              <a:buNone/>
              <a:defRPr sz="4800">
                <a:solidFill>
                  <a:schemeClr val="lt1"/>
                </a:solidFill>
              </a:defRPr>
            </a:lvl4pPr>
            <a:lvl5pPr lvl="4" algn="ctr">
              <a:spcBef>
                <a:spcPts val="0"/>
              </a:spcBef>
              <a:spcAft>
                <a:spcPts val="0"/>
              </a:spcAft>
              <a:buClr>
                <a:schemeClr val="lt1"/>
              </a:buClr>
              <a:buSzPts val="4800"/>
              <a:buNone/>
              <a:defRPr sz="4800">
                <a:solidFill>
                  <a:schemeClr val="lt1"/>
                </a:solidFill>
              </a:defRPr>
            </a:lvl5pPr>
            <a:lvl6pPr lvl="5" algn="ctr">
              <a:spcBef>
                <a:spcPts val="0"/>
              </a:spcBef>
              <a:spcAft>
                <a:spcPts val="0"/>
              </a:spcAft>
              <a:buClr>
                <a:schemeClr val="lt1"/>
              </a:buClr>
              <a:buSzPts val="4800"/>
              <a:buNone/>
              <a:defRPr sz="4800">
                <a:solidFill>
                  <a:schemeClr val="lt1"/>
                </a:solidFill>
              </a:defRPr>
            </a:lvl6pPr>
            <a:lvl7pPr lvl="6" algn="ctr">
              <a:spcBef>
                <a:spcPts val="0"/>
              </a:spcBef>
              <a:spcAft>
                <a:spcPts val="0"/>
              </a:spcAft>
              <a:buClr>
                <a:schemeClr val="lt1"/>
              </a:buClr>
              <a:buSzPts val="4800"/>
              <a:buNone/>
              <a:defRPr sz="4800">
                <a:solidFill>
                  <a:schemeClr val="lt1"/>
                </a:solidFill>
              </a:defRPr>
            </a:lvl7pPr>
            <a:lvl8pPr lvl="7" algn="ctr">
              <a:spcBef>
                <a:spcPts val="0"/>
              </a:spcBef>
              <a:spcAft>
                <a:spcPts val="0"/>
              </a:spcAft>
              <a:buClr>
                <a:schemeClr val="lt1"/>
              </a:buClr>
              <a:buSzPts val="4800"/>
              <a:buNone/>
              <a:defRPr sz="4800">
                <a:solidFill>
                  <a:schemeClr val="lt1"/>
                </a:solidFill>
              </a:defRPr>
            </a:lvl8pPr>
            <a:lvl9pPr lvl="8" algn="ctr">
              <a:spcBef>
                <a:spcPts val="0"/>
              </a:spcBef>
              <a:spcAft>
                <a:spcPts val="0"/>
              </a:spcAft>
              <a:buClr>
                <a:schemeClr val="lt1"/>
              </a:buClr>
              <a:buSzPts val="4800"/>
              <a:buNone/>
              <a:defRPr sz="4800">
                <a:solidFill>
                  <a:schemeClr val="lt1"/>
                </a:solidFill>
              </a:defRPr>
            </a:lvl9pPr>
          </a:lstStyle>
          <a:p/>
        </p:txBody>
      </p:sp>
    </p:spTree>
  </p:cSld>
  <p:clrMapOvr>
    <a:masterClrMapping/>
  </p:clrMapOvr>
</p:sldLayout>
</file>

<file path=ppt/slideLayouts/slideLayout3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Section message">
  <p:cSld name="SECTION_TITLE_AND_DESCRIPTION">
    <p:spTree>
      <p:nvGrpSpPr>
        <p:cNvPr id="1628" name="Shape 1628"/>
        <p:cNvGrpSpPr/>
        <p:nvPr/>
      </p:nvGrpSpPr>
      <p:grpSpPr>
        <a:xfrm>
          <a:off x="0" y="0"/>
          <a:ext cx="0" cy="0"/>
          <a:chOff x="0" y="0"/>
          <a:chExt cx="0" cy="0"/>
        </a:xfrm>
      </p:grpSpPr>
      <p:sp>
        <p:nvSpPr>
          <p:cNvPr id="1629" name="Google Shape;1629;p374"/>
          <p:cNvSpPr/>
          <p:nvPr/>
        </p:nvSpPr>
        <p:spPr>
          <a:xfrm>
            <a:off x="4572000" y="457200"/>
            <a:ext cx="4114800" cy="4800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374"/>
          <p:cNvSpPr txBox="1"/>
          <p:nvPr>
            <p:ph idx="1" type="body"/>
          </p:nvPr>
        </p:nvSpPr>
        <p:spPr>
          <a:xfrm>
            <a:off x="4572000" y="457200"/>
            <a:ext cx="4114800" cy="4800600"/>
          </a:xfrm>
          <a:prstGeom prst="rect">
            <a:avLst/>
          </a:prstGeom>
        </p:spPr>
        <p:txBody>
          <a:bodyPr anchorCtr="0" anchor="ctr" bIns="182875" lIns="182875" spcFirstLastPara="1" rIns="182875" wrap="square" tIns="182875">
            <a:spAutoFit/>
          </a:bodyPr>
          <a:lstStyle>
            <a:lvl1pPr indent="-317500" lvl="0" marL="457200">
              <a:spcBef>
                <a:spcPts val="0"/>
              </a:spcBef>
              <a:spcAft>
                <a:spcPts val="0"/>
              </a:spcAft>
              <a:buClr>
                <a:schemeClr val="accent1"/>
              </a:buClr>
              <a:buSzPts val="1400"/>
              <a:buChar char="●"/>
              <a:defRPr>
                <a:solidFill>
                  <a:schemeClr val="accent1"/>
                </a:solidFill>
              </a:defRPr>
            </a:lvl1pPr>
            <a:lvl2pPr indent="-317500" lvl="1" marL="914400">
              <a:spcBef>
                <a:spcPts val="0"/>
              </a:spcBef>
              <a:spcAft>
                <a:spcPts val="0"/>
              </a:spcAft>
              <a:buClr>
                <a:schemeClr val="accent1"/>
              </a:buClr>
              <a:buSzPts val="1400"/>
              <a:buChar char="○"/>
              <a:defRPr>
                <a:solidFill>
                  <a:schemeClr val="accent1"/>
                </a:solidFill>
              </a:defRPr>
            </a:lvl2pPr>
            <a:lvl3pPr indent="-317500" lvl="2" marL="1371600">
              <a:spcBef>
                <a:spcPts val="0"/>
              </a:spcBef>
              <a:spcAft>
                <a:spcPts val="0"/>
              </a:spcAft>
              <a:buClr>
                <a:schemeClr val="accent1"/>
              </a:buClr>
              <a:buSzPts val="1400"/>
              <a:buChar char="■"/>
              <a:defRPr>
                <a:solidFill>
                  <a:schemeClr val="accent1"/>
                </a:solidFill>
              </a:defRPr>
            </a:lvl3pPr>
            <a:lvl4pPr indent="-317500" lvl="3" marL="1828800">
              <a:spcBef>
                <a:spcPts val="0"/>
              </a:spcBef>
              <a:spcAft>
                <a:spcPts val="0"/>
              </a:spcAft>
              <a:buClr>
                <a:schemeClr val="accent1"/>
              </a:buClr>
              <a:buSzPts val="1400"/>
              <a:buChar char="●"/>
              <a:defRPr>
                <a:solidFill>
                  <a:schemeClr val="accent1"/>
                </a:solidFill>
              </a:defRPr>
            </a:lvl4pPr>
            <a:lvl5pPr indent="-317500" lvl="4" marL="2286000">
              <a:spcBef>
                <a:spcPts val="0"/>
              </a:spcBef>
              <a:spcAft>
                <a:spcPts val="0"/>
              </a:spcAft>
              <a:buClr>
                <a:schemeClr val="accent1"/>
              </a:buClr>
              <a:buSzPts val="1400"/>
              <a:buChar char="○"/>
              <a:defRPr>
                <a:solidFill>
                  <a:schemeClr val="accent1"/>
                </a:solidFill>
              </a:defRPr>
            </a:lvl5pPr>
            <a:lvl6pPr indent="-317500" lvl="5" marL="2743200">
              <a:spcBef>
                <a:spcPts val="0"/>
              </a:spcBef>
              <a:spcAft>
                <a:spcPts val="0"/>
              </a:spcAft>
              <a:buClr>
                <a:schemeClr val="accent1"/>
              </a:buClr>
              <a:buSzPts val="1400"/>
              <a:buChar char="■"/>
              <a:defRPr>
                <a:solidFill>
                  <a:schemeClr val="accent1"/>
                </a:solidFill>
              </a:defRPr>
            </a:lvl6pPr>
            <a:lvl7pPr indent="-317500" lvl="6" marL="3200400">
              <a:spcBef>
                <a:spcPts val="0"/>
              </a:spcBef>
              <a:spcAft>
                <a:spcPts val="0"/>
              </a:spcAft>
              <a:buClr>
                <a:schemeClr val="accent1"/>
              </a:buClr>
              <a:buSzPts val="1400"/>
              <a:buChar char="●"/>
              <a:defRPr>
                <a:solidFill>
                  <a:schemeClr val="accent1"/>
                </a:solidFill>
              </a:defRPr>
            </a:lvl7pPr>
            <a:lvl8pPr indent="-317500" lvl="7" marL="3657600">
              <a:spcBef>
                <a:spcPts val="0"/>
              </a:spcBef>
              <a:spcAft>
                <a:spcPts val="0"/>
              </a:spcAft>
              <a:buClr>
                <a:schemeClr val="accent1"/>
              </a:buClr>
              <a:buSzPts val="1400"/>
              <a:buChar char="○"/>
              <a:defRPr>
                <a:solidFill>
                  <a:schemeClr val="accent1"/>
                </a:solidFill>
              </a:defRPr>
            </a:lvl8pPr>
            <a:lvl9pPr indent="-317500" lvl="8" marL="4114800">
              <a:spcBef>
                <a:spcPts val="0"/>
              </a:spcBef>
              <a:spcAft>
                <a:spcPts val="0"/>
              </a:spcAft>
              <a:buClr>
                <a:schemeClr val="accent1"/>
              </a:buClr>
              <a:buSzPts val="1400"/>
              <a:buChar char="■"/>
              <a:defRPr>
                <a:solidFill>
                  <a:schemeClr val="accent1"/>
                </a:solidFill>
              </a:defRPr>
            </a:lvl9pPr>
          </a:lstStyle>
          <a:p/>
        </p:txBody>
      </p:sp>
      <p:sp>
        <p:nvSpPr>
          <p:cNvPr id="1631" name="Google Shape;1631;p374"/>
          <p:cNvSpPr txBox="1"/>
          <p:nvPr>
            <p:ph type="title"/>
          </p:nvPr>
        </p:nvSpPr>
        <p:spPr>
          <a:xfrm>
            <a:off x="457200" y="457200"/>
            <a:ext cx="3656700" cy="2568000"/>
          </a:xfrm>
          <a:prstGeom prst="rect">
            <a:avLst/>
          </a:prstGeom>
          <a:noFill/>
          <a:ln>
            <a:noFill/>
          </a:ln>
        </p:spPr>
        <p:txBody>
          <a:bodyPr anchorCtr="0" anchor="t" bIns="0" lIns="0" spcFirstLastPara="1" rIns="0" wrap="square" tIns="0">
            <a:noAutofit/>
          </a:bodyPr>
          <a:lstStyle>
            <a:lvl1pPr lvl="0">
              <a:lnSpc>
                <a:spcPct val="100000"/>
              </a:lnSpc>
              <a:spcBef>
                <a:spcPts val="0"/>
              </a:spcBef>
              <a:spcAft>
                <a:spcPts val="0"/>
              </a:spcAft>
              <a:buSzPts val="4400"/>
              <a:buNone/>
              <a:defRPr sz="4400"/>
            </a:lvl1pPr>
            <a:lvl2pPr lvl="1">
              <a:lnSpc>
                <a:spcPct val="100000"/>
              </a:lnSpc>
              <a:spcBef>
                <a:spcPts val="0"/>
              </a:spcBef>
              <a:spcAft>
                <a:spcPts val="0"/>
              </a:spcAft>
              <a:buSzPts val="4400"/>
              <a:buNone/>
              <a:defRPr sz="4400"/>
            </a:lvl2pPr>
            <a:lvl3pPr lvl="2">
              <a:lnSpc>
                <a:spcPct val="100000"/>
              </a:lnSpc>
              <a:spcBef>
                <a:spcPts val="0"/>
              </a:spcBef>
              <a:spcAft>
                <a:spcPts val="0"/>
              </a:spcAft>
              <a:buSzPts val="4400"/>
              <a:buNone/>
              <a:defRPr sz="4400"/>
            </a:lvl3pPr>
            <a:lvl4pPr lvl="3">
              <a:lnSpc>
                <a:spcPct val="100000"/>
              </a:lnSpc>
              <a:spcBef>
                <a:spcPts val="0"/>
              </a:spcBef>
              <a:spcAft>
                <a:spcPts val="0"/>
              </a:spcAft>
              <a:buSzPts val="4400"/>
              <a:buNone/>
              <a:defRPr sz="4400"/>
            </a:lvl4pPr>
            <a:lvl5pPr lvl="4">
              <a:lnSpc>
                <a:spcPct val="100000"/>
              </a:lnSpc>
              <a:spcBef>
                <a:spcPts val="0"/>
              </a:spcBef>
              <a:spcAft>
                <a:spcPts val="0"/>
              </a:spcAft>
              <a:buSzPts val="4400"/>
              <a:buNone/>
              <a:defRPr sz="4400"/>
            </a:lvl5pPr>
            <a:lvl6pPr lvl="5">
              <a:lnSpc>
                <a:spcPct val="100000"/>
              </a:lnSpc>
              <a:spcBef>
                <a:spcPts val="0"/>
              </a:spcBef>
              <a:spcAft>
                <a:spcPts val="0"/>
              </a:spcAft>
              <a:buSzPts val="4400"/>
              <a:buNone/>
              <a:defRPr sz="4400"/>
            </a:lvl6pPr>
            <a:lvl7pPr lvl="6">
              <a:lnSpc>
                <a:spcPct val="100000"/>
              </a:lnSpc>
              <a:spcBef>
                <a:spcPts val="0"/>
              </a:spcBef>
              <a:spcAft>
                <a:spcPts val="0"/>
              </a:spcAft>
              <a:buSzPts val="4400"/>
              <a:buNone/>
              <a:defRPr sz="4400"/>
            </a:lvl7pPr>
            <a:lvl8pPr lvl="7">
              <a:lnSpc>
                <a:spcPct val="100000"/>
              </a:lnSpc>
              <a:spcBef>
                <a:spcPts val="0"/>
              </a:spcBef>
              <a:spcAft>
                <a:spcPts val="0"/>
              </a:spcAft>
              <a:buSzPts val="4400"/>
              <a:buNone/>
              <a:defRPr sz="4400"/>
            </a:lvl8pPr>
            <a:lvl9pPr lvl="8">
              <a:lnSpc>
                <a:spcPct val="100000"/>
              </a:lnSpc>
              <a:spcBef>
                <a:spcPts val="0"/>
              </a:spcBef>
              <a:spcAft>
                <a:spcPts val="0"/>
              </a:spcAft>
              <a:buSzPts val="4400"/>
              <a:buNone/>
              <a:defRPr sz="4400"/>
            </a:lvl9pPr>
          </a:lstStyle>
          <a:p/>
        </p:txBody>
      </p:sp>
      <p:sp>
        <p:nvSpPr>
          <p:cNvPr id="1632" name="Google Shape;1632;p374"/>
          <p:cNvSpPr txBox="1"/>
          <p:nvPr>
            <p:ph idx="2" type="subTitle"/>
          </p:nvPr>
        </p:nvSpPr>
        <p:spPr>
          <a:xfrm>
            <a:off x="457200" y="3025250"/>
            <a:ext cx="3656700" cy="2232600"/>
          </a:xfrm>
          <a:prstGeom prst="rect">
            <a:avLst/>
          </a:prstGeom>
        </p:spPr>
        <p:txBody>
          <a:bodyPr anchorCtr="0" anchor="t" bIns="0" lIns="0" spcFirstLastPara="1" rIns="0" wrap="square" tIns="0">
            <a:noAutofit/>
          </a:bodyPr>
          <a:lstStyle>
            <a:lvl1pPr indent="0" lvl="0"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Tree>
  </p:cSld>
  <p:clrMapOvr>
    <a:masterClrMapping/>
  </p:clrMapOvr>
  <p:extLst>
    <p:ext uri="{DCECCB84-F9BA-43D5-87BE-67443E8EF086}">
      <p15:sldGuideLst>
        <p15:guide id="1" orient="horz" pos="1906">
          <p15:clr>
            <a:srgbClr val="E46962"/>
          </p15:clr>
        </p15:guide>
      </p15:sldGuideLst>
    </p:ext>
  </p:extLst>
</p:sldLayout>
</file>

<file path=ppt/slideLayouts/slideLayout3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33" name="Shape 1633"/>
        <p:cNvGrpSpPr/>
        <p:nvPr/>
      </p:nvGrpSpPr>
      <p:grpSpPr>
        <a:xfrm>
          <a:off x="0" y="0"/>
          <a:ext cx="0" cy="0"/>
          <a:chOff x="0" y="0"/>
          <a:chExt cx="0" cy="0"/>
        </a:xfrm>
      </p:grpSpPr>
    </p:spTree>
  </p:cSld>
  <p:clrMapOvr>
    <a:masterClrMapping/>
  </p:clrMapOvr>
</p:sldLayout>
</file>

<file path=ppt/slideLayouts/slideLayout3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dark)">
  <p:cSld name="TITLE_AND_BODY_1">
    <p:bg>
      <p:bgPr>
        <a:solidFill>
          <a:schemeClr val="dk1"/>
        </a:solidFill>
      </p:bgPr>
    </p:bg>
    <p:spTree>
      <p:nvGrpSpPr>
        <p:cNvPr id="1634" name="Shape 1634"/>
        <p:cNvGrpSpPr/>
        <p:nvPr/>
      </p:nvGrpSpPr>
      <p:grpSpPr>
        <a:xfrm>
          <a:off x="0" y="0"/>
          <a:ext cx="0" cy="0"/>
          <a:chOff x="0" y="0"/>
          <a:chExt cx="0" cy="0"/>
        </a:xfrm>
      </p:grpSpPr>
    </p:spTree>
  </p:cSld>
  <p:clrMapOvr>
    <a:masterClrMapping/>
  </p:clrMapOvr>
</p:sldLayout>
</file>

<file path=ppt/slideLayouts/slideLayout3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Body">
  <p:cSld name="Title + Body 1">
    <p:spTree>
      <p:nvGrpSpPr>
        <p:cNvPr id="1635" name="Shape 1635"/>
        <p:cNvGrpSpPr/>
        <p:nvPr/>
      </p:nvGrpSpPr>
      <p:grpSpPr>
        <a:xfrm>
          <a:off x="0" y="0"/>
          <a:ext cx="0" cy="0"/>
          <a:chOff x="0" y="0"/>
          <a:chExt cx="0" cy="0"/>
        </a:xfrm>
      </p:grpSpPr>
      <p:sp>
        <p:nvSpPr>
          <p:cNvPr id="1636" name="Google Shape;1636;p377"/>
          <p:cNvSpPr txBox="1"/>
          <p:nvPr>
            <p:ph type="title"/>
          </p:nvPr>
        </p:nvSpPr>
        <p:spPr>
          <a:xfrm>
            <a:off x="457200" y="1694917"/>
            <a:ext cx="41148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1637" name="Google Shape;1637;p377"/>
          <p:cNvSpPr txBox="1"/>
          <p:nvPr>
            <p:ph idx="1" type="subTitle"/>
          </p:nvPr>
        </p:nvSpPr>
        <p:spPr>
          <a:xfrm>
            <a:off x="457200" y="457175"/>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638" name="Google Shape;1638;p377"/>
          <p:cNvSpPr txBox="1"/>
          <p:nvPr>
            <p:ph idx="2" type="body"/>
          </p:nvPr>
        </p:nvSpPr>
        <p:spPr>
          <a:xfrm>
            <a:off x="457200" y="2139575"/>
            <a:ext cx="41148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1639" name="Google Shape;1639;p377"/>
          <p:cNvSpPr txBox="1"/>
          <p:nvPr>
            <p:ph idx="3" type="title"/>
          </p:nvPr>
        </p:nvSpPr>
        <p:spPr>
          <a:xfrm>
            <a:off x="457200" y="891285"/>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3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2 columns">
  <p:cSld name="Body 2 Columns ">
    <p:spTree>
      <p:nvGrpSpPr>
        <p:cNvPr id="1640" name="Shape 1640"/>
        <p:cNvGrpSpPr/>
        <p:nvPr/>
      </p:nvGrpSpPr>
      <p:grpSpPr>
        <a:xfrm>
          <a:off x="0" y="0"/>
          <a:ext cx="0" cy="0"/>
          <a:chOff x="0" y="0"/>
          <a:chExt cx="0" cy="0"/>
        </a:xfrm>
      </p:grpSpPr>
      <p:sp>
        <p:nvSpPr>
          <p:cNvPr id="1641" name="Google Shape;1641;p378"/>
          <p:cNvSpPr txBox="1"/>
          <p:nvPr>
            <p:ph type="title"/>
          </p:nvPr>
        </p:nvSpPr>
        <p:spPr>
          <a:xfrm>
            <a:off x="457200" y="1694917"/>
            <a:ext cx="41148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1642" name="Google Shape;1642;p378"/>
          <p:cNvSpPr txBox="1"/>
          <p:nvPr>
            <p:ph idx="1" type="body"/>
          </p:nvPr>
        </p:nvSpPr>
        <p:spPr>
          <a:xfrm>
            <a:off x="457200" y="2139575"/>
            <a:ext cx="41148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1643" name="Google Shape;1643;p378"/>
          <p:cNvSpPr txBox="1"/>
          <p:nvPr>
            <p:ph idx="2" type="body"/>
          </p:nvPr>
        </p:nvSpPr>
        <p:spPr>
          <a:xfrm>
            <a:off x="4572000" y="2139575"/>
            <a:ext cx="41148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1644" name="Google Shape;1644;p378"/>
          <p:cNvSpPr txBox="1"/>
          <p:nvPr>
            <p:ph idx="3" type="subTitle"/>
          </p:nvPr>
        </p:nvSpPr>
        <p:spPr>
          <a:xfrm>
            <a:off x="457200" y="457175"/>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645" name="Google Shape;1645;p378"/>
          <p:cNvSpPr txBox="1"/>
          <p:nvPr>
            <p:ph idx="4" type="title"/>
          </p:nvPr>
        </p:nvSpPr>
        <p:spPr>
          <a:xfrm>
            <a:off x="457200" y="891285"/>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3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Section Cover">
    <p:bg>
      <p:bgPr>
        <a:blipFill>
          <a:blip r:embed="rId2">
            <a:alphaModFix/>
          </a:blip>
          <a:stretch>
            <a:fillRect/>
          </a:stretch>
        </a:blipFill>
      </p:bgPr>
    </p:bg>
    <p:spTree>
      <p:nvGrpSpPr>
        <p:cNvPr id="1646" name="Shape 1646"/>
        <p:cNvGrpSpPr/>
        <p:nvPr/>
      </p:nvGrpSpPr>
      <p:grpSpPr>
        <a:xfrm>
          <a:off x="0" y="0"/>
          <a:ext cx="0" cy="0"/>
          <a:chOff x="0" y="0"/>
          <a:chExt cx="0" cy="0"/>
        </a:xfrm>
      </p:grpSpPr>
      <p:sp>
        <p:nvSpPr>
          <p:cNvPr id="1647" name="Google Shape;1647;p379"/>
          <p:cNvSpPr txBox="1"/>
          <p:nvPr>
            <p:ph type="title"/>
          </p:nvPr>
        </p:nvSpPr>
        <p:spPr>
          <a:xfrm>
            <a:off x="457200" y="891300"/>
            <a:ext cx="5010300" cy="17349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4800">
                <a:solidFill>
                  <a:schemeClr val="lt1"/>
                </a:solidFill>
              </a:defRPr>
            </a:lvl1pPr>
            <a:lvl2pPr lvl="1">
              <a:lnSpc>
                <a:spcPct val="100000"/>
              </a:lnSpc>
              <a:spcBef>
                <a:spcPts val="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
        <p:nvSpPr>
          <p:cNvPr id="1648" name="Google Shape;1648;p379"/>
          <p:cNvSpPr txBox="1"/>
          <p:nvPr>
            <p:ph idx="1" type="subTitle"/>
          </p:nvPr>
        </p:nvSpPr>
        <p:spPr>
          <a:xfrm>
            <a:off x="457200" y="457200"/>
            <a:ext cx="5010300" cy="434100"/>
          </a:xfrm>
          <a:prstGeom prst="rect">
            <a:avLst/>
          </a:prstGeom>
        </p:spPr>
        <p:txBody>
          <a:bodyPr anchorCtr="0" anchor="ctr" bIns="0" lIns="0" spcFirstLastPara="1" rIns="0" wrap="square" tIns="0">
            <a:noAutofit/>
          </a:bodyPr>
          <a:lstStyle>
            <a:lvl1pPr indent="0" lvl="0" marL="0" marR="0" algn="l">
              <a:lnSpc>
                <a:spcPct val="115000"/>
              </a:lnSpc>
              <a:spcBef>
                <a:spcPts val="0"/>
              </a:spcBef>
              <a:spcAft>
                <a:spcPts val="0"/>
              </a:spcAft>
              <a:buNone/>
              <a:defRPr sz="2000">
                <a:solidFill>
                  <a:schemeClr val="lt1"/>
                </a:solidFill>
              </a:defRPr>
            </a:lvl1pPr>
            <a:lvl2pPr indent="0" lvl="1" marL="0" marR="0" algn="l">
              <a:lnSpc>
                <a:spcPct val="115000"/>
              </a:lnSpc>
              <a:spcBef>
                <a:spcPts val="0"/>
              </a:spcBef>
              <a:spcAft>
                <a:spcPts val="0"/>
              </a:spcAft>
              <a:buNone/>
              <a:defRPr sz="2000">
                <a:solidFill>
                  <a:schemeClr val="lt1"/>
                </a:solidFill>
              </a:defRPr>
            </a:lvl2pPr>
            <a:lvl3pPr indent="0" lvl="2" marL="0" marR="0" algn="l">
              <a:lnSpc>
                <a:spcPct val="115000"/>
              </a:lnSpc>
              <a:spcBef>
                <a:spcPts val="0"/>
              </a:spcBef>
              <a:spcAft>
                <a:spcPts val="0"/>
              </a:spcAft>
              <a:buNone/>
              <a:defRPr sz="2000">
                <a:solidFill>
                  <a:schemeClr val="lt1"/>
                </a:solidFill>
              </a:defRPr>
            </a:lvl3pPr>
            <a:lvl4pPr indent="0" lvl="3" marL="0" marR="0" algn="l">
              <a:lnSpc>
                <a:spcPct val="115000"/>
              </a:lnSpc>
              <a:spcBef>
                <a:spcPts val="0"/>
              </a:spcBef>
              <a:spcAft>
                <a:spcPts val="0"/>
              </a:spcAft>
              <a:buNone/>
              <a:defRPr sz="2000">
                <a:solidFill>
                  <a:schemeClr val="lt1"/>
                </a:solidFill>
              </a:defRPr>
            </a:lvl4pPr>
            <a:lvl5pPr indent="0" lvl="4" marL="0" marR="0" algn="l">
              <a:lnSpc>
                <a:spcPct val="115000"/>
              </a:lnSpc>
              <a:spcBef>
                <a:spcPts val="0"/>
              </a:spcBef>
              <a:spcAft>
                <a:spcPts val="0"/>
              </a:spcAft>
              <a:buNone/>
              <a:defRPr sz="2000">
                <a:solidFill>
                  <a:schemeClr val="lt1"/>
                </a:solidFill>
              </a:defRPr>
            </a:lvl5pPr>
            <a:lvl6pPr indent="0" lvl="5" marL="0" marR="0" algn="l">
              <a:lnSpc>
                <a:spcPct val="115000"/>
              </a:lnSpc>
              <a:spcBef>
                <a:spcPts val="0"/>
              </a:spcBef>
              <a:spcAft>
                <a:spcPts val="0"/>
              </a:spcAft>
              <a:buNone/>
              <a:defRPr sz="2000">
                <a:solidFill>
                  <a:schemeClr val="lt1"/>
                </a:solidFill>
              </a:defRPr>
            </a:lvl6pPr>
            <a:lvl7pPr indent="0" lvl="6" marL="0" marR="0" algn="l">
              <a:lnSpc>
                <a:spcPct val="115000"/>
              </a:lnSpc>
              <a:spcBef>
                <a:spcPts val="0"/>
              </a:spcBef>
              <a:spcAft>
                <a:spcPts val="0"/>
              </a:spcAft>
              <a:buNone/>
              <a:defRPr sz="2000">
                <a:solidFill>
                  <a:schemeClr val="lt1"/>
                </a:solidFill>
              </a:defRPr>
            </a:lvl7pPr>
            <a:lvl8pPr indent="0" lvl="7" marL="0" marR="0" algn="l">
              <a:lnSpc>
                <a:spcPct val="115000"/>
              </a:lnSpc>
              <a:spcBef>
                <a:spcPts val="0"/>
              </a:spcBef>
              <a:spcAft>
                <a:spcPts val="0"/>
              </a:spcAft>
              <a:buNone/>
              <a:defRPr sz="2000">
                <a:solidFill>
                  <a:schemeClr val="lt1"/>
                </a:solidFill>
              </a:defRPr>
            </a:lvl8pPr>
            <a:lvl9pPr indent="0" lvl="8" marL="0" marR="0" algn="l">
              <a:lnSpc>
                <a:spcPct val="115000"/>
              </a:lnSpc>
              <a:spcBef>
                <a:spcPts val="0"/>
              </a:spcBef>
              <a:spcAft>
                <a:spcPts val="0"/>
              </a:spcAft>
              <a:buNone/>
              <a:defRPr sz="2000">
                <a:solidFill>
                  <a:schemeClr val="lt1"/>
                </a:solidFill>
              </a:defRPr>
            </a:lvl9pPr>
          </a:lstStyle>
          <a:p/>
        </p:txBody>
      </p:sp>
    </p:spTree>
  </p:cSld>
  <p:clrMapOvr>
    <a:masterClrMapping/>
  </p:clrMapOvr>
</p:sldLayout>
</file>

<file path=ppt/slideLayouts/slideLayout3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p:cSld name="Title + Subtitle">
    <p:spTree>
      <p:nvGrpSpPr>
        <p:cNvPr id="1649" name="Shape 1649"/>
        <p:cNvGrpSpPr/>
        <p:nvPr/>
      </p:nvGrpSpPr>
      <p:grpSpPr>
        <a:xfrm>
          <a:off x="0" y="0"/>
          <a:ext cx="0" cy="0"/>
          <a:chOff x="0" y="0"/>
          <a:chExt cx="0" cy="0"/>
        </a:xfrm>
      </p:grpSpPr>
      <p:sp>
        <p:nvSpPr>
          <p:cNvPr id="1650" name="Google Shape;1650;p380"/>
          <p:cNvSpPr txBox="1"/>
          <p:nvPr>
            <p:ph idx="1" type="subTitle"/>
          </p:nvPr>
        </p:nvSpPr>
        <p:spPr>
          <a:xfrm>
            <a:off x="457200" y="457175"/>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651" name="Google Shape;1651;p380"/>
          <p:cNvSpPr txBox="1"/>
          <p:nvPr>
            <p:ph type="title"/>
          </p:nvPr>
        </p:nvSpPr>
        <p:spPr>
          <a:xfrm>
            <a:off x="457200" y="891285"/>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3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Left">
  <p:cSld name="Text + Image 1">
    <p:spTree>
      <p:nvGrpSpPr>
        <p:cNvPr id="1652" name="Shape 1652"/>
        <p:cNvGrpSpPr/>
        <p:nvPr/>
      </p:nvGrpSpPr>
      <p:grpSpPr>
        <a:xfrm>
          <a:off x="0" y="0"/>
          <a:ext cx="0" cy="0"/>
          <a:chOff x="0" y="0"/>
          <a:chExt cx="0" cy="0"/>
        </a:xfrm>
      </p:grpSpPr>
      <p:sp>
        <p:nvSpPr>
          <p:cNvPr id="1653" name="Google Shape;1653;p381"/>
          <p:cNvSpPr/>
          <p:nvPr>
            <p:ph idx="2" type="pic"/>
          </p:nvPr>
        </p:nvSpPr>
        <p:spPr>
          <a:xfrm>
            <a:off x="76200" y="91667"/>
            <a:ext cx="4495800" cy="5531700"/>
          </a:xfrm>
          <a:prstGeom prst="roundRect">
            <a:avLst>
              <a:gd fmla="val 16667" name="adj"/>
            </a:avLst>
          </a:prstGeom>
          <a:noFill/>
          <a:ln>
            <a:noFill/>
          </a:ln>
        </p:spPr>
      </p:sp>
      <p:sp>
        <p:nvSpPr>
          <p:cNvPr id="1654" name="Google Shape;1654;p381"/>
          <p:cNvSpPr txBox="1"/>
          <p:nvPr>
            <p:ph idx="1" type="body"/>
          </p:nvPr>
        </p:nvSpPr>
        <p:spPr>
          <a:xfrm>
            <a:off x="5025300" y="2190008"/>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1655" name="Google Shape;1655;p381"/>
          <p:cNvSpPr txBox="1"/>
          <p:nvPr>
            <p:ph idx="3" type="subTitle"/>
          </p:nvPr>
        </p:nvSpPr>
        <p:spPr>
          <a:xfrm>
            <a:off x="5025300" y="457175"/>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656" name="Google Shape;1656;p381"/>
          <p:cNvSpPr txBox="1"/>
          <p:nvPr>
            <p:ph type="title"/>
          </p:nvPr>
        </p:nvSpPr>
        <p:spPr>
          <a:xfrm>
            <a:off x="5025300" y="891281"/>
            <a:ext cx="3661500" cy="63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3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Right">
  <p:cSld name="Text + Image">
    <p:spTree>
      <p:nvGrpSpPr>
        <p:cNvPr id="1657" name="Shape 1657"/>
        <p:cNvGrpSpPr/>
        <p:nvPr/>
      </p:nvGrpSpPr>
      <p:grpSpPr>
        <a:xfrm>
          <a:off x="0" y="0"/>
          <a:ext cx="0" cy="0"/>
          <a:chOff x="0" y="0"/>
          <a:chExt cx="0" cy="0"/>
        </a:xfrm>
      </p:grpSpPr>
      <p:sp>
        <p:nvSpPr>
          <p:cNvPr id="1658" name="Google Shape;1658;p382"/>
          <p:cNvSpPr/>
          <p:nvPr>
            <p:ph idx="2" type="pic"/>
          </p:nvPr>
        </p:nvSpPr>
        <p:spPr>
          <a:xfrm>
            <a:off x="4572000" y="91667"/>
            <a:ext cx="4495800" cy="5531700"/>
          </a:xfrm>
          <a:prstGeom prst="roundRect">
            <a:avLst>
              <a:gd fmla="val 16667" name="adj"/>
            </a:avLst>
          </a:prstGeom>
          <a:noFill/>
          <a:ln>
            <a:noFill/>
          </a:ln>
        </p:spPr>
      </p:sp>
      <p:sp>
        <p:nvSpPr>
          <p:cNvPr id="1659" name="Google Shape;1659;p382"/>
          <p:cNvSpPr txBox="1"/>
          <p:nvPr>
            <p:ph idx="1" type="body"/>
          </p:nvPr>
        </p:nvSpPr>
        <p:spPr>
          <a:xfrm>
            <a:off x="457200" y="2190008"/>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1660" name="Google Shape;1660;p382"/>
          <p:cNvSpPr txBox="1"/>
          <p:nvPr>
            <p:ph idx="3" type="subTitle"/>
          </p:nvPr>
        </p:nvSpPr>
        <p:spPr>
          <a:xfrm>
            <a:off x="457200" y="457175"/>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661" name="Google Shape;1661;p382"/>
          <p:cNvSpPr txBox="1"/>
          <p:nvPr>
            <p:ph type="title"/>
          </p:nvPr>
        </p:nvSpPr>
        <p:spPr>
          <a:xfrm>
            <a:off x="457200" y="891281"/>
            <a:ext cx="3661500" cy="63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3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Body: 1 column">
  <p:cSld name="Title + Body">
    <p:spTree>
      <p:nvGrpSpPr>
        <p:cNvPr id="1662" name="Shape 1662"/>
        <p:cNvGrpSpPr/>
        <p:nvPr/>
      </p:nvGrpSpPr>
      <p:grpSpPr>
        <a:xfrm>
          <a:off x="0" y="0"/>
          <a:ext cx="0" cy="0"/>
          <a:chOff x="0" y="0"/>
          <a:chExt cx="0" cy="0"/>
        </a:xfrm>
      </p:grpSpPr>
      <p:sp>
        <p:nvSpPr>
          <p:cNvPr id="1663" name="Google Shape;1663;p383"/>
          <p:cNvSpPr txBox="1"/>
          <p:nvPr>
            <p:ph idx="1" type="body"/>
          </p:nvPr>
        </p:nvSpPr>
        <p:spPr>
          <a:xfrm>
            <a:off x="457200" y="2190008"/>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1664" name="Google Shape;1664;p383"/>
          <p:cNvSpPr txBox="1"/>
          <p:nvPr>
            <p:ph idx="2" type="subTitle"/>
          </p:nvPr>
        </p:nvSpPr>
        <p:spPr>
          <a:xfrm>
            <a:off x="457200" y="457175"/>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665" name="Google Shape;1665;p383"/>
          <p:cNvSpPr txBox="1"/>
          <p:nvPr>
            <p:ph type="title"/>
          </p:nvPr>
        </p:nvSpPr>
        <p:spPr>
          <a:xfrm>
            <a:off x="457200" y="891281"/>
            <a:ext cx="3661500" cy="63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3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idea with notes">
  <p:cSld name="Slido">
    <p:spTree>
      <p:nvGrpSpPr>
        <p:cNvPr id="1666" name="Shape 1666"/>
        <p:cNvGrpSpPr/>
        <p:nvPr/>
      </p:nvGrpSpPr>
      <p:grpSpPr>
        <a:xfrm>
          <a:off x="0" y="0"/>
          <a:ext cx="0" cy="0"/>
          <a:chOff x="0" y="0"/>
          <a:chExt cx="0" cy="0"/>
        </a:xfrm>
      </p:grpSpPr>
      <p:sp>
        <p:nvSpPr>
          <p:cNvPr id="1667" name="Google Shape;1667;p384"/>
          <p:cNvSpPr txBox="1"/>
          <p:nvPr>
            <p:ph type="title"/>
          </p:nvPr>
        </p:nvSpPr>
        <p:spPr>
          <a:xfrm>
            <a:off x="5030100" y="457200"/>
            <a:ext cx="3656700" cy="2517300"/>
          </a:xfrm>
          <a:prstGeom prst="rect">
            <a:avLst/>
          </a:prstGeom>
          <a:noFill/>
          <a:ln>
            <a:noFill/>
          </a:ln>
        </p:spPr>
        <p:txBody>
          <a:bodyPr anchorCtr="0" anchor="t" bIns="0" lIns="0" spcFirstLastPara="1" rIns="0" wrap="square" tIns="0">
            <a:noAutofit/>
          </a:bodyPr>
          <a:lstStyle>
            <a:lvl1pPr lvl="0">
              <a:lnSpc>
                <a:spcPct val="100000"/>
              </a:lnSpc>
              <a:spcBef>
                <a:spcPts val="0"/>
              </a:spcBef>
              <a:spcAft>
                <a:spcPts val="0"/>
              </a:spcAft>
              <a:buSzPts val="4400"/>
              <a:buNone/>
              <a:defRPr sz="4400"/>
            </a:lvl1pPr>
            <a:lvl2pPr lvl="1">
              <a:lnSpc>
                <a:spcPct val="100000"/>
              </a:lnSpc>
              <a:spcBef>
                <a:spcPts val="0"/>
              </a:spcBef>
              <a:spcAft>
                <a:spcPts val="0"/>
              </a:spcAft>
              <a:buSzPts val="4400"/>
              <a:buNone/>
              <a:defRPr sz="4400"/>
            </a:lvl2pPr>
            <a:lvl3pPr lvl="2">
              <a:lnSpc>
                <a:spcPct val="100000"/>
              </a:lnSpc>
              <a:spcBef>
                <a:spcPts val="0"/>
              </a:spcBef>
              <a:spcAft>
                <a:spcPts val="0"/>
              </a:spcAft>
              <a:buSzPts val="4400"/>
              <a:buNone/>
              <a:defRPr sz="4400"/>
            </a:lvl3pPr>
            <a:lvl4pPr lvl="3">
              <a:lnSpc>
                <a:spcPct val="100000"/>
              </a:lnSpc>
              <a:spcBef>
                <a:spcPts val="0"/>
              </a:spcBef>
              <a:spcAft>
                <a:spcPts val="0"/>
              </a:spcAft>
              <a:buSzPts val="4400"/>
              <a:buNone/>
              <a:defRPr sz="4400"/>
            </a:lvl4pPr>
            <a:lvl5pPr lvl="4">
              <a:lnSpc>
                <a:spcPct val="100000"/>
              </a:lnSpc>
              <a:spcBef>
                <a:spcPts val="0"/>
              </a:spcBef>
              <a:spcAft>
                <a:spcPts val="0"/>
              </a:spcAft>
              <a:buSzPts val="4400"/>
              <a:buNone/>
              <a:defRPr sz="4400"/>
            </a:lvl5pPr>
            <a:lvl6pPr lvl="5">
              <a:lnSpc>
                <a:spcPct val="100000"/>
              </a:lnSpc>
              <a:spcBef>
                <a:spcPts val="0"/>
              </a:spcBef>
              <a:spcAft>
                <a:spcPts val="0"/>
              </a:spcAft>
              <a:buSzPts val="4400"/>
              <a:buNone/>
              <a:defRPr sz="4400"/>
            </a:lvl6pPr>
            <a:lvl7pPr lvl="6">
              <a:lnSpc>
                <a:spcPct val="100000"/>
              </a:lnSpc>
              <a:spcBef>
                <a:spcPts val="0"/>
              </a:spcBef>
              <a:spcAft>
                <a:spcPts val="0"/>
              </a:spcAft>
              <a:buSzPts val="4400"/>
              <a:buNone/>
              <a:defRPr sz="4400"/>
            </a:lvl7pPr>
            <a:lvl8pPr lvl="7">
              <a:lnSpc>
                <a:spcPct val="100000"/>
              </a:lnSpc>
              <a:spcBef>
                <a:spcPts val="0"/>
              </a:spcBef>
              <a:spcAft>
                <a:spcPts val="0"/>
              </a:spcAft>
              <a:buSzPts val="4400"/>
              <a:buNone/>
              <a:defRPr sz="4400"/>
            </a:lvl8pPr>
            <a:lvl9pPr lvl="8">
              <a:lnSpc>
                <a:spcPct val="100000"/>
              </a:lnSpc>
              <a:spcBef>
                <a:spcPts val="0"/>
              </a:spcBef>
              <a:spcAft>
                <a:spcPts val="0"/>
              </a:spcAft>
              <a:buSzPts val="4400"/>
              <a:buNone/>
              <a:defRPr sz="4400"/>
            </a:lvl9pPr>
          </a:lstStyle>
          <a:p/>
        </p:txBody>
      </p:sp>
      <p:sp>
        <p:nvSpPr>
          <p:cNvPr id="1668" name="Google Shape;1668;p384"/>
          <p:cNvSpPr txBox="1"/>
          <p:nvPr>
            <p:ph idx="1" type="subTitle"/>
          </p:nvPr>
        </p:nvSpPr>
        <p:spPr>
          <a:xfrm>
            <a:off x="5030100" y="3076200"/>
            <a:ext cx="3656700" cy="2181600"/>
          </a:xfrm>
          <a:prstGeom prst="rect">
            <a:avLst/>
          </a:prstGeom>
        </p:spPr>
        <p:txBody>
          <a:bodyPr anchorCtr="0" anchor="t" bIns="0" lIns="0" spcFirstLastPara="1" rIns="0" wrap="square" tIns="0">
            <a:noAutofit/>
          </a:bodyPr>
          <a:lstStyle>
            <a:lvl1pPr indent="0" lvl="0"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669" name="Google Shape;1669;p384"/>
          <p:cNvSpPr/>
          <p:nvPr>
            <p:ph idx="2" type="pic"/>
          </p:nvPr>
        </p:nvSpPr>
        <p:spPr>
          <a:xfrm>
            <a:off x="76200" y="91667"/>
            <a:ext cx="4495800" cy="5531700"/>
          </a:xfrm>
          <a:prstGeom prst="roundRect">
            <a:avLst>
              <a:gd fmla="val 16667" name="adj"/>
            </a:avLst>
          </a:prstGeom>
          <a:noFill/>
          <a:ln>
            <a:noFill/>
          </a:ln>
        </p:spPr>
      </p:sp>
    </p:spTree>
  </p:cSld>
  <p:clrMapOvr>
    <a:masterClrMapping/>
  </p:clrMapOvr>
</p:sldLayout>
</file>

<file path=ppt/slideLayouts/slideLayout3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ullet points">
  <p:cSld name="Title and bullet points">
    <p:spTree>
      <p:nvGrpSpPr>
        <p:cNvPr id="1670" name="Shape 1670"/>
        <p:cNvGrpSpPr/>
        <p:nvPr/>
      </p:nvGrpSpPr>
      <p:grpSpPr>
        <a:xfrm>
          <a:off x="0" y="0"/>
          <a:ext cx="0" cy="0"/>
          <a:chOff x="0" y="0"/>
          <a:chExt cx="0" cy="0"/>
        </a:xfrm>
      </p:grpSpPr>
      <p:sp>
        <p:nvSpPr>
          <p:cNvPr id="1671" name="Google Shape;1671;p385"/>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672" name="Google Shape;1672;p385"/>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sldLayout>
</file>

<file path=ppt/slideLayouts/slideLayout3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mall Image + Text">
  <p:cSld name="Title + Small Image + Text">
    <p:spTree>
      <p:nvGrpSpPr>
        <p:cNvPr id="1673" name="Shape 1673"/>
        <p:cNvGrpSpPr/>
        <p:nvPr/>
      </p:nvGrpSpPr>
      <p:grpSpPr>
        <a:xfrm>
          <a:off x="0" y="0"/>
          <a:ext cx="0" cy="0"/>
          <a:chOff x="0" y="0"/>
          <a:chExt cx="0" cy="0"/>
        </a:xfrm>
      </p:grpSpPr>
      <p:sp>
        <p:nvSpPr>
          <p:cNvPr id="1674" name="Google Shape;1674;p386"/>
          <p:cNvSpPr/>
          <p:nvPr>
            <p:ph idx="2" type="pic"/>
          </p:nvPr>
        </p:nvSpPr>
        <p:spPr>
          <a:xfrm>
            <a:off x="0" y="2900000"/>
            <a:ext cx="9144000" cy="2814900"/>
          </a:xfrm>
          <a:prstGeom prst="roundRect">
            <a:avLst>
              <a:gd fmla="val 1254" name="adj"/>
            </a:avLst>
          </a:prstGeom>
          <a:noFill/>
          <a:ln>
            <a:noFill/>
          </a:ln>
        </p:spPr>
      </p:sp>
      <p:sp>
        <p:nvSpPr>
          <p:cNvPr id="1675" name="Google Shape;1675;p386"/>
          <p:cNvSpPr txBox="1"/>
          <p:nvPr>
            <p:ph type="title"/>
          </p:nvPr>
        </p:nvSpPr>
        <p:spPr>
          <a:xfrm>
            <a:off x="457200" y="1397679"/>
            <a:ext cx="3667500" cy="10803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1676" name="Google Shape;1676;p386"/>
          <p:cNvSpPr txBox="1"/>
          <p:nvPr>
            <p:ph idx="1" type="subTitle"/>
          </p:nvPr>
        </p:nvSpPr>
        <p:spPr>
          <a:xfrm>
            <a:off x="457200" y="879013"/>
            <a:ext cx="3667500" cy="434100"/>
          </a:xfrm>
          <a:prstGeom prst="rect">
            <a:avLst/>
          </a:prstGeom>
        </p:spPr>
        <p:txBody>
          <a:bodyPr anchorCtr="0" anchor="ctr" bIns="0" lIns="0" spcFirstLastPara="1" rIns="0" wrap="square" tIns="0">
            <a:no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677" name="Google Shape;1677;p386"/>
          <p:cNvSpPr txBox="1"/>
          <p:nvPr>
            <p:ph idx="3" type="body"/>
          </p:nvPr>
        </p:nvSpPr>
        <p:spPr>
          <a:xfrm>
            <a:off x="4581600" y="457200"/>
            <a:ext cx="4105200" cy="24426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1830">
          <p15:clr>
            <a:srgbClr val="E46962"/>
          </p15:clr>
        </p15:guide>
        <p15:guide id="2" orient="horz" pos="1057">
          <p15:clr>
            <a:srgbClr val="E46962"/>
          </p15:clr>
        </p15:guide>
      </p15:sldGuideLst>
    </p:ext>
  </p:extLst>
</p:sldLayout>
</file>

<file path=ppt/slideLayouts/slideLayout3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Cover 2">
  <p:cSld name="Section Cover 2">
    <p:bg>
      <p:bgPr>
        <a:blipFill>
          <a:blip r:embed="rId2">
            <a:alphaModFix/>
          </a:blip>
          <a:stretch>
            <a:fillRect/>
          </a:stretch>
        </a:blipFill>
      </p:bgPr>
    </p:bg>
    <p:spTree>
      <p:nvGrpSpPr>
        <p:cNvPr id="1678" name="Shape 1678"/>
        <p:cNvGrpSpPr/>
        <p:nvPr/>
      </p:nvGrpSpPr>
      <p:grpSpPr>
        <a:xfrm>
          <a:off x="0" y="0"/>
          <a:ext cx="0" cy="0"/>
          <a:chOff x="0" y="0"/>
          <a:chExt cx="0" cy="0"/>
        </a:xfrm>
      </p:grpSpPr>
      <p:sp>
        <p:nvSpPr>
          <p:cNvPr id="1679" name="Google Shape;1679;p387"/>
          <p:cNvSpPr txBox="1"/>
          <p:nvPr>
            <p:ph type="title"/>
          </p:nvPr>
        </p:nvSpPr>
        <p:spPr>
          <a:xfrm>
            <a:off x="457200" y="508000"/>
            <a:ext cx="5010300" cy="1734900"/>
          </a:xfrm>
          <a:prstGeom prst="rect">
            <a:avLst/>
          </a:prstGeom>
        </p:spPr>
        <p:txBody>
          <a:bodyPr anchorCtr="0" anchor="t" bIns="0" lIns="0" spcFirstLastPara="1" rIns="0" wrap="square" tIns="0">
            <a:noAutofit/>
          </a:bodyPr>
          <a:lstStyle>
            <a:lvl1pPr indent="0" lvl="0" marL="0" marR="0">
              <a:lnSpc>
                <a:spcPct val="80000"/>
              </a:lnSpc>
              <a:spcBef>
                <a:spcPts val="0"/>
              </a:spcBef>
              <a:spcAft>
                <a:spcPts val="0"/>
              </a:spcAft>
              <a:buNone/>
              <a:defRPr sz="4800">
                <a:solidFill>
                  <a:schemeClr val="lt1"/>
                </a:solidFill>
              </a:defRPr>
            </a:lvl1pPr>
            <a:lvl2pPr lvl="1">
              <a:lnSpc>
                <a:spcPct val="100000"/>
              </a:lnSpc>
              <a:spcBef>
                <a:spcPts val="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
        <p:nvSpPr>
          <p:cNvPr id="1680" name="Google Shape;1680;p387"/>
          <p:cNvSpPr txBox="1"/>
          <p:nvPr>
            <p:ph idx="1" type="subTitle"/>
          </p:nvPr>
        </p:nvSpPr>
        <p:spPr>
          <a:xfrm>
            <a:off x="457200" y="2243000"/>
            <a:ext cx="5010300" cy="434100"/>
          </a:xfrm>
          <a:prstGeom prst="rect">
            <a:avLst/>
          </a:prstGeom>
        </p:spPr>
        <p:txBody>
          <a:bodyPr anchorCtr="0" anchor="ctr" bIns="0" lIns="0" spcFirstLastPara="1" rIns="0" wrap="square" tIns="0">
            <a:spAutoFit/>
          </a:bodyPr>
          <a:lstStyle>
            <a:lvl1pPr indent="0" lvl="0" marL="0" marR="0">
              <a:lnSpc>
                <a:spcPct val="115000"/>
              </a:lnSpc>
              <a:spcBef>
                <a:spcPts val="0"/>
              </a:spcBef>
              <a:spcAft>
                <a:spcPts val="0"/>
              </a:spcAft>
              <a:buNone/>
              <a:defRPr sz="2000">
                <a:solidFill>
                  <a:schemeClr val="lt1"/>
                </a:solidFill>
              </a:defRPr>
            </a:lvl1pPr>
            <a:lvl2pPr indent="0" lvl="1" marL="0" marR="0">
              <a:lnSpc>
                <a:spcPct val="115000"/>
              </a:lnSpc>
              <a:spcBef>
                <a:spcPts val="0"/>
              </a:spcBef>
              <a:spcAft>
                <a:spcPts val="0"/>
              </a:spcAft>
              <a:buNone/>
              <a:defRPr sz="2000">
                <a:solidFill>
                  <a:schemeClr val="lt1"/>
                </a:solidFill>
              </a:defRPr>
            </a:lvl2pPr>
            <a:lvl3pPr indent="0" lvl="2" marL="0" marR="0">
              <a:lnSpc>
                <a:spcPct val="115000"/>
              </a:lnSpc>
              <a:spcBef>
                <a:spcPts val="0"/>
              </a:spcBef>
              <a:spcAft>
                <a:spcPts val="0"/>
              </a:spcAft>
              <a:buNone/>
              <a:defRPr sz="2000">
                <a:solidFill>
                  <a:schemeClr val="lt1"/>
                </a:solidFill>
              </a:defRPr>
            </a:lvl3pPr>
            <a:lvl4pPr indent="0" lvl="3" marL="0" marR="0">
              <a:lnSpc>
                <a:spcPct val="115000"/>
              </a:lnSpc>
              <a:spcBef>
                <a:spcPts val="0"/>
              </a:spcBef>
              <a:spcAft>
                <a:spcPts val="0"/>
              </a:spcAft>
              <a:buNone/>
              <a:defRPr sz="2000">
                <a:solidFill>
                  <a:schemeClr val="lt1"/>
                </a:solidFill>
              </a:defRPr>
            </a:lvl4pPr>
            <a:lvl5pPr indent="0" lvl="4" marL="0" marR="0">
              <a:lnSpc>
                <a:spcPct val="115000"/>
              </a:lnSpc>
              <a:spcBef>
                <a:spcPts val="0"/>
              </a:spcBef>
              <a:spcAft>
                <a:spcPts val="0"/>
              </a:spcAft>
              <a:buNone/>
              <a:defRPr sz="2000">
                <a:solidFill>
                  <a:schemeClr val="lt1"/>
                </a:solidFill>
              </a:defRPr>
            </a:lvl5pPr>
            <a:lvl6pPr indent="0" lvl="5" marL="0" marR="0">
              <a:lnSpc>
                <a:spcPct val="115000"/>
              </a:lnSpc>
              <a:spcBef>
                <a:spcPts val="0"/>
              </a:spcBef>
              <a:spcAft>
                <a:spcPts val="0"/>
              </a:spcAft>
              <a:buNone/>
              <a:defRPr sz="2000">
                <a:solidFill>
                  <a:schemeClr val="lt1"/>
                </a:solidFill>
              </a:defRPr>
            </a:lvl6pPr>
            <a:lvl7pPr indent="0" lvl="6" marL="0" marR="0">
              <a:lnSpc>
                <a:spcPct val="115000"/>
              </a:lnSpc>
              <a:spcBef>
                <a:spcPts val="0"/>
              </a:spcBef>
              <a:spcAft>
                <a:spcPts val="0"/>
              </a:spcAft>
              <a:buNone/>
              <a:defRPr sz="2000">
                <a:solidFill>
                  <a:schemeClr val="lt1"/>
                </a:solidFill>
              </a:defRPr>
            </a:lvl7pPr>
            <a:lvl8pPr indent="0" lvl="7" marL="0" marR="0">
              <a:lnSpc>
                <a:spcPct val="115000"/>
              </a:lnSpc>
              <a:spcBef>
                <a:spcPts val="0"/>
              </a:spcBef>
              <a:spcAft>
                <a:spcPts val="0"/>
              </a:spcAft>
              <a:buNone/>
              <a:defRPr sz="2000">
                <a:solidFill>
                  <a:schemeClr val="lt1"/>
                </a:solidFill>
              </a:defRPr>
            </a:lvl8pPr>
            <a:lvl9pPr indent="0" lvl="8" marL="0" marR="0">
              <a:lnSpc>
                <a:spcPct val="115000"/>
              </a:lnSpc>
              <a:spcBef>
                <a:spcPts val="0"/>
              </a:spcBef>
              <a:spcAft>
                <a:spcPts val="0"/>
              </a:spcAft>
              <a:buNone/>
              <a:defRPr sz="2000">
                <a:solidFill>
                  <a:schemeClr val="lt1"/>
                </a:solidFill>
              </a:defRPr>
            </a:lvl9pPr>
          </a:lstStyle>
          <a:p/>
        </p:txBody>
      </p:sp>
    </p:spTree>
  </p:cSld>
  <p:clrMapOvr>
    <a:masterClrMapping/>
  </p:clrMapOvr>
</p:sldLayout>
</file>

<file path=ppt/slideLayouts/slideLayout3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s with icons 1">
  <p:cSld name="Highlights with icons 1">
    <p:spTree>
      <p:nvGrpSpPr>
        <p:cNvPr id="1681" name="Shape 1681"/>
        <p:cNvGrpSpPr/>
        <p:nvPr/>
      </p:nvGrpSpPr>
      <p:grpSpPr>
        <a:xfrm>
          <a:off x="0" y="0"/>
          <a:ext cx="0" cy="0"/>
          <a:chOff x="0" y="0"/>
          <a:chExt cx="0" cy="0"/>
        </a:xfrm>
      </p:grpSpPr>
      <p:sp>
        <p:nvSpPr>
          <p:cNvPr id="1682" name="Google Shape;1682;p388"/>
          <p:cNvSpPr txBox="1"/>
          <p:nvPr>
            <p:ph idx="12" type="sldNum"/>
          </p:nvPr>
        </p:nvSpPr>
        <p:spPr>
          <a:xfrm>
            <a:off x="8572500" y="5080004"/>
            <a:ext cx="571500" cy="635100"/>
          </a:xfrm>
          <a:prstGeom prst="rect">
            <a:avLst/>
          </a:prstGeom>
          <a:noFill/>
          <a:ln>
            <a:noFill/>
          </a:ln>
        </p:spPr>
        <p:txBody>
          <a:bodyPr anchorCtr="0" anchor="t" bIns="121900" lIns="121900" spcFirstLastPara="1" rIns="121900" wrap="square" tIns="121900">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683" name="Google Shape;1683;p388"/>
          <p:cNvSpPr/>
          <p:nvPr>
            <p:ph idx="2" type="pic"/>
          </p:nvPr>
        </p:nvSpPr>
        <p:spPr>
          <a:xfrm>
            <a:off x="0" y="0"/>
            <a:ext cx="9144000" cy="2814900"/>
          </a:xfrm>
          <a:prstGeom prst="roundRect">
            <a:avLst>
              <a:gd fmla="val 1254" name="adj"/>
            </a:avLst>
          </a:prstGeom>
          <a:noFill/>
          <a:ln>
            <a:noFill/>
          </a:ln>
        </p:spPr>
      </p:sp>
      <p:sp>
        <p:nvSpPr>
          <p:cNvPr id="1684" name="Google Shape;1684;p388"/>
          <p:cNvSpPr txBox="1"/>
          <p:nvPr>
            <p:ph type="title"/>
          </p:nvPr>
        </p:nvSpPr>
        <p:spPr>
          <a:xfrm>
            <a:off x="457200" y="3755379"/>
            <a:ext cx="3667500" cy="10803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1685" name="Google Shape;1685;p388"/>
          <p:cNvSpPr txBox="1"/>
          <p:nvPr>
            <p:ph idx="1" type="subTitle"/>
          </p:nvPr>
        </p:nvSpPr>
        <p:spPr>
          <a:xfrm>
            <a:off x="457200" y="3236713"/>
            <a:ext cx="3667500" cy="434100"/>
          </a:xfrm>
          <a:prstGeom prst="rect">
            <a:avLst/>
          </a:prstGeom>
        </p:spPr>
        <p:txBody>
          <a:bodyPr anchorCtr="0" anchor="ctr" bIns="0" lIns="0" spcFirstLastPara="1" rIns="0" wrap="square" tIns="0">
            <a:no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686" name="Google Shape;1686;p388"/>
          <p:cNvSpPr txBox="1"/>
          <p:nvPr>
            <p:ph idx="3" type="body"/>
          </p:nvPr>
        </p:nvSpPr>
        <p:spPr>
          <a:xfrm>
            <a:off x="4581600" y="2814900"/>
            <a:ext cx="4105200" cy="24426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1767">
          <p15:clr>
            <a:srgbClr val="E46962"/>
          </p15:clr>
        </p15:guide>
        <p15:guide id="2" orient="horz" pos="2542">
          <p15:clr>
            <a:srgbClr val="E46962"/>
          </p15:clr>
        </p15:guide>
      </p15:sldGuideLst>
    </p:ext>
  </p:extLst>
</p:sldLayout>
</file>

<file path=ppt/slideLayouts/slideLayout3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hree columns 3">
  <p:cSld name="Content title and three columns 3">
    <p:spTree>
      <p:nvGrpSpPr>
        <p:cNvPr id="1687" name="Shape 1687"/>
        <p:cNvGrpSpPr/>
        <p:nvPr/>
      </p:nvGrpSpPr>
      <p:grpSpPr>
        <a:xfrm>
          <a:off x="0" y="0"/>
          <a:ext cx="0" cy="0"/>
          <a:chOff x="0" y="0"/>
          <a:chExt cx="0" cy="0"/>
        </a:xfrm>
      </p:grpSpPr>
      <p:sp>
        <p:nvSpPr>
          <p:cNvPr id="1688" name="Google Shape;1688;p389"/>
          <p:cNvSpPr txBox="1"/>
          <p:nvPr>
            <p:ph type="title"/>
          </p:nvPr>
        </p:nvSpPr>
        <p:spPr>
          <a:xfrm>
            <a:off x="457200" y="1525575"/>
            <a:ext cx="25881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689" name="Google Shape;1689;p389"/>
          <p:cNvSpPr txBox="1"/>
          <p:nvPr>
            <p:ph idx="2" type="title"/>
          </p:nvPr>
        </p:nvSpPr>
        <p:spPr>
          <a:xfrm>
            <a:off x="3277943" y="1525575"/>
            <a:ext cx="25881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690" name="Google Shape;1690;p389"/>
          <p:cNvSpPr txBox="1"/>
          <p:nvPr>
            <p:ph idx="3" type="title"/>
          </p:nvPr>
        </p:nvSpPr>
        <p:spPr>
          <a:xfrm>
            <a:off x="6098709" y="1525575"/>
            <a:ext cx="25881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691" name="Google Shape;1691;p389"/>
          <p:cNvSpPr txBox="1"/>
          <p:nvPr>
            <p:ph idx="1" type="body"/>
          </p:nvPr>
        </p:nvSpPr>
        <p:spPr>
          <a:xfrm>
            <a:off x="457200" y="2139575"/>
            <a:ext cx="25881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1692" name="Google Shape;1692;p389"/>
          <p:cNvSpPr txBox="1"/>
          <p:nvPr>
            <p:ph idx="4" type="body"/>
          </p:nvPr>
        </p:nvSpPr>
        <p:spPr>
          <a:xfrm>
            <a:off x="3277940" y="2139575"/>
            <a:ext cx="25881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1693" name="Google Shape;1693;p389"/>
          <p:cNvSpPr txBox="1"/>
          <p:nvPr>
            <p:ph idx="5" type="body"/>
          </p:nvPr>
        </p:nvSpPr>
        <p:spPr>
          <a:xfrm>
            <a:off x="6098703" y="2139575"/>
            <a:ext cx="25881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1694" name="Google Shape;1694;p389"/>
          <p:cNvSpPr txBox="1"/>
          <p:nvPr>
            <p:ph idx="6"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3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two columns">
  <p:cSld name="Chapter title and two columns">
    <p:spTree>
      <p:nvGrpSpPr>
        <p:cNvPr id="1695" name="Shape 1695"/>
        <p:cNvGrpSpPr/>
        <p:nvPr/>
      </p:nvGrpSpPr>
      <p:grpSpPr>
        <a:xfrm>
          <a:off x="0" y="0"/>
          <a:ext cx="0" cy="0"/>
          <a:chOff x="0" y="0"/>
          <a:chExt cx="0" cy="0"/>
        </a:xfrm>
      </p:grpSpPr>
      <p:sp>
        <p:nvSpPr>
          <p:cNvPr id="1696" name="Google Shape;1696;p390"/>
          <p:cNvSpPr txBox="1"/>
          <p:nvPr>
            <p:ph type="title"/>
          </p:nvPr>
        </p:nvSpPr>
        <p:spPr>
          <a:xfrm>
            <a:off x="457200" y="1525575"/>
            <a:ext cx="36615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697" name="Google Shape;1697;p390"/>
          <p:cNvSpPr txBox="1"/>
          <p:nvPr>
            <p:ph idx="1" type="body"/>
          </p:nvPr>
        </p:nvSpPr>
        <p:spPr>
          <a:xfrm>
            <a:off x="457200" y="2139575"/>
            <a:ext cx="36615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1698" name="Google Shape;1698;p390"/>
          <p:cNvSpPr txBox="1"/>
          <p:nvPr>
            <p:ph idx="2"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
        <p:nvSpPr>
          <p:cNvPr id="1699" name="Google Shape;1699;p390"/>
          <p:cNvSpPr txBox="1"/>
          <p:nvPr>
            <p:ph idx="3" type="title"/>
          </p:nvPr>
        </p:nvSpPr>
        <p:spPr>
          <a:xfrm>
            <a:off x="4561700" y="1525575"/>
            <a:ext cx="36615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700" name="Google Shape;1700;p390"/>
          <p:cNvSpPr txBox="1"/>
          <p:nvPr>
            <p:ph idx="4" type="body"/>
          </p:nvPr>
        </p:nvSpPr>
        <p:spPr>
          <a:xfrm>
            <a:off x="4561700" y="2139575"/>
            <a:ext cx="36615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Tree>
  </p:cSld>
  <p:clrMapOvr>
    <a:masterClrMapping/>
  </p:clrMapOvr>
</p:sldLayout>
</file>

<file path=ppt/slideLayouts/slideLayout3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four columns 2">
  <p:cSld name="Content title and four columns 2">
    <p:spTree>
      <p:nvGrpSpPr>
        <p:cNvPr id="1701" name="Shape 1701"/>
        <p:cNvGrpSpPr/>
        <p:nvPr/>
      </p:nvGrpSpPr>
      <p:grpSpPr>
        <a:xfrm>
          <a:off x="0" y="0"/>
          <a:ext cx="0" cy="0"/>
          <a:chOff x="0" y="0"/>
          <a:chExt cx="0" cy="0"/>
        </a:xfrm>
      </p:grpSpPr>
      <p:sp>
        <p:nvSpPr>
          <p:cNvPr id="1702" name="Google Shape;1702;p391"/>
          <p:cNvSpPr txBox="1"/>
          <p:nvPr>
            <p:ph idx="12" type="sldNum"/>
          </p:nvPr>
        </p:nvSpPr>
        <p:spPr>
          <a:xfrm>
            <a:off x="8472458" y="5181352"/>
            <a:ext cx="548700" cy="4374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703" name="Google Shape;1703;p391"/>
          <p:cNvSpPr txBox="1"/>
          <p:nvPr>
            <p:ph type="title"/>
          </p:nvPr>
        </p:nvSpPr>
        <p:spPr>
          <a:xfrm>
            <a:off x="457200" y="1525583"/>
            <a:ext cx="3201900" cy="734700"/>
          </a:xfrm>
          <a:prstGeom prst="rect">
            <a:avLst/>
          </a:prstGeom>
          <a:noFill/>
          <a:ln>
            <a:noFill/>
          </a:ln>
        </p:spPr>
        <p:txBody>
          <a:bodyPr anchorCtr="0" anchor="ctr" bIns="0" lIns="0" spcFirstLastPara="1" rIns="182875"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704" name="Google Shape;1704;p391"/>
          <p:cNvSpPr txBox="1"/>
          <p:nvPr>
            <p:ph idx="2" type="title"/>
          </p:nvPr>
        </p:nvSpPr>
        <p:spPr>
          <a:xfrm>
            <a:off x="457200" y="2462663"/>
            <a:ext cx="3201900" cy="734700"/>
          </a:xfrm>
          <a:prstGeom prst="rect">
            <a:avLst/>
          </a:prstGeom>
          <a:noFill/>
          <a:ln>
            <a:noFill/>
          </a:ln>
        </p:spPr>
        <p:txBody>
          <a:bodyPr anchorCtr="0" anchor="ctr" bIns="0" lIns="0" spcFirstLastPara="1" rIns="182875"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705" name="Google Shape;1705;p391"/>
          <p:cNvSpPr txBox="1"/>
          <p:nvPr>
            <p:ph idx="3" type="title"/>
          </p:nvPr>
        </p:nvSpPr>
        <p:spPr>
          <a:xfrm>
            <a:off x="457200" y="3399743"/>
            <a:ext cx="3201900" cy="734700"/>
          </a:xfrm>
          <a:prstGeom prst="rect">
            <a:avLst/>
          </a:prstGeom>
          <a:noFill/>
          <a:ln>
            <a:noFill/>
          </a:ln>
        </p:spPr>
        <p:txBody>
          <a:bodyPr anchorCtr="0" anchor="ctr" bIns="0" lIns="0" spcFirstLastPara="1" rIns="182875"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706" name="Google Shape;1706;p391"/>
          <p:cNvSpPr txBox="1"/>
          <p:nvPr>
            <p:ph idx="4" type="title"/>
          </p:nvPr>
        </p:nvSpPr>
        <p:spPr>
          <a:xfrm>
            <a:off x="457200" y="4336822"/>
            <a:ext cx="3201900" cy="734700"/>
          </a:xfrm>
          <a:prstGeom prst="rect">
            <a:avLst/>
          </a:prstGeom>
          <a:noFill/>
          <a:ln>
            <a:noFill/>
          </a:ln>
        </p:spPr>
        <p:txBody>
          <a:bodyPr anchorCtr="0" anchor="ctr" bIns="0" lIns="0" spcFirstLastPara="1" rIns="182875"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707" name="Google Shape;1707;p391"/>
          <p:cNvSpPr txBox="1"/>
          <p:nvPr>
            <p:ph idx="1" type="body"/>
          </p:nvPr>
        </p:nvSpPr>
        <p:spPr>
          <a:xfrm>
            <a:off x="3664275" y="4336833"/>
            <a:ext cx="4105200" cy="7347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
        <p:nvSpPr>
          <p:cNvPr id="1708" name="Google Shape;1708;p391"/>
          <p:cNvSpPr txBox="1"/>
          <p:nvPr>
            <p:ph idx="5" type="body"/>
          </p:nvPr>
        </p:nvSpPr>
        <p:spPr>
          <a:xfrm>
            <a:off x="3664275" y="3399750"/>
            <a:ext cx="4105200" cy="7347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
        <p:nvSpPr>
          <p:cNvPr id="1709" name="Google Shape;1709;p391"/>
          <p:cNvSpPr txBox="1"/>
          <p:nvPr>
            <p:ph idx="6" type="body"/>
          </p:nvPr>
        </p:nvSpPr>
        <p:spPr>
          <a:xfrm>
            <a:off x="3664275" y="2462667"/>
            <a:ext cx="4105200" cy="7347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
        <p:nvSpPr>
          <p:cNvPr id="1710" name="Google Shape;1710;p391"/>
          <p:cNvSpPr txBox="1"/>
          <p:nvPr>
            <p:ph idx="7" type="body"/>
          </p:nvPr>
        </p:nvSpPr>
        <p:spPr>
          <a:xfrm>
            <a:off x="3664275" y="1525583"/>
            <a:ext cx="4105200" cy="7347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
        <p:nvSpPr>
          <p:cNvPr id="1711" name="Google Shape;1711;p391"/>
          <p:cNvSpPr txBox="1"/>
          <p:nvPr>
            <p:ph idx="8"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sldLayout>
</file>

<file path=ppt/slideLayouts/slideLayout3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ig picture">
  <p:cSld name="Title and big picture">
    <p:bg>
      <p:bgPr>
        <a:blipFill>
          <a:blip r:embed="rId2">
            <a:alphaModFix/>
          </a:blip>
          <a:stretch>
            <a:fillRect/>
          </a:stretch>
        </a:blipFill>
      </p:bgPr>
    </p:bg>
    <p:spTree>
      <p:nvGrpSpPr>
        <p:cNvPr id="1712" name="Shape 1712"/>
        <p:cNvGrpSpPr/>
        <p:nvPr/>
      </p:nvGrpSpPr>
      <p:grpSpPr>
        <a:xfrm>
          <a:off x="0" y="0"/>
          <a:ext cx="0" cy="0"/>
          <a:chOff x="0" y="0"/>
          <a:chExt cx="0" cy="0"/>
        </a:xfrm>
      </p:grpSpPr>
      <p:pic>
        <p:nvPicPr>
          <p:cNvPr id="1713" name="Google Shape;1713;p392" title="Mesh Holographic Gradients - Dark Gradient 28.png"/>
          <p:cNvPicPr preferRelativeResize="0"/>
          <p:nvPr/>
        </p:nvPicPr>
        <p:blipFill rotWithShape="1">
          <a:blip r:embed="rId2">
            <a:alphaModFix/>
          </a:blip>
          <a:srcRect b="0" l="0" r="9877" t="0"/>
          <a:stretch/>
        </p:blipFill>
        <p:spPr>
          <a:xfrm flipH="1" rot="10800000">
            <a:off x="0" y="350"/>
            <a:ext cx="9156298" cy="5714650"/>
          </a:xfrm>
          <a:prstGeom prst="rect">
            <a:avLst/>
          </a:prstGeom>
          <a:noFill/>
          <a:ln>
            <a:noFill/>
          </a:ln>
        </p:spPr>
      </p:pic>
      <p:sp>
        <p:nvSpPr>
          <p:cNvPr id="1714" name="Google Shape;1714;p392"/>
          <p:cNvSpPr txBox="1"/>
          <p:nvPr>
            <p:ph type="title"/>
          </p:nvPr>
        </p:nvSpPr>
        <p:spPr>
          <a:xfrm>
            <a:off x="457200" y="3472000"/>
            <a:ext cx="5010300" cy="17349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4800">
                <a:solidFill>
                  <a:schemeClr val="lt1"/>
                </a:solidFill>
              </a:defRPr>
            </a:lvl1pPr>
            <a:lvl2pPr lvl="1">
              <a:lnSpc>
                <a:spcPct val="100000"/>
              </a:lnSpc>
              <a:spcBef>
                <a:spcPts val="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Tree>
  </p:cSld>
  <p:clrMapOvr>
    <a:masterClrMapping/>
  </p:clrMapOvr>
</p:sldLayout>
</file>

<file path=ppt/slideLayouts/slideLayout3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ist">
  <p:cSld name="Title and list">
    <p:spTree>
      <p:nvGrpSpPr>
        <p:cNvPr id="1715" name="Shape 1715"/>
        <p:cNvGrpSpPr/>
        <p:nvPr/>
      </p:nvGrpSpPr>
      <p:grpSpPr>
        <a:xfrm>
          <a:off x="0" y="0"/>
          <a:ext cx="0" cy="0"/>
          <a:chOff x="0" y="0"/>
          <a:chExt cx="0" cy="0"/>
        </a:xfrm>
      </p:grpSpPr>
      <p:sp>
        <p:nvSpPr>
          <p:cNvPr id="1716" name="Google Shape;1716;p393"/>
          <p:cNvSpPr txBox="1"/>
          <p:nvPr>
            <p:ph idx="12" type="sldNum"/>
          </p:nvPr>
        </p:nvSpPr>
        <p:spPr>
          <a:xfrm>
            <a:off x="8556784" y="5277612"/>
            <a:ext cx="548700" cy="437400"/>
          </a:xfrm>
          <a:prstGeom prst="rect">
            <a:avLst/>
          </a:prstGeom>
          <a:noFill/>
          <a:ln>
            <a:noFill/>
          </a:ln>
        </p:spPr>
        <p:txBody>
          <a:bodyPr anchorCtr="0" anchor="t" bIns="121900" lIns="121900" spcFirstLastPara="1" rIns="121900" wrap="square" tIns="121900">
            <a:noAutofit/>
          </a:bodyPr>
          <a:lstStyle>
            <a:lvl1pPr indent="0" lvl="0"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1pPr>
            <a:lvl2pPr indent="0" lvl="1"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2pPr>
            <a:lvl3pPr indent="0" lvl="2"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3pPr>
            <a:lvl4pPr indent="0" lvl="3"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4pPr>
            <a:lvl5pPr indent="0" lvl="4"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5pPr>
            <a:lvl6pPr indent="0" lvl="5"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6pPr>
            <a:lvl7pPr indent="0" lvl="6"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7pPr>
            <a:lvl8pPr indent="0" lvl="7"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8pPr>
            <a:lvl9pPr indent="0" lvl="8"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
        <p:nvSpPr>
          <p:cNvPr id="1717" name="Google Shape;1717;p393"/>
          <p:cNvSpPr txBox="1"/>
          <p:nvPr>
            <p:ph type="title"/>
          </p:nvPr>
        </p:nvSpPr>
        <p:spPr>
          <a:xfrm>
            <a:off x="457200" y="507990"/>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718" name="Google Shape;1718;p393"/>
          <p:cNvSpPr txBox="1"/>
          <p:nvPr>
            <p:ph idx="1" type="body"/>
          </p:nvPr>
        </p:nvSpPr>
        <p:spPr>
          <a:xfrm>
            <a:off x="457200" y="1130806"/>
            <a:ext cx="4105200" cy="40764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sldLayout>
</file>

<file path=ppt/slideLayouts/slideLayout3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ist 1">
  <p:cSld name="Title and list 1">
    <p:spTree>
      <p:nvGrpSpPr>
        <p:cNvPr id="1719" name="Shape 1719"/>
        <p:cNvGrpSpPr/>
        <p:nvPr/>
      </p:nvGrpSpPr>
      <p:grpSpPr>
        <a:xfrm>
          <a:off x="0" y="0"/>
          <a:ext cx="0" cy="0"/>
          <a:chOff x="0" y="0"/>
          <a:chExt cx="0" cy="0"/>
        </a:xfrm>
      </p:grpSpPr>
      <p:sp>
        <p:nvSpPr>
          <p:cNvPr id="1720" name="Google Shape;1720;p394"/>
          <p:cNvSpPr txBox="1"/>
          <p:nvPr>
            <p:ph idx="12" type="sldNum"/>
          </p:nvPr>
        </p:nvSpPr>
        <p:spPr>
          <a:xfrm>
            <a:off x="8556784" y="5277612"/>
            <a:ext cx="548700" cy="437400"/>
          </a:xfrm>
          <a:prstGeom prst="rect">
            <a:avLst/>
          </a:prstGeom>
          <a:noFill/>
          <a:ln>
            <a:noFill/>
          </a:ln>
        </p:spPr>
        <p:txBody>
          <a:bodyPr anchorCtr="0" anchor="t" bIns="121900" lIns="121900" spcFirstLastPara="1" rIns="121900" wrap="square" tIns="121900">
            <a:noAutofit/>
          </a:bodyPr>
          <a:lstStyle>
            <a:lvl1pPr indent="0" lvl="0"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1pPr>
            <a:lvl2pPr indent="0" lvl="1"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2pPr>
            <a:lvl3pPr indent="0" lvl="2"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3pPr>
            <a:lvl4pPr indent="0" lvl="3"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4pPr>
            <a:lvl5pPr indent="0" lvl="4"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5pPr>
            <a:lvl6pPr indent="0" lvl="5"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6pPr>
            <a:lvl7pPr indent="0" lvl="6"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7pPr>
            <a:lvl8pPr indent="0" lvl="7"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8pPr>
            <a:lvl9pPr indent="0" lvl="8"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
        <p:nvSpPr>
          <p:cNvPr id="1721" name="Google Shape;1721;p394"/>
          <p:cNvSpPr txBox="1"/>
          <p:nvPr>
            <p:ph type="title"/>
          </p:nvPr>
        </p:nvSpPr>
        <p:spPr>
          <a:xfrm>
            <a:off x="457200" y="507990"/>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722" name="Google Shape;1722;p394"/>
          <p:cNvSpPr txBox="1"/>
          <p:nvPr>
            <p:ph idx="1" type="body"/>
          </p:nvPr>
        </p:nvSpPr>
        <p:spPr>
          <a:xfrm>
            <a:off x="457200" y="1130806"/>
            <a:ext cx="4105200" cy="40764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sldLayout>
</file>

<file path=ppt/slideLayouts/slideLayout3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out logo 2">
  <p:cSld name="Cover without logo 2">
    <p:bg>
      <p:bgPr>
        <a:blipFill>
          <a:blip r:embed="rId2">
            <a:alphaModFix/>
          </a:blip>
          <a:stretch>
            <a:fillRect/>
          </a:stretch>
        </a:blipFill>
      </p:bgPr>
    </p:bg>
    <p:spTree>
      <p:nvGrpSpPr>
        <p:cNvPr id="1723" name="Shape 1723"/>
        <p:cNvGrpSpPr/>
        <p:nvPr/>
      </p:nvGrpSpPr>
      <p:grpSpPr>
        <a:xfrm>
          <a:off x="0" y="0"/>
          <a:ext cx="0" cy="0"/>
          <a:chOff x="0" y="0"/>
          <a:chExt cx="0" cy="0"/>
        </a:xfrm>
      </p:grpSpPr>
      <p:pic>
        <p:nvPicPr>
          <p:cNvPr id="1724" name="Google Shape;1724;p395" title="Mesh Holographic Gradients - Dark Gradient 24.png"/>
          <p:cNvPicPr preferRelativeResize="0"/>
          <p:nvPr/>
        </p:nvPicPr>
        <p:blipFill rotWithShape="1">
          <a:blip r:embed="rId2">
            <a:alphaModFix/>
          </a:blip>
          <a:srcRect b="0" l="5285" r="5294" t="0"/>
          <a:stretch/>
        </p:blipFill>
        <p:spPr>
          <a:xfrm rot="10800000">
            <a:off x="10602" y="-11749"/>
            <a:ext cx="9122798" cy="5738499"/>
          </a:xfrm>
          <a:prstGeom prst="rect">
            <a:avLst/>
          </a:prstGeom>
          <a:noFill/>
          <a:ln>
            <a:noFill/>
          </a:ln>
        </p:spPr>
      </p:pic>
      <p:sp>
        <p:nvSpPr>
          <p:cNvPr id="1725" name="Google Shape;1725;p395"/>
          <p:cNvSpPr txBox="1"/>
          <p:nvPr>
            <p:ph type="title"/>
          </p:nvPr>
        </p:nvSpPr>
        <p:spPr>
          <a:xfrm>
            <a:off x="2066850" y="1688333"/>
            <a:ext cx="5010300" cy="1734900"/>
          </a:xfrm>
          <a:prstGeom prst="rect">
            <a:avLst/>
          </a:prstGeom>
        </p:spPr>
        <p:txBody>
          <a:bodyPr anchorCtr="0" anchor="b" bIns="0" lIns="0" spcFirstLastPara="1" rIns="0" wrap="square" tIns="0">
            <a:noAutofit/>
          </a:bodyPr>
          <a:lstStyle>
            <a:lvl1pPr indent="0" lvl="0" marL="0" marR="0" algn="ctr">
              <a:lnSpc>
                <a:spcPct val="100000"/>
              </a:lnSpc>
              <a:spcBef>
                <a:spcPts val="0"/>
              </a:spcBef>
              <a:spcAft>
                <a:spcPts val="0"/>
              </a:spcAft>
              <a:buNone/>
              <a:defRPr sz="4800">
                <a:solidFill>
                  <a:schemeClr val="lt1"/>
                </a:solidFill>
              </a:defRPr>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1726" name="Google Shape;1726;p395"/>
          <p:cNvSpPr txBox="1"/>
          <p:nvPr>
            <p:ph idx="1" type="subTitle"/>
          </p:nvPr>
        </p:nvSpPr>
        <p:spPr>
          <a:xfrm>
            <a:off x="2066850" y="3592667"/>
            <a:ext cx="5010300" cy="434100"/>
          </a:xfrm>
          <a:prstGeom prst="rect">
            <a:avLst/>
          </a:prstGeom>
        </p:spPr>
        <p:txBody>
          <a:bodyPr anchorCtr="0" anchor="b" bIns="0" lIns="0" spcFirstLastPara="1" rIns="0" wrap="square" tIns="0">
            <a:noAutofit/>
          </a:bodyPr>
          <a:lstStyle>
            <a:lvl1pPr indent="0" lvl="0" marL="0" marR="0" algn="ctr">
              <a:lnSpc>
                <a:spcPct val="100000"/>
              </a:lnSpc>
              <a:spcBef>
                <a:spcPts val="0"/>
              </a:spcBef>
              <a:spcAft>
                <a:spcPts val="0"/>
              </a:spcAft>
              <a:buNone/>
              <a:defRPr sz="2000">
                <a:solidFill>
                  <a:schemeClr val="lt1"/>
                </a:solidFill>
              </a:defRPr>
            </a:lvl1pPr>
            <a:lvl2pPr indent="0" lvl="1" marL="0" marR="0" algn="ctr">
              <a:lnSpc>
                <a:spcPct val="100000"/>
              </a:lnSpc>
              <a:spcBef>
                <a:spcPts val="0"/>
              </a:spcBef>
              <a:spcAft>
                <a:spcPts val="0"/>
              </a:spcAft>
              <a:buNone/>
              <a:defRPr sz="2000">
                <a:solidFill>
                  <a:schemeClr val="lt1"/>
                </a:solidFill>
              </a:defRPr>
            </a:lvl2pPr>
            <a:lvl3pPr indent="0" lvl="2" marL="0" marR="0" algn="ctr">
              <a:lnSpc>
                <a:spcPct val="100000"/>
              </a:lnSpc>
              <a:spcBef>
                <a:spcPts val="0"/>
              </a:spcBef>
              <a:spcAft>
                <a:spcPts val="0"/>
              </a:spcAft>
              <a:buNone/>
              <a:defRPr sz="2000">
                <a:solidFill>
                  <a:schemeClr val="lt1"/>
                </a:solidFill>
              </a:defRPr>
            </a:lvl3pPr>
            <a:lvl4pPr indent="0" lvl="3" marL="0" marR="0" algn="ctr">
              <a:lnSpc>
                <a:spcPct val="100000"/>
              </a:lnSpc>
              <a:spcBef>
                <a:spcPts val="0"/>
              </a:spcBef>
              <a:spcAft>
                <a:spcPts val="0"/>
              </a:spcAft>
              <a:buNone/>
              <a:defRPr sz="2000">
                <a:solidFill>
                  <a:schemeClr val="lt1"/>
                </a:solidFill>
              </a:defRPr>
            </a:lvl4pPr>
            <a:lvl5pPr indent="0" lvl="4" marL="0" marR="0" algn="ctr">
              <a:lnSpc>
                <a:spcPct val="100000"/>
              </a:lnSpc>
              <a:spcBef>
                <a:spcPts val="0"/>
              </a:spcBef>
              <a:spcAft>
                <a:spcPts val="0"/>
              </a:spcAft>
              <a:buNone/>
              <a:defRPr sz="2000">
                <a:solidFill>
                  <a:schemeClr val="lt1"/>
                </a:solidFill>
              </a:defRPr>
            </a:lvl5pPr>
            <a:lvl6pPr indent="0" lvl="5" marL="0" marR="0" algn="ctr">
              <a:lnSpc>
                <a:spcPct val="100000"/>
              </a:lnSpc>
              <a:spcBef>
                <a:spcPts val="0"/>
              </a:spcBef>
              <a:spcAft>
                <a:spcPts val="0"/>
              </a:spcAft>
              <a:buNone/>
              <a:defRPr sz="2000">
                <a:solidFill>
                  <a:schemeClr val="lt1"/>
                </a:solidFill>
              </a:defRPr>
            </a:lvl6pPr>
            <a:lvl7pPr indent="0" lvl="6" marL="0" marR="0" algn="ctr">
              <a:lnSpc>
                <a:spcPct val="100000"/>
              </a:lnSpc>
              <a:spcBef>
                <a:spcPts val="0"/>
              </a:spcBef>
              <a:spcAft>
                <a:spcPts val="0"/>
              </a:spcAft>
              <a:buNone/>
              <a:defRPr sz="2000">
                <a:solidFill>
                  <a:schemeClr val="lt1"/>
                </a:solidFill>
              </a:defRPr>
            </a:lvl7pPr>
            <a:lvl8pPr indent="0" lvl="7" marL="0" marR="0" algn="ctr">
              <a:lnSpc>
                <a:spcPct val="100000"/>
              </a:lnSpc>
              <a:spcBef>
                <a:spcPts val="0"/>
              </a:spcBef>
              <a:spcAft>
                <a:spcPts val="0"/>
              </a:spcAft>
              <a:buNone/>
              <a:defRPr sz="2000">
                <a:solidFill>
                  <a:schemeClr val="lt1"/>
                </a:solidFill>
              </a:defRPr>
            </a:lvl8pPr>
            <a:lvl9pPr indent="0" lvl="8" marL="0" marR="0" algn="ctr">
              <a:lnSpc>
                <a:spcPct val="100000"/>
              </a:lnSpc>
              <a:spcBef>
                <a:spcPts val="0"/>
              </a:spcBef>
              <a:spcAft>
                <a:spcPts val="0"/>
              </a:spcAft>
              <a:buNone/>
              <a:defRPr sz="2000">
                <a:solidFill>
                  <a:schemeClr val="lt1"/>
                </a:solidFill>
              </a:defRPr>
            </a:lvl9pPr>
          </a:lstStyle>
          <a:p/>
        </p:txBody>
      </p:sp>
    </p:spTree>
  </p:cSld>
  <p:clrMapOvr>
    <a:masterClrMapping/>
  </p:clrMapOvr>
</p:sldLayout>
</file>

<file path=ppt/slideLayouts/slideLayout3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out logo 2 1">
  <p:cSld name="Cover without logo 2_1">
    <p:bg>
      <p:bgPr>
        <a:solidFill>
          <a:srgbClr val="07182C"/>
        </a:solidFill>
      </p:bgPr>
    </p:bg>
    <p:spTree>
      <p:nvGrpSpPr>
        <p:cNvPr id="1727" name="Shape 1727"/>
        <p:cNvGrpSpPr/>
        <p:nvPr/>
      </p:nvGrpSpPr>
      <p:grpSpPr>
        <a:xfrm>
          <a:off x="0" y="0"/>
          <a:ext cx="0" cy="0"/>
          <a:chOff x="0" y="0"/>
          <a:chExt cx="0" cy="0"/>
        </a:xfrm>
      </p:grpSpPr>
      <p:pic>
        <p:nvPicPr>
          <p:cNvPr id="1728" name="Google Shape;1728;p396" title="Mesh Holographic Gradients - Dark Gradient 22.png"/>
          <p:cNvPicPr preferRelativeResize="0"/>
          <p:nvPr/>
        </p:nvPicPr>
        <p:blipFill rotWithShape="1">
          <a:blip r:embed="rId2">
            <a:alphaModFix/>
          </a:blip>
          <a:srcRect b="0" l="0" r="10177" t="0"/>
          <a:stretch/>
        </p:blipFill>
        <p:spPr>
          <a:xfrm flipH="1" rot="10800000">
            <a:off x="0" y="-13876"/>
            <a:ext cx="9147848" cy="5728876"/>
          </a:xfrm>
          <a:prstGeom prst="rect">
            <a:avLst/>
          </a:prstGeom>
          <a:noFill/>
          <a:ln>
            <a:noFill/>
          </a:ln>
        </p:spPr>
      </p:pic>
      <p:pic>
        <p:nvPicPr>
          <p:cNvPr id="1729" name="Google Shape;1729;p396"/>
          <p:cNvPicPr preferRelativeResize="0"/>
          <p:nvPr/>
        </p:nvPicPr>
        <p:blipFill rotWithShape="1">
          <a:blip r:embed="rId3">
            <a:alphaModFix/>
          </a:blip>
          <a:srcRect b="0" l="0" r="0" t="0"/>
          <a:stretch/>
        </p:blipFill>
        <p:spPr>
          <a:xfrm>
            <a:off x="457200" y="4773000"/>
            <a:ext cx="316413" cy="390600"/>
          </a:xfrm>
          <a:prstGeom prst="rect">
            <a:avLst/>
          </a:prstGeom>
          <a:noFill/>
          <a:ln>
            <a:noFill/>
          </a:ln>
        </p:spPr>
      </p:pic>
      <p:sp>
        <p:nvSpPr>
          <p:cNvPr id="1730" name="Google Shape;1730;p396"/>
          <p:cNvSpPr/>
          <p:nvPr/>
        </p:nvSpPr>
        <p:spPr>
          <a:xfrm>
            <a:off x="984762" y="4877167"/>
            <a:ext cx="203100" cy="225600"/>
          </a:xfrm>
          <a:prstGeom prst="plus">
            <a:avLst>
              <a:gd fmla="val 43366" name="adj"/>
            </a:avLst>
          </a:prstGeom>
          <a:solidFill>
            <a:srgbClr val="60A5FA"/>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Lato"/>
              <a:ea typeface="Lato"/>
              <a:cs typeface="Lato"/>
              <a:sym typeface="Lato"/>
            </a:endParaRPr>
          </a:p>
        </p:txBody>
      </p:sp>
      <p:sp>
        <p:nvSpPr>
          <p:cNvPr id="1731" name="Google Shape;1731;p396"/>
          <p:cNvSpPr txBox="1"/>
          <p:nvPr>
            <p:ph type="title"/>
          </p:nvPr>
        </p:nvSpPr>
        <p:spPr>
          <a:xfrm>
            <a:off x="457200" y="457200"/>
            <a:ext cx="5010300" cy="1376700"/>
          </a:xfrm>
          <a:prstGeom prst="rect">
            <a:avLst/>
          </a:prstGeom>
        </p:spPr>
        <p:txBody>
          <a:bodyPr anchorCtr="0" anchor="t"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732" name="Google Shape;1732;p396"/>
          <p:cNvSpPr txBox="1"/>
          <p:nvPr>
            <p:ph idx="1" type="subTitle"/>
          </p:nvPr>
        </p:nvSpPr>
        <p:spPr>
          <a:xfrm>
            <a:off x="457200" y="1833900"/>
            <a:ext cx="50103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
        <p:nvSpPr>
          <p:cNvPr id="1733" name="Google Shape;1733;p396"/>
          <p:cNvSpPr txBox="1"/>
          <p:nvPr>
            <p:ph idx="2" type="subTitle"/>
          </p:nvPr>
        </p:nvSpPr>
        <p:spPr>
          <a:xfrm>
            <a:off x="3676500" y="4823692"/>
            <a:ext cx="5010300" cy="434100"/>
          </a:xfrm>
          <a:prstGeom prst="rect">
            <a:avLst/>
          </a:prstGeom>
        </p:spPr>
        <p:txBody>
          <a:bodyPr anchorCtr="0" anchor="b" bIns="0" lIns="0" spcFirstLastPara="1" rIns="0" wrap="square" tIns="0">
            <a:noAutofit/>
          </a:bodyPr>
          <a:lstStyle>
            <a:lvl1pPr indent="0" lvl="0" marL="0" marR="0" algn="r">
              <a:lnSpc>
                <a:spcPct val="100000"/>
              </a:lnSpc>
              <a:spcBef>
                <a:spcPts val="0"/>
              </a:spcBef>
              <a:spcAft>
                <a:spcPts val="0"/>
              </a:spcAft>
              <a:buNone/>
              <a:defRPr sz="1600">
                <a:solidFill>
                  <a:schemeClr val="lt1"/>
                </a:solidFill>
              </a:defRPr>
            </a:lvl1pPr>
            <a:lvl2pPr indent="0" lvl="1" marL="0" marR="0" algn="r">
              <a:lnSpc>
                <a:spcPct val="100000"/>
              </a:lnSpc>
              <a:spcBef>
                <a:spcPts val="0"/>
              </a:spcBef>
              <a:spcAft>
                <a:spcPts val="0"/>
              </a:spcAft>
              <a:buNone/>
              <a:defRPr sz="1600">
                <a:solidFill>
                  <a:schemeClr val="lt1"/>
                </a:solidFill>
              </a:defRPr>
            </a:lvl2pPr>
            <a:lvl3pPr indent="0" lvl="2" marL="0" marR="0" algn="r">
              <a:lnSpc>
                <a:spcPct val="100000"/>
              </a:lnSpc>
              <a:spcBef>
                <a:spcPts val="0"/>
              </a:spcBef>
              <a:spcAft>
                <a:spcPts val="0"/>
              </a:spcAft>
              <a:buNone/>
              <a:defRPr sz="1600">
                <a:solidFill>
                  <a:schemeClr val="lt1"/>
                </a:solidFill>
              </a:defRPr>
            </a:lvl3pPr>
            <a:lvl4pPr indent="0" lvl="3" marL="0" marR="0" algn="r">
              <a:lnSpc>
                <a:spcPct val="100000"/>
              </a:lnSpc>
              <a:spcBef>
                <a:spcPts val="0"/>
              </a:spcBef>
              <a:spcAft>
                <a:spcPts val="0"/>
              </a:spcAft>
              <a:buNone/>
              <a:defRPr sz="1600">
                <a:solidFill>
                  <a:schemeClr val="lt1"/>
                </a:solidFill>
              </a:defRPr>
            </a:lvl4pPr>
            <a:lvl5pPr indent="0" lvl="4" marL="0" marR="0" algn="r">
              <a:lnSpc>
                <a:spcPct val="100000"/>
              </a:lnSpc>
              <a:spcBef>
                <a:spcPts val="0"/>
              </a:spcBef>
              <a:spcAft>
                <a:spcPts val="0"/>
              </a:spcAft>
              <a:buNone/>
              <a:defRPr sz="1600">
                <a:solidFill>
                  <a:schemeClr val="lt1"/>
                </a:solidFill>
              </a:defRPr>
            </a:lvl5pPr>
            <a:lvl6pPr indent="0" lvl="5" marL="0" marR="0" algn="r">
              <a:lnSpc>
                <a:spcPct val="100000"/>
              </a:lnSpc>
              <a:spcBef>
                <a:spcPts val="0"/>
              </a:spcBef>
              <a:spcAft>
                <a:spcPts val="0"/>
              </a:spcAft>
              <a:buNone/>
              <a:defRPr sz="1600">
                <a:solidFill>
                  <a:schemeClr val="lt1"/>
                </a:solidFill>
              </a:defRPr>
            </a:lvl6pPr>
            <a:lvl7pPr indent="0" lvl="6" marL="0" marR="0" algn="r">
              <a:lnSpc>
                <a:spcPct val="100000"/>
              </a:lnSpc>
              <a:spcBef>
                <a:spcPts val="0"/>
              </a:spcBef>
              <a:spcAft>
                <a:spcPts val="0"/>
              </a:spcAft>
              <a:buNone/>
              <a:defRPr sz="1600">
                <a:solidFill>
                  <a:schemeClr val="lt1"/>
                </a:solidFill>
              </a:defRPr>
            </a:lvl7pPr>
            <a:lvl8pPr indent="0" lvl="7" marL="0" marR="0" algn="r">
              <a:lnSpc>
                <a:spcPct val="100000"/>
              </a:lnSpc>
              <a:spcBef>
                <a:spcPts val="0"/>
              </a:spcBef>
              <a:spcAft>
                <a:spcPts val="0"/>
              </a:spcAft>
              <a:buNone/>
              <a:defRPr sz="1600">
                <a:solidFill>
                  <a:schemeClr val="lt1"/>
                </a:solidFill>
              </a:defRPr>
            </a:lvl8pPr>
            <a:lvl9pPr indent="0" lvl="8" marL="0" marR="0" algn="r">
              <a:lnSpc>
                <a:spcPct val="100000"/>
              </a:lnSpc>
              <a:spcBef>
                <a:spcPts val="0"/>
              </a:spcBef>
              <a:spcAft>
                <a:spcPts val="0"/>
              </a:spcAft>
              <a:buNone/>
              <a:defRPr sz="1600">
                <a:solidFill>
                  <a:schemeClr val="lt1"/>
                </a:solidFill>
              </a:defRPr>
            </a:lvl9pPr>
          </a:lstStyle>
          <a:p/>
        </p:txBody>
      </p:sp>
    </p:spTree>
  </p:cSld>
  <p:clrMapOvr>
    <a:masterClrMapping/>
  </p:clrMapOvr>
</p:sldLayout>
</file>

<file path=ppt/slideLayouts/slideLayout3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ncepts - horizontal">
  <p:cSld name="TITLE_AND_TWO_COLUMNS_1_1">
    <p:spTree>
      <p:nvGrpSpPr>
        <p:cNvPr id="1734" name="Shape 1734"/>
        <p:cNvGrpSpPr/>
        <p:nvPr/>
      </p:nvGrpSpPr>
      <p:grpSpPr>
        <a:xfrm>
          <a:off x="0" y="0"/>
          <a:ext cx="0" cy="0"/>
          <a:chOff x="0" y="0"/>
          <a:chExt cx="0" cy="0"/>
        </a:xfrm>
      </p:grpSpPr>
      <p:sp>
        <p:nvSpPr>
          <p:cNvPr id="1735" name="Google Shape;1735;p397"/>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736" name="Google Shape;1736;p397"/>
          <p:cNvSpPr txBox="1"/>
          <p:nvPr>
            <p:ph idx="1" type="body"/>
          </p:nvPr>
        </p:nvSpPr>
        <p:spPr>
          <a:xfrm>
            <a:off x="571500" y="2420194"/>
            <a:ext cx="1712400" cy="2659800"/>
          </a:xfrm>
          <a:prstGeom prst="rect">
            <a:avLst/>
          </a:prstGeom>
        </p:spPr>
        <p:txBody>
          <a:bodyPr anchorCtr="0" anchor="t" bIns="91425" lIns="0" spcFirstLastPara="1" rIns="182875" wrap="square" tIns="91425">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737" name="Google Shape;1737;p397"/>
          <p:cNvSpPr txBox="1"/>
          <p:nvPr>
            <p:ph idx="2" type="subTitle"/>
          </p:nvPr>
        </p:nvSpPr>
        <p:spPr>
          <a:xfrm>
            <a:off x="571500" y="1905000"/>
            <a:ext cx="1712400" cy="4374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
        <p:nvSpPr>
          <p:cNvPr id="1738" name="Google Shape;1738;p397"/>
          <p:cNvSpPr txBox="1"/>
          <p:nvPr>
            <p:ph type="title"/>
          </p:nvPr>
        </p:nvSpPr>
        <p:spPr>
          <a:xfrm>
            <a:off x="571500" y="889005"/>
            <a:ext cx="40005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1739" name="Google Shape;1739;p397"/>
          <p:cNvSpPr txBox="1"/>
          <p:nvPr>
            <p:ph idx="3" type="body"/>
          </p:nvPr>
        </p:nvSpPr>
        <p:spPr>
          <a:xfrm>
            <a:off x="2667700" y="2420194"/>
            <a:ext cx="1712400" cy="2659800"/>
          </a:xfrm>
          <a:prstGeom prst="rect">
            <a:avLst/>
          </a:prstGeom>
        </p:spPr>
        <p:txBody>
          <a:bodyPr anchorCtr="0" anchor="t" bIns="91425" lIns="0" spcFirstLastPara="1" rIns="182875" wrap="square" tIns="91425">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740" name="Google Shape;1740;p397"/>
          <p:cNvSpPr txBox="1"/>
          <p:nvPr>
            <p:ph idx="4" type="subTitle"/>
          </p:nvPr>
        </p:nvSpPr>
        <p:spPr>
          <a:xfrm>
            <a:off x="2667700" y="1905000"/>
            <a:ext cx="1712400" cy="4374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
        <p:nvSpPr>
          <p:cNvPr id="1741" name="Google Shape;1741;p397"/>
          <p:cNvSpPr txBox="1"/>
          <p:nvPr>
            <p:ph idx="5" type="body"/>
          </p:nvPr>
        </p:nvSpPr>
        <p:spPr>
          <a:xfrm>
            <a:off x="4763900" y="2420194"/>
            <a:ext cx="1712400" cy="2659800"/>
          </a:xfrm>
          <a:prstGeom prst="rect">
            <a:avLst/>
          </a:prstGeom>
        </p:spPr>
        <p:txBody>
          <a:bodyPr anchorCtr="0" anchor="t" bIns="91425" lIns="0" spcFirstLastPara="1" rIns="182875" wrap="square" tIns="91425">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742" name="Google Shape;1742;p397"/>
          <p:cNvSpPr txBox="1"/>
          <p:nvPr>
            <p:ph idx="6" type="subTitle"/>
          </p:nvPr>
        </p:nvSpPr>
        <p:spPr>
          <a:xfrm>
            <a:off x="4763900" y="1905000"/>
            <a:ext cx="1712400" cy="4374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
        <p:nvSpPr>
          <p:cNvPr id="1743" name="Google Shape;1743;p397"/>
          <p:cNvSpPr txBox="1"/>
          <p:nvPr>
            <p:ph idx="7" type="body"/>
          </p:nvPr>
        </p:nvSpPr>
        <p:spPr>
          <a:xfrm>
            <a:off x="6860100" y="2420194"/>
            <a:ext cx="1712400" cy="2659800"/>
          </a:xfrm>
          <a:prstGeom prst="rect">
            <a:avLst/>
          </a:prstGeom>
        </p:spPr>
        <p:txBody>
          <a:bodyPr anchorCtr="0" anchor="t" bIns="91425" lIns="0" spcFirstLastPara="1" rIns="182875" wrap="square" tIns="91425">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744" name="Google Shape;1744;p397"/>
          <p:cNvSpPr txBox="1"/>
          <p:nvPr>
            <p:ph idx="8" type="subTitle"/>
          </p:nvPr>
        </p:nvSpPr>
        <p:spPr>
          <a:xfrm>
            <a:off x="6860100" y="1905000"/>
            <a:ext cx="1712400" cy="4374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Tree>
  </p:cSld>
  <p:clrMapOvr>
    <a:masterClrMapping/>
  </p:clrMapOvr>
</p:sldLayout>
</file>

<file path=ppt/slideLayouts/slideLayout3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cepts - horizontal">
  <p:cSld name="TITLE_AND_TWO_COLUMNS_1_2">
    <p:spTree>
      <p:nvGrpSpPr>
        <p:cNvPr id="1745" name="Shape 1745"/>
        <p:cNvGrpSpPr/>
        <p:nvPr/>
      </p:nvGrpSpPr>
      <p:grpSpPr>
        <a:xfrm>
          <a:off x="0" y="0"/>
          <a:ext cx="0" cy="0"/>
          <a:chOff x="0" y="0"/>
          <a:chExt cx="0" cy="0"/>
        </a:xfrm>
      </p:grpSpPr>
      <p:sp>
        <p:nvSpPr>
          <p:cNvPr id="1746" name="Google Shape;1746;p398"/>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747" name="Google Shape;1747;p398"/>
          <p:cNvSpPr txBox="1"/>
          <p:nvPr>
            <p:ph idx="1" type="body"/>
          </p:nvPr>
        </p:nvSpPr>
        <p:spPr>
          <a:xfrm>
            <a:off x="571500" y="2435667"/>
            <a:ext cx="1968300" cy="26442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748" name="Google Shape;1748;p398"/>
          <p:cNvSpPr txBox="1"/>
          <p:nvPr>
            <p:ph idx="2" type="body"/>
          </p:nvPr>
        </p:nvSpPr>
        <p:spPr>
          <a:xfrm>
            <a:off x="3586271" y="2435667"/>
            <a:ext cx="1980000" cy="26442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749" name="Google Shape;1749;p398"/>
          <p:cNvSpPr txBox="1"/>
          <p:nvPr>
            <p:ph idx="3" type="body"/>
          </p:nvPr>
        </p:nvSpPr>
        <p:spPr>
          <a:xfrm>
            <a:off x="6604202" y="2435667"/>
            <a:ext cx="1968300" cy="26442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750" name="Google Shape;1750;p398"/>
          <p:cNvSpPr txBox="1"/>
          <p:nvPr>
            <p:ph idx="4" type="subTitle"/>
          </p:nvPr>
        </p:nvSpPr>
        <p:spPr>
          <a:xfrm>
            <a:off x="579900" y="1905000"/>
            <a:ext cx="1968300" cy="398700"/>
          </a:xfrm>
          <a:prstGeom prst="rect">
            <a:avLst/>
          </a:prstGeom>
        </p:spPr>
        <p:txBody>
          <a:bodyPr anchorCtr="0" anchor="t" bIns="0" lIns="0" spcFirstLastPara="1" rIns="0" wrap="square" tIns="0">
            <a:spAutoFit/>
          </a:bodyPr>
          <a:lstStyle>
            <a:lvl1pPr lv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2pPr>
            <a:lvl3pPr lvl="2">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3pPr>
            <a:lvl4pPr lvl="3">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4pPr>
            <a:lvl5pPr lvl="4">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5pPr>
            <a:lvl6pPr lvl="5">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6pPr>
            <a:lvl7pPr lvl="6">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7pPr>
            <a:lvl8pPr lvl="7">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8pPr>
            <a:lvl9pPr lvl="8">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9pPr>
          </a:lstStyle>
          <a:p/>
        </p:txBody>
      </p:sp>
      <p:sp>
        <p:nvSpPr>
          <p:cNvPr id="1751" name="Google Shape;1751;p398"/>
          <p:cNvSpPr txBox="1"/>
          <p:nvPr>
            <p:ph idx="5" type="subTitle"/>
          </p:nvPr>
        </p:nvSpPr>
        <p:spPr>
          <a:xfrm>
            <a:off x="6598950" y="1905000"/>
            <a:ext cx="1968300" cy="398700"/>
          </a:xfrm>
          <a:prstGeom prst="rect">
            <a:avLst/>
          </a:prstGeom>
        </p:spPr>
        <p:txBody>
          <a:bodyPr anchorCtr="0" anchor="t" bIns="0" lIns="0" spcFirstLastPara="1" rIns="0" wrap="square" tIns="0">
            <a:spAutoFit/>
          </a:bodyPr>
          <a:lstStyle>
            <a:lvl1pPr lv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2pPr>
            <a:lvl3pPr lvl="2">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3pPr>
            <a:lvl4pPr lvl="3">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4pPr>
            <a:lvl5pPr lvl="4">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5pPr>
            <a:lvl6pPr lvl="5">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6pPr>
            <a:lvl7pPr lvl="6">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7pPr>
            <a:lvl8pPr lvl="7">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8pPr>
            <a:lvl9pPr lvl="8">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9pPr>
          </a:lstStyle>
          <a:p/>
        </p:txBody>
      </p:sp>
      <p:sp>
        <p:nvSpPr>
          <p:cNvPr id="1752" name="Google Shape;1752;p398"/>
          <p:cNvSpPr txBox="1"/>
          <p:nvPr>
            <p:ph idx="6" type="subTitle"/>
          </p:nvPr>
        </p:nvSpPr>
        <p:spPr>
          <a:xfrm>
            <a:off x="3597825" y="1905000"/>
            <a:ext cx="1968300" cy="398700"/>
          </a:xfrm>
          <a:prstGeom prst="rect">
            <a:avLst/>
          </a:prstGeom>
        </p:spPr>
        <p:txBody>
          <a:bodyPr anchorCtr="0" anchor="t" bIns="0" lIns="0" spcFirstLastPara="1" rIns="0" wrap="square" tIns="0">
            <a:spAutoFit/>
          </a:bodyPr>
          <a:lstStyle>
            <a:lvl1pPr lv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2pPr>
            <a:lvl3pPr lvl="2">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3pPr>
            <a:lvl4pPr lvl="3">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4pPr>
            <a:lvl5pPr lvl="4">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5pPr>
            <a:lvl6pPr lvl="5">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6pPr>
            <a:lvl7pPr lvl="6">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7pPr>
            <a:lvl8pPr lvl="7">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8pPr>
            <a:lvl9pPr lvl="8">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9pPr>
          </a:lstStyle>
          <a:p/>
        </p:txBody>
      </p:sp>
      <p:sp>
        <p:nvSpPr>
          <p:cNvPr id="1753" name="Google Shape;1753;p398"/>
          <p:cNvSpPr txBox="1"/>
          <p:nvPr>
            <p:ph type="title"/>
          </p:nvPr>
        </p:nvSpPr>
        <p:spPr>
          <a:xfrm>
            <a:off x="571500" y="889005"/>
            <a:ext cx="40005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Tree>
  </p:cSld>
  <p:clrMapOvr>
    <a:masterClrMapping/>
  </p:clrMapOvr>
</p:sldLayout>
</file>

<file path=ppt/slideLayouts/slideLayout3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half screen">
  <p:cSld name="MAIN_POINT_1">
    <p:bg>
      <p:bgPr>
        <a:solidFill>
          <a:schemeClr val="dk2"/>
        </a:solidFill>
      </p:bgPr>
    </p:bg>
    <p:spTree>
      <p:nvGrpSpPr>
        <p:cNvPr id="1754" name="Shape 1754"/>
        <p:cNvGrpSpPr/>
        <p:nvPr/>
      </p:nvGrpSpPr>
      <p:grpSpPr>
        <a:xfrm>
          <a:off x="0" y="0"/>
          <a:ext cx="0" cy="0"/>
          <a:chOff x="0" y="0"/>
          <a:chExt cx="0" cy="0"/>
        </a:xfrm>
      </p:grpSpPr>
      <p:sp>
        <p:nvSpPr>
          <p:cNvPr id="1755" name="Google Shape;1755;p399"/>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756" name="Google Shape;1756;p399"/>
          <p:cNvSpPr txBox="1"/>
          <p:nvPr>
            <p:ph type="title"/>
          </p:nvPr>
        </p:nvSpPr>
        <p:spPr>
          <a:xfrm>
            <a:off x="571500" y="1010028"/>
            <a:ext cx="4000500" cy="4070100"/>
          </a:xfrm>
          <a:prstGeom prst="rect">
            <a:avLst/>
          </a:prstGeom>
        </p:spPr>
        <p:txBody>
          <a:bodyPr anchorCtr="0" anchor="t" bIns="0" lIns="0" spcFirstLastPara="1" rIns="0" wrap="square" tIns="0">
            <a:spAutoFit/>
          </a:bodyPr>
          <a:lstStyle>
            <a:lvl1pPr lvl="0">
              <a:lnSpc>
                <a:spcPct val="100000"/>
              </a:lnSpc>
              <a:spcBef>
                <a:spcPts val="0"/>
              </a:spcBef>
              <a:spcAft>
                <a:spcPts val="0"/>
              </a:spcAft>
              <a:buClr>
                <a:schemeClr val="lt1"/>
              </a:buClr>
              <a:buSzPts val="3200"/>
              <a:buFont typeface="Poppins SemiBold"/>
              <a:buNone/>
              <a:defRPr b="0" sz="3200">
                <a:solidFill>
                  <a:schemeClr val="lt1"/>
                </a:solidFill>
                <a:latin typeface="Poppins SemiBold"/>
                <a:ea typeface="Poppins SemiBold"/>
                <a:cs typeface="Poppins SemiBold"/>
                <a:sym typeface="Poppins SemiBold"/>
              </a:defRPr>
            </a:lvl1pPr>
            <a:lvl2pPr lvl="1">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2pPr>
            <a:lvl3pPr lvl="2">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3pPr>
            <a:lvl4pPr lvl="3">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4pPr>
            <a:lvl5pPr lvl="4">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5pPr>
            <a:lvl6pPr lvl="5">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6pPr>
            <a:lvl7pPr lvl="6">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7pPr>
            <a:lvl8pPr lvl="7">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8pPr>
            <a:lvl9pPr lvl="8">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3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items - contrast">
  <p:cSld name="Title + Subtitle_1">
    <p:bg>
      <p:bgPr>
        <a:solidFill>
          <a:schemeClr val="accent2"/>
        </a:solidFill>
      </p:bgPr>
    </p:bg>
    <p:spTree>
      <p:nvGrpSpPr>
        <p:cNvPr id="1757" name="Shape 1757"/>
        <p:cNvGrpSpPr/>
        <p:nvPr/>
      </p:nvGrpSpPr>
      <p:grpSpPr>
        <a:xfrm>
          <a:off x="0" y="0"/>
          <a:ext cx="0" cy="0"/>
          <a:chOff x="0" y="0"/>
          <a:chExt cx="0" cy="0"/>
        </a:xfrm>
      </p:grpSpPr>
      <p:sp>
        <p:nvSpPr>
          <p:cNvPr id="1758" name="Google Shape;1758;p400"/>
          <p:cNvSpPr/>
          <p:nvPr>
            <p:ph idx="2" type="pic"/>
          </p:nvPr>
        </p:nvSpPr>
        <p:spPr>
          <a:xfrm>
            <a:off x="457200" y="1524000"/>
            <a:ext cx="1827300" cy="1827300"/>
          </a:xfrm>
          <a:prstGeom prst="roundRect">
            <a:avLst>
              <a:gd fmla="val 4137" name="adj"/>
            </a:avLst>
          </a:prstGeom>
          <a:noFill/>
          <a:ln>
            <a:noFill/>
          </a:ln>
        </p:spPr>
      </p:sp>
      <p:sp>
        <p:nvSpPr>
          <p:cNvPr id="1759" name="Google Shape;1759;p400"/>
          <p:cNvSpPr/>
          <p:nvPr>
            <p:ph idx="3" type="pic"/>
          </p:nvPr>
        </p:nvSpPr>
        <p:spPr>
          <a:xfrm>
            <a:off x="2591313" y="1524000"/>
            <a:ext cx="1827300" cy="1827300"/>
          </a:xfrm>
          <a:prstGeom prst="roundRect">
            <a:avLst>
              <a:gd fmla="val 4137" name="adj"/>
            </a:avLst>
          </a:prstGeom>
          <a:noFill/>
          <a:ln>
            <a:noFill/>
          </a:ln>
        </p:spPr>
      </p:sp>
      <p:sp>
        <p:nvSpPr>
          <p:cNvPr id="1760" name="Google Shape;1760;p400"/>
          <p:cNvSpPr/>
          <p:nvPr>
            <p:ph idx="4" type="pic"/>
          </p:nvPr>
        </p:nvSpPr>
        <p:spPr>
          <a:xfrm>
            <a:off x="4725450" y="1524000"/>
            <a:ext cx="1827300" cy="1827300"/>
          </a:xfrm>
          <a:prstGeom prst="roundRect">
            <a:avLst>
              <a:gd fmla="val 4137" name="adj"/>
            </a:avLst>
          </a:prstGeom>
          <a:noFill/>
          <a:ln>
            <a:noFill/>
          </a:ln>
        </p:spPr>
      </p:sp>
      <p:sp>
        <p:nvSpPr>
          <p:cNvPr id="1761" name="Google Shape;1761;p400"/>
          <p:cNvSpPr/>
          <p:nvPr>
            <p:ph idx="5" type="pic"/>
          </p:nvPr>
        </p:nvSpPr>
        <p:spPr>
          <a:xfrm>
            <a:off x="6859563" y="1524000"/>
            <a:ext cx="1827300" cy="1827300"/>
          </a:xfrm>
          <a:prstGeom prst="roundRect">
            <a:avLst>
              <a:gd fmla="val 4137" name="adj"/>
            </a:avLst>
          </a:prstGeom>
          <a:noFill/>
          <a:ln>
            <a:noFill/>
          </a:ln>
        </p:spPr>
      </p:sp>
      <p:sp>
        <p:nvSpPr>
          <p:cNvPr id="1762" name="Google Shape;1762;p400"/>
          <p:cNvSpPr txBox="1"/>
          <p:nvPr>
            <p:ph type="title"/>
          </p:nvPr>
        </p:nvSpPr>
        <p:spPr>
          <a:xfrm>
            <a:off x="457200" y="507990"/>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Clr>
                <a:schemeClr val="lt1"/>
              </a:buClr>
              <a:buSzPts val="3000"/>
              <a:buNone/>
              <a:defRPr sz="3000">
                <a:solidFill>
                  <a:schemeClr val="lt1"/>
                </a:solidFill>
              </a:defRPr>
            </a:lvl1pPr>
            <a:lvl2pPr lvl="1" algn="l">
              <a:lnSpc>
                <a:spcPct val="100000"/>
              </a:lnSpc>
              <a:spcBef>
                <a:spcPts val="0"/>
              </a:spcBef>
              <a:spcAft>
                <a:spcPts val="0"/>
              </a:spcAft>
              <a:buClr>
                <a:schemeClr val="lt1"/>
              </a:buClr>
              <a:buSzPts val="3000"/>
              <a:buNone/>
              <a:defRPr sz="3000">
                <a:solidFill>
                  <a:schemeClr val="lt1"/>
                </a:solidFill>
              </a:defRPr>
            </a:lvl2pPr>
            <a:lvl3pPr lvl="2" algn="l">
              <a:lnSpc>
                <a:spcPct val="100000"/>
              </a:lnSpc>
              <a:spcBef>
                <a:spcPts val="0"/>
              </a:spcBef>
              <a:spcAft>
                <a:spcPts val="0"/>
              </a:spcAft>
              <a:buClr>
                <a:schemeClr val="lt1"/>
              </a:buClr>
              <a:buSzPts val="3000"/>
              <a:buNone/>
              <a:defRPr sz="3000">
                <a:solidFill>
                  <a:schemeClr val="lt1"/>
                </a:solidFill>
              </a:defRPr>
            </a:lvl3pPr>
            <a:lvl4pPr lvl="3" algn="l">
              <a:lnSpc>
                <a:spcPct val="100000"/>
              </a:lnSpc>
              <a:spcBef>
                <a:spcPts val="0"/>
              </a:spcBef>
              <a:spcAft>
                <a:spcPts val="0"/>
              </a:spcAft>
              <a:buClr>
                <a:schemeClr val="lt1"/>
              </a:buClr>
              <a:buSzPts val="3000"/>
              <a:buNone/>
              <a:defRPr sz="3000">
                <a:solidFill>
                  <a:schemeClr val="lt1"/>
                </a:solidFill>
              </a:defRPr>
            </a:lvl4pPr>
            <a:lvl5pPr lvl="4" algn="l">
              <a:lnSpc>
                <a:spcPct val="100000"/>
              </a:lnSpc>
              <a:spcBef>
                <a:spcPts val="0"/>
              </a:spcBef>
              <a:spcAft>
                <a:spcPts val="0"/>
              </a:spcAft>
              <a:buClr>
                <a:schemeClr val="lt1"/>
              </a:buClr>
              <a:buSzPts val="3000"/>
              <a:buNone/>
              <a:defRPr sz="3000">
                <a:solidFill>
                  <a:schemeClr val="lt1"/>
                </a:solidFill>
              </a:defRPr>
            </a:lvl5pPr>
            <a:lvl6pPr lvl="5" algn="l">
              <a:lnSpc>
                <a:spcPct val="100000"/>
              </a:lnSpc>
              <a:spcBef>
                <a:spcPts val="0"/>
              </a:spcBef>
              <a:spcAft>
                <a:spcPts val="0"/>
              </a:spcAft>
              <a:buClr>
                <a:schemeClr val="lt1"/>
              </a:buClr>
              <a:buSzPts val="3000"/>
              <a:buNone/>
              <a:defRPr sz="3000">
                <a:solidFill>
                  <a:schemeClr val="lt1"/>
                </a:solidFill>
              </a:defRPr>
            </a:lvl6pPr>
            <a:lvl7pPr lvl="6" algn="l">
              <a:lnSpc>
                <a:spcPct val="100000"/>
              </a:lnSpc>
              <a:spcBef>
                <a:spcPts val="0"/>
              </a:spcBef>
              <a:spcAft>
                <a:spcPts val="0"/>
              </a:spcAft>
              <a:buClr>
                <a:schemeClr val="lt1"/>
              </a:buClr>
              <a:buSzPts val="3000"/>
              <a:buNone/>
              <a:defRPr sz="3000">
                <a:solidFill>
                  <a:schemeClr val="lt1"/>
                </a:solidFill>
              </a:defRPr>
            </a:lvl7pPr>
            <a:lvl8pPr lvl="7" algn="l">
              <a:lnSpc>
                <a:spcPct val="100000"/>
              </a:lnSpc>
              <a:spcBef>
                <a:spcPts val="0"/>
              </a:spcBef>
              <a:spcAft>
                <a:spcPts val="0"/>
              </a:spcAft>
              <a:buClr>
                <a:schemeClr val="lt1"/>
              </a:buClr>
              <a:buSzPts val="3000"/>
              <a:buNone/>
              <a:defRPr sz="3000">
                <a:solidFill>
                  <a:schemeClr val="lt1"/>
                </a:solidFill>
              </a:defRPr>
            </a:lvl8pPr>
            <a:lvl9pPr lvl="8" algn="l">
              <a:lnSpc>
                <a:spcPct val="100000"/>
              </a:lnSpc>
              <a:spcBef>
                <a:spcPts val="0"/>
              </a:spcBef>
              <a:spcAft>
                <a:spcPts val="0"/>
              </a:spcAft>
              <a:buClr>
                <a:schemeClr val="lt1"/>
              </a:buClr>
              <a:buSzPts val="3000"/>
              <a:buNone/>
              <a:defRPr sz="3000">
                <a:solidFill>
                  <a:schemeClr val="lt1"/>
                </a:solidFill>
              </a:defRPr>
            </a:lvl9pPr>
          </a:lstStyle>
          <a:p/>
        </p:txBody>
      </p:sp>
      <p:sp>
        <p:nvSpPr>
          <p:cNvPr id="1763" name="Google Shape;1763;p400"/>
          <p:cNvSpPr txBox="1"/>
          <p:nvPr>
            <p:ph idx="1" type="body"/>
          </p:nvPr>
        </p:nvSpPr>
        <p:spPr>
          <a:xfrm>
            <a:off x="457200" y="4203333"/>
            <a:ext cx="1827300" cy="1004100"/>
          </a:xfrm>
          <a:prstGeom prst="rect">
            <a:avLst/>
          </a:prstGeom>
        </p:spPr>
        <p:txBody>
          <a:bodyPr anchorCtr="0" anchor="t" bIns="0" lIns="0" spcFirstLastPara="1" rIns="0" wrap="square" tIns="0">
            <a:spAutoFit/>
          </a:bodyPr>
          <a:lstStyle>
            <a:lvl1pPr indent="-298450" lvl="0" marL="457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1764" name="Google Shape;1764;p400"/>
          <p:cNvSpPr txBox="1"/>
          <p:nvPr>
            <p:ph idx="6" type="body"/>
          </p:nvPr>
        </p:nvSpPr>
        <p:spPr>
          <a:xfrm>
            <a:off x="2591318" y="4203333"/>
            <a:ext cx="1827300" cy="1004100"/>
          </a:xfrm>
          <a:prstGeom prst="rect">
            <a:avLst/>
          </a:prstGeom>
        </p:spPr>
        <p:txBody>
          <a:bodyPr anchorCtr="0" anchor="t" bIns="0" lIns="0" spcFirstLastPara="1" rIns="0" wrap="square" tIns="0">
            <a:spAutoFit/>
          </a:bodyPr>
          <a:lstStyle>
            <a:lvl1pPr indent="-298450" lvl="0" marL="457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1765" name="Google Shape;1765;p400"/>
          <p:cNvSpPr txBox="1"/>
          <p:nvPr>
            <p:ph idx="7" type="body"/>
          </p:nvPr>
        </p:nvSpPr>
        <p:spPr>
          <a:xfrm>
            <a:off x="4725435" y="4203333"/>
            <a:ext cx="1827300" cy="1004100"/>
          </a:xfrm>
          <a:prstGeom prst="rect">
            <a:avLst/>
          </a:prstGeom>
        </p:spPr>
        <p:txBody>
          <a:bodyPr anchorCtr="0" anchor="t" bIns="0" lIns="0" spcFirstLastPara="1" rIns="0" wrap="square" tIns="0">
            <a:spAutoFit/>
          </a:bodyPr>
          <a:lstStyle>
            <a:lvl1pPr indent="-298450" lvl="0" marL="457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1766" name="Google Shape;1766;p400"/>
          <p:cNvSpPr txBox="1"/>
          <p:nvPr>
            <p:ph idx="8" type="body"/>
          </p:nvPr>
        </p:nvSpPr>
        <p:spPr>
          <a:xfrm>
            <a:off x="6866700" y="4203333"/>
            <a:ext cx="1827300" cy="1004100"/>
          </a:xfrm>
          <a:prstGeom prst="rect">
            <a:avLst/>
          </a:prstGeom>
        </p:spPr>
        <p:txBody>
          <a:bodyPr anchorCtr="0" anchor="t" bIns="0" lIns="0" spcFirstLastPara="1" rIns="0" wrap="square" tIns="0">
            <a:spAutoFit/>
          </a:bodyPr>
          <a:lstStyle>
            <a:lvl1pPr indent="-298450" lvl="0" marL="457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1767" name="Google Shape;1767;p400"/>
          <p:cNvSpPr txBox="1"/>
          <p:nvPr>
            <p:ph idx="9" type="title"/>
          </p:nvPr>
        </p:nvSpPr>
        <p:spPr>
          <a:xfrm>
            <a:off x="457225" y="3656500"/>
            <a:ext cx="18273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200"/>
              <a:buNone/>
              <a:defRPr sz="1200">
                <a:solidFill>
                  <a:schemeClr val="lt1"/>
                </a:solidFill>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1768" name="Google Shape;1768;p400"/>
          <p:cNvSpPr txBox="1"/>
          <p:nvPr>
            <p:ph idx="13" type="title"/>
          </p:nvPr>
        </p:nvSpPr>
        <p:spPr>
          <a:xfrm>
            <a:off x="2591325" y="3656500"/>
            <a:ext cx="18273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200"/>
              <a:buNone/>
              <a:defRPr sz="1200">
                <a:solidFill>
                  <a:schemeClr val="lt1"/>
                </a:solidFill>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1769" name="Google Shape;1769;p400"/>
          <p:cNvSpPr txBox="1"/>
          <p:nvPr>
            <p:ph idx="14" type="title"/>
          </p:nvPr>
        </p:nvSpPr>
        <p:spPr>
          <a:xfrm>
            <a:off x="4725425" y="3656500"/>
            <a:ext cx="18273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200"/>
              <a:buNone/>
              <a:defRPr sz="1200">
                <a:solidFill>
                  <a:schemeClr val="lt1"/>
                </a:solidFill>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1770" name="Google Shape;1770;p400"/>
          <p:cNvSpPr txBox="1"/>
          <p:nvPr>
            <p:ph idx="15" type="title"/>
          </p:nvPr>
        </p:nvSpPr>
        <p:spPr>
          <a:xfrm>
            <a:off x="6859525" y="3656500"/>
            <a:ext cx="18273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200"/>
              <a:buNone/>
              <a:defRPr sz="1200">
                <a:solidFill>
                  <a:schemeClr val="lt1"/>
                </a:solidFill>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Tree>
  </p:cSld>
  <p:clrMapOvr>
    <a:masterClrMapping/>
  </p:clrMapOvr>
  <p:extLst>
    <p:ext uri="{DCECCB84-F9BA-43D5-87BE-67443E8EF086}">
      <p15:sldGuideLst>
        <p15:guide id="1" pos="2880">
          <p15:clr>
            <a:srgbClr val="E46962"/>
          </p15:clr>
        </p15:guide>
        <p15:guide id="2" orient="horz" pos="960">
          <p15:clr>
            <a:srgbClr val="E46962"/>
          </p15:clr>
        </p15:guide>
      </p15:sldGuideLst>
    </p:ext>
  </p:extLst>
</p:sldLayout>
</file>

<file path=ppt/slideLayouts/slideLayout3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ructor bio">
  <p:cSld name="TITLE_AND_BODY_1_1">
    <p:bg>
      <p:bgPr>
        <a:solidFill>
          <a:schemeClr val="accent2"/>
        </a:solidFill>
      </p:bgPr>
    </p:bg>
    <p:spTree>
      <p:nvGrpSpPr>
        <p:cNvPr id="1771" name="Shape 1771"/>
        <p:cNvGrpSpPr/>
        <p:nvPr/>
      </p:nvGrpSpPr>
      <p:grpSpPr>
        <a:xfrm>
          <a:off x="0" y="0"/>
          <a:ext cx="0" cy="0"/>
          <a:chOff x="0" y="0"/>
          <a:chExt cx="0" cy="0"/>
        </a:xfrm>
      </p:grpSpPr>
      <p:sp>
        <p:nvSpPr>
          <p:cNvPr id="1772" name="Google Shape;1772;p401"/>
          <p:cNvSpPr/>
          <p:nvPr/>
        </p:nvSpPr>
        <p:spPr>
          <a:xfrm>
            <a:off x="4583975" y="0"/>
            <a:ext cx="4567500" cy="57150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773" name="Google Shape;1773;p401"/>
          <p:cNvSpPr/>
          <p:nvPr>
            <p:ph idx="2" type="pic"/>
          </p:nvPr>
        </p:nvSpPr>
        <p:spPr>
          <a:xfrm flipH="1">
            <a:off x="953803" y="1184556"/>
            <a:ext cx="2664300" cy="3336300"/>
          </a:xfrm>
          <a:prstGeom prst="rect">
            <a:avLst/>
          </a:prstGeom>
          <a:noFill/>
          <a:ln>
            <a:noFill/>
          </a:ln>
        </p:spPr>
      </p:sp>
      <p:sp>
        <p:nvSpPr>
          <p:cNvPr id="1774" name="Google Shape;1774;p401"/>
          <p:cNvSpPr txBox="1"/>
          <p:nvPr>
            <p:ph type="title"/>
          </p:nvPr>
        </p:nvSpPr>
        <p:spPr>
          <a:xfrm>
            <a:off x="5036975" y="942000"/>
            <a:ext cx="3661500" cy="1064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775" name="Google Shape;1775;p401"/>
          <p:cNvSpPr txBox="1"/>
          <p:nvPr>
            <p:ph idx="1" type="subTitle"/>
          </p:nvPr>
        </p:nvSpPr>
        <p:spPr>
          <a:xfrm>
            <a:off x="5036975" y="508000"/>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776" name="Google Shape;1776;p401"/>
          <p:cNvSpPr txBox="1"/>
          <p:nvPr>
            <p:ph idx="3" type="body"/>
          </p:nvPr>
        </p:nvSpPr>
        <p:spPr>
          <a:xfrm>
            <a:off x="5036975" y="2139583"/>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sldLayout>
</file>

<file path=ppt/slideLayouts/slideLayout3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rtification covers 1">
  <p:cSld name="TITLE_1_1">
    <p:spTree>
      <p:nvGrpSpPr>
        <p:cNvPr id="1777" name="Shape 1777"/>
        <p:cNvGrpSpPr/>
        <p:nvPr/>
      </p:nvGrpSpPr>
      <p:grpSpPr>
        <a:xfrm>
          <a:off x="0" y="0"/>
          <a:ext cx="0" cy="0"/>
          <a:chOff x="0" y="0"/>
          <a:chExt cx="0" cy="0"/>
        </a:xfrm>
      </p:grpSpPr>
      <p:pic>
        <p:nvPicPr>
          <p:cNvPr id="1778" name="Google Shape;1778;p402" title="Mesh Holographic Gradients - Dark Gradient 22.png"/>
          <p:cNvPicPr preferRelativeResize="0"/>
          <p:nvPr/>
        </p:nvPicPr>
        <p:blipFill rotWithShape="1">
          <a:blip r:embed="rId2">
            <a:alphaModFix/>
          </a:blip>
          <a:srcRect b="0" l="0" r="0" t="0"/>
          <a:stretch/>
        </p:blipFill>
        <p:spPr>
          <a:xfrm>
            <a:off x="0" y="0"/>
            <a:ext cx="9144003" cy="5143499"/>
          </a:xfrm>
          <a:prstGeom prst="rect">
            <a:avLst/>
          </a:prstGeom>
          <a:noFill/>
          <a:ln>
            <a:noFill/>
          </a:ln>
        </p:spPr>
      </p:pic>
      <p:pic>
        <p:nvPicPr>
          <p:cNvPr id="1779" name="Google Shape;1779;p402"/>
          <p:cNvPicPr preferRelativeResize="0"/>
          <p:nvPr/>
        </p:nvPicPr>
        <p:blipFill rotWithShape="1">
          <a:blip r:embed="rId3">
            <a:alphaModFix/>
          </a:blip>
          <a:srcRect b="0" l="0" r="0" t="0"/>
          <a:stretch/>
        </p:blipFill>
        <p:spPr>
          <a:xfrm>
            <a:off x="457200" y="531584"/>
            <a:ext cx="316413" cy="390600"/>
          </a:xfrm>
          <a:prstGeom prst="rect">
            <a:avLst/>
          </a:prstGeom>
          <a:noFill/>
          <a:ln>
            <a:noFill/>
          </a:ln>
        </p:spPr>
      </p:pic>
      <p:sp>
        <p:nvSpPr>
          <p:cNvPr id="1780" name="Google Shape;1780;p402"/>
          <p:cNvSpPr txBox="1"/>
          <p:nvPr>
            <p:ph type="title"/>
          </p:nvPr>
        </p:nvSpPr>
        <p:spPr>
          <a:xfrm>
            <a:off x="457200" y="2925261"/>
            <a:ext cx="6862800" cy="1734900"/>
          </a:xfrm>
          <a:prstGeom prst="rect">
            <a:avLst/>
          </a:prstGeom>
        </p:spPr>
        <p:txBody>
          <a:bodyPr anchorCtr="0" anchor="b"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781" name="Google Shape;1781;p402"/>
          <p:cNvSpPr txBox="1"/>
          <p:nvPr>
            <p:ph idx="1" type="subTitle"/>
          </p:nvPr>
        </p:nvSpPr>
        <p:spPr>
          <a:xfrm>
            <a:off x="457200" y="4773000"/>
            <a:ext cx="68628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Tree>
  </p:cSld>
  <p:clrMapOvr>
    <a:masterClrMapping/>
  </p:clrMapOvr>
</p:sldLayout>
</file>

<file path=ppt/slideLayouts/slideLayout3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2">
    <p:spTree>
      <p:nvGrpSpPr>
        <p:cNvPr id="1782" name="Shape 1782"/>
        <p:cNvGrpSpPr/>
        <p:nvPr/>
      </p:nvGrpSpPr>
      <p:grpSpPr>
        <a:xfrm>
          <a:off x="0" y="0"/>
          <a:ext cx="0" cy="0"/>
          <a:chOff x="0" y="0"/>
          <a:chExt cx="0" cy="0"/>
        </a:xfrm>
      </p:grpSpPr>
      <p:sp>
        <p:nvSpPr>
          <p:cNvPr id="1783" name="Google Shape;1783;p403"/>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784" name="Google Shape;1784;p403"/>
          <p:cNvSpPr txBox="1"/>
          <p:nvPr>
            <p:ph idx="1" type="body"/>
          </p:nvPr>
        </p:nvSpPr>
        <p:spPr>
          <a:xfrm>
            <a:off x="457200" y="1524417"/>
            <a:ext cx="41052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3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Full width visual">
  <p:cSld name="TITLE_ONLY_1_1">
    <p:spTree>
      <p:nvGrpSpPr>
        <p:cNvPr id="1785" name="Shape 1785"/>
        <p:cNvGrpSpPr/>
        <p:nvPr/>
      </p:nvGrpSpPr>
      <p:grpSpPr>
        <a:xfrm>
          <a:off x="0" y="0"/>
          <a:ext cx="0" cy="0"/>
          <a:chOff x="0" y="0"/>
          <a:chExt cx="0" cy="0"/>
        </a:xfrm>
      </p:grpSpPr>
      <p:sp>
        <p:nvSpPr>
          <p:cNvPr id="1786" name="Google Shape;1786;p404"/>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787" name="Google Shape;1787;p404"/>
          <p:cNvSpPr txBox="1"/>
          <p:nvPr>
            <p:ph type="title"/>
          </p:nvPr>
        </p:nvSpPr>
        <p:spPr>
          <a:xfrm>
            <a:off x="571500" y="889000"/>
            <a:ext cx="80010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1788" name="Google Shape;1788;p404"/>
          <p:cNvSpPr/>
          <p:nvPr>
            <p:ph idx="2" type="pic"/>
          </p:nvPr>
        </p:nvSpPr>
        <p:spPr>
          <a:xfrm>
            <a:off x="944450" y="1901167"/>
            <a:ext cx="7283700" cy="3179100"/>
          </a:xfrm>
          <a:prstGeom prst="rect">
            <a:avLst/>
          </a:prstGeom>
          <a:noFill/>
          <a:ln>
            <a:noFill/>
          </a:ln>
        </p:spPr>
      </p:sp>
    </p:spTree>
  </p:cSld>
  <p:clrMapOvr>
    <a:masterClrMapping/>
  </p:clrMapOvr>
  <p:extLst>
    <p:ext uri="{DCECCB84-F9BA-43D5-87BE-67443E8EF086}">
      <p15:sldGuideLst>
        <p15:guide id="1" pos="595">
          <p15:clr>
            <a:srgbClr val="E46962"/>
          </p15:clr>
        </p15:guide>
        <p15:guide id="2" pos="5183">
          <p15:clr>
            <a:srgbClr val="E46962"/>
          </p15:clr>
        </p15:guide>
      </p15:sldGuideLst>
    </p:ext>
  </p:extLst>
</p:sldLayout>
</file>

<file path=ppt/slideLayouts/slideLayout4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2">
  <p:cSld name="TITLE_AND_BODY_4">
    <p:spTree>
      <p:nvGrpSpPr>
        <p:cNvPr id="1789" name="Shape 1789"/>
        <p:cNvGrpSpPr/>
        <p:nvPr/>
      </p:nvGrpSpPr>
      <p:grpSpPr>
        <a:xfrm>
          <a:off x="0" y="0"/>
          <a:ext cx="0" cy="0"/>
          <a:chOff x="0" y="0"/>
          <a:chExt cx="0" cy="0"/>
        </a:xfrm>
      </p:grpSpPr>
      <p:sp>
        <p:nvSpPr>
          <p:cNvPr id="1790" name="Google Shape;1790;p405"/>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791" name="Google Shape;1791;p405"/>
          <p:cNvSpPr txBox="1"/>
          <p:nvPr>
            <p:ph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1792" name="Google Shape;1792;p405"/>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4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5">
  <p:cSld name="TITLE_ONLY_5">
    <p:spTree>
      <p:nvGrpSpPr>
        <p:cNvPr id="1793" name="Shape 1793"/>
        <p:cNvGrpSpPr/>
        <p:nvPr/>
      </p:nvGrpSpPr>
      <p:grpSpPr>
        <a:xfrm>
          <a:off x="0" y="0"/>
          <a:ext cx="0" cy="0"/>
          <a:chOff x="0" y="0"/>
          <a:chExt cx="0" cy="0"/>
        </a:xfrm>
      </p:grpSpPr>
      <p:sp>
        <p:nvSpPr>
          <p:cNvPr id="1794" name="Google Shape;1794;p406"/>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795" name="Google Shape;1795;p406"/>
          <p:cNvSpPr txBox="1"/>
          <p:nvPr>
            <p:ph type="title"/>
          </p:nvPr>
        </p:nvSpPr>
        <p:spPr>
          <a:xfrm>
            <a:off x="571500" y="889000"/>
            <a:ext cx="80010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Tree>
  </p:cSld>
  <p:clrMapOvr>
    <a:masterClrMapping/>
  </p:clrMapOvr>
</p:sldLayout>
</file>

<file path=ppt/slideLayouts/slideLayout4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1">
  <p:cSld name="TITLE_AND_BODY_3">
    <p:spTree>
      <p:nvGrpSpPr>
        <p:cNvPr id="1796" name="Shape 1796"/>
        <p:cNvGrpSpPr/>
        <p:nvPr/>
      </p:nvGrpSpPr>
      <p:grpSpPr>
        <a:xfrm>
          <a:off x="0" y="0"/>
          <a:ext cx="0" cy="0"/>
          <a:chOff x="0" y="0"/>
          <a:chExt cx="0" cy="0"/>
        </a:xfrm>
      </p:grpSpPr>
      <p:sp>
        <p:nvSpPr>
          <p:cNvPr id="1797" name="Google Shape;1797;p407"/>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798" name="Google Shape;1798;p407"/>
          <p:cNvSpPr txBox="1"/>
          <p:nvPr>
            <p:ph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1799" name="Google Shape;1799;p407"/>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4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 header, one column">
  <p:cSld name="CUSTOM_3_1">
    <p:spTree>
      <p:nvGrpSpPr>
        <p:cNvPr id="1800" name="Shape 1800"/>
        <p:cNvGrpSpPr/>
        <p:nvPr/>
      </p:nvGrpSpPr>
      <p:grpSpPr>
        <a:xfrm>
          <a:off x="0" y="0"/>
          <a:ext cx="0" cy="0"/>
          <a:chOff x="0" y="0"/>
          <a:chExt cx="0" cy="0"/>
        </a:xfrm>
      </p:grpSpPr>
      <p:sp>
        <p:nvSpPr>
          <p:cNvPr id="1801" name="Google Shape;1801;p408"/>
          <p:cNvSpPr txBox="1"/>
          <p:nvPr>
            <p:ph idx="1" type="subTitle"/>
          </p:nvPr>
        </p:nvSpPr>
        <p:spPr>
          <a:xfrm>
            <a:off x="571500" y="1905000"/>
            <a:ext cx="3093000" cy="3987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
        <p:nvSpPr>
          <p:cNvPr id="1802" name="Google Shape;1802;p408"/>
          <p:cNvSpPr txBox="1"/>
          <p:nvPr>
            <p:ph type="title"/>
          </p:nvPr>
        </p:nvSpPr>
        <p:spPr>
          <a:xfrm>
            <a:off x="571500" y="889005"/>
            <a:ext cx="40005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1803" name="Google Shape;1803;p408"/>
          <p:cNvSpPr txBox="1"/>
          <p:nvPr>
            <p:ph idx="2" type="body"/>
          </p:nvPr>
        </p:nvSpPr>
        <p:spPr>
          <a:xfrm>
            <a:off x="571500" y="2406917"/>
            <a:ext cx="3093000" cy="26730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804" name="Google Shape;1804;p408"/>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6">
    <p:spTree>
      <p:nvGrpSpPr>
        <p:cNvPr id="1805" name="Shape 1805"/>
        <p:cNvGrpSpPr/>
        <p:nvPr/>
      </p:nvGrpSpPr>
      <p:grpSpPr>
        <a:xfrm>
          <a:off x="0" y="0"/>
          <a:ext cx="0" cy="0"/>
          <a:chOff x="0" y="0"/>
          <a:chExt cx="0" cy="0"/>
        </a:xfrm>
      </p:grpSpPr>
      <p:sp>
        <p:nvSpPr>
          <p:cNvPr id="1806" name="Google Shape;1806;p409"/>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4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hree columns 3 1">
  <p:cSld name="TITLE_AND_TWO_COLUMNS_1_3_1">
    <p:spTree>
      <p:nvGrpSpPr>
        <p:cNvPr id="1807" name="Shape 1807"/>
        <p:cNvGrpSpPr/>
        <p:nvPr/>
      </p:nvGrpSpPr>
      <p:grpSpPr>
        <a:xfrm>
          <a:off x="0" y="0"/>
          <a:ext cx="0" cy="0"/>
          <a:chOff x="0" y="0"/>
          <a:chExt cx="0" cy="0"/>
        </a:xfrm>
      </p:grpSpPr>
      <p:sp>
        <p:nvSpPr>
          <p:cNvPr id="1808" name="Google Shape;1808;p410"/>
          <p:cNvSpPr txBox="1"/>
          <p:nvPr>
            <p:ph idx="12" type="sldNum"/>
          </p:nvPr>
        </p:nvSpPr>
        <p:spPr>
          <a:xfrm>
            <a:off x="8472458" y="5181352"/>
            <a:ext cx="548700" cy="4374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809" name="Google Shape;1809;p410"/>
          <p:cNvSpPr txBox="1"/>
          <p:nvPr>
            <p:ph type="title"/>
          </p:nvPr>
        </p:nvSpPr>
        <p:spPr>
          <a:xfrm>
            <a:off x="607200" y="1140611"/>
            <a:ext cx="3936000" cy="596400"/>
          </a:xfrm>
          <a:prstGeom prst="rect">
            <a:avLst/>
          </a:prstGeom>
        </p:spPr>
        <p:txBody>
          <a:bodyPr anchorCtr="0" anchor="ctr" bIns="0" lIns="0" spcFirstLastPara="1" rIns="0" wrap="square" tIns="0">
            <a:spAutoFit/>
          </a:bodyPr>
          <a:lstStyle>
            <a:lvl1pPr lvl="0">
              <a:spcBef>
                <a:spcPts val="0"/>
              </a:spcBef>
              <a:spcAft>
                <a:spcPts val="0"/>
              </a:spcAft>
              <a:buSzPts val="3000"/>
              <a:buNone/>
              <a:defRPr b="1" sz="1800"/>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1810" name="Google Shape;1810;p410"/>
          <p:cNvSpPr txBox="1"/>
          <p:nvPr>
            <p:ph idx="1" type="body"/>
          </p:nvPr>
        </p:nvSpPr>
        <p:spPr>
          <a:xfrm>
            <a:off x="607200" y="3520806"/>
            <a:ext cx="1951500" cy="16134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0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811" name="Google Shape;1811;p410"/>
          <p:cNvSpPr txBox="1"/>
          <p:nvPr>
            <p:ph idx="2" type="body"/>
          </p:nvPr>
        </p:nvSpPr>
        <p:spPr>
          <a:xfrm>
            <a:off x="2759850" y="3520806"/>
            <a:ext cx="1951500" cy="16134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0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812" name="Google Shape;1812;p410"/>
          <p:cNvSpPr txBox="1"/>
          <p:nvPr>
            <p:ph idx="3" type="body"/>
          </p:nvPr>
        </p:nvSpPr>
        <p:spPr>
          <a:xfrm>
            <a:off x="4912500" y="3520806"/>
            <a:ext cx="1951500" cy="16134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0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813" name="Google Shape;1813;p410"/>
          <p:cNvSpPr txBox="1"/>
          <p:nvPr>
            <p:ph idx="4" type="subTitle"/>
          </p:nvPr>
        </p:nvSpPr>
        <p:spPr>
          <a:xfrm>
            <a:off x="607200" y="3084639"/>
            <a:ext cx="1951500" cy="398700"/>
          </a:xfrm>
          <a:prstGeom prst="rect">
            <a:avLst/>
          </a:prstGeom>
        </p:spPr>
        <p:txBody>
          <a:bodyPr anchorCtr="0" anchor="t" bIns="0" lIns="0" spcFirstLastPara="1" rIns="0" wrap="square" tIns="0">
            <a:spAutoFit/>
          </a:bodyPr>
          <a:lstStyle>
            <a:lvl1pPr lvl="0">
              <a:spcBef>
                <a:spcPts val="0"/>
              </a:spcBef>
              <a:spcAft>
                <a:spcPts val="0"/>
              </a:spcAft>
              <a:buSzPts val="1400"/>
              <a:buNone/>
              <a:defRPr b="1" sz="1000">
                <a:solidFill>
                  <a:schemeClr val="accent4"/>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14" name="Google Shape;1814;p410"/>
          <p:cNvSpPr txBox="1"/>
          <p:nvPr>
            <p:ph idx="5" type="subTitle"/>
          </p:nvPr>
        </p:nvSpPr>
        <p:spPr>
          <a:xfrm>
            <a:off x="4912500" y="3084639"/>
            <a:ext cx="1951500" cy="398700"/>
          </a:xfrm>
          <a:prstGeom prst="rect">
            <a:avLst/>
          </a:prstGeom>
        </p:spPr>
        <p:txBody>
          <a:bodyPr anchorCtr="0" anchor="t" bIns="0" lIns="0" spcFirstLastPara="1" rIns="0" wrap="square" tIns="0">
            <a:spAutoFit/>
          </a:bodyPr>
          <a:lstStyle>
            <a:lvl1pPr lvl="0">
              <a:spcBef>
                <a:spcPts val="0"/>
              </a:spcBef>
              <a:spcAft>
                <a:spcPts val="0"/>
              </a:spcAft>
              <a:buSzPts val="1400"/>
              <a:buNone/>
              <a:defRPr b="1" sz="1000">
                <a:solidFill>
                  <a:schemeClr val="accent4"/>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15" name="Google Shape;1815;p410"/>
          <p:cNvSpPr txBox="1"/>
          <p:nvPr>
            <p:ph idx="6" type="subTitle"/>
          </p:nvPr>
        </p:nvSpPr>
        <p:spPr>
          <a:xfrm>
            <a:off x="2759850" y="3084639"/>
            <a:ext cx="1951500" cy="398700"/>
          </a:xfrm>
          <a:prstGeom prst="rect">
            <a:avLst/>
          </a:prstGeom>
        </p:spPr>
        <p:txBody>
          <a:bodyPr anchorCtr="0" anchor="t" bIns="0" lIns="0" spcFirstLastPara="1" rIns="0" wrap="square" tIns="0">
            <a:spAutoFit/>
          </a:bodyPr>
          <a:lstStyle>
            <a:lvl1pPr lvl="0">
              <a:spcBef>
                <a:spcPts val="0"/>
              </a:spcBef>
              <a:spcAft>
                <a:spcPts val="0"/>
              </a:spcAft>
              <a:buSzPts val="1400"/>
              <a:buNone/>
              <a:defRPr b="1" sz="1000">
                <a:solidFill>
                  <a:schemeClr val="accent4"/>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ercise">
  <p:cSld name="CUSTOM_7">
    <p:spTree>
      <p:nvGrpSpPr>
        <p:cNvPr id="1816" name="Shape 1816"/>
        <p:cNvGrpSpPr/>
        <p:nvPr/>
      </p:nvGrpSpPr>
      <p:grpSpPr>
        <a:xfrm>
          <a:off x="0" y="0"/>
          <a:ext cx="0" cy="0"/>
          <a:chOff x="0" y="0"/>
          <a:chExt cx="0" cy="0"/>
        </a:xfrm>
      </p:grpSpPr>
      <p:sp>
        <p:nvSpPr>
          <p:cNvPr id="1817" name="Google Shape;1817;p411"/>
          <p:cNvSpPr txBox="1"/>
          <p:nvPr>
            <p:ph idx="1" type="subTitle"/>
          </p:nvPr>
        </p:nvSpPr>
        <p:spPr>
          <a:xfrm>
            <a:off x="571500" y="4736333"/>
            <a:ext cx="3259200" cy="343800"/>
          </a:xfrm>
          <a:prstGeom prst="rect">
            <a:avLst/>
          </a:prstGeom>
          <a:solidFill>
            <a:schemeClr val="accent6"/>
          </a:solidFill>
        </p:spPr>
        <p:txBody>
          <a:bodyPr anchorCtr="0" anchor="ctr" bIns="91425" lIns="91425" spcFirstLastPara="1" rIns="91425" wrap="square" tIns="91425">
            <a:spAutoFit/>
          </a:bodyPr>
          <a:lstStyle>
            <a:lvl1pPr lvl="0">
              <a:spcBef>
                <a:spcPts val="0"/>
              </a:spcBef>
              <a:spcAft>
                <a:spcPts val="0"/>
              </a:spcAft>
              <a:buSzPts val="1400"/>
              <a:buNone/>
              <a:defRPr sz="1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18" name="Google Shape;1818;p411"/>
          <p:cNvSpPr txBox="1"/>
          <p:nvPr>
            <p:ph type="title"/>
          </p:nvPr>
        </p:nvSpPr>
        <p:spPr>
          <a:xfrm>
            <a:off x="571500" y="889000"/>
            <a:ext cx="40005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1819" name="Google Shape;1819;p411"/>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5184">
          <p15:clr>
            <a:srgbClr val="E46962"/>
          </p15:clr>
        </p15:guide>
        <p15:guide id="2" pos="576">
          <p15:clr>
            <a:srgbClr val="E46962"/>
          </p15:clr>
        </p15:guide>
      </p15:sldGuideLst>
    </p:ext>
  </p:extLst>
</p:sldLayout>
</file>

<file path=ppt/slideLayouts/slideLayout4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lf screen quote">
  <p:cSld name="CUSTOM_8_1">
    <p:spTree>
      <p:nvGrpSpPr>
        <p:cNvPr id="1820" name="Shape 1820"/>
        <p:cNvGrpSpPr/>
        <p:nvPr/>
      </p:nvGrpSpPr>
      <p:grpSpPr>
        <a:xfrm>
          <a:off x="0" y="0"/>
          <a:ext cx="0" cy="0"/>
          <a:chOff x="0" y="0"/>
          <a:chExt cx="0" cy="0"/>
        </a:xfrm>
      </p:grpSpPr>
      <p:sp>
        <p:nvSpPr>
          <p:cNvPr id="1821" name="Google Shape;1821;p412"/>
          <p:cNvSpPr txBox="1"/>
          <p:nvPr>
            <p:ph type="title"/>
          </p:nvPr>
        </p:nvSpPr>
        <p:spPr>
          <a:xfrm>
            <a:off x="5139900" y="2026361"/>
            <a:ext cx="3089700" cy="19371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400"/>
              <a:buFont typeface="Poppins SemiBold"/>
              <a:buNone/>
              <a:defRPr b="0" sz="1400">
                <a:solidFill>
                  <a:schemeClr val="lt1"/>
                </a:solidFill>
                <a:latin typeface="Poppins SemiBold"/>
                <a:ea typeface="Poppins SemiBold"/>
                <a:cs typeface="Poppins SemiBold"/>
                <a:sym typeface="Poppins SemiBold"/>
              </a:defRPr>
            </a:lvl1pPr>
            <a:lvl2pPr lvl="1">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2pPr>
            <a:lvl3pPr lvl="2">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3pPr>
            <a:lvl4pPr lvl="3">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4pPr>
            <a:lvl5pPr lvl="4">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5pPr>
            <a:lvl6pPr lvl="5">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6pPr>
            <a:lvl7pPr lvl="6">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7pPr>
            <a:lvl8pPr lvl="7">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8pPr>
            <a:lvl9pPr lvl="8">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9pPr>
          </a:lstStyle>
          <a:p/>
        </p:txBody>
      </p:sp>
      <p:sp>
        <p:nvSpPr>
          <p:cNvPr id="1822" name="Google Shape;1822;p412"/>
          <p:cNvSpPr txBox="1"/>
          <p:nvPr>
            <p:ph idx="2"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1823" name="Google Shape;1823;p412"/>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
        <p:nvSpPr>
          <p:cNvPr id="1824" name="Google Shape;1824;p412"/>
          <p:cNvSpPr txBox="1"/>
          <p:nvPr>
            <p:ph idx="3" type="title"/>
          </p:nvPr>
        </p:nvSpPr>
        <p:spPr>
          <a:xfrm>
            <a:off x="5139900" y="4564667"/>
            <a:ext cx="3089700" cy="2577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000"/>
              <a:buFont typeface="Poppins SemiBold"/>
              <a:buNone/>
              <a:defRPr b="0" sz="1000">
                <a:solidFill>
                  <a:schemeClr val="lt1"/>
                </a:solidFill>
                <a:latin typeface="Poppins SemiBold"/>
                <a:ea typeface="Poppins SemiBold"/>
                <a:cs typeface="Poppins SemiBold"/>
                <a:sym typeface="Poppins SemiBold"/>
              </a:defRPr>
            </a:lvl1pPr>
            <a:lvl2pPr lvl="1">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2pPr>
            <a:lvl3pPr lvl="2">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3pPr>
            <a:lvl4pPr lvl="3">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4pPr>
            <a:lvl5pPr lvl="4">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5pPr>
            <a:lvl6pPr lvl="5">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6pPr>
            <a:lvl7pPr lvl="6">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7pPr>
            <a:lvl8pPr lvl="7">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8pPr>
            <a:lvl9pPr lvl="8">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9pPr>
          </a:lstStyle>
          <a:p/>
        </p:txBody>
      </p:sp>
      <p:sp>
        <p:nvSpPr>
          <p:cNvPr id="1825" name="Google Shape;1825;p412"/>
          <p:cNvSpPr txBox="1"/>
          <p:nvPr>
            <p:ph idx="4" type="body"/>
          </p:nvPr>
        </p:nvSpPr>
        <p:spPr>
          <a:xfrm>
            <a:off x="5139900" y="4822333"/>
            <a:ext cx="3089700" cy="2577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lt1"/>
              </a:buClr>
              <a:buSzPts val="1000"/>
              <a:buFont typeface="Lato"/>
              <a:buChar char="●"/>
              <a:defRPr sz="1000">
                <a:solidFill>
                  <a:schemeClr val="lt1"/>
                </a:solidFill>
                <a:latin typeface="Lato"/>
                <a:ea typeface="Lato"/>
                <a:cs typeface="Lato"/>
                <a:sym typeface="Lato"/>
              </a:defRPr>
            </a:lvl1pPr>
            <a:lvl2pPr indent="-292100" lvl="1" marL="914400">
              <a:lnSpc>
                <a:spcPct val="115000"/>
              </a:lnSpc>
              <a:spcBef>
                <a:spcPts val="1000"/>
              </a:spcBef>
              <a:spcAft>
                <a:spcPts val="0"/>
              </a:spcAft>
              <a:buClr>
                <a:schemeClr val="lt1"/>
              </a:buClr>
              <a:buSzPts val="1000"/>
              <a:buFont typeface="Lato"/>
              <a:buChar char="○"/>
              <a:defRPr sz="1000">
                <a:solidFill>
                  <a:schemeClr val="lt1"/>
                </a:solidFill>
                <a:latin typeface="Lato"/>
                <a:ea typeface="Lato"/>
                <a:cs typeface="Lato"/>
                <a:sym typeface="Lato"/>
              </a:defRPr>
            </a:lvl2pPr>
            <a:lvl3pPr indent="-317500" lvl="2" marL="13716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3pPr>
            <a:lvl4pPr indent="-317500" lvl="3" marL="18288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4pPr>
            <a:lvl5pPr indent="-317500" lvl="4" marL="22860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5pPr>
            <a:lvl6pPr indent="-317500" lvl="5" marL="27432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6pPr>
            <a:lvl7pPr indent="-317500" lvl="6" marL="32004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7pPr>
            <a:lvl8pPr indent="-317500" lvl="7" marL="36576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8pPr>
            <a:lvl9pPr indent="-317500" lvl="8" marL="4114800">
              <a:lnSpc>
                <a:spcPct val="115000"/>
              </a:lnSpc>
              <a:spcBef>
                <a:spcPts val="1000"/>
              </a:spcBef>
              <a:spcAft>
                <a:spcPts val="1000"/>
              </a:spcAft>
              <a:buClr>
                <a:schemeClr val="lt1"/>
              </a:buClr>
              <a:buSzPts val="1400"/>
              <a:buFont typeface="Lato"/>
              <a:buChar char="■"/>
              <a:defRPr>
                <a:solidFill>
                  <a:schemeClr val="lt1"/>
                </a:solidFill>
                <a:latin typeface="Lato"/>
                <a:ea typeface="Lato"/>
                <a:cs typeface="Lato"/>
                <a:sym typeface="Lato"/>
              </a:defRPr>
            </a:lvl9pPr>
          </a:lstStyle>
          <a:p/>
        </p:txBody>
      </p:sp>
      <p:sp>
        <p:nvSpPr>
          <p:cNvPr id="1826" name="Google Shape;1826;p412"/>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576">
          <p15:clr>
            <a:srgbClr val="E46962"/>
          </p15:clr>
        </p15:guide>
        <p15:guide id="2" pos="5184">
          <p15:clr>
            <a:srgbClr val="E46962"/>
          </p15:clr>
        </p15:guide>
      </p15:sldGuideLst>
    </p:ext>
  </p:extLst>
</p:sldLayout>
</file>

<file path=ppt/slideLayouts/slideLayout4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 header, two columns">
  <p:cSld name="TITLE_AND_BODY_1_1_1">
    <p:spTree>
      <p:nvGrpSpPr>
        <p:cNvPr id="1827" name="Shape 1827"/>
        <p:cNvGrpSpPr/>
        <p:nvPr/>
      </p:nvGrpSpPr>
      <p:grpSpPr>
        <a:xfrm>
          <a:off x="0" y="0"/>
          <a:ext cx="0" cy="0"/>
          <a:chOff x="0" y="0"/>
          <a:chExt cx="0" cy="0"/>
        </a:xfrm>
      </p:grpSpPr>
      <p:sp>
        <p:nvSpPr>
          <p:cNvPr id="1828" name="Google Shape;1828;p413"/>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829" name="Google Shape;1829;p413"/>
          <p:cNvSpPr txBox="1"/>
          <p:nvPr>
            <p:ph type="title"/>
          </p:nvPr>
        </p:nvSpPr>
        <p:spPr>
          <a:xfrm>
            <a:off x="571500" y="889005"/>
            <a:ext cx="40005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1830" name="Google Shape;1830;p413"/>
          <p:cNvSpPr txBox="1"/>
          <p:nvPr>
            <p:ph idx="1" type="body"/>
          </p:nvPr>
        </p:nvSpPr>
        <p:spPr>
          <a:xfrm>
            <a:off x="571500" y="2406917"/>
            <a:ext cx="3093000" cy="26730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831" name="Google Shape;1831;p413"/>
          <p:cNvSpPr txBox="1"/>
          <p:nvPr>
            <p:ph idx="2" type="body"/>
          </p:nvPr>
        </p:nvSpPr>
        <p:spPr>
          <a:xfrm>
            <a:off x="4572000" y="2406917"/>
            <a:ext cx="3093000" cy="26730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832" name="Google Shape;1832;p413"/>
          <p:cNvSpPr txBox="1"/>
          <p:nvPr>
            <p:ph idx="3" type="subTitle"/>
          </p:nvPr>
        </p:nvSpPr>
        <p:spPr>
          <a:xfrm>
            <a:off x="571500" y="1905000"/>
            <a:ext cx="3093000" cy="3987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
        <p:nvSpPr>
          <p:cNvPr id="1833" name="Google Shape;1833;p413"/>
          <p:cNvSpPr txBox="1"/>
          <p:nvPr>
            <p:ph idx="4" type="subTitle"/>
          </p:nvPr>
        </p:nvSpPr>
        <p:spPr>
          <a:xfrm>
            <a:off x="4572000" y="1905000"/>
            <a:ext cx="3093000" cy="3987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Tree>
  </p:cSld>
  <p:clrMapOvr>
    <a:masterClrMapping/>
  </p:clrMapOvr>
</p:sldLayout>
</file>

<file path=ppt/slideLayouts/slideLayout4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bullet point 2 1">
  <p:cSld name="CUSTOM_1_1_1_1_4">
    <p:spTree>
      <p:nvGrpSpPr>
        <p:cNvPr id="1834" name="Shape 1834"/>
        <p:cNvGrpSpPr/>
        <p:nvPr/>
      </p:nvGrpSpPr>
      <p:grpSpPr>
        <a:xfrm>
          <a:off x="0" y="0"/>
          <a:ext cx="0" cy="0"/>
          <a:chOff x="0" y="0"/>
          <a:chExt cx="0" cy="0"/>
        </a:xfrm>
      </p:grpSpPr>
      <p:sp>
        <p:nvSpPr>
          <p:cNvPr id="1835" name="Google Shape;1835;p414"/>
          <p:cNvSpPr txBox="1"/>
          <p:nvPr>
            <p:ph type="title"/>
          </p:nvPr>
        </p:nvSpPr>
        <p:spPr>
          <a:xfrm>
            <a:off x="607200" y="1111921"/>
            <a:ext cx="3936000" cy="598800"/>
          </a:xfrm>
          <a:prstGeom prst="rect">
            <a:avLst/>
          </a:prstGeom>
        </p:spPr>
        <p:txBody>
          <a:bodyPr anchorCtr="0" anchor="ctr" bIns="0" lIns="0" spcFirstLastPara="1" rIns="0" wrap="square" tIns="0">
            <a:spAutoFit/>
          </a:bodyPr>
          <a:lstStyle>
            <a:lvl1pPr lvl="0">
              <a:spcBef>
                <a:spcPts val="0"/>
              </a:spcBef>
              <a:spcAft>
                <a:spcPts val="0"/>
              </a:spcAft>
              <a:buSzPts val="3000"/>
              <a:buNone/>
              <a:defRPr b="1" sz="2000"/>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1836" name="Google Shape;1836;p414"/>
          <p:cNvSpPr txBox="1"/>
          <p:nvPr>
            <p:ph idx="1" type="body"/>
          </p:nvPr>
        </p:nvSpPr>
        <p:spPr>
          <a:xfrm>
            <a:off x="607200" y="1739278"/>
            <a:ext cx="4607400" cy="33804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4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3">
  <p:cSld name="TITLE_AND_BODY_5">
    <p:spTree>
      <p:nvGrpSpPr>
        <p:cNvPr id="1837" name="Shape 1837"/>
        <p:cNvGrpSpPr/>
        <p:nvPr/>
      </p:nvGrpSpPr>
      <p:grpSpPr>
        <a:xfrm>
          <a:off x="0" y="0"/>
          <a:ext cx="0" cy="0"/>
          <a:chOff x="0" y="0"/>
          <a:chExt cx="0" cy="0"/>
        </a:xfrm>
      </p:grpSpPr>
      <p:sp>
        <p:nvSpPr>
          <p:cNvPr id="1838" name="Google Shape;1838;p415"/>
          <p:cNvSpPr txBox="1"/>
          <p:nvPr>
            <p:ph idx="12" type="sldNum"/>
          </p:nvPr>
        </p:nvSpPr>
        <p:spPr>
          <a:xfrm>
            <a:off x="8472458" y="5181352"/>
            <a:ext cx="548700" cy="4374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839" name="Google Shape;1839;p415"/>
          <p:cNvSpPr txBox="1"/>
          <p:nvPr>
            <p:ph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1840" name="Google Shape;1840;p415"/>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4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1 1">
  <p:cSld name="TITLE_AND_BODY_3_1">
    <p:spTree>
      <p:nvGrpSpPr>
        <p:cNvPr id="1841" name="Shape 1841"/>
        <p:cNvGrpSpPr/>
        <p:nvPr/>
      </p:nvGrpSpPr>
      <p:grpSpPr>
        <a:xfrm>
          <a:off x="0" y="0"/>
          <a:ext cx="0" cy="0"/>
          <a:chOff x="0" y="0"/>
          <a:chExt cx="0" cy="0"/>
        </a:xfrm>
      </p:grpSpPr>
      <p:sp>
        <p:nvSpPr>
          <p:cNvPr id="1842" name="Google Shape;1842;p416"/>
          <p:cNvSpPr txBox="1"/>
          <p:nvPr>
            <p:ph idx="12" type="sldNum"/>
          </p:nvPr>
        </p:nvSpPr>
        <p:spPr>
          <a:xfrm>
            <a:off x="8572500" y="5080004"/>
            <a:ext cx="571500" cy="635100"/>
          </a:xfrm>
          <a:prstGeom prst="rect">
            <a:avLst/>
          </a:prstGeom>
          <a:noFill/>
          <a:ln>
            <a:noFill/>
          </a:ln>
        </p:spPr>
        <p:txBody>
          <a:bodyPr anchorCtr="0" anchor="t" bIns="68575" lIns="68575" spcFirstLastPara="1" rIns="68575" wrap="square" tIns="68575">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843" name="Google Shape;1843;p416"/>
          <p:cNvSpPr txBox="1"/>
          <p:nvPr>
            <p:ph type="title"/>
          </p:nvPr>
        </p:nvSpPr>
        <p:spPr>
          <a:xfrm>
            <a:off x="571500" y="889000"/>
            <a:ext cx="30897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8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800">
                <a:solidFill>
                  <a:schemeClr val="dk1"/>
                </a:solidFill>
              </a:defRPr>
            </a:lvl2pPr>
            <a:lvl3pPr lvl="2" algn="l">
              <a:lnSpc>
                <a:spcPct val="115000"/>
              </a:lnSpc>
              <a:spcBef>
                <a:spcPts val="0"/>
              </a:spcBef>
              <a:spcAft>
                <a:spcPts val="0"/>
              </a:spcAft>
              <a:buClr>
                <a:schemeClr val="dk1"/>
              </a:buClr>
              <a:buSzPts val="1400"/>
              <a:buNone/>
              <a:defRPr sz="1800">
                <a:solidFill>
                  <a:schemeClr val="dk1"/>
                </a:solidFill>
              </a:defRPr>
            </a:lvl3pPr>
            <a:lvl4pPr lvl="3" algn="l">
              <a:lnSpc>
                <a:spcPct val="115000"/>
              </a:lnSpc>
              <a:spcBef>
                <a:spcPts val="0"/>
              </a:spcBef>
              <a:spcAft>
                <a:spcPts val="0"/>
              </a:spcAft>
              <a:buClr>
                <a:schemeClr val="dk1"/>
              </a:buClr>
              <a:buSzPts val="1400"/>
              <a:buNone/>
              <a:defRPr sz="1800">
                <a:solidFill>
                  <a:schemeClr val="dk1"/>
                </a:solidFill>
              </a:defRPr>
            </a:lvl4pPr>
            <a:lvl5pPr lvl="4" algn="l">
              <a:lnSpc>
                <a:spcPct val="115000"/>
              </a:lnSpc>
              <a:spcBef>
                <a:spcPts val="0"/>
              </a:spcBef>
              <a:spcAft>
                <a:spcPts val="0"/>
              </a:spcAft>
              <a:buClr>
                <a:schemeClr val="dk1"/>
              </a:buClr>
              <a:buSzPts val="1400"/>
              <a:buNone/>
              <a:defRPr sz="1800">
                <a:solidFill>
                  <a:schemeClr val="dk1"/>
                </a:solidFill>
              </a:defRPr>
            </a:lvl5pPr>
            <a:lvl6pPr lvl="5" algn="l">
              <a:lnSpc>
                <a:spcPct val="115000"/>
              </a:lnSpc>
              <a:spcBef>
                <a:spcPts val="0"/>
              </a:spcBef>
              <a:spcAft>
                <a:spcPts val="0"/>
              </a:spcAft>
              <a:buClr>
                <a:schemeClr val="dk1"/>
              </a:buClr>
              <a:buSzPts val="1400"/>
              <a:buNone/>
              <a:defRPr sz="1800">
                <a:solidFill>
                  <a:schemeClr val="dk1"/>
                </a:solidFill>
              </a:defRPr>
            </a:lvl6pPr>
            <a:lvl7pPr lvl="6" algn="l">
              <a:lnSpc>
                <a:spcPct val="115000"/>
              </a:lnSpc>
              <a:spcBef>
                <a:spcPts val="0"/>
              </a:spcBef>
              <a:spcAft>
                <a:spcPts val="0"/>
              </a:spcAft>
              <a:buClr>
                <a:schemeClr val="dk1"/>
              </a:buClr>
              <a:buSzPts val="1400"/>
              <a:buNone/>
              <a:defRPr sz="1800">
                <a:solidFill>
                  <a:schemeClr val="dk1"/>
                </a:solidFill>
              </a:defRPr>
            </a:lvl7pPr>
            <a:lvl8pPr lvl="7" algn="l">
              <a:lnSpc>
                <a:spcPct val="115000"/>
              </a:lnSpc>
              <a:spcBef>
                <a:spcPts val="0"/>
              </a:spcBef>
              <a:spcAft>
                <a:spcPts val="0"/>
              </a:spcAft>
              <a:buClr>
                <a:schemeClr val="dk1"/>
              </a:buClr>
              <a:buSzPts val="1400"/>
              <a:buNone/>
              <a:defRPr sz="1800">
                <a:solidFill>
                  <a:schemeClr val="dk1"/>
                </a:solidFill>
              </a:defRPr>
            </a:lvl8pPr>
            <a:lvl9pPr lvl="8" algn="l">
              <a:lnSpc>
                <a:spcPct val="115000"/>
              </a:lnSpc>
              <a:spcBef>
                <a:spcPts val="0"/>
              </a:spcBef>
              <a:spcAft>
                <a:spcPts val="0"/>
              </a:spcAft>
              <a:buClr>
                <a:schemeClr val="dk1"/>
              </a:buClr>
              <a:buSzPts val="1400"/>
              <a:buNone/>
              <a:defRPr sz="1800">
                <a:solidFill>
                  <a:schemeClr val="dk1"/>
                </a:solidFill>
              </a:defRPr>
            </a:lvl9pPr>
          </a:lstStyle>
          <a:p/>
        </p:txBody>
      </p:sp>
      <p:sp>
        <p:nvSpPr>
          <p:cNvPr id="1844" name="Google Shape;1844;p416"/>
          <p:cNvSpPr txBox="1"/>
          <p:nvPr>
            <p:ph idx="1" type="body"/>
          </p:nvPr>
        </p:nvSpPr>
        <p:spPr>
          <a:xfrm>
            <a:off x="571500" y="1905000"/>
            <a:ext cx="30897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4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out logo 2 1 1">
  <p:cSld name="Cover without logo 2_1_1">
    <p:bg>
      <p:bgPr>
        <a:solidFill>
          <a:srgbClr val="07182C"/>
        </a:solidFill>
      </p:bgPr>
    </p:bg>
    <p:spTree>
      <p:nvGrpSpPr>
        <p:cNvPr id="1845" name="Shape 1845"/>
        <p:cNvGrpSpPr/>
        <p:nvPr/>
      </p:nvGrpSpPr>
      <p:grpSpPr>
        <a:xfrm>
          <a:off x="0" y="0"/>
          <a:ext cx="0" cy="0"/>
          <a:chOff x="0" y="0"/>
          <a:chExt cx="0" cy="0"/>
        </a:xfrm>
      </p:grpSpPr>
      <p:pic>
        <p:nvPicPr>
          <p:cNvPr id="1846" name="Google Shape;1846;p417" title="Mesh Holographic Gradients - Dark Gradient 22.png"/>
          <p:cNvPicPr preferRelativeResize="0"/>
          <p:nvPr/>
        </p:nvPicPr>
        <p:blipFill rotWithShape="1">
          <a:blip r:embed="rId2">
            <a:alphaModFix/>
          </a:blip>
          <a:srcRect b="0" l="0" r="0" t="0"/>
          <a:stretch/>
        </p:blipFill>
        <p:spPr>
          <a:xfrm flipH="1" rot="10800000">
            <a:off x="0" y="571500"/>
            <a:ext cx="9144003" cy="5143499"/>
          </a:xfrm>
          <a:prstGeom prst="rect">
            <a:avLst/>
          </a:prstGeom>
          <a:noFill/>
          <a:ln>
            <a:noFill/>
          </a:ln>
        </p:spPr>
      </p:pic>
      <p:sp>
        <p:nvSpPr>
          <p:cNvPr id="1847" name="Google Shape;1847;p417"/>
          <p:cNvSpPr txBox="1"/>
          <p:nvPr>
            <p:ph type="title"/>
          </p:nvPr>
        </p:nvSpPr>
        <p:spPr>
          <a:xfrm>
            <a:off x="457200" y="508000"/>
            <a:ext cx="6862800" cy="1734900"/>
          </a:xfrm>
          <a:prstGeom prst="rect">
            <a:avLst/>
          </a:prstGeom>
        </p:spPr>
        <p:txBody>
          <a:bodyPr anchorCtr="0" anchor="b"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848" name="Google Shape;1848;p417"/>
          <p:cNvSpPr txBox="1"/>
          <p:nvPr>
            <p:ph idx="1" type="subTitle"/>
          </p:nvPr>
        </p:nvSpPr>
        <p:spPr>
          <a:xfrm>
            <a:off x="457200" y="2243000"/>
            <a:ext cx="68628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Tree>
  </p:cSld>
  <p:clrMapOvr>
    <a:masterClrMapping/>
  </p:clrMapOvr>
</p:sldLayout>
</file>

<file path=ppt/slideLayouts/slideLayout4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screen - Alt 6">
  <p:cSld name="CUSTOM_11">
    <p:bg>
      <p:bgPr>
        <a:solidFill>
          <a:schemeClr val="lt2"/>
        </a:solidFill>
      </p:bgPr>
    </p:bg>
    <p:spTree>
      <p:nvGrpSpPr>
        <p:cNvPr id="1849" name="Shape 1849"/>
        <p:cNvGrpSpPr/>
        <p:nvPr/>
      </p:nvGrpSpPr>
      <p:grpSpPr>
        <a:xfrm>
          <a:off x="0" y="0"/>
          <a:ext cx="0" cy="0"/>
          <a:chOff x="0" y="0"/>
          <a:chExt cx="0" cy="0"/>
        </a:xfrm>
      </p:grpSpPr>
      <p:sp>
        <p:nvSpPr>
          <p:cNvPr id="1850" name="Google Shape;1850;p418"/>
          <p:cNvSpPr txBox="1"/>
          <p:nvPr>
            <p:ph idx="1" type="subTitle"/>
          </p:nvPr>
        </p:nvSpPr>
        <p:spPr>
          <a:xfrm>
            <a:off x="6600775" y="2845802"/>
            <a:ext cx="1877400" cy="539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4800"/>
              <a:buFont typeface="IBM Plex Sans"/>
              <a:buNone/>
              <a:defRPr sz="4800">
                <a:solidFill>
                  <a:schemeClr val="lt1"/>
                </a:solidFill>
              </a:defRPr>
            </a:lvl1pPr>
            <a:lvl2pPr lvl="1" algn="ctr">
              <a:spcBef>
                <a:spcPts val="0"/>
              </a:spcBef>
              <a:spcAft>
                <a:spcPts val="0"/>
              </a:spcAft>
              <a:buClr>
                <a:schemeClr val="lt1"/>
              </a:buClr>
              <a:buSzPts val="4800"/>
              <a:buFont typeface="IBM Plex Sans"/>
              <a:buNone/>
              <a:defRPr sz="4800">
                <a:solidFill>
                  <a:schemeClr val="lt1"/>
                </a:solidFill>
              </a:defRPr>
            </a:lvl2pPr>
            <a:lvl3pPr lvl="2" algn="ctr">
              <a:spcBef>
                <a:spcPts val="0"/>
              </a:spcBef>
              <a:spcAft>
                <a:spcPts val="0"/>
              </a:spcAft>
              <a:buClr>
                <a:schemeClr val="lt1"/>
              </a:buClr>
              <a:buSzPts val="4800"/>
              <a:buFont typeface="IBM Plex Sans"/>
              <a:buNone/>
              <a:defRPr sz="4800">
                <a:solidFill>
                  <a:schemeClr val="lt1"/>
                </a:solidFill>
              </a:defRPr>
            </a:lvl3pPr>
            <a:lvl4pPr lvl="3" algn="ctr">
              <a:spcBef>
                <a:spcPts val="0"/>
              </a:spcBef>
              <a:spcAft>
                <a:spcPts val="0"/>
              </a:spcAft>
              <a:buClr>
                <a:schemeClr val="lt1"/>
              </a:buClr>
              <a:buSzPts val="4800"/>
              <a:buFont typeface="IBM Plex Sans"/>
              <a:buNone/>
              <a:defRPr sz="4800">
                <a:solidFill>
                  <a:schemeClr val="lt1"/>
                </a:solidFill>
              </a:defRPr>
            </a:lvl4pPr>
            <a:lvl5pPr lvl="4" algn="ctr">
              <a:spcBef>
                <a:spcPts val="0"/>
              </a:spcBef>
              <a:spcAft>
                <a:spcPts val="0"/>
              </a:spcAft>
              <a:buClr>
                <a:schemeClr val="lt1"/>
              </a:buClr>
              <a:buSzPts val="4800"/>
              <a:buFont typeface="IBM Plex Sans"/>
              <a:buNone/>
              <a:defRPr sz="4800">
                <a:solidFill>
                  <a:schemeClr val="lt1"/>
                </a:solidFill>
              </a:defRPr>
            </a:lvl5pPr>
            <a:lvl6pPr lvl="5" algn="ctr">
              <a:spcBef>
                <a:spcPts val="0"/>
              </a:spcBef>
              <a:spcAft>
                <a:spcPts val="0"/>
              </a:spcAft>
              <a:buClr>
                <a:schemeClr val="lt1"/>
              </a:buClr>
              <a:buSzPts val="4800"/>
              <a:buFont typeface="IBM Plex Sans"/>
              <a:buNone/>
              <a:defRPr sz="4800">
                <a:solidFill>
                  <a:schemeClr val="lt1"/>
                </a:solidFill>
              </a:defRPr>
            </a:lvl6pPr>
            <a:lvl7pPr lvl="6" algn="ctr">
              <a:spcBef>
                <a:spcPts val="0"/>
              </a:spcBef>
              <a:spcAft>
                <a:spcPts val="0"/>
              </a:spcAft>
              <a:buClr>
                <a:schemeClr val="lt1"/>
              </a:buClr>
              <a:buSzPts val="4800"/>
              <a:buFont typeface="IBM Plex Sans"/>
              <a:buNone/>
              <a:defRPr sz="4800">
                <a:solidFill>
                  <a:schemeClr val="lt1"/>
                </a:solidFill>
              </a:defRPr>
            </a:lvl7pPr>
            <a:lvl8pPr lvl="7" algn="ctr">
              <a:spcBef>
                <a:spcPts val="0"/>
              </a:spcBef>
              <a:spcAft>
                <a:spcPts val="0"/>
              </a:spcAft>
              <a:buClr>
                <a:schemeClr val="lt1"/>
              </a:buClr>
              <a:buSzPts val="4800"/>
              <a:buFont typeface="IBM Plex Sans"/>
              <a:buNone/>
              <a:defRPr sz="4800">
                <a:solidFill>
                  <a:schemeClr val="lt1"/>
                </a:solidFill>
              </a:defRPr>
            </a:lvl8pPr>
            <a:lvl9pPr lvl="8" algn="ctr">
              <a:spcBef>
                <a:spcPts val="0"/>
              </a:spcBef>
              <a:spcAft>
                <a:spcPts val="0"/>
              </a:spcAft>
              <a:buClr>
                <a:schemeClr val="lt1"/>
              </a:buClr>
              <a:buSzPts val="4800"/>
              <a:buFont typeface="IBM Plex Sans"/>
              <a:buNone/>
              <a:defRPr sz="4800">
                <a:solidFill>
                  <a:schemeClr val="lt1"/>
                </a:solidFill>
              </a:defRPr>
            </a:lvl9pPr>
          </a:lstStyle>
          <a:p/>
        </p:txBody>
      </p:sp>
      <p:sp>
        <p:nvSpPr>
          <p:cNvPr id="1851" name="Google Shape;1851;p418"/>
          <p:cNvSpPr txBox="1"/>
          <p:nvPr>
            <p:ph idx="2" type="body"/>
          </p:nvPr>
        </p:nvSpPr>
        <p:spPr>
          <a:xfrm>
            <a:off x="3479850" y="4591333"/>
            <a:ext cx="2271000" cy="864600"/>
          </a:xfrm>
          <a:prstGeom prst="rect">
            <a:avLst/>
          </a:prstGeom>
        </p:spPr>
        <p:txBody>
          <a:bodyPr anchorCtr="0" anchor="t" bIns="91425" lIns="0" spcFirstLastPara="1" rIns="0" wrap="square" tIns="0">
            <a:spAutoFit/>
          </a:bodyPr>
          <a:lstStyle>
            <a:lvl1pPr indent="-304800" lvl="0" marL="457200" algn="ctr">
              <a:spcBef>
                <a:spcPts val="0"/>
              </a:spcBef>
              <a:spcAft>
                <a:spcPts val="0"/>
              </a:spcAft>
              <a:buClr>
                <a:schemeClr val="lt1"/>
              </a:buClr>
              <a:buSzPts val="1200"/>
              <a:buFont typeface="IBM Plex Sans"/>
              <a:buChar char="●"/>
              <a:defRPr sz="1200">
                <a:solidFill>
                  <a:schemeClr val="lt1"/>
                </a:solidFill>
              </a:defRPr>
            </a:lvl1pPr>
            <a:lvl2pPr indent="-304800" lvl="1" marL="914400" algn="ctr">
              <a:spcBef>
                <a:spcPts val="1200"/>
              </a:spcBef>
              <a:spcAft>
                <a:spcPts val="0"/>
              </a:spcAft>
              <a:buClr>
                <a:schemeClr val="lt1"/>
              </a:buClr>
              <a:buSzPts val="1200"/>
              <a:buFont typeface="IBM Plex Sans"/>
              <a:buChar char="○"/>
              <a:defRPr sz="1200">
                <a:solidFill>
                  <a:schemeClr val="lt1"/>
                </a:solidFill>
              </a:defRPr>
            </a:lvl2pPr>
            <a:lvl3pPr indent="-304800" lvl="2" marL="1371600" algn="ctr">
              <a:spcBef>
                <a:spcPts val="1200"/>
              </a:spcBef>
              <a:spcAft>
                <a:spcPts val="0"/>
              </a:spcAft>
              <a:buClr>
                <a:schemeClr val="lt1"/>
              </a:buClr>
              <a:buSzPts val="1200"/>
              <a:buFont typeface="IBM Plex Sans"/>
              <a:buChar char="■"/>
              <a:defRPr sz="1200">
                <a:solidFill>
                  <a:schemeClr val="lt1"/>
                </a:solidFill>
              </a:defRPr>
            </a:lvl3pPr>
            <a:lvl4pPr indent="-304800" lvl="3" marL="1828800" algn="ctr">
              <a:spcBef>
                <a:spcPts val="1200"/>
              </a:spcBef>
              <a:spcAft>
                <a:spcPts val="0"/>
              </a:spcAft>
              <a:buClr>
                <a:schemeClr val="lt1"/>
              </a:buClr>
              <a:buSzPts val="1200"/>
              <a:buFont typeface="IBM Plex Sans"/>
              <a:buChar char="●"/>
              <a:defRPr sz="1200">
                <a:solidFill>
                  <a:schemeClr val="lt1"/>
                </a:solidFill>
              </a:defRPr>
            </a:lvl4pPr>
            <a:lvl5pPr indent="-304800" lvl="4" marL="2286000" algn="ctr">
              <a:spcBef>
                <a:spcPts val="1200"/>
              </a:spcBef>
              <a:spcAft>
                <a:spcPts val="0"/>
              </a:spcAft>
              <a:buClr>
                <a:schemeClr val="lt1"/>
              </a:buClr>
              <a:buSzPts val="1200"/>
              <a:buFont typeface="IBM Plex Sans"/>
              <a:buChar char="○"/>
              <a:defRPr sz="1200">
                <a:solidFill>
                  <a:schemeClr val="lt1"/>
                </a:solidFill>
              </a:defRPr>
            </a:lvl5pPr>
            <a:lvl6pPr indent="-304800" lvl="5" marL="2743200" algn="ctr">
              <a:spcBef>
                <a:spcPts val="1200"/>
              </a:spcBef>
              <a:spcAft>
                <a:spcPts val="0"/>
              </a:spcAft>
              <a:buClr>
                <a:schemeClr val="lt1"/>
              </a:buClr>
              <a:buSzPts val="1200"/>
              <a:buFont typeface="IBM Plex Sans"/>
              <a:buChar char="■"/>
              <a:defRPr sz="1200">
                <a:solidFill>
                  <a:schemeClr val="lt1"/>
                </a:solidFill>
              </a:defRPr>
            </a:lvl6pPr>
            <a:lvl7pPr indent="-304800" lvl="6" marL="3200400" algn="ctr">
              <a:spcBef>
                <a:spcPts val="1200"/>
              </a:spcBef>
              <a:spcAft>
                <a:spcPts val="0"/>
              </a:spcAft>
              <a:buClr>
                <a:schemeClr val="lt1"/>
              </a:buClr>
              <a:buSzPts val="1200"/>
              <a:buFont typeface="IBM Plex Sans"/>
              <a:buChar char="●"/>
              <a:defRPr sz="1200">
                <a:solidFill>
                  <a:schemeClr val="lt1"/>
                </a:solidFill>
              </a:defRPr>
            </a:lvl7pPr>
            <a:lvl8pPr indent="-304800" lvl="7" marL="3657600" algn="ctr">
              <a:spcBef>
                <a:spcPts val="1200"/>
              </a:spcBef>
              <a:spcAft>
                <a:spcPts val="0"/>
              </a:spcAft>
              <a:buClr>
                <a:schemeClr val="lt1"/>
              </a:buClr>
              <a:buSzPts val="1200"/>
              <a:buFont typeface="IBM Plex Sans"/>
              <a:buChar char="○"/>
              <a:defRPr sz="1200">
                <a:solidFill>
                  <a:schemeClr val="lt1"/>
                </a:solidFill>
              </a:defRPr>
            </a:lvl8pPr>
            <a:lvl9pPr indent="-304800" lvl="8" marL="4114800" algn="ctr">
              <a:spcBef>
                <a:spcPts val="1200"/>
              </a:spcBef>
              <a:spcAft>
                <a:spcPts val="1200"/>
              </a:spcAft>
              <a:buClr>
                <a:schemeClr val="lt1"/>
              </a:buClr>
              <a:buSzPts val="1200"/>
              <a:buFont typeface="IBM Plex Sans"/>
              <a:buChar char="■"/>
              <a:defRPr sz="1200">
                <a:solidFill>
                  <a:schemeClr val="lt1"/>
                </a:solidFill>
              </a:defRPr>
            </a:lvl9pPr>
          </a:lstStyle>
          <a:p/>
        </p:txBody>
      </p:sp>
      <p:sp>
        <p:nvSpPr>
          <p:cNvPr id="1852" name="Google Shape;1852;p418"/>
          <p:cNvSpPr txBox="1"/>
          <p:nvPr>
            <p:ph idx="3" type="subTitle"/>
          </p:nvPr>
        </p:nvSpPr>
        <p:spPr>
          <a:xfrm>
            <a:off x="440575" y="2969668"/>
            <a:ext cx="2366700" cy="2871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200"/>
              <a:buFont typeface="IBM Plex Sans"/>
              <a:buNone/>
              <a:defRPr sz="1200">
                <a:solidFill>
                  <a:schemeClr val="lt1"/>
                </a:solidFill>
              </a:defRPr>
            </a:lvl1pPr>
            <a:lvl2pPr lvl="1">
              <a:spcBef>
                <a:spcPts val="0"/>
              </a:spcBef>
              <a:spcAft>
                <a:spcPts val="0"/>
              </a:spcAft>
              <a:buClr>
                <a:schemeClr val="lt1"/>
              </a:buClr>
              <a:buSzPts val="1200"/>
              <a:buFont typeface="IBM Plex Sans"/>
              <a:buNone/>
              <a:defRPr sz="1200">
                <a:solidFill>
                  <a:schemeClr val="lt1"/>
                </a:solidFill>
              </a:defRPr>
            </a:lvl2pPr>
            <a:lvl3pPr lvl="2">
              <a:spcBef>
                <a:spcPts val="0"/>
              </a:spcBef>
              <a:spcAft>
                <a:spcPts val="0"/>
              </a:spcAft>
              <a:buClr>
                <a:schemeClr val="lt1"/>
              </a:buClr>
              <a:buSzPts val="1200"/>
              <a:buFont typeface="IBM Plex Sans"/>
              <a:buNone/>
              <a:defRPr sz="1200">
                <a:solidFill>
                  <a:schemeClr val="lt1"/>
                </a:solidFill>
              </a:defRPr>
            </a:lvl3pPr>
            <a:lvl4pPr lvl="3">
              <a:spcBef>
                <a:spcPts val="0"/>
              </a:spcBef>
              <a:spcAft>
                <a:spcPts val="0"/>
              </a:spcAft>
              <a:buClr>
                <a:schemeClr val="lt1"/>
              </a:buClr>
              <a:buSzPts val="1200"/>
              <a:buFont typeface="IBM Plex Sans"/>
              <a:buNone/>
              <a:defRPr sz="1200">
                <a:solidFill>
                  <a:schemeClr val="lt1"/>
                </a:solidFill>
              </a:defRPr>
            </a:lvl4pPr>
            <a:lvl5pPr lvl="4">
              <a:spcBef>
                <a:spcPts val="0"/>
              </a:spcBef>
              <a:spcAft>
                <a:spcPts val="0"/>
              </a:spcAft>
              <a:buClr>
                <a:schemeClr val="lt1"/>
              </a:buClr>
              <a:buSzPts val="1200"/>
              <a:buFont typeface="IBM Plex Sans"/>
              <a:buNone/>
              <a:defRPr sz="1200">
                <a:solidFill>
                  <a:schemeClr val="lt1"/>
                </a:solidFill>
              </a:defRPr>
            </a:lvl5pPr>
            <a:lvl6pPr lvl="5">
              <a:spcBef>
                <a:spcPts val="0"/>
              </a:spcBef>
              <a:spcAft>
                <a:spcPts val="0"/>
              </a:spcAft>
              <a:buClr>
                <a:schemeClr val="lt1"/>
              </a:buClr>
              <a:buSzPts val="1200"/>
              <a:buFont typeface="IBM Plex Sans"/>
              <a:buNone/>
              <a:defRPr sz="1200">
                <a:solidFill>
                  <a:schemeClr val="lt1"/>
                </a:solidFill>
              </a:defRPr>
            </a:lvl6pPr>
            <a:lvl7pPr lvl="6">
              <a:spcBef>
                <a:spcPts val="0"/>
              </a:spcBef>
              <a:spcAft>
                <a:spcPts val="0"/>
              </a:spcAft>
              <a:buClr>
                <a:schemeClr val="lt1"/>
              </a:buClr>
              <a:buSzPts val="1200"/>
              <a:buFont typeface="IBM Plex Sans"/>
              <a:buNone/>
              <a:defRPr sz="1200">
                <a:solidFill>
                  <a:schemeClr val="lt1"/>
                </a:solidFill>
              </a:defRPr>
            </a:lvl7pPr>
            <a:lvl8pPr lvl="7">
              <a:spcBef>
                <a:spcPts val="0"/>
              </a:spcBef>
              <a:spcAft>
                <a:spcPts val="0"/>
              </a:spcAft>
              <a:buClr>
                <a:schemeClr val="lt1"/>
              </a:buClr>
              <a:buSzPts val="1200"/>
              <a:buFont typeface="IBM Plex Sans"/>
              <a:buNone/>
              <a:defRPr sz="1200">
                <a:solidFill>
                  <a:schemeClr val="lt1"/>
                </a:solidFill>
              </a:defRPr>
            </a:lvl8pPr>
            <a:lvl9pPr lvl="8">
              <a:spcBef>
                <a:spcPts val="0"/>
              </a:spcBef>
              <a:spcAft>
                <a:spcPts val="0"/>
              </a:spcAft>
              <a:buClr>
                <a:schemeClr val="lt1"/>
              </a:buClr>
              <a:buSzPts val="1200"/>
              <a:buFont typeface="IBM Plex Sans"/>
              <a:buNone/>
              <a:defRPr sz="1200">
                <a:solidFill>
                  <a:schemeClr val="lt1"/>
                </a:solidFill>
              </a:defRPr>
            </a:lvl9pPr>
          </a:lstStyle>
          <a:p/>
        </p:txBody>
      </p:sp>
      <p:sp>
        <p:nvSpPr>
          <p:cNvPr id="1853" name="Google Shape;1853;p418"/>
          <p:cNvSpPr txBox="1"/>
          <p:nvPr>
            <p:ph idx="4" type="body"/>
          </p:nvPr>
        </p:nvSpPr>
        <p:spPr>
          <a:xfrm>
            <a:off x="436800" y="3489741"/>
            <a:ext cx="2366700" cy="1968300"/>
          </a:xfrm>
          <a:prstGeom prst="rect">
            <a:avLst/>
          </a:prstGeom>
        </p:spPr>
        <p:txBody>
          <a:bodyPr anchorCtr="0" anchor="t" bIns="91425" lIns="0" spcFirstLastPara="1" rIns="0" wrap="square" tIns="0">
            <a:spAutoFit/>
          </a:bodyPr>
          <a:lstStyle>
            <a:lvl1pPr indent="-292100" lvl="0" marL="457200">
              <a:spcBef>
                <a:spcPts val="0"/>
              </a:spcBef>
              <a:spcAft>
                <a:spcPts val="0"/>
              </a:spcAft>
              <a:buClr>
                <a:schemeClr val="lt1"/>
              </a:buClr>
              <a:buSzPts val="1000"/>
              <a:buFont typeface="IBM Plex Sans"/>
              <a:buChar char="●"/>
              <a:defRPr>
                <a:solidFill>
                  <a:schemeClr val="lt1"/>
                </a:solidFill>
              </a:defRPr>
            </a:lvl1pPr>
            <a:lvl2pPr indent="-292100" lvl="1" marL="914400">
              <a:spcBef>
                <a:spcPts val="1200"/>
              </a:spcBef>
              <a:spcAft>
                <a:spcPts val="0"/>
              </a:spcAft>
              <a:buClr>
                <a:schemeClr val="lt1"/>
              </a:buClr>
              <a:buSzPts val="1000"/>
              <a:buFont typeface="IBM Plex Sans"/>
              <a:buChar char="○"/>
              <a:defRPr>
                <a:solidFill>
                  <a:schemeClr val="lt1"/>
                </a:solidFill>
              </a:defRPr>
            </a:lvl2pPr>
            <a:lvl3pPr indent="-292100" lvl="2" marL="1371600">
              <a:spcBef>
                <a:spcPts val="1200"/>
              </a:spcBef>
              <a:spcAft>
                <a:spcPts val="0"/>
              </a:spcAft>
              <a:buClr>
                <a:schemeClr val="lt1"/>
              </a:buClr>
              <a:buSzPts val="1000"/>
              <a:buFont typeface="IBM Plex Sans"/>
              <a:buChar char="■"/>
              <a:defRPr>
                <a:solidFill>
                  <a:schemeClr val="lt1"/>
                </a:solidFill>
              </a:defRPr>
            </a:lvl3pPr>
            <a:lvl4pPr indent="-292100" lvl="3" marL="1828800">
              <a:spcBef>
                <a:spcPts val="1200"/>
              </a:spcBef>
              <a:spcAft>
                <a:spcPts val="0"/>
              </a:spcAft>
              <a:buClr>
                <a:schemeClr val="lt1"/>
              </a:buClr>
              <a:buSzPts val="1000"/>
              <a:buFont typeface="IBM Plex Sans"/>
              <a:buChar char="●"/>
              <a:defRPr>
                <a:solidFill>
                  <a:schemeClr val="lt1"/>
                </a:solidFill>
              </a:defRPr>
            </a:lvl4pPr>
            <a:lvl5pPr indent="-292100" lvl="4" marL="2286000">
              <a:spcBef>
                <a:spcPts val="1200"/>
              </a:spcBef>
              <a:spcAft>
                <a:spcPts val="0"/>
              </a:spcAft>
              <a:buClr>
                <a:schemeClr val="lt1"/>
              </a:buClr>
              <a:buSzPts val="1000"/>
              <a:buFont typeface="IBM Plex Sans"/>
              <a:buChar char="○"/>
              <a:defRPr>
                <a:solidFill>
                  <a:schemeClr val="lt1"/>
                </a:solidFill>
              </a:defRPr>
            </a:lvl5pPr>
            <a:lvl6pPr indent="-292100" lvl="5" marL="2743200">
              <a:spcBef>
                <a:spcPts val="1200"/>
              </a:spcBef>
              <a:spcAft>
                <a:spcPts val="0"/>
              </a:spcAft>
              <a:buClr>
                <a:schemeClr val="lt1"/>
              </a:buClr>
              <a:buSzPts val="1000"/>
              <a:buFont typeface="IBM Plex Sans"/>
              <a:buChar char="■"/>
              <a:defRPr>
                <a:solidFill>
                  <a:schemeClr val="lt1"/>
                </a:solidFill>
              </a:defRPr>
            </a:lvl6pPr>
            <a:lvl7pPr indent="-292100" lvl="6" marL="3200400">
              <a:spcBef>
                <a:spcPts val="1200"/>
              </a:spcBef>
              <a:spcAft>
                <a:spcPts val="0"/>
              </a:spcAft>
              <a:buClr>
                <a:schemeClr val="lt1"/>
              </a:buClr>
              <a:buSzPts val="1000"/>
              <a:buFont typeface="IBM Plex Sans"/>
              <a:buChar char="●"/>
              <a:defRPr>
                <a:solidFill>
                  <a:schemeClr val="lt1"/>
                </a:solidFill>
              </a:defRPr>
            </a:lvl7pPr>
            <a:lvl8pPr indent="-292100" lvl="7" marL="3657600">
              <a:spcBef>
                <a:spcPts val="1200"/>
              </a:spcBef>
              <a:spcAft>
                <a:spcPts val="0"/>
              </a:spcAft>
              <a:buClr>
                <a:schemeClr val="lt1"/>
              </a:buClr>
              <a:buSzPts val="1000"/>
              <a:buFont typeface="IBM Plex Sans"/>
              <a:buChar char="○"/>
              <a:defRPr>
                <a:solidFill>
                  <a:schemeClr val="lt1"/>
                </a:solidFill>
              </a:defRPr>
            </a:lvl8pPr>
            <a:lvl9pPr indent="-292100" lvl="8" marL="4114800">
              <a:spcBef>
                <a:spcPts val="1200"/>
              </a:spcBef>
              <a:spcAft>
                <a:spcPts val="1200"/>
              </a:spcAft>
              <a:buClr>
                <a:schemeClr val="lt1"/>
              </a:buClr>
              <a:buSzPts val="1000"/>
              <a:buFont typeface="IBM Plex Sans"/>
              <a:buChar char="■"/>
              <a:defRPr>
                <a:solidFill>
                  <a:schemeClr val="lt1"/>
                </a:solidFill>
              </a:defRPr>
            </a:lvl9pPr>
          </a:lstStyle>
          <a:p/>
        </p:txBody>
      </p:sp>
      <p:sp>
        <p:nvSpPr>
          <p:cNvPr id="1854" name="Google Shape;1854;p418"/>
          <p:cNvSpPr txBox="1"/>
          <p:nvPr>
            <p:ph idx="5" type="subTitle"/>
          </p:nvPr>
        </p:nvSpPr>
        <p:spPr>
          <a:xfrm>
            <a:off x="3633300" y="3612944"/>
            <a:ext cx="1877400" cy="287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1000"/>
              <a:buFont typeface="IBM Plex Sans"/>
              <a:buNone/>
              <a:defRPr sz="1000">
                <a:solidFill>
                  <a:schemeClr val="lt1"/>
                </a:solidFill>
              </a:defRPr>
            </a:lvl1pPr>
            <a:lvl2pPr lvl="1" algn="ctr">
              <a:spcBef>
                <a:spcPts val="0"/>
              </a:spcBef>
              <a:spcAft>
                <a:spcPts val="0"/>
              </a:spcAft>
              <a:buClr>
                <a:schemeClr val="lt1"/>
              </a:buClr>
              <a:buSzPts val="1000"/>
              <a:buFont typeface="IBM Plex Sans"/>
              <a:buNone/>
              <a:defRPr sz="1000">
                <a:solidFill>
                  <a:schemeClr val="lt1"/>
                </a:solidFill>
              </a:defRPr>
            </a:lvl2pPr>
            <a:lvl3pPr lvl="2" algn="ctr">
              <a:spcBef>
                <a:spcPts val="0"/>
              </a:spcBef>
              <a:spcAft>
                <a:spcPts val="0"/>
              </a:spcAft>
              <a:buClr>
                <a:schemeClr val="lt1"/>
              </a:buClr>
              <a:buSzPts val="1000"/>
              <a:buFont typeface="IBM Plex Sans"/>
              <a:buNone/>
              <a:defRPr sz="1000">
                <a:solidFill>
                  <a:schemeClr val="lt1"/>
                </a:solidFill>
              </a:defRPr>
            </a:lvl3pPr>
            <a:lvl4pPr lvl="3" algn="ctr">
              <a:spcBef>
                <a:spcPts val="0"/>
              </a:spcBef>
              <a:spcAft>
                <a:spcPts val="0"/>
              </a:spcAft>
              <a:buClr>
                <a:schemeClr val="lt1"/>
              </a:buClr>
              <a:buSzPts val="1000"/>
              <a:buFont typeface="IBM Plex Sans"/>
              <a:buNone/>
              <a:defRPr sz="1000">
                <a:solidFill>
                  <a:schemeClr val="lt1"/>
                </a:solidFill>
              </a:defRPr>
            </a:lvl4pPr>
            <a:lvl5pPr lvl="4" algn="ctr">
              <a:spcBef>
                <a:spcPts val="0"/>
              </a:spcBef>
              <a:spcAft>
                <a:spcPts val="0"/>
              </a:spcAft>
              <a:buClr>
                <a:schemeClr val="lt1"/>
              </a:buClr>
              <a:buSzPts val="1000"/>
              <a:buFont typeface="IBM Plex Sans"/>
              <a:buNone/>
              <a:defRPr sz="1000">
                <a:solidFill>
                  <a:schemeClr val="lt1"/>
                </a:solidFill>
              </a:defRPr>
            </a:lvl5pPr>
            <a:lvl6pPr lvl="5" algn="ctr">
              <a:spcBef>
                <a:spcPts val="0"/>
              </a:spcBef>
              <a:spcAft>
                <a:spcPts val="0"/>
              </a:spcAft>
              <a:buClr>
                <a:schemeClr val="lt1"/>
              </a:buClr>
              <a:buSzPts val="1000"/>
              <a:buFont typeface="IBM Plex Sans"/>
              <a:buNone/>
              <a:defRPr sz="1000">
                <a:solidFill>
                  <a:schemeClr val="lt1"/>
                </a:solidFill>
              </a:defRPr>
            </a:lvl6pPr>
            <a:lvl7pPr lvl="6" algn="ctr">
              <a:spcBef>
                <a:spcPts val="0"/>
              </a:spcBef>
              <a:spcAft>
                <a:spcPts val="0"/>
              </a:spcAft>
              <a:buClr>
                <a:schemeClr val="lt1"/>
              </a:buClr>
              <a:buSzPts val="1000"/>
              <a:buFont typeface="IBM Plex Sans"/>
              <a:buNone/>
              <a:defRPr sz="1000">
                <a:solidFill>
                  <a:schemeClr val="lt1"/>
                </a:solidFill>
              </a:defRPr>
            </a:lvl7pPr>
            <a:lvl8pPr lvl="7" algn="ctr">
              <a:spcBef>
                <a:spcPts val="0"/>
              </a:spcBef>
              <a:spcAft>
                <a:spcPts val="0"/>
              </a:spcAft>
              <a:buClr>
                <a:schemeClr val="lt1"/>
              </a:buClr>
              <a:buSzPts val="1000"/>
              <a:buFont typeface="IBM Plex Sans"/>
              <a:buNone/>
              <a:defRPr sz="1000">
                <a:solidFill>
                  <a:schemeClr val="lt1"/>
                </a:solidFill>
              </a:defRPr>
            </a:lvl8pPr>
            <a:lvl9pPr lvl="8" algn="ctr">
              <a:spcBef>
                <a:spcPts val="0"/>
              </a:spcBef>
              <a:spcAft>
                <a:spcPts val="0"/>
              </a:spcAft>
              <a:buClr>
                <a:schemeClr val="lt1"/>
              </a:buClr>
              <a:buSzPts val="1000"/>
              <a:buFont typeface="IBM Plex Sans"/>
              <a:buNone/>
              <a:defRPr sz="1000">
                <a:solidFill>
                  <a:schemeClr val="lt1"/>
                </a:solidFill>
              </a:defRPr>
            </a:lvl9pPr>
          </a:lstStyle>
          <a:p/>
        </p:txBody>
      </p:sp>
      <p:sp>
        <p:nvSpPr>
          <p:cNvPr id="1855" name="Google Shape;1855;p418"/>
          <p:cNvSpPr txBox="1"/>
          <p:nvPr>
            <p:ph idx="6" type="subTitle"/>
          </p:nvPr>
        </p:nvSpPr>
        <p:spPr>
          <a:xfrm>
            <a:off x="6600775" y="3612944"/>
            <a:ext cx="1877400" cy="287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1000"/>
              <a:buFont typeface="IBM Plex Sans"/>
              <a:buNone/>
              <a:defRPr sz="1000">
                <a:solidFill>
                  <a:schemeClr val="lt1"/>
                </a:solidFill>
              </a:defRPr>
            </a:lvl1pPr>
            <a:lvl2pPr lvl="1" algn="ctr">
              <a:spcBef>
                <a:spcPts val="0"/>
              </a:spcBef>
              <a:spcAft>
                <a:spcPts val="0"/>
              </a:spcAft>
              <a:buClr>
                <a:schemeClr val="lt1"/>
              </a:buClr>
              <a:buSzPts val="1000"/>
              <a:buFont typeface="IBM Plex Sans"/>
              <a:buNone/>
              <a:defRPr sz="1000">
                <a:solidFill>
                  <a:schemeClr val="lt1"/>
                </a:solidFill>
              </a:defRPr>
            </a:lvl2pPr>
            <a:lvl3pPr lvl="2" algn="ctr">
              <a:spcBef>
                <a:spcPts val="0"/>
              </a:spcBef>
              <a:spcAft>
                <a:spcPts val="0"/>
              </a:spcAft>
              <a:buClr>
                <a:schemeClr val="lt1"/>
              </a:buClr>
              <a:buSzPts val="1000"/>
              <a:buFont typeface="IBM Plex Sans"/>
              <a:buNone/>
              <a:defRPr sz="1000">
                <a:solidFill>
                  <a:schemeClr val="lt1"/>
                </a:solidFill>
              </a:defRPr>
            </a:lvl3pPr>
            <a:lvl4pPr lvl="3" algn="ctr">
              <a:spcBef>
                <a:spcPts val="0"/>
              </a:spcBef>
              <a:spcAft>
                <a:spcPts val="0"/>
              </a:spcAft>
              <a:buClr>
                <a:schemeClr val="lt1"/>
              </a:buClr>
              <a:buSzPts val="1000"/>
              <a:buFont typeface="IBM Plex Sans"/>
              <a:buNone/>
              <a:defRPr sz="1000">
                <a:solidFill>
                  <a:schemeClr val="lt1"/>
                </a:solidFill>
              </a:defRPr>
            </a:lvl4pPr>
            <a:lvl5pPr lvl="4" algn="ctr">
              <a:spcBef>
                <a:spcPts val="0"/>
              </a:spcBef>
              <a:spcAft>
                <a:spcPts val="0"/>
              </a:spcAft>
              <a:buClr>
                <a:schemeClr val="lt1"/>
              </a:buClr>
              <a:buSzPts val="1000"/>
              <a:buFont typeface="IBM Plex Sans"/>
              <a:buNone/>
              <a:defRPr sz="1000">
                <a:solidFill>
                  <a:schemeClr val="lt1"/>
                </a:solidFill>
              </a:defRPr>
            </a:lvl5pPr>
            <a:lvl6pPr lvl="5" algn="ctr">
              <a:spcBef>
                <a:spcPts val="0"/>
              </a:spcBef>
              <a:spcAft>
                <a:spcPts val="0"/>
              </a:spcAft>
              <a:buClr>
                <a:schemeClr val="lt1"/>
              </a:buClr>
              <a:buSzPts val="1000"/>
              <a:buFont typeface="IBM Plex Sans"/>
              <a:buNone/>
              <a:defRPr sz="1000">
                <a:solidFill>
                  <a:schemeClr val="lt1"/>
                </a:solidFill>
              </a:defRPr>
            </a:lvl6pPr>
            <a:lvl7pPr lvl="6" algn="ctr">
              <a:spcBef>
                <a:spcPts val="0"/>
              </a:spcBef>
              <a:spcAft>
                <a:spcPts val="0"/>
              </a:spcAft>
              <a:buClr>
                <a:schemeClr val="lt1"/>
              </a:buClr>
              <a:buSzPts val="1000"/>
              <a:buFont typeface="IBM Plex Sans"/>
              <a:buNone/>
              <a:defRPr sz="1000">
                <a:solidFill>
                  <a:schemeClr val="lt1"/>
                </a:solidFill>
              </a:defRPr>
            </a:lvl7pPr>
            <a:lvl8pPr lvl="7" algn="ctr">
              <a:spcBef>
                <a:spcPts val="0"/>
              </a:spcBef>
              <a:spcAft>
                <a:spcPts val="0"/>
              </a:spcAft>
              <a:buClr>
                <a:schemeClr val="lt1"/>
              </a:buClr>
              <a:buSzPts val="1000"/>
              <a:buFont typeface="IBM Plex Sans"/>
              <a:buNone/>
              <a:defRPr sz="1000">
                <a:solidFill>
                  <a:schemeClr val="lt1"/>
                </a:solidFill>
              </a:defRPr>
            </a:lvl8pPr>
            <a:lvl9pPr lvl="8" algn="ctr">
              <a:spcBef>
                <a:spcPts val="0"/>
              </a:spcBef>
              <a:spcAft>
                <a:spcPts val="0"/>
              </a:spcAft>
              <a:buClr>
                <a:schemeClr val="lt1"/>
              </a:buClr>
              <a:buSzPts val="1000"/>
              <a:buFont typeface="IBM Plex Sans"/>
              <a:buNone/>
              <a:defRPr sz="1000">
                <a:solidFill>
                  <a:schemeClr val="lt1"/>
                </a:solidFill>
              </a:defRPr>
            </a:lvl9pPr>
          </a:lstStyle>
          <a:p/>
        </p:txBody>
      </p:sp>
      <p:sp>
        <p:nvSpPr>
          <p:cNvPr id="1856" name="Google Shape;1856;p418"/>
          <p:cNvSpPr txBox="1"/>
          <p:nvPr>
            <p:ph idx="7" type="subTitle"/>
          </p:nvPr>
        </p:nvSpPr>
        <p:spPr>
          <a:xfrm>
            <a:off x="6600775" y="5077028"/>
            <a:ext cx="1877400" cy="287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1000"/>
              <a:buFont typeface="IBM Plex Sans"/>
              <a:buNone/>
              <a:defRPr sz="1000">
                <a:solidFill>
                  <a:schemeClr val="lt1"/>
                </a:solidFill>
              </a:defRPr>
            </a:lvl1pPr>
            <a:lvl2pPr lvl="1" algn="ctr">
              <a:spcBef>
                <a:spcPts val="0"/>
              </a:spcBef>
              <a:spcAft>
                <a:spcPts val="0"/>
              </a:spcAft>
              <a:buClr>
                <a:schemeClr val="lt1"/>
              </a:buClr>
              <a:buSzPts val="1000"/>
              <a:buFont typeface="IBM Plex Sans"/>
              <a:buNone/>
              <a:defRPr sz="1000">
                <a:solidFill>
                  <a:schemeClr val="lt1"/>
                </a:solidFill>
              </a:defRPr>
            </a:lvl2pPr>
            <a:lvl3pPr lvl="2" algn="ctr">
              <a:spcBef>
                <a:spcPts val="0"/>
              </a:spcBef>
              <a:spcAft>
                <a:spcPts val="0"/>
              </a:spcAft>
              <a:buClr>
                <a:schemeClr val="lt1"/>
              </a:buClr>
              <a:buSzPts val="1000"/>
              <a:buFont typeface="IBM Plex Sans"/>
              <a:buNone/>
              <a:defRPr sz="1000">
                <a:solidFill>
                  <a:schemeClr val="lt1"/>
                </a:solidFill>
              </a:defRPr>
            </a:lvl3pPr>
            <a:lvl4pPr lvl="3" algn="ctr">
              <a:spcBef>
                <a:spcPts val="0"/>
              </a:spcBef>
              <a:spcAft>
                <a:spcPts val="0"/>
              </a:spcAft>
              <a:buClr>
                <a:schemeClr val="lt1"/>
              </a:buClr>
              <a:buSzPts val="1000"/>
              <a:buFont typeface="IBM Plex Sans"/>
              <a:buNone/>
              <a:defRPr sz="1000">
                <a:solidFill>
                  <a:schemeClr val="lt1"/>
                </a:solidFill>
              </a:defRPr>
            </a:lvl4pPr>
            <a:lvl5pPr lvl="4" algn="ctr">
              <a:spcBef>
                <a:spcPts val="0"/>
              </a:spcBef>
              <a:spcAft>
                <a:spcPts val="0"/>
              </a:spcAft>
              <a:buClr>
                <a:schemeClr val="lt1"/>
              </a:buClr>
              <a:buSzPts val="1000"/>
              <a:buFont typeface="IBM Plex Sans"/>
              <a:buNone/>
              <a:defRPr sz="1000">
                <a:solidFill>
                  <a:schemeClr val="lt1"/>
                </a:solidFill>
              </a:defRPr>
            </a:lvl5pPr>
            <a:lvl6pPr lvl="5" algn="ctr">
              <a:spcBef>
                <a:spcPts val="0"/>
              </a:spcBef>
              <a:spcAft>
                <a:spcPts val="0"/>
              </a:spcAft>
              <a:buClr>
                <a:schemeClr val="lt1"/>
              </a:buClr>
              <a:buSzPts val="1000"/>
              <a:buFont typeface="IBM Plex Sans"/>
              <a:buNone/>
              <a:defRPr sz="1000">
                <a:solidFill>
                  <a:schemeClr val="lt1"/>
                </a:solidFill>
              </a:defRPr>
            </a:lvl6pPr>
            <a:lvl7pPr lvl="6" algn="ctr">
              <a:spcBef>
                <a:spcPts val="0"/>
              </a:spcBef>
              <a:spcAft>
                <a:spcPts val="0"/>
              </a:spcAft>
              <a:buClr>
                <a:schemeClr val="lt1"/>
              </a:buClr>
              <a:buSzPts val="1000"/>
              <a:buFont typeface="IBM Plex Sans"/>
              <a:buNone/>
              <a:defRPr sz="1000">
                <a:solidFill>
                  <a:schemeClr val="lt1"/>
                </a:solidFill>
              </a:defRPr>
            </a:lvl7pPr>
            <a:lvl8pPr lvl="7" algn="ctr">
              <a:spcBef>
                <a:spcPts val="0"/>
              </a:spcBef>
              <a:spcAft>
                <a:spcPts val="0"/>
              </a:spcAft>
              <a:buClr>
                <a:schemeClr val="lt1"/>
              </a:buClr>
              <a:buSzPts val="1000"/>
              <a:buFont typeface="IBM Plex Sans"/>
              <a:buNone/>
              <a:defRPr sz="1000">
                <a:solidFill>
                  <a:schemeClr val="lt1"/>
                </a:solidFill>
              </a:defRPr>
            </a:lvl8pPr>
            <a:lvl9pPr lvl="8" algn="ctr">
              <a:spcBef>
                <a:spcPts val="0"/>
              </a:spcBef>
              <a:spcAft>
                <a:spcPts val="0"/>
              </a:spcAft>
              <a:buClr>
                <a:schemeClr val="lt1"/>
              </a:buClr>
              <a:buSzPts val="1000"/>
              <a:buFont typeface="IBM Plex Sans"/>
              <a:buNone/>
              <a:defRPr sz="1000">
                <a:solidFill>
                  <a:schemeClr val="lt1"/>
                </a:solidFill>
              </a:defRPr>
            </a:lvl9pPr>
          </a:lstStyle>
          <a:p/>
        </p:txBody>
      </p:sp>
      <p:sp>
        <p:nvSpPr>
          <p:cNvPr id="1857" name="Google Shape;1857;p418"/>
          <p:cNvSpPr txBox="1"/>
          <p:nvPr>
            <p:ph idx="8" type="subTitle"/>
          </p:nvPr>
        </p:nvSpPr>
        <p:spPr>
          <a:xfrm>
            <a:off x="3633300" y="2845802"/>
            <a:ext cx="1877400" cy="539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4800"/>
              <a:buFont typeface="IBM Plex Sans"/>
              <a:buNone/>
              <a:defRPr sz="4800">
                <a:solidFill>
                  <a:schemeClr val="lt1"/>
                </a:solidFill>
              </a:defRPr>
            </a:lvl1pPr>
            <a:lvl2pPr lvl="1" algn="ctr">
              <a:spcBef>
                <a:spcPts val="0"/>
              </a:spcBef>
              <a:spcAft>
                <a:spcPts val="0"/>
              </a:spcAft>
              <a:buClr>
                <a:schemeClr val="lt1"/>
              </a:buClr>
              <a:buSzPts val="4800"/>
              <a:buFont typeface="IBM Plex Sans"/>
              <a:buNone/>
              <a:defRPr sz="4800">
                <a:solidFill>
                  <a:schemeClr val="lt1"/>
                </a:solidFill>
              </a:defRPr>
            </a:lvl2pPr>
            <a:lvl3pPr lvl="2" algn="ctr">
              <a:spcBef>
                <a:spcPts val="0"/>
              </a:spcBef>
              <a:spcAft>
                <a:spcPts val="0"/>
              </a:spcAft>
              <a:buClr>
                <a:schemeClr val="lt1"/>
              </a:buClr>
              <a:buSzPts val="4800"/>
              <a:buFont typeface="IBM Plex Sans"/>
              <a:buNone/>
              <a:defRPr sz="4800">
                <a:solidFill>
                  <a:schemeClr val="lt1"/>
                </a:solidFill>
              </a:defRPr>
            </a:lvl3pPr>
            <a:lvl4pPr lvl="3" algn="ctr">
              <a:spcBef>
                <a:spcPts val="0"/>
              </a:spcBef>
              <a:spcAft>
                <a:spcPts val="0"/>
              </a:spcAft>
              <a:buClr>
                <a:schemeClr val="lt1"/>
              </a:buClr>
              <a:buSzPts val="4800"/>
              <a:buFont typeface="IBM Plex Sans"/>
              <a:buNone/>
              <a:defRPr sz="4800">
                <a:solidFill>
                  <a:schemeClr val="lt1"/>
                </a:solidFill>
              </a:defRPr>
            </a:lvl4pPr>
            <a:lvl5pPr lvl="4" algn="ctr">
              <a:spcBef>
                <a:spcPts val="0"/>
              </a:spcBef>
              <a:spcAft>
                <a:spcPts val="0"/>
              </a:spcAft>
              <a:buClr>
                <a:schemeClr val="lt1"/>
              </a:buClr>
              <a:buSzPts val="4800"/>
              <a:buFont typeface="IBM Plex Sans"/>
              <a:buNone/>
              <a:defRPr sz="4800">
                <a:solidFill>
                  <a:schemeClr val="lt1"/>
                </a:solidFill>
              </a:defRPr>
            </a:lvl5pPr>
            <a:lvl6pPr lvl="5" algn="ctr">
              <a:spcBef>
                <a:spcPts val="0"/>
              </a:spcBef>
              <a:spcAft>
                <a:spcPts val="0"/>
              </a:spcAft>
              <a:buClr>
                <a:schemeClr val="lt1"/>
              </a:buClr>
              <a:buSzPts val="4800"/>
              <a:buFont typeface="IBM Plex Sans"/>
              <a:buNone/>
              <a:defRPr sz="4800">
                <a:solidFill>
                  <a:schemeClr val="lt1"/>
                </a:solidFill>
              </a:defRPr>
            </a:lvl6pPr>
            <a:lvl7pPr lvl="6" algn="ctr">
              <a:spcBef>
                <a:spcPts val="0"/>
              </a:spcBef>
              <a:spcAft>
                <a:spcPts val="0"/>
              </a:spcAft>
              <a:buClr>
                <a:schemeClr val="lt1"/>
              </a:buClr>
              <a:buSzPts val="4800"/>
              <a:buFont typeface="IBM Plex Sans"/>
              <a:buNone/>
              <a:defRPr sz="4800">
                <a:solidFill>
                  <a:schemeClr val="lt1"/>
                </a:solidFill>
              </a:defRPr>
            </a:lvl7pPr>
            <a:lvl8pPr lvl="7" algn="ctr">
              <a:spcBef>
                <a:spcPts val="0"/>
              </a:spcBef>
              <a:spcAft>
                <a:spcPts val="0"/>
              </a:spcAft>
              <a:buClr>
                <a:schemeClr val="lt1"/>
              </a:buClr>
              <a:buSzPts val="4800"/>
              <a:buFont typeface="IBM Plex Sans"/>
              <a:buNone/>
              <a:defRPr sz="4800">
                <a:solidFill>
                  <a:schemeClr val="lt1"/>
                </a:solidFill>
              </a:defRPr>
            </a:lvl8pPr>
            <a:lvl9pPr lvl="8" algn="ctr">
              <a:spcBef>
                <a:spcPts val="0"/>
              </a:spcBef>
              <a:spcAft>
                <a:spcPts val="0"/>
              </a:spcAft>
              <a:buClr>
                <a:schemeClr val="lt1"/>
              </a:buClr>
              <a:buSzPts val="4800"/>
              <a:buFont typeface="IBM Plex Sans"/>
              <a:buNone/>
              <a:defRPr sz="4800">
                <a:solidFill>
                  <a:schemeClr val="lt1"/>
                </a:solidFill>
              </a:defRPr>
            </a:lvl9pPr>
          </a:lstStyle>
          <a:p/>
        </p:txBody>
      </p:sp>
      <p:sp>
        <p:nvSpPr>
          <p:cNvPr id="1858" name="Google Shape;1858;p418"/>
          <p:cNvSpPr txBox="1"/>
          <p:nvPr>
            <p:ph idx="9" type="subTitle"/>
          </p:nvPr>
        </p:nvSpPr>
        <p:spPr>
          <a:xfrm>
            <a:off x="436725" y="905333"/>
            <a:ext cx="4182300" cy="2871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200"/>
              <a:buFont typeface="IBM Plex Sans"/>
              <a:buNone/>
              <a:defRPr sz="1200">
                <a:solidFill>
                  <a:schemeClr val="lt1"/>
                </a:solidFill>
              </a:defRPr>
            </a:lvl1pPr>
            <a:lvl2pPr lvl="1">
              <a:spcBef>
                <a:spcPts val="0"/>
              </a:spcBef>
              <a:spcAft>
                <a:spcPts val="0"/>
              </a:spcAft>
              <a:buClr>
                <a:schemeClr val="lt1"/>
              </a:buClr>
              <a:buSzPts val="1200"/>
              <a:buFont typeface="IBM Plex Sans"/>
              <a:buNone/>
              <a:defRPr sz="1200">
                <a:solidFill>
                  <a:schemeClr val="lt1"/>
                </a:solidFill>
              </a:defRPr>
            </a:lvl2pPr>
            <a:lvl3pPr lvl="2">
              <a:spcBef>
                <a:spcPts val="0"/>
              </a:spcBef>
              <a:spcAft>
                <a:spcPts val="0"/>
              </a:spcAft>
              <a:buClr>
                <a:schemeClr val="lt1"/>
              </a:buClr>
              <a:buSzPts val="1200"/>
              <a:buFont typeface="IBM Plex Sans"/>
              <a:buNone/>
              <a:defRPr sz="1200">
                <a:solidFill>
                  <a:schemeClr val="lt1"/>
                </a:solidFill>
              </a:defRPr>
            </a:lvl3pPr>
            <a:lvl4pPr lvl="3">
              <a:spcBef>
                <a:spcPts val="0"/>
              </a:spcBef>
              <a:spcAft>
                <a:spcPts val="0"/>
              </a:spcAft>
              <a:buClr>
                <a:schemeClr val="lt1"/>
              </a:buClr>
              <a:buSzPts val="1200"/>
              <a:buFont typeface="IBM Plex Sans"/>
              <a:buNone/>
              <a:defRPr sz="1200">
                <a:solidFill>
                  <a:schemeClr val="lt1"/>
                </a:solidFill>
              </a:defRPr>
            </a:lvl4pPr>
            <a:lvl5pPr lvl="4">
              <a:spcBef>
                <a:spcPts val="0"/>
              </a:spcBef>
              <a:spcAft>
                <a:spcPts val="0"/>
              </a:spcAft>
              <a:buClr>
                <a:schemeClr val="lt1"/>
              </a:buClr>
              <a:buSzPts val="1200"/>
              <a:buFont typeface="IBM Plex Sans"/>
              <a:buNone/>
              <a:defRPr sz="1200">
                <a:solidFill>
                  <a:schemeClr val="lt1"/>
                </a:solidFill>
              </a:defRPr>
            </a:lvl5pPr>
            <a:lvl6pPr lvl="5">
              <a:spcBef>
                <a:spcPts val="0"/>
              </a:spcBef>
              <a:spcAft>
                <a:spcPts val="0"/>
              </a:spcAft>
              <a:buClr>
                <a:schemeClr val="lt1"/>
              </a:buClr>
              <a:buSzPts val="1200"/>
              <a:buFont typeface="IBM Plex Sans"/>
              <a:buNone/>
              <a:defRPr sz="1200">
                <a:solidFill>
                  <a:schemeClr val="lt1"/>
                </a:solidFill>
              </a:defRPr>
            </a:lvl6pPr>
            <a:lvl7pPr lvl="6">
              <a:spcBef>
                <a:spcPts val="0"/>
              </a:spcBef>
              <a:spcAft>
                <a:spcPts val="0"/>
              </a:spcAft>
              <a:buClr>
                <a:schemeClr val="lt1"/>
              </a:buClr>
              <a:buSzPts val="1200"/>
              <a:buFont typeface="IBM Plex Sans"/>
              <a:buNone/>
              <a:defRPr sz="1200">
                <a:solidFill>
                  <a:schemeClr val="lt1"/>
                </a:solidFill>
              </a:defRPr>
            </a:lvl7pPr>
            <a:lvl8pPr lvl="7">
              <a:spcBef>
                <a:spcPts val="0"/>
              </a:spcBef>
              <a:spcAft>
                <a:spcPts val="0"/>
              </a:spcAft>
              <a:buClr>
                <a:schemeClr val="lt1"/>
              </a:buClr>
              <a:buSzPts val="1200"/>
              <a:buFont typeface="IBM Plex Sans"/>
              <a:buNone/>
              <a:defRPr sz="1200">
                <a:solidFill>
                  <a:schemeClr val="lt1"/>
                </a:solidFill>
              </a:defRPr>
            </a:lvl8pPr>
            <a:lvl9pPr lvl="8">
              <a:spcBef>
                <a:spcPts val="0"/>
              </a:spcBef>
              <a:spcAft>
                <a:spcPts val="0"/>
              </a:spcAft>
              <a:buClr>
                <a:schemeClr val="lt1"/>
              </a:buClr>
              <a:buSzPts val="1200"/>
              <a:buFont typeface="IBM Plex Sans"/>
              <a:buNone/>
              <a:defRPr sz="1200">
                <a:solidFill>
                  <a:schemeClr val="lt1"/>
                </a:solidFill>
              </a:defRPr>
            </a:lvl9pPr>
          </a:lstStyle>
          <a:p/>
        </p:txBody>
      </p:sp>
      <p:sp>
        <p:nvSpPr>
          <p:cNvPr id="1859" name="Google Shape;1859;p418"/>
          <p:cNvSpPr txBox="1"/>
          <p:nvPr>
            <p:ph type="title"/>
          </p:nvPr>
        </p:nvSpPr>
        <p:spPr>
          <a:xfrm>
            <a:off x="436725" y="1368694"/>
            <a:ext cx="4182300" cy="653100"/>
          </a:xfrm>
          <a:prstGeom prst="rect">
            <a:avLst/>
          </a:prstGeom>
        </p:spPr>
        <p:txBody>
          <a:bodyPr anchorCtr="0" anchor="ctr" bIns="0" lIns="0" spcFirstLastPara="1" rIns="0" wrap="square" tIns="0">
            <a:spAutoFit/>
          </a:bodyPr>
          <a:lstStyle>
            <a:lvl1pPr lvl="0">
              <a:spcBef>
                <a:spcPts val="0"/>
              </a:spcBef>
              <a:spcAft>
                <a:spcPts val="0"/>
              </a:spcAft>
              <a:buNone/>
              <a:defRPr sz="1800">
                <a:solidFill>
                  <a:schemeClr val="lt1"/>
                </a:solidFill>
              </a:defRPr>
            </a:lvl1pPr>
            <a:lvl2pPr lvl="1">
              <a:spcBef>
                <a:spcPts val="0"/>
              </a:spcBef>
              <a:spcAft>
                <a:spcPts val="0"/>
              </a:spcAft>
              <a:buNone/>
              <a:defRPr>
                <a:solidFill>
                  <a:schemeClr val="lt1"/>
                </a:solidFill>
              </a:defRPr>
            </a:lvl2pPr>
            <a:lvl3pPr lvl="2">
              <a:spcBef>
                <a:spcPts val="0"/>
              </a:spcBef>
              <a:spcAft>
                <a:spcPts val="0"/>
              </a:spcAft>
              <a:buNone/>
              <a:defRPr>
                <a:solidFill>
                  <a:schemeClr val="lt1"/>
                </a:solidFill>
              </a:defRPr>
            </a:lvl3pPr>
            <a:lvl4pPr lvl="3">
              <a:spcBef>
                <a:spcPts val="0"/>
              </a:spcBef>
              <a:spcAft>
                <a:spcPts val="0"/>
              </a:spcAft>
              <a:buNone/>
              <a:defRPr>
                <a:solidFill>
                  <a:schemeClr val="lt1"/>
                </a:solidFill>
              </a:defRPr>
            </a:lvl4pPr>
            <a:lvl5pPr lvl="4">
              <a:spcBef>
                <a:spcPts val="0"/>
              </a:spcBef>
              <a:spcAft>
                <a:spcPts val="0"/>
              </a:spcAft>
              <a:buNone/>
              <a:defRPr>
                <a:solidFill>
                  <a:schemeClr val="lt1"/>
                </a:solidFill>
              </a:defRPr>
            </a:lvl5pPr>
            <a:lvl6pPr lvl="5">
              <a:spcBef>
                <a:spcPts val="0"/>
              </a:spcBef>
              <a:spcAft>
                <a:spcPts val="0"/>
              </a:spcAft>
              <a:buNone/>
              <a:defRPr>
                <a:solidFill>
                  <a:schemeClr val="lt1"/>
                </a:solidFill>
              </a:defRPr>
            </a:lvl6pPr>
            <a:lvl7pPr lvl="6">
              <a:spcBef>
                <a:spcPts val="0"/>
              </a:spcBef>
              <a:spcAft>
                <a:spcPts val="0"/>
              </a:spcAft>
              <a:buNone/>
              <a:defRPr>
                <a:solidFill>
                  <a:schemeClr val="lt1"/>
                </a:solidFill>
              </a:defRPr>
            </a:lvl7pPr>
            <a:lvl8pPr lvl="7">
              <a:spcBef>
                <a:spcPts val="0"/>
              </a:spcBef>
              <a:spcAft>
                <a:spcPts val="0"/>
              </a:spcAft>
              <a:buNone/>
              <a:defRPr>
                <a:solidFill>
                  <a:schemeClr val="lt1"/>
                </a:solidFill>
              </a:defRPr>
            </a:lvl8pPr>
            <a:lvl9pPr lvl="8">
              <a:spcBef>
                <a:spcPts val="0"/>
              </a:spcBef>
              <a:spcAft>
                <a:spcPts val="0"/>
              </a:spcAft>
              <a:buNone/>
              <a:defRPr>
                <a:solidFill>
                  <a:schemeClr val="lt1"/>
                </a:solidFill>
              </a:defRPr>
            </a:lvl9pPr>
          </a:lstStyle>
          <a:p/>
        </p:txBody>
      </p:sp>
      <p:sp>
        <p:nvSpPr>
          <p:cNvPr id="1860" name="Google Shape;1860;p418"/>
          <p:cNvSpPr txBox="1"/>
          <p:nvPr>
            <p:ph idx="12" type="sldNum"/>
          </p:nvPr>
        </p:nvSpPr>
        <p:spPr>
          <a:xfrm>
            <a:off x="8280600" y="254000"/>
            <a:ext cx="386400" cy="254100"/>
          </a:xfrm>
          <a:prstGeom prst="rect">
            <a:avLst/>
          </a:prstGeom>
          <a:noFill/>
          <a:ln>
            <a:noFill/>
          </a:ln>
        </p:spPr>
        <p:txBody>
          <a:bodyPr anchorCtr="0" anchor="t" bIns="0" lIns="0" spcFirstLastPara="1" rIns="0" wrap="square" tIns="0">
            <a:noAutofit/>
          </a:bodyPr>
          <a:lstStyle>
            <a:lvl1pPr lvl="0" algn="r">
              <a:buClr>
                <a:schemeClr val="lt1"/>
              </a:buClr>
              <a:buSzPts val="800"/>
              <a:buNone/>
              <a:defRPr sz="800">
                <a:solidFill>
                  <a:schemeClr val="lt1"/>
                </a:solidFill>
                <a:latin typeface="IBM Plex Sans"/>
                <a:ea typeface="IBM Plex Sans"/>
                <a:cs typeface="IBM Plex Sans"/>
                <a:sym typeface="IBM Plex Sans"/>
              </a:defRPr>
            </a:lvl1pPr>
            <a:lvl2pPr lvl="1" algn="r">
              <a:buClr>
                <a:schemeClr val="lt1"/>
              </a:buClr>
              <a:buSzPts val="800"/>
              <a:buNone/>
              <a:defRPr sz="800">
                <a:solidFill>
                  <a:schemeClr val="lt1"/>
                </a:solidFill>
                <a:latin typeface="IBM Plex Sans"/>
                <a:ea typeface="IBM Plex Sans"/>
                <a:cs typeface="IBM Plex Sans"/>
                <a:sym typeface="IBM Plex Sans"/>
              </a:defRPr>
            </a:lvl2pPr>
            <a:lvl3pPr lvl="2" algn="r">
              <a:buClr>
                <a:schemeClr val="lt1"/>
              </a:buClr>
              <a:buSzPts val="800"/>
              <a:buNone/>
              <a:defRPr sz="800">
                <a:solidFill>
                  <a:schemeClr val="lt1"/>
                </a:solidFill>
                <a:latin typeface="IBM Plex Sans"/>
                <a:ea typeface="IBM Plex Sans"/>
                <a:cs typeface="IBM Plex Sans"/>
                <a:sym typeface="IBM Plex Sans"/>
              </a:defRPr>
            </a:lvl3pPr>
            <a:lvl4pPr lvl="3" algn="r">
              <a:buClr>
                <a:schemeClr val="lt1"/>
              </a:buClr>
              <a:buSzPts val="800"/>
              <a:buNone/>
              <a:defRPr sz="800">
                <a:solidFill>
                  <a:schemeClr val="lt1"/>
                </a:solidFill>
                <a:latin typeface="IBM Plex Sans"/>
                <a:ea typeface="IBM Plex Sans"/>
                <a:cs typeface="IBM Plex Sans"/>
                <a:sym typeface="IBM Plex Sans"/>
              </a:defRPr>
            </a:lvl4pPr>
            <a:lvl5pPr lvl="4" algn="r">
              <a:buClr>
                <a:schemeClr val="lt1"/>
              </a:buClr>
              <a:buSzPts val="800"/>
              <a:buNone/>
              <a:defRPr sz="800">
                <a:solidFill>
                  <a:schemeClr val="lt1"/>
                </a:solidFill>
                <a:latin typeface="IBM Plex Sans"/>
                <a:ea typeface="IBM Plex Sans"/>
                <a:cs typeface="IBM Plex Sans"/>
                <a:sym typeface="IBM Plex Sans"/>
              </a:defRPr>
            </a:lvl5pPr>
            <a:lvl6pPr lvl="5" algn="r">
              <a:buClr>
                <a:schemeClr val="lt1"/>
              </a:buClr>
              <a:buSzPts val="800"/>
              <a:buNone/>
              <a:defRPr sz="800">
                <a:solidFill>
                  <a:schemeClr val="lt1"/>
                </a:solidFill>
                <a:latin typeface="IBM Plex Sans"/>
                <a:ea typeface="IBM Plex Sans"/>
                <a:cs typeface="IBM Plex Sans"/>
                <a:sym typeface="IBM Plex Sans"/>
              </a:defRPr>
            </a:lvl6pPr>
            <a:lvl7pPr lvl="6" algn="r">
              <a:buClr>
                <a:schemeClr val="lt1"/>
              </a:buClr>
              <a:buSzPts val="800"/>
              <a:buNone/>
              <a:defRPr sz="800">
                <a:solidFill>
                  <a:schemeClr val="lt1"/>
                </a:solidFill>
                <a:latin typeface="IBM Plex Sans"/>
                <a:ea typeface="IBM Plex Sans"/>
                <a:cs typeface="IBM Plex Sans"/>
                <a:sym typeface="IBM Plex Sans"/>
              </a:defRPr>
            </a:lvl7pPr>
            <a:lvl8pPr lvl="7" algn="r">
              <a:buClr>
                <a:schemeClr val="lt1"/>
              </a:buClr>
              <a:buSzPts val="800"/>
              <a:buNone/>
              <a:defRPr sz="800">
                <a:solidFill>
                  <a:schemeClr val="lt1"/>
                </a:solidFill>
                <a:latin typeface="IBM Plex Sans"/>
                <a:ea typeface="IBM Plex Sans"/>
                <a:cs typeface="IBM Plex Sans"/>
                <a:sym typeface="IBM Plex Sans"/>
              </a:defRPr>
            </a:lvl8pPr>
            <a:lvl9pPr lvl="8" algn="r">
              <a:buClr>
                <a:schemeClr val="lt1"/>
              </a:buClr>
              <a:buSzPts val="800"/>
              <a:buNone/>
              <a:defRPr sz="800">
                <a:solidFill>
                  <a:schemeClr val="lt1"/>
                </a:solidFill>
                <a:latin typeface="IBM Plex Sans"/>
                <a:ea typeface="IBM Plex Sans"/>
                <a:cs typeface="IBM Plex Sans"/>
                <a:sym typeface="IBM Plex Sans"/>
              </a:defRPr>
            </a:lvl9pPr>
          </a:lstStyle>
          <a:p>
            <a:pPr indent="-50800" lvl="0" marL="0" rtl="0" algn="r">
              <a:spcBef>
                <a:spcPts val="0"/>
              </a:spcBef>
              <a:spcAft>
                <a:spcPts val="0"/>
              </a:spcAft>
              <a:buClr>
                <a:schemeClr val="lt1"/>
              </a:buClr>
              <a:buSzPts val="800"/>
              <a:buFont typeface="IBM Plex Sans"/>
              <a:buNone/>
            </a:pPr>
            <a:fld id="{00000000-1234-1234-1234-123412341234}" type="slidenum">
              <a:rPr lang="en"/>
              <a:t>‹#›</a:t>
            </a:fld>
            <a:endParaRPr/>
          </a:p>
        </p:txBody>
      </p:sp>
      <p:sp>
        <p:nvSpPr>
          <p:cNvPr id="1861" name="Google Shape;1861;p418"/>
          <p:cNvSpPr txBox="1"/>
          <p:nvPr>
            <p:ph idx="13" type="subTitle"/>
          </p:nvPr>
        </p:nvSpPr>
        <p:spPr>
          <a:xfrm>
            <a:off x="6802800" y="256333"/>
            <a:ext cx="1050600" cy="162000"/>
          </a:xfrm>
          <a:prstGeom prst="rect">
            <a:avLst/>
          </a:prstGeom>
        </p:spPr>
        <p:txBody>
          <a:bodyPr anchorCtr="0" anchor="t" bIns="0" lIns="0" spcFirstLastPara="1" rIns="0" wrap="square" tIns="0">
            <a:spAutoFit/>
          </a:bodyPr>
          <a:lstStyle>
            <a:lvl1pPr lvl="0" algn="r">
              <a:spcBef>
                <a:spcPts val="0"/>
              </a:spcBef>
              <a:spcAft>
                <a:spcPts val="0"/>
              </a:spcAft>
              <a:buClr>
                <a:schemeClr val="lt1"/>
              </a:buClr>
              <a:buSzPts val="800"/>
              <a:buFont typeface="IBM Plex Sans"/>
              <a:buNone/>
              <a:defRPr sz="800">
                <a:solidFill>
                  <a:schemeClr val="lt1"/>
                </a:solidFill>
              </a:defRPr>
            </a:lvl1pPr>
            <a:lvl2pPr lvl="1" algn="r">
              <a:spcBef>
                <a:spcPts val="0"/>
              </a:spcBef>
              <a:spcAft>
                <a:spcPts val="0"/>
              </a:spcAft>
              <a:buClr>
                <a:schemeClr val="lt1"/>
              </a:buClr>
              <a:buSzPts val="800"/>
              <a:buFont typeface="IBM Plex Sans"/>
              <a:buNone/>
              <a:defRPr sz="800">
                <a:solidFill>
                  <a:schemeClr val="lt1"/>
                </a:solidFill>
              </a:defRPr>
            </a:lvl2pPr>
            <a:lvl3pPr lvl="2" algn="r">
              <a:spcBef>
                <a:spcPts val="0"/>
              </a:spcBef>
              <a:spcAft>
                <a:spcPts val="0"/>
              </a:spcAft>
              <a:buClr>
                <a:schemeClr val="lt1"/>
              </a:buClr>
              <a:buSzPts val="800"/>
              <a:buFont typeface="IBM Plex Sans"/>
              <a:buNone/>
              <a:defRPr sz="800">
                <a:solidFill>
                  <a:schemeClr val="lt1"/>
                </a:solidFill>
              </a:defRPr>
            </a:lvl3pPr>
            <a:lvl4pPr lvl="3" algn="r">
              <a:spcBef>
                <a:spcPts val="0"/>
              </a:spcBef>
              <a:spcAft>
                <a:spcPts val="0"/>
              </a:spcAft>
              <a:buClr>
                <a:schemeClr val="lt1"/>
              </a:buClr>
              <a:buSzPts val="800"/>
              <a:buFont typeface="IBM Plex Sans"/>
              <a:buNone/>
              <a:defRPr sz="800">
                <a:solidFill>
                  <a:schemeClr val="lt1"/>
                </a:solidFill>
              </a:defRPr>
            </a:lvl4pPr>
            <a:lvl5pPr lvl="4" algn="r">
              <a:spcBef>
                <a:spcPts val="0"/>
              </a:spcBef>
              <a:spcAft>
                <a:spcPts val="0"/>
              </a:spcAft>
              <a:buClr>
                <a:schemeClr val="lt1"/>
              </a:buClr>
              <a:buSzPts val="800"/>
              <a:buFont typeface="IBM Plex Sans"/>
              <a:buNone/>
              <a:defRPr sz="800">
                <a:solidFill>
                  <a:schemeClr val="lt1"/>
                </a:solidFill>
              </a:defRPr>
            </a:lvl5pPr>
            <a:lvl6pPr lvl="5" algn="r">
              <a:spcBef>
                <a:spcPts val="0"/>
              </a:spcBef>
              <a:spcAft>
                <a:spcPts val="0"/>
              </a:spcAft>
              <a:buClr>
                <a:schemeClr val="lt1"/>
              </a:buClr>
              <a:buSzPts val="800"/>
              <a:buFont typeface="IBM Plex Sans"/>
              <a:buNone/>
              <a:defRPr sz="800">
                <a:solidFill>
                  <a:schemeClr val="lt1"/>
                </a:solidFill>
              </a:defRPr>
            </a:lvl6pPr>
            <a:lvl7pPr lvl="6" algn="r">
              <a:spcBef>
                <a:spcPts val="0"/>
              </a:spcBef>
              <a:spcAft>
                <a:spcPts val="0"/>
              </a:spcAft>
              <a:buClr>
                <a:schemeClr val="lt1"/>
              </a:buClr>
              <a:buSzPts val="800"/>
              <a:buFont typeface="IBM Plex Sans"/>
              <a:buNone/>
              <a:defRPr sz="800">
                <a:solidFill>
                  <a:schemeClr val="lt1"/>
                </a:solidFill>
              </a:defRPr>
            </a:lvl7pPr>
            <a:lvl8pPr lvl="7" algn="r">
              <a:spcBef>
                <a:spcPts val="0"/>
              </a:spcBef>
              <a:spcAft>
                <a:spcPts val="0"/>
              </a:spcAft>
              <a:buClr>
                <a:schemeClr val="lt1"/>
              </a:buClr>
              <a:buSzPts val="800"/>
              <a:buFont typeface="IBM Plex Sans"/>
              <a:buNone/>
              <a:defRPr sz="800">
                <a:solidFill>
                  <a:schemeClr val="lt1"/>
                </a:solidFill>
              </a:defRPr>
            </a:lvl8pPr>
            <a:lvl9pPr lvl="8" algn="r">
              <a:spcBef>
                <a:spcPts val="0"/>
              </a:spcBef>
              <a:spcAft>
                <a:spcPts val="0"/>
              </a:spcAft>
              <a:buClr>
                <a:schemeClr val="lt1"/>
              </a:buClr>
              <a:buSzPts val="800"/>
              <a:buFont typeface="IBM Plex Sans"/>
              <a:buNone/>
              <a:defRPr sz="800">
                <a:solidFill>
                  <a:schemeClr val="lt1"/>
                </a:solidFill>
              </a:defRPr>
            </a:lvl9pPr>
          </a:lstStyle>
          <a:p/>
        </p:txBody>
      </p:sp>
      <p:sp>
        <p:nvSpPr>
          <p:cNvPr id="1862" name="Google Shape;1862;p418"/>
          <p:cNvSpPr txBox="1"/>
          <p:nvPr>
            <p:ph idx="14" type="subTitle"/>
          </p:nvPr>
        </p:nvSpPr>
        <p:spPr>
          <a:xfrm>
            <a:off x="436725" y="256333"/>
            <a:ext cx="1893000" cy="254100"/>
          </a:xfrm>
          <a:prstGeom prst="rect">
            <a:avLst/>
          </a:prstGeom>
        </p:spPr>
        <p:txBody>
          <a:bodyPr anchorCtr="0" anchor="t" bIns="0" lIns="0" spcFirstLastPara="1" rIns="91425" wrap="square" tIns="0">
            <a:spAutoFit/>
          </a:bodyPr>
          <a:lstStyle>
            <a:lvl1pPr lvl="0">
              <a:spcBef>
                <a:spcPts val="0"/>
              </a:spcBef>
              <a:spcAft>
                <a:spcPts val="0"/>
              </a:spcAft>
              <a:buClr>
                <a:schemeClr val="lt1"/>
              </a:buClr>
              <a:buSzPts val="800"/>
              <a:buFont typeface="IBM Plex Sans"/>
              <a:buNone/>
              <a:defRPr sz="800">
                <a:solidFill>
                  <a:schemeClr val="lt1"/>
                </a:solidFill>
              </a:defRPr>
            </a:lvl1pPr>
            <a:lvl2pPr lvl="1">
              <a:spcBef>
                <a:spcPts val="0"/>
              </a:spcBef>
              <a:spcAft>
                <a:spcPts val="0"/>
              </a:spcAft>
              <a:buClr>
                <a:schemeClr val="lt1"/>
              </a:buClr>
              <a:buSzPts val="800"/>
              <a:buFont typeface="IBM Plex Sans"/>
              <a:buNone/>
              <a:defRPr sz="800">
                <a:solidFill>
                  <a:schemeClr val="lt1"/>
                </a:solidFill>
              </a:defRPr>
            </a:lvl2pPr>
            <a:lvl3pPr lvl="2">
              <a:spcBef>
                <a:spcPts val="0"/>
              </a:spcBef>
              <a:spcAft>
                <a:spcPts val="0"/>
              </a:spcAft>
              <a:buClr>
                <a:schemeClr val="lt1"/>
              </a:buClr>
              <a:buSzPts val="800"/>
              <a:buFont typeface="IBM Plex Sans"/>
              <a:buNone/>
              <a:defRPr sz="800">
                <a:solidFill>
                  <a:schemeClr val="lt1"/>
                </a:solidFill>
              </a:defRPr>
            </a:lvl3pPr>
            <a:lvl4pPr lvl="3">
              <a:spcBef>
                <a:spcPts val="0"/>
              </a:spcBef>
              <a:spcAft>
                <a:spcPts val="0"/>
              </a:spcAft>
              <a:buClr>
                <a:schemeClr val="lt1"/>
              </a:buClr>
              <a:buSzPts val="800"/>
              <a:buFont typeface="IBM Plex Sans"/>
              <a:buNone/>
              <a:defRPr sz="800">
                <a:solidFill>
                  <a:schemeClr val="lt1"/>
                </a:solidFill>
              </a:defRPr>
            </a:lvl4pPr>
            <a:lvl5pPr lvl="4">
              <a:spcBef>
                <a:spcPts val="0"/>
              </a:spcBef>
              <a:spcAft>
                <a:spcPts val="0"/>
              </a:spcAft>
              <a:buClr>
                <a:schemeClr val="lt1"/>
              </a:buClr>
              <a:buSzPts val="800"/>
              <a:buFont typeface="IBM Plex Sans"/>
              <a:buNone/>
              <a:defRPr sz="800">
                <a:solidFill>
                  <a:schemeClr val="lt1"/>
                </a:solidFill>
              </a:defRPr>
            </a:lvl5pPr>
            <a:lvl6pPr lvl="5">
              <a:spcBef>
                <a:spcPts val="0"/>
              </a:spcBef>
              <a:spcAft>
                <a:spcPts val="0"/>
              </a:spcAft>
              <a:buClr>
                <a:schemeClr val="lt1"/>
              </a:buClr>
              <a:buSzPts val="800"/>
              <a:buFont typeface="IBM Plex Sans"/>
              <a:buNone/>
              <a:defRPr sz="800">
                <a:solidFill>
                  <a:schemeClr val="lt1"/>
                </a:solidFill>
              </a:defRPr>
            </a:lvl6pPr>
            <a:lvl7pPr lvl="6">
              <a:spcBef>
                <a:spcPts val="0"/>
              </a:spcBef>
              <a:spcAft>
                <a:spcPts val="0"/>
              </a:spcAft>
              <a:buClr>
                <a:schemeClr val="lt1"/>
              </a:buClr>
              <a:buSzPts val="800"/>
              <a:buFont typeface="IBM Plex Sans"/>
              <a:buNone/>
              <a:defRPr sz="800">
                <a:solidFill>
                  <a:schemeClr val="lt1"/>
                </a:solidFill>
              </a:defRPr>
            </a:lvl7pPr>
            <a:lvl8pPr lvl="7">
              <a:spcBef>
                <a:spcPts val="0"/>
              </a:spcBef>
              <a:spcAft>
                <a:spcPts val="0"/>
              </a:spcAft>
              <a:buClr>
                <a:schemeClr val="lt1"/>
              </a:buClr>
              <a:buSzPts val="800"/>
              <a:buFont typeface="IBM Plex Sans"/>
              <a:buNone/>
              <a:defRPr sz="800">
                <a:solidFill>
                  <a:schemeClr val="lt1"/>
                </a:solidFill>
              </a:defRPr>
            </a:lvl8pPr>
            <a:lvl9pPr lvl="8">
              <a:spcBef>
                <a:spcPts val="0"/>
              </a:spcBef>
              <a:spcAft>
                <a:spcPts val="0"/>
              </a:spcAft>
              <a:buClr>
                <a:schemeClr val="lt1"/>
              </a:buClr>
              <a:buSzPts val="800"/>
              <a:buFont typeface="IBM Plex Sans"/>
              <a:buNone/>
              <a:defRPr sz="800">
                <a:solidFill>
                  <a:schemeClr val="lt1"/>
                </a:solidFill>
              </a:defRPr>
            </a:lvl9pPr>
          </a:lstStyle>
          <a:p/>
        </p:txBody>
      </p:sp>
    </p:spTree>
  </p:cSld>
  <p:clrMapOvr>
    <a:masterClrMapping/>
  </p:clrMapOvr>
</p:sldLayout>
</file>

<file path=ppt/slideLayouts/slideLayout4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dule index">
  <p:cSld name="CUSTOM_6_1">
    <p:bg>
      <p:bgPr>
        <a:solidFill>
          <a:schemeClr val="dk1"/>
        </a:solidFill>
      </p:bgPr>
    </p:bg>
    <p:spTree>
      <p:nvGrpSpPr>
        <p:cNvPr id="1863" name="Shape 1863"/>
        <p:cNvGrpSpPr/>
        <p:nvPr/>
      </p:nvGrpSpPr>
      <p:grpSpPr>
        <a:xfrm>
          <a:off x="0" y="0"/>
          <a:ext cx="0" cy="0"/>
          <a:chOff x="0" y="0"/>
          <a:chExt cx="0" cy="0"/>
        </a:xfrm>
      </p:grpSpPr>
      <p:sp>
        <p:nvSpPr>
          <p:cNvPr id="1864" name="Google Shape;1864;p419"/>
          <p:cNvSpPr txBox="1"/>
          <p:nvPr>
            <p:ph type="title"/>
          </p:nvPr>
        </p:nvSpPr>
        <p:spPr>
          <a:xfrm>
            <a:off x="571500" y="889002"/>
            <a:ext cx="4000500" cy="633900"/>
          </a:xfrm>
          <a:prstGeom prst="rect">
            <a:avLst/>
          </a:prstGeom>
        </p:spPr>
        <p:txBody>
          <a:bodyPr anchorCtr="0" anchor="ctr" bIns="0" lIns="0" spcFirstLastPara="1" rIns="0" wrap="square" tIns="0">
            <a:spAutoFit/>
          </a:bodyPr>
          <a:lstStyle>
            <a:lvl1pPr lvl="0">
              <a:spcBef>
                <a:spcPts val="0"/>
              </a:spcBef>
              <a:spcAft>
                <a:spcPts val="0"/>
              </a:spcAft>
              <a:buClr>
                <a:schemeClr val="lt1"/>
              </a:buClr>
              <a:buSzPts val="3000"/>
              <a:buNone/>
              <a:defRPr b="1">
                <a:solidFill>
                  <a:schemeClr val="lt1"/>
                </a:solidFill>
              </a:defRPr>
            </a:lvl1pPr>
            <a:lvl2pPr lvl="1">
              <a:spcBef>
                <a:spcPts val="0"/>
              </a:spcBef>
              <a:spcAft>
                <a:spcPts val="0"/>
              </a:spcAft>
              <a:buClr>
                <a:schemeClr val="lt1"/>
              </a:buClr>
              <a:buSzPts val="3600"/>
              <a:buNone/>
              <a:defRPr>
                <a:solidFill>
                  <a:schemeClr val="lt1"/>
                </a:solidFill>
              </a:defRPr>
            </a:lvl2pPr>
            <a:lvl3pPr lvl="2">
              <a:spcBef>
                <a:spcPts val="0"/>
              </a:spcBef>
              <a:spcAft>
                <a:spcPts val="0"/>
              </a:spcAft>
              <a:buClr>
                <a:schemeClr val="lt1"/>
              </a:buClr>
              <a:buSzPts val="3600"/>
              <a:buNone/>
              <a:defRPr>
                <a:solidFill>
                  <a:schemeClr val="lt1"/>
                </a:solidFill>
              </a:defRPr>
            </a:lvl3pPr>
            <a:lvl4pPr lvl="3">
              <a:spcBef>
                <a:spcPts val="0"/>
              </a:spcBef>
              <a:spcAft>
                <a:spcPts val="0"/>
              </a:spcAft>
              <a:buClr>
                <a:schemeClr val="lt1"/>
              </a:buClr>
              <a:buSzPts val="3600"/>
              <a:buNone/>
              <a:defRPr>
                <a:solidFill>
                  <a:schemeClr val="lt1"/>
                </a:solidFill>
              </a:defRPr>
            </a:lvl4pPr>
            <a:lvl5pPr lvl="4">
              <a:spcBef>
                <a:spcPts val="0"/>
              </a:spcBef>
              <a:spcAft>
                <a:spcPts val="0"/>
              </a:spcAft>
              <a:buClr>
                <a:schemeClr val="lt1"/>
              </a:buClr>
              <a:buSzPts val="3600"/>
              <a:buNone/>
              <a:defRPr>
                <a:solidFill>
                  <a:schemeClr val="lt1"/>
                </a:solidFill>
              </a:defRPr>
            </a:lvl5pPr>
            <a:lvl6pPr lvl="5">
              <a:spcBef>
                <a:spcPts val="0"/>
              </a:spcBef>
              <a:spcAft>
                <a:spcPts val="0"/>
              </a:spcAft>
              <a:buClr>
                <a:schemeClr val="lt1"/>
              </a:buClr>
              <a:buSzPts val="3600"/>
              <a:buNone/>
              <a:defRPr>
                <a:solidFill>
                  <a:schemeClr val="lt1"/>
                </a:solidFill>
              </a:defRPr>
            </a:lvl6pPr>
            <a:lvl7pPr lvl="6">
              <a:spcBef>
                <a:spcPts val="0"/>
              </a:spcBef>
              <a:spcAft>
                <a:spcPts val="0"/>
              </a:spcAft>
              <a:buClr>
                <a:schemeClr val="lt1"/>
              </a:buClr>
              <a:buSzPts val="3600"/>
              <a:buNone/>
              <a:defRPr>
                <a:solidFill>
                  <a:schemeClr val="lt1"/>
                </a:solidFill>
              </a:defRPr>
            </a:lvl7pPr>
            <a:lvl8pPr lvl="7">
              <a:spcBef>
                <a:spcPts val="0"/>
              </a:spcBef>
              <a:spcAft>
                <a:spcPts val="0"/>
              </a:spcAft>
              <a:buClr>
                <a:schemeClr val="lt1"/>
              </a:buClr>
              <a:buSzPts val="3600"/>
              <a:buNone/>
              <a:defRPr>
                <a:solidFill>
                  <a:schemeClr val="lt1"/>
                </a:solidFill>
              </a:defRPr>
            </a:lvl8pPr>
            <a:lvl9pPr lvl="8">
              <a:spcBef>
                <a:spcPts val="0"/>
              </a:spcBef>
              <a:spcAft>
                <a:spcPts val="0"/>
              </a:spcAft>
              <a:buClr>
                <a:schemeClr val="lt1"/>
              </a:buClr>
              <a:buSzPts val="3600"/>
              <a:buNone/>
              <a:defRPr>
                <a:solidFill>
                  <a:schemeClr val="lt1"/>
                </a:solidFill>
              </a:defRPr>
            </a:lvl9pPr>
          </a:lstStyle>
          <a:p/>
        </p:txBody>
      </p:sp>
      <p:sp>
        <p:nvSpPr>
          <p:cNvPr id="1865" name="Google Shape;1865;p419"/>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959">
          <p15:clr>
            <a:srgbClr val="E46962"/>
          </p15:clr>
        </p15:guide>
      </p15:sldGuideLst>
    </p:ext>
  </p:extLst>
</p:sldLayout>
</file>

<file path=ppt/slideLayouts/slideLayout4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3  1">
  <p:cSld name="CUSTOM_6_1_1">
    <p:bg>
      <p:bgPr>
        <a:solidFill>
          <a:schemeClr val="lt2"/>
        </a:solidFill>
      </p:bgPr>
    </p:bg>
    <p:spTree>
      <p:nvGrpSpPr>
        <p:cNvPr id="1866" name="Shape 1866"/>
        <p:cNvGrpSpPr/>
        <p:nvPr/>
      </p:nvGrpSpPr>
      <p:grpSpPr>
        <a:xfrm>
          <a:off x="0" y="0"/>
          <a:ext cx="0" cy="0"/>
          <a:chOff x="0" y="0"/>
          <a:chExt cx="0" cy="0"/>
        </a:xfrm>
      </p:grpSpPr>
      <p:sp>
        <p:nvSpPr>
          <p:cNvPr id="1867" name="Google Shape;1867;p420"/>
          <p:cNvSpPr txBox="1"/>
          <p:nvPr>
            <p:ph type="title"/>
          </p:nvPr>
        </p:nvSpPr>
        <p:spPr>
          <a:xfrm>
            <a:off x="607200" y="1140611"/>
            <a:ext cx="3936000" cy="596400"/>
          </a:xfrm>
          <a:prstGeom prst="rect">
            <a:avLst/>
          </a:prstGeom>
        </p:spPr>
        <p:txBody>
          <a:bodyPr anchorCtr="0" anchor="ctr" bIns="0" lIns="0" spcFirstLastPara="1" rIns="0" wrap="square" tIns="0">
            <a:spAutoFit/>
          </a:bodyPr>
          <a:lstStyle>
            <a:lvl1pPr lvl="0">
              <a:spcBef>
                <a:spcPts val="0"/>
              </a:spcBef>
              <a:spcAft>
                <a:spcPts val="0"/>
              </a:spcAft>
              <a:buSzPts val="3000"/>
              <a:buAutoNum type="arabicPeriod"/>
              <a:defRPr b="1" sz="1800">
                <a:solidFill>
                  <a:schemeClr val="lt1"/>
                </a:solidFill>
              </a:defRPr>
            </a:lvl1pPr>
            <a:lvl2pPr lvl="1">
              <a:spcBef>
                <a:spcPts val="0"/>
              </a:spcBef>
              <a:spcAft>
                <a:spcPts val="0"/>
              </a:spcAft>
              <a:buSzPts val="3600"/>
              <a:buAutoNum type="alphaLcPeriod"/>
              <a:defRPr/>
            </a:lvl2pPr>
            <a:lvl3pPr lvl="2">
              <a:spcBef>
                <a:spcPts val="0"/>
              </a:spcBef>
              <a:spcAft>
                <a:spcPts val="0"/>
              </a:spcAft>
              <a:buSzPts val="3600"/>
              <a:buAutoNum type="romanLcPeriod"/>
              <a:defRPr/>
            </a:lvl3pPr>
            <a:lvl4pPr lvl="3">
              <a:spcBef>
                <a:spcPts val="0"/>
              </a:spcBef>
              <a:spcAft>
                <a:spcPts val="0"/>
              </a:spcAft>
              <a:buSzPts val="3600"/>
              <a:buAutoNum type="arabicPeriod"/>
              <a:defRPr/>
            </a:lvl4pPr>
            <a:lvl5pPr lvl="4">
              <a:spcBef>
                <a:spcPts val="0"/>
              </a:spcBef>
              <a:spcAft>
                <a:spcPts val="0"/>
              </a:spcAft>
              <a:buSzPts val="3600"/>
              <a:buAutoNum type="alphaLcPeriod"/>
              <a:defRPr/>
            </a:lvl5pPr>
            <a:lvl6pPr lvl="5">
              <a:spcBef>
                <a:spcPts val="0"/>
              </a:spcBef>
              <a:spcAft>
                <a:spcPts val="0"/>
              </a:spcAft>
              <a:buSzPts val="3600"/>
              <a:buAutoNum type="romanLcPeriod"/>
              <a:defRPr/>
            </a:lvl6pPr>
            <a:lvl7pPr lvl="6">
              <a:spcBef>
                <a:spcPts val="0"/>
              </a:spcBef>
              <a:spcAft>
                <a:spcPts val="0"/>
              </a:spcAft>
              <a:buSzPts val="3600"/>
              <a:buAutoNum type="arabicPeriod"/>
              <a:defRPr/>
            </a:lvl7pPr>
            <a:lvl8pPr lvl="7">
              <a:spcBef>
                <a:spcPts val="0"/>
              </a:spcBef>
              <a:spcAft>
                <a:spcPts val="0"/>
              </a:spcAft>
              <a:buSzPts val="3600"/>
              <a:buAutoNum type="alphaLcPeriod"/>
              <a:defRPr/>
            </a:lvl8pPr>
            <a:lvl9pPr lvl="8">
              <a:spcBef>
                <a:spcPts val="0"/>
              </a:spcBef>
              <a:spcAft>
                <a:spcPts val="0"/>
              </a:spcAft>
              <a:buSzPts val="3600"/>
              <a:buAutoNum type="romanLcPeriod"/>
              <a:defRPr/>
            </a:lvl9pPr>
          </a:lstStyle>
          <a:p/>
        </p:txBody>
      </p:sp>
    </p:spTree>
  </p:cSld>
  <p:clrMapOvr>
    <a:masterClrMapping/>
  </p:clrMapOvr>
</p:sldLayout>
</file>

<file path=ppt/slideLayouts/slideLayout4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7">
    <p:spTree>
      <p:nvGrpSpPr>
        <p:cNvPr id="1868" name="Shape 1868"/>
        <p:cNvGrpSpPr/>
        <p:nvPr/>
      </p:nvGrpSpPr>
      <p:grpSpPr>
        <a:xfrm>
          <a:off x="0" y="0"/>
          <a:ext cx="0" cy="0"/>
          <a:chOff x="0" y="0"/>
          <a:chExt cx="0" cy="0"/>
        </a:xfrm>
      </p:grpSpPr>
      <p:sp>
        <p:nvSpPr>
          <p:cNvPr id="1869" name="Google Shape;1869;p421"/>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4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1">
  <p:cSld name="Title + Subtitle_2">
    <p:spTree>
      <p:nvGrpSpPr>
        <p:cNvPr id="1870" name="Shape 1870"/>
        <p:cNvGrpSpPr/>
        <p:nvPr/>
      </p:nvGrpSpPr>
      <p:grpSpPr>
        <a:xfrm>
          <a:off x="0" y="0"/>
          <a:ext cx="0" cy="0"/>
          <a:chOff x="0" y="0"/>
          <a:chExt cx="0" cy="0"/>
        </a:xfrm>
      </p:grpSpPr>
      <p:sp>
        <p:nvSpPr>
          <p:cNvPr id="1871" name="Google Shape;1871;p422"/>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872" name="Google Shape;1872;p422"/>
          <p:cNvSpPr txBox="1"/>
          <p:nvPr>
            <p:ph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4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Body: 1 column 1">
  <p:cSld name="Title + Body_1">
    <p:spTree>
      <p:nvGrpSpPr>
        <p:cNvPr id="1873" name="Shape 1873"/>
        <p:cNvGrpSpPr/>
        <p:nvPr/>
      </p:nvGrpSpPr>
      <p:grpSpPr>
        <a:xfrm>
          <a:off x="0" y="0"/>
          <a:ext cx="0" cy="0"/>
          <a:chOff x="0" y="0"/>
          <a:chExt cx="0" cy="0"/>
        </a:xfrm>
      </p:grpSpPr>
      <p:sp>
        <p:nvSpPr>
          <p:cNvPr id="1874" name="Google Shape;1874;p423"/>
          <p:cNvSpPr txBox="1"/>
          <p:nvPr>
            <p:ph type="title"/>
          </p:nvPr>
        </p:nvSpPr>
        <p:spPr>
          <a:xfrm>
            <a:off x="457200" y="942000"/>
            <a:ext cx="3661500" cy="1064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875" name="Google Shape;1875;p423"/>
          <p:cNvSpPr txBox="1"/>
          <p:nvPr>
            <p:ph idx="1" type="subTitle"/>
          </p:nvPr>
        </p:nvSpPr>
        <p:spPr>
          <a:xfrm>
            <a:off x="457200" y="508000"/>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876" name="Google Shape;1876;p423"/>
          <p:cNvSpPr txBox="1"/>
          <p:nvPr>
            <p:ph idx="2" type="body"/>
          </p:nvPr>
        </p:nvSpPr>
        <p:spPr>
          <a:xfrm>
            <a:off x="457200" y="2139583"/>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4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column 1">
  <p:cSld name="ONE_COLUMN_TEXT_1">
    <p:spTree>
      <p:nvGrpSpPr>
        <p:cNvPr id="1877" name="Shape 1877"/>
        <p:cNvGrpSpPr/>
        <p:nvPr/>
      </p:nvGrpSpPr>
      <p:grpSpPr>
        <a:xfrm>
          <a:off x="0" y="0"/>
          <a:ext cx="0" cy="0"/>
          <a:chOff x="0" y="0"/>
          <a:chExt cx="0" cy="0"/>
        </a:xfrm>
      </p:grpSpPr>
      <p:sp>
        <p:nvSpPr>
          <p:cNvPr id="1878" name="Google Shape;1878;p424"/>
          <p:cNvSpPr txBox="1"/>
          <p:nvPr>
            <p:ph type="title"/>
          </p:nvPr>
        </p:nvSpPr>
        <p:spPr>
          <a:xfrm>
            <a:off x="457200" y="518667"/>
            <a:ext cx="3204600" cy="10056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879" name="Google Shape;1879;p424"/>
          <p:cNvSpPr txBox="1"/>
          <p:nvPr>
            <p:ph idx="1" type="body"/>
          </p:nvPr>
        </p:nvSpPr>
        <p:spPr>
          <a:xfrm>
            <a:off x="457200" y="1524417"/>
            <a:ext cx="32046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sldLayout>
</file>

<file path=ppt/slideLayouts/slideLayout4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Right 1">
  <p:cSld name="Text + Image_1">
    <p:spTree>
      <p:nvGrpSpPr>
        <p:cNvPr id="1880" name="Shape 1880"/>
        <p:cNvGrpSpPr/>
        <p:nvPr/>
      </p:nvGrpSpPr>
      <p:grpSpPr>
        <a:xfrm>
          <a:off x="0" y="0"/>
          <a:ext cx="0" cy="0"/>
          <a:chOff x="0" y="0"/>
          <a:chExt cx="0" cy="0"/>
        </a:xfrm>
      </p:grpSpPr>
      <p:sp>
        <p:nvSpPr>
          <p:cNvPr id="1881" name="Google Shape;1881;p425"/>
          <p:cNvSpPr/>
          <p:nvPr>
            <p:ph idx="2" type="pic"/>
          </p:nvPr>
        </p:nvSpPr>
        <p:spPr>
          <a:xfrm>
            <a:off x="4572000" y="91667"/>
            <a:ext cx="4495800" cy="5531700"/>
          </a:xfrm>
          <a:prstGeom prst="roundRect">
            <a:avLst>
              <a:gd fmla="val 16667" name="adj"/>
            </a:avLst>
          </a:prstGeom>
          <a:noFill/>
          <a:ln>
            <a:noFill/>
          </a:ln>
        </p:spPr>
      </p:sp>
      <p:sp>
        <p:nvSpPr>
          <p:cNvPr id="1882" name="Google Shape;1882;p425"/>
          <p:cNvSpPr txBox="1"/>
          <p:nvPr>
            <p:ph type="title"/>
          </p:nvPr>
        </p:nvSpPr>
        <p:spPr>
          <a:xfrm>
            <a:off x="457200" y="942000"/>
            <a:ext cx="3661500" cy="1064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883" name="Google Shape;1883;p425"/>
          <p:cNvSpPr txBox="1"/>
          <p:nvPr>
            <p:ph idx="1" type="subTitle"/>
          </p:nvPr>
        </p:nvSpPr>
        <p:spPr>
          <a:xfrm>
            <a:off x="457200" y="508000"/>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884" name="Google Shape;1884;p425"/>
          <p:cNvSpPr txBox="1"/>
          <p:nvPr>
            <p:ph idx="3" type="body"/>
          </p:nvPr>
        </p:nvSpPr>
        <p:spPr>
          <a:xfrm>
            <a:off x="457200" y="2139583"/>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4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Body 1">
  <p:cSld name="Title + Body 1_1">
    <p:spTree>
      <p:nvGrpSpPr>
        <p:cNvPr id="1885" name="Shape 1885"/>
        <p:cNvGrpSpPr/>
        <p:nvPr/>
      </p:nvGrpSpPr>
      <p:grpSpPr>
        <a:xfrm>
          <a:off x="0" y="0"/>
          <a:ext cx="0" cy="0"/>
          <a:chOff x="0" y="0"/>
          <a:chExt cx="0" cy="0"/>
        </a:xfrm>
      </p:grpSpPr>
      <p:sp>
        <p:nvSpPr>
          <p:cNvPr id="1886" name="Google Shape;1886;p426"/>
          <p:cNvSpPr txBox="1"/>
          <p:nvPr>
            <p:ph type="title"/>
          </p:nvPr>
        </p:nvSpPr>
        <p:spPr>
          <a:xfrm>
            <a:off x="457200" y="1694917"/>
            <a:ext cx="41148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1887" name="Google Shape;1887;p426"/>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888" name="Google Shape;1888;p426"/>
          <p:cNvSpPr txBox="1"/>
          <p:nvPr>
            <p:ph idx="2"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889" name="Google Shape;1889;p426"/>
          <p:cNvSpPr txBox="1"/>
          <p:nvPr>
            <p:ph idx="3" type="body"/>
          </p:nvPr>
        </p:nvSpPr>
        <p:spPr>
          <a:xfrm>
            <a:off x="457200" y="2139583"/>
            <a:ext cx="41148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4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6">
    <p:spTree>
      <p:nvGrpSpPr>
        <p:cNvPr id="1890" name="Shape 1890"/>
        <p:cNvGrpSpPr/>
        <p:nvPr/>
      </p:nvGrpSpPr>
      <p:grpSpPr>
        <a:xfrm>
          <a:off x="0" y="0"/>
          <a:ext cx="0" cy="0"/>
          <a:chOff x="0" y="0"/>
          <a:chExt cx="0" cy="0"/>
        </a:xfrm>
      </p:grpSpPr>
      <p:sp>
        <p:nvSpPr>
          <p:cNvPr id="1891" name="Google Shape;1891;p427"/>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1892" name="Google Shape;1892;p427"/>
          <p:cNvSpPr txBox="1"/>
          <p:nvPr>
            <p:ph idx="1" type="body"/>
          </p:nvPr>
        </p:nvSpPr>
        <p:spPr>
          <a:xfrm>
            <a:off x="457200" y="1524417"/>
            <a:ext cx="41052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4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8">
    <p:spTree>
      <p:nvGrpSpPr>
        <p:cNvPr id="1893" name="Shape 1893"/>
        <p:cNvGrpSpPr/>
        <p:nvPr/>
      </p:nvGrpSpPr>
      <p:grpSpPr>
        <a:xfrm>
          <a:off x="0" y="0"/>
          <a:ext cx="0" cy="0"/>
          <a:chOff x="0" y="0"/>
          <a:chExt cx="0" cy="0"/>
        </a:xfrm>
      </p:grpSpPr>
      <p:sp>
        <p:nvSpPr>
          <p:cNvPr id="1894" name="Google Shape;1894;p428"/>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4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Title and text">
    <p:spTree>
      <p:nvGrpSpPr>
        <p:cNvPr id="1895" name="Shape 1895"/>
        <p:cNvGrpSpPr/>
        <p:nvPr/>
      </p:nvGrpSpPr>
      <p:grpSpPr>
        <a:xfrm>
          <a:off x="0" y="0"/>
          <a:ext cx="0" cy="0"/>
          <a:chOff x="0" y="0"/>
          <a:chExt cx="0" cy="0"/>
        </a:xfrm>
      </p:grpSpPr>
      <p:sp>
        <p:nvSpPr>
          <p:cNvPr id="1896" name="Google Shape;1896;p429"/>
          <p:cNvSpPr txBox="1"/>
          <p:nvPr>
            <p:ph type="title"/>
          </p:nvPr>
        </p:nvSpPr>
        <p:spPr>
          <a:xfrm>
            <a:off x="571500" y="889000"/>
            <a:ext cx="40005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9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900">
                <a:solidFill>
                  <a:schemeClr val="dk1"/>
                </a:solidFill>
              </a:defRPr>
            </a:lvl2pPr>
            <a:lvl3pPr lvl="2" algn="l">
              <a:lnSpc>
                <a:spcPct val="115000"/>
              </a:lnSpc>
              <a:spcBef>
                <a:spcPts val="0"/>
              </a:spcBef>
              <a:spcAft>
                <a:spcPts val="0"/>
              </a:spcAft>
              <a:buClr>
                <a:schemeClr val="dk1"/>
              </a:buClr>
              <a:buSzPts val="1400"/>
              <a:buNone/>
              <a:defRPr sz="1900">
                <a:solidFill>
                  <a:schemeClr val="dk1"/>
                </a:solidFill>
              </a:defRPr>
            </a:lvl3pPr>
            <a:lvl4pPr lvl="3" algn="l">
              <a:lnSpc>
                <a:spcPct val="115000"/>
              </a:lnSpc>
              <a:spcBef>
                <a:spcPts val="0"/>
              </a:spcBef>
              <a:spcAft>
                <a:spcPts val="0"/>
              </a:spcAft>
              <a:buClr>
                <a:schemeClr val="dk1"/>
              </a:buClr>
              <a:buSzPts val="1400"/>
              <a:buNone/>
              <a:defRPr sz="1900">
                <a:solidFill>
                  <a:schemeClr val="dk1"/>
                </a:solidFill>
              </a:defRPr>
            </a:lvl4pPr>
            <a:lvl5pPr lvl="4" algn="l">
              <a:lnSpc>
                <a:spcPct val="115000"/>
              </a:lnSpc>
              <a:spcBef>
                <a:spcPts val="0"/>
              </a:spcBef>
              <a:spcAft>
                <a:spcPts val="0"/>
              </a:spcAft>
              <a:buClr>
                <a:schemeClr val="dk1"/>
              </a:buClr>
              <a:buSzPts val="1400"/>
              <a:buNone/>
              <a:defRPr sz="1900">
                <a:solidFill>
                  <a:schemeClr val="dk1"/>
                </a:solidFill>
              </a:defRPr>
            </a:lvl5pPr>
            <a:lvl6pPr lvl="5" algn="l">
              <a:lnSpc>
                <a:spcPct val="115000"/>
              </a:lnSpc>
              <a:spcBef>
                <a:spcPts val="0"/>
              </a:spcBef>
              <a:spcAft>
                <a:spcPts val="0"/>
              </a:spcAft>
              <a:buClr>
                <a:schemeClr val="dk1"/>
              </a:buClr>
              <a:buSzPts val="1400"/>
              <a:buNone/>
              <a:defRPr sz="1900">
                <a:solidFill>
                  <a:schemeClr val="dk1"/>
                </a:solidFill>
              </a:defRPr>
            </a:lvl6pPr>
            <a:lvl7pPr lvl="6" algn="l">
              <a:lnSpc>
                <a:spcPct val="115000"/>
              </a:lnSpc>
              <a:spcBef>
                <a:spcPts val="0"/>
              </a:spcBef>
              <a:spcAft>
                <a:spcPts val="0"/>
              </a:spcAft>
              <a:buClr>
                <a:schemeClr val="dk1"/>
              </a:buClr>
              <a:buSzPts val="1400"/>
              <a:buNone/>
              <a:defRPr sz="1900">
                <a:solidFill>
                  <a:schemeClr val="dk1"/>
                </a:solidFill>
              </a:defRPr>
            </a:lvl7pPr>
            <a:lvl8pPr lvl="7" algn="l">
              <a:lnSpc>
                <a:spcPct val="115000"/>
              </a:lnSpc>
              <a:spcBef>
                <a:spcPts val="0"/>
              </a:spcBef>
              <a:spcAft>
                <a:spcPts val="0"/>
              </a:spcAft>
              <a:buClr>
                <a:schemeClr val="dk1"/>
              </a:buClr>
              <a:buSzPts val="1400"/>
              <a:buNone/>
              <a:defRPr sz="1900">
                <a:solidFill>
                  <a:schemeClr val="dk1"/>
                </a:solidFill>
              </a:defRPr>
            </a:lvl8pPr>
            <a:lvl9pPr lvl="8" algn="l">
              <a:lnSpc>
                <a:spcPct val="115000"/>
              </a:lnSpc>
              <a:spcBef>
                <a:spcPts val="0"/>
              </a:spcBef>
              <a:spcAft>
                <a:spcPts val="0"/>
              </a:spcAft>
              <a:buClr>
                <a:schemeClr val="dk1"/>
              </a:buClr>
              <a:buSzPts val="1400"/>
              <a:buNone/>
              <a:defRPr sz="1900">
                <a:solidFill>
                  <a:schemeClr val="dk1"/>
                </a:solidFill>
              </a:defRPr>
            </a:lvl9pPr>
          </a:lstStyle>
          <a:p/>
        </p:txBody>
      </p:sp>
      <p:sp>
        <p:nvSpPr>
          <p:cNvPr id="1897" name="Google Shape;1897;p429"/>
          <p:cNvSpPr txBox="1"/>
          <p:nvPr>
            <p:ph idx="1" type="body"/>
          </p:nvPr>
        </p:nvSpPr>
        <p:spPr>
          <a:xfrm>
            <a:off x="571500" y="1905000"/>
            <a:ext cx="40005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
        <p:nvSpPr>
          <p:cNvPr id="1898" name="Google Shape;1898;p429"/>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 header, one column 1">
  <p:cSld name="Sub header, one column">
    <p:spTree>
      <p:nvGrpSpPr>
        <p:cNvPr id="1899" name="Shape 1899"/>
        <p:cNvGrpSpPr/>
        <p:nvPr/>
      </p:nvGrpSpPr>
      <p:grpSpPr>
        <a:xfrm>
          <a:off x="0" y="0"/>
          <a:ext cx="0" cy="0"/>
          <a:chOff x="0" y="0"/>
          <a:chExt cx="0" cy="0"/>
        </a:xfrm>
      </p:grpSpPr>
      <p:sp>
        <p:nvSpPr>
          <p:cNvPr id="1900" name="Google Shape;1900;p430"/>
          <p:cNvSpPr txBox="1"/>
          <p:nvPr>
            <p:ph idx="1" type="subTitle"/>
          </p:nvPr>
        </p:nvSpPr>
        <p:spPr>
          <a:xfrm>
            <a:off x="571500" y="1905000"/>
            <a:ext cx="3093000" cy="1710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accent4"/>
              </a:buClr>
              <a:buSzPts val="800"/>
              <a:buFont typeface="Poppins SemiBold"/>
              <a:buNone/>
              <a:defRPr sz="1000">
                <a:solidFill>
                  <a:schemeClr val="accent4"/>
                </a:solidFill>
                <a:latin typeface="Poppins SemiBold"/>
                <a:ea typeface="Poppins SemiBold"/>
                <a:cs typeface="Poppins SemiBold"/>
                <a:sym typeface="Poppins SemiBold"/>
              </a:defRPr>
            </a:lvl1pPr>
            <a:lvl2pPr lvl="1" algn="l">
              <a:lnSpc>
                <a:spcPct val="100000"/>
              </a:lnSpc>
              <a:spcBef>
                <a:spcPts val="0"/>
              </a:spcBef>
              <a:spcAft>
                <a:spcPts val="0"/>
              </a:spcAft>
              <a:buClr>
                <a:schemeClr val="accent4"/>
              </a:buClr>
              <a:buSzPts val="900"/>
              <a:buNone/>
              <a:defRPr>
                <a:solidFill>
                  <a:schemeClr val="accent4"/>
                </a:solidFill>
              </a:defRPr>
            </a:lvl2pPr>
            <a:lvl3pPr lvl="2" algn="l">
              <a:lnSpc>
                <a:spcPct val="100000"/>
              </a:lnSpc>
              <a:spcBef>
                <a:spcPts val="0"/>
              </a:spcBef>
              <a:spcAft>
                <a:spcPts val="0"/>
              </a:spcAft>
              <a:buClr>
                <a:schemeClr val="accent4"/>
              </a:buClr>
              <a:buSzPts val="800"/>
              <a:buNone/>
              <a:defRPr>
                <a:solidFill>
                  <a:schemeClr val="accent4"/>
                </a:solidFill>
              </a:defRPr>
            </a:lvl3pPr>
            <a:lvl4pPr lvl="3" algn="l">
              <a:lnSpc>
                <a:spcPct val="100000"/>
              </a:lnSpc>
              <a:spcBef>
                <a:spcPts val="0"/>
              </a:spcBef>
              <a:spcAft>
                <a:spcPts val="0"/>
              </a:spcAft>
              <a:buClr>
                <a:schemeClr val="accent4"/>
              </a:buClr>
              <a:buSzPts val="800"/>
              <a:buNone/>
              <a:defRPr>
                <a:solidFill>
                  <a:schemeClr val="accent4"/>
                </a:solidFill>
              </a:defRPr>
            </a:lvl4pPr>
            <a:lvl5pPr lvl="4" algn="l">
              <a:lnSpc>
                <a:spcPct val="100000"/>
              </a:lnSpc>
              <a:spcBef>
                <a:spcPts val="0"/>
              </a:spcBef>
              <a:spcAft>
                <a:spcPts val="0"/>
              </a:spcAft>
              <a:buClr>
                <a:schemeClr val="accent4"/>
              </a:buClr>
              <a:buSzPts val="800"/>
              <a:buNone/>
              <a:defRPr>
                <a:solidFill>
                  <a:schemeClr val="accent4"/>
                </a:solidFill>
              </a:defRPr>
            </a:lvl5pPr>
            <a:lvl6pPr lvl="5" algn="l">
              <a:lnSpc>
                <a:spcPct val="100000"/>
              </a:lnSpc>
              <a:spcBef>
                <a:spcPts val="0"/>
              </a:spcBef>
              <a:spcAft>
                <a:spcPts val="0"/>
              </a:spcAft>
              <a:buClr>
                <a:schemeClr val="accent4"/>
              </a:buClr>
              <a:buSzPts val="800"/>
              <a:buNone/>
              <a:defRPr>
                <a:solidFill>
                  <a:schemeClr val="accent4"/>
                </a:solidFill>
              </a:defRPr>
            </a:lvl6pPr>
            <a:lvl7pPr lvl="6" algn="l">
              <a:lnSpc>
                <a:spcPct val="100000"/>
              </a:lnSpc>
              <a:spcBef>
                <a:spcPts val="0"/>
              </a:spcBef>
              <a:spcAft>
                <a:spcPts val="0"/>
              </a:spcAft>
              <a:buClr>
                <a:schemeClr val="accent4"/>
              </a:buClr>
              <a:buSzPts val="800"/>
              <a:buNone/>
              <a:defRPr>
                <a:solidFill>
                  <a:schemeClr val="accent4"/>
                </a:solidFill>
              </a:defRPr>
            </a:lvl7pPr>
            <a:lvl8pPr lvl="7" algn="l">
              <a:lnSpc>
                <a:spcPct val="100000"/>
              </a:lnSpc>
              <a:spcBef>
                <a:spcPts val="0"/>
              </a:spcBef>
              <a:spcAft>
                <a:spcPts val="0"/>
              </a:spcAft>
              <a:buClr>
                <a:schemeClr val="accent4"/>
              </a:buClr>
              <a:buSzPts val="800"/>
              <a:buNone/>
              <a:defRPr>
                <a:solidFill>
                  <a:schemeClr val="accent4"/>
                </a:solidFill>
              </a:defRPr>
            </a:lvl8pPr>
            <a:lvl9pPr lvl="8" algn="l">
              <a:lnSpc>
                <a:spcPct val="100000"/>
              </a:lnSpc>
              <a:spcBef>
                <a:spcPts val="0"/>
              </a:spcBef>
              <a:spcAft>
                <a:spcPts val="0"/>
              </a:spcAft>
              <a:buClr>
                <a:schemeClr val="accent4"/>
              </a:buClr>
              <a:buSzPts val="800"/>
              <a:buNone/>
              <a:defRPr>
                <a:solidFill>
                  <a:schemeClr val="accent4"/>
                </a:solidFill>
              </a:defRPr>
            </a:lvl9pPr>
          </a:lstStyle>
          <a:p/>
        </p:txBody>
      </p:sp>
      <p:sp>
        <p:nvSpPr>
          <p:cNvPr id="1901" name="Google Shape;1901;p430"/>
          <p:cNvSpPr txBox="1"/>
          <p:nvPr>
            <p:ph type="title"/>
          </p:nvPr>
        </p:nvSpPr>
        <p:spPr>
          <a:xfrm>
            <a:off x="571500" y="889006"/>
            <a:ext cx="40005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b="1"/>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902" name="Google Shape;1902;p430"/>
          <p:cNvSpPr txBox="1"/>
          <p:nvPr>
            <p:ph idx="2" type="body"/>
          </p:nvPr>
        </p:nvSpPr>
        <p:spPr>
          <a:xfrm>
            <a:off x="571500" y="2406917"/>
            <a:ext cx="3093000" cy="26730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SzPts val="900"/>
              <a:buChar char="●"/>
              <a:defRPr sz="1200"/>
            </a:lvl1pPr>
            <a:lvl2pPr indent="-285750" lvl="1" marL="914400" algn="l">
              <a:lnSpc>
                <a:spcPct val="115000"/>
              </a:lnSpc>
              <a:spcBef>
                <a:spcPts val="0"/>
              </a:spcBef>
              <a:spcAft>
                <a:spcPts val="0"/>
              </a:spcAft>
              <a:buSzPts val="900"/>
              <a:buChar char="○"/>
              <a:defRPr/>
            </a:lvl2pPr>
            <a:lvl3pPr indent="-279400" lvl="2" marL="1371600" algn="l">
              <a:lnSpc>
                <a:spcPct val="115000"/>
              </a:lnSpc>
              <a:spcBef>
                <a:spcPts val="1000"/>
              </a:spcBef>
              <a:spcAft>
                <a:spcPts val="0"/>
              </a:spcAft>
              <a:buSzPts val="800"/>
              <a:buChar char="■"/>
              <a:defRPr/>
            </a:lvl3pPr>
            <a:lvl4pPr indent="-279400" lvl="3" marL="1828800" algn="l">
              <a:lnSpc>
                <a:spcPct val="115000"/>
              </a:lnSpc>
              <a:spcBef>
                <a:spcPts val="1000"/>
              </a:spcBef>
              <a:spcAft>
                <a:spcPts val="0"/>
              </a:spcAft>
              <a:buSzPts val="800"/>
              <a:buChar char="●"/>
              <a:defRPr/>
            </a:lvl4pPr>
            <a:lvl5pPr indent="-279400" lvl="4" marL="2286000" algn="l">
              <a:lnSpc>
                <a:spcPct val="115000"/>
              </a:lnSpc>
              <a:spcBef>
                <a:spcPts val="1000"/>
              </a:spcBef>
              <a:spcAft>
                <a:spcPts val="0"/>
              </a:spcAft>
              <a:buSzPts val="800"/>
              <a:buChar char="○"/>
              <a:defRPr/>
            </a:lvl5pPr>
            <a:lvl6pPr indent="-279400" lvl="5" marL="2743200" algn="l">
              <a:lnSpc>
                <a:spcPct val="115000"/>
              </a:lnSpc>
              <a:spcBef>
                <a:spcPts val="1000"/>
              </a:spcBef>
              <a:spcAft>
                <a:spcPts val="0"/>
              </a:spcAft>
              <a:buSzPts val="800"/>
              <a:buChar char="■"/>
              <a:defRPr/>
            </a:lvl6pPr>
            <a:lvl7pPr indent="-279400" lvl="6" marL="3200400" algn="l">
              <a:lnSpc>
                <a:spcPct val="115000"/>
              </a:lnSpc>
              <a:spcBef>
                <a:spcPts val="1000"/>
              </a:spcBef>
              <a:spcAft>
                <a:spcPts val="0"/>
              </a:spcAft>
              <a:buSzPts val="800"/>
              <a:buChar char="●"/>
              <a:defRPr/>
            </a:lvl7pPr>
            <a:lvl8pPr indent="-279400" lvl="7" marL="3657600" algn="l">
              <a:lnSpc>
                <a:spcPct val="115000"/>
              </a:lnSpc>
              <a:spcBef>
                <a:spcPts val="1000"/>
              </a:spcBef>
              <a:spcAft>
                <a:spcPts val="0"/>
              </a:spcAft>
              <a:buSzPts val="800"/>
              <a:buChar char="○"/>
              <a:defRPr/>
            </a:lvl8pPr>
            <a:lvl9pPr indent="-279400" lvl="8" marL="4114800" algn="l">
              <a:lnSpc>
                <a:spcPct val="115000"/>
              </a:lnSpc>
              <a:spcBef>
                <a:spcPts val="1000"/>
              </a:spcBef>
              <a:spcAft>
                <a:spcPts val="1000"/>
              </a:spcAft>
              <a:buSzPts val="800"/>
              <a:buChar char="■"/>
              <a:defRPr/>
            </a:lvl9pPr>
          </a:lstStyle>
          <a:p/>
        </p:txBody>
      </p:sp>
      <p:sp>
        <p:nvSpPr>
          <p:cNvPr id="1903" name="Google Shape;1903;p430"/>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s with icons 1 1">
  <p:cSld name="Highlights with icons 1_1">
    <p:spTree>
      <p:nvGrpSpPr>
        <p:cNvPr id="1904" name="Shape 1904"/>
        <p:cNvGrpSpPr/>
        <p:nvPr/>
      </p:nvGrpSpPr>
      <p:grpSpPr>
        <a:xfrm>
          <a:off x="0" y="0"/>
          <a:ext cx="0" cy="0"/>
          <a:chOff x="0" y="0"/>
          <a:chExt cx="0" cy="0"/>
        </a:xfrm>
      </p:grpSpPr>
      <p:sp>
        <p:nvSpPr>
          <p:cNvPr id="1905" name="Google Shape;1905;p431"/>
          <p:cNvSpPr txBox="1"/>
          <p:nvPr>
            <p:ph idx="12" type="sldNum"/>
          </p:nvPr>
        </p:nvSpPr>
        <p:spPr>
          <a:xfrm>
            <a:off x="8572500" y="5080004"/>
            <a:ext cx="571500" cy="635100"/>
          </a:xfrm>
          <a:prstGeom prst="rect">
            <a:avLst/>
          </a:prstGeom>
          <a:noFill/>
          <a:ln>
            <a:noFill/>
          </a:ln>
        </p:spPr>
        <p:txBody>
          <a:bodyPr anchorCtr="0" anchor="t" bIns="126400" lIns="126400" spcFirstLastPara="1" rIns="126400" wrap="square" tIns="126400">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906" name="Google Shape;1906;p431"/>
          <p:cNvSpPr/>
          <p:nvPr>
            <p:ph idx="2" type="pic"/>
          </p:nvPr>
        </p:nvSpPr>
        <p:spPr>
          <a:xfrm>
            <a:off x="0" y="0"/>
            <a:ext cx="9144000" cy="2814900"/>
          </a:xfrm>
          <a:prstGeom prst="roundRect">
            <a:avLst>
              <a:gd fmla="val 1254" name="adj"/>
            </a:avLst>
          </a:prstGeom>
          <a:noFill/>
          <a:ln>
            <a:noFill/>
          </a:ln>
        </p:spPr>
      </p:sp>
      <p:sp>
        <p:nvSpPr>
          <p:cNvPr id="1907" name="Google Shape;1907;p431"/>
          <p:cNvSpPr txBox="1"/>
          <p:nvPr>
            <p:ph type="title"/>
          </p:nvPr>
        </p:nvSpPr>
        <p:spPr>
          <a:xfrm>
            <a:off x="457200" y="3730167"/>
            <a:ext cx="3667500" cy="1080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1908" name="Google Shape;1908;p431"/>
          <p:cNvSpPr txBox="1"/>
          <p:nvPr>
            <p:ph idx="1" type="subTitle"/>
          </p:nvPr>
        </p:nvSpPr>
        <p:spPr>
          <a:xfrm>
            <a:off x="457200" y="3211500"/>
            <a:ext cx="36675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909" name="Google Shape;1909;p431"/>
          <p:cNvSpPr txBox="1"/>
          <p:nvPr>
            <p:ph idx="3" type="body"/>
          </p:nvPr>
        </p:nvSpPr>
        <p:spPr>
          <a:xfrm>
            <a:off x="4581600" y="2815000"/>
            <a:ext cx="4105200" cy="2391900"/>
          </a:xfrm>
          <a:prstGeom prst="rect">
            <a:avLst/>
          </a:prstGeom>
        </p:spPr>
        <p:txBody>
          <a:bodyPr anchorCtr="0" anchor="t" bIns="0" lIns="0" spcFirstLastPara="1" rIns="0" wrap="square" tIns="94800">
            <a:sp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Tree>
  </p:cSld>
  <p:clrMapOvr>
    <a:masterClrMapping/>
  </p:clrMapOvr>
</p:sldLayout>
</file>

<file path=ppt/slideLayouts/slideLayout4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1 2">
  <p:cSld name="TITLE_AND_BODY_3_2">
    <p:spTree>
      <p:nvGrpSpPr>
        <p:cNvPr id="1910" name="Shape 1910"/>
        <p:cNvGrpSpPr/>
        <p:nvPr/>
      </p:nvGrpSpPr>
      <p:grpSpPr>
        <a:xfrm>
          <a:off x="0" y="0"/>
          <a:ext cx="0" cy="0"/>
          <a:chOff x="0" y="0"/>
          <a:chExt cx="0" cy="0"/>
        </a:xfrm>
      </p:grpSpPr>
      <p:sp>
        <p:nvSpPr>
          <p:cNvPr id="1911" name="Google Shape;1911;p432"/>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912" name="Google Shape;1912;p432"/>
          <p:cNvSpPr txBox="1"/>
          <p:nvPr>
            <p:ph type="title"/>
          </p:nvPr>
        </p:nvSpPr>
        <p:spPr>
          <a:xfrm>
            <a:off x="571500" y="889000"/>
            <a:ext cx="30897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9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900">
                <a:solidFill>
                  <a:schemeClr val="dk1"/>
                </a:solidFill>
              </a:defRPr>
            </a:lvl2pPr>
            <a:lvl3pPr lvl="2" algn="l">
              <a:lnSpc>
                <a:spcPct val="115000"/>
              </a:lnSpc>
              <a:spcBef>
                <a:spcPts val="0"/>
              </a:spcBef>
              <a:spcAft>
                <a:spcPts val="0"/>
              </a:spcAft>
              <a:buClr>
                <a:schemeClr val="dk1"/>
              </a:buClr>
              <a:buSzPts val="1400"/>
              <a:buNone/>
              <a:defRPr sz="1900">
                <a:solidFill>
                  <a:schemeClr val="dk1"/>
                </a:solidFill>
              </a:defRPr>
            </a:lvl3pPr>
            <a:lvl4pPr lvl="3" algn="l">
              <a:lnSpc>
                <a:spcPct val="115000"/>
              </a:lnSpc>
              <a:spcBef>
                <a:spcPts val="0"/>
              </a:spcBef>
              <a:spcAft>
                <a:spcPts val="0"/>
              </a:spcAft>
              <a:buClr>
                <a:schemeClr val="dk1"/>
              </a:buClr>
              <a:buSzPts val="1400"/>
              <a:buNone/>
              <a:defRPr sz="1900">
                <a:solidFill>
                  <a:schemeClr val="dk1"/>
                </a:solidFill>
              </a:defRPr>
            </a:lvl4pPr>
            <a:lvl5pPr lvl="4" algn="l">
              <a:lnSpc>
                <a:spcPct val="115000"/>
              </a:lnSpc>
              <a:spcBef>
                <a:spcPts val="0"/>
              </a:spcBef>
              <a:spcAft>
                <a:spcPts val="0"/>
              </a:spcAft>
              <a:buClr>
                <a:schemeClr val="dk1"/>
              </a:buClr>
              <a:buSzPts val="1400"/>
              <a:buNone/>
              <a:defRPr sz="1900">
                <a:solidFill>
                  <a:schemeClr val="dk1"/>
                </a:solidFill>
              </a:defRPr>
            </a:lvl5pPr>
            <a:lvl6pPr lvl="5" algn="l">
              <a:lnSpc>
                <a:spcPct val="115000"/>
              </a:lnSpc>
              <a:spcBef>
                <a:spcPts val="0"/>
              </a:spcBef>
              <a:spcAft>
                <a:spcPts val="0"/>
              </a:spcAft>
              <a:buClr>
                <a:schemeClr val="dk1"/>
              </a:buClr>
              <a:buSzPts val="1400"/>
              <a:buNone/>
              <a:defRPr sz="1900">
                <a:solidFill>
                  <a:schemeClr val="dk1"/>
                </a:solidFill>
              </a:defRPr>
            </a:lvl6pPr>
            <a:lvl7pPr lvl="6" algn="l">
              <a:lnSpc>
                <a:spcPct val="115000"/>
              </a:lnSpc>
              <a:spcBef>
                <a:spcPts val="0"/>
              </a:spcBef>
              <a:spcAft>
                <a:spcPts val="0"/>
              </a:spcAft>
              <a:buClr>
                <a:schemeClr val="dk1"/>
              </a:buClr>
              <a:buSzPts val="1400"/>
              <a:buNone/>
              <a:defRPr sz="1900">
                <a:solidFill>
                  <a:schemeClr val="dk1"/>
                </a:solidFill>
              </a:defRPr>
            </a:lvl7pPr>
            <a:lvl8pPr lvl="7" algn="l">
              <a:lnSpc>
                <a:spcPct val="115000"/>
              </a:lnSpc>
              <a:spcBef>
                <a:spcPts val="0"/>
              </a:spcBef>
              <a:spcAft>
                <a:spcPts val="0"/>
              </a:spcAft>
              <a:buClr>
                <a:schemeClr val="dk1"/>
              </a:buClr>
              <a:buSzPts val="1400"/>
              <a:buNone/>
              <a:defRPr sz="1900">
                <a:solidFill>
                  <a:schemeClr val="dk1"/>
                </a:solidFill>
              </a:defRPr>
            </a:lvl8pPr>
            <a:lvl9pPr lvl="8" algn="l">
              <a:lnSpc>
                <a:spcPct val="115000"/>
              </a:lnSpc>
              <a:spcBef>
                <a:spcPts val="0"/>
              </a:spcBef>
              <a:spcAft>
                <a:spcPts val="0"/>
              </a:spcAft>
              <a:buClr>
                <a:schemeClr val="dk1"/>
              </a:buClr>
              <a:buSzPts val="1400"/>
              <a:buNone/>
              <a:defRPr sz="1900">
                <a:solidFill>
                  <a:schemeClr val="dk1"/>
                </a:solidFill>
              </a:defRPr>
            </a:lvl9pPr>
          </a:lstStyle>
          <a:p/>
        </p:txBody>
      </p:sp>
      <p:sp>
        <p:nvSpPr>
          <p:cNvPr id="1913" name="Google Shape;1913;p432"/>
          <p:cNvSpPr txBox="1"/>
          <p:nvPr>
            <p:ph idx="1" type="body"/>
          </p:nvPr>
        </p:nvSpPr>
        <p:spPr>
          <a:xfrm>
            <a:off x="571500" y="1905000"/>
            <a:ext cx="30897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4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column 2">
  <p:cSld name="ONE_COLUMN_TEXT_2">
    <p:spTree>
      <p:nvGrpSpPr>
        <p:cNvPr id="1914" name="Shape 1914"/>
        <p:cNvGrpSpPr/>
        <p:nvPr/>
      </p:nvGrpSpPr>
      <p:grpSpPr>
        <a:xfrm>
          <a:off x="0" y="0"/>
          <a:ext cx="0" cy="0"/>
          <a:chOff x="0" y="0"/>
          <a:chExt cx="0" cy="0"/>
        </a:xfrm>
      </p:grpSpPr>
      <p:sp>
        <p:nvSpPr>
          <p:cNvPr id="1915" name="Google Shape;1915;p433"/>
          <p:cNvSpPr txBox="1"/>
          <p:nvPr>
            <p:ph type="title"/>
          </p:nvPr>
        </p:nvSpPr>
        <p:spPr>
          <a:xfrm>
            <a:off x="457200" y="518667"/>
            <a:ext cx="3204600" cy="1005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1916" name="Google Shape;1916;p433"/>
          <p:cNvSpPr txBox="1"/>
          <p:nvPr>
            <p:ph idx="1" type="body"/>
          </p:nvPr>
        </p:nvSpPr>
        <p:spPr>
          <a:xfrm>
            <a:off x="457200" y="1524417"/>
            <a:ext cx="32046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307">
          <p15:clr>
            <a:srgbClr val="E46962"/>
          </p15:clr>
        </p15:guide>
      </p15:sldGuideLst>
    </p:ext>
  </p:extLst>
</p:sldLayout>
</file>

<file path=ppt/slideLayouts/slideLayout4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Body 2">
  <p:cSld name="Title + Body 1_2">
    <p:spTree>
      <p:nvGrpSpPr>
        <p:cNvPr id="1917" name="Shape 1917"/>
        <p:cNvGrpSpPr/>
        <p:nvPr/>
      </p:nvGrpSpPr>
      <p:grpSpPr>
        <a:xfrm>
          <a:off x="0" y="0"/>
          <a:ext cx="0" cy="0"/>
          <a:chOff x="0" y="0"/>
          <a:chExt cx="0" cy="0"/>
        </a:xfrm>
      </p:grpSpPr>
      <p:sp>
        <p:nvSpPr>
          <p:cNvPr id="1918" name="Google Shape;1918;p434"/>
          <p:cNvSpPr txBox="1"/>
          <p:nvPr>
            <p:ph type="title"/>
          </p:nvPr>
        </p:nvSpPr>
        <p:spPr>
          <a:xfrm>
            <a:off x="457200" y="1694917"/>
            <a:ext cx="4114800" cy="4449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1919" name="Google Shape;1919;p434"/>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920" name="Google Shape;1920;p434"/>
          <p:cNvSpPr txBox="1"/>
          <p:nvPr>
            <p:ph idx="2"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1921" name="Google Shape;1921;p434"/>
          <p:cNvSpPr txBox="1"/>
          <p:nvPr>
            <p:ph idx="3" type="body"/>
          </p:nvPr>
        </p:nvSpPr>
        <p:spPr>
          <a:xfrm>
            <a:off x="457200" y="2139583"/>
            <a:ext cx="41148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4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 header, two columns 1">
  <p:cSld name="Sub header, two columns">
    <p:spTree>
      <p:nvGrpSpPr>
        <p:cNvPr id="1922" name="Shape 1922"/>
        <p:cNvGrpSpPr/>
        <p:nvPr/>
      </p:nvGrpSpPr>
      <p:grpSpPr>
        <a:xfrm>
          <a:off x="0" y="0"/>
          <a:ext cx="0" cy="0"/>
          <a:chOff x="0" y="0"/>
          <a:chExt cx="0" cy="0"/>
        </a:xfrm>
      </p:grpSpPr>
      <p:sp>
        <p:nvSpPr>
          <p:cNvPr id="1923" name="Google Shape;1923;p435"/>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924" name="Google Shape;1924;p435"/>
          <p:cNvSpPr txBox="1"/>
          <p:nvPr>
            <p:ph type="title"/>
          </p:nvPr>
        </p:nvSpPr>
        <p:spPr>
          <a:xfrm>
            <a:off x="571500" y="889006"/>
            <a:ext cx="40005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b="1"/>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925" name="Google Shape;1925;p435"/>
          <p:cNvSpPr txBox="1"/>
          <p:nvPr>
            <p:ph idx="1" type="body"/>
          </p:nvPr>
        </p:nvSpPr>
        <p:spPr>
          <a:xfrm>
            <a:off x="571500" y="2406917"/>
            <a:ext cx="3093000" cy="26730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SzPts val="900"/>
              <a:buChar char="●"/>
              <a:defRPr sz="1200"/>
            </a:lvl1pPr>
            <a:lvl2pPr indent="-285750" lvl="1" marL="914400" algn="l">
              <a:lnSpc>
                <a:spcPct val="115000"/>
              </a:lnSpc>
              <a:spcBef>
                <a:spcPts val="0"/>
              </a:spcBef>
              <a:spcAft>
                <a:spcPts val="0"/>
              </a:spcAft>
              <a:buSzPts val="900"/>
              <a:buChar char="○"/>
              <a:defRPr/>
            </a:lvl2pPr>
            <a:lvl3pPr indent="-279400" lvl="2" marL="1371600" algn="l">
              <a:lnSpc>
                <a:spcPct val="115000"/>
              </a:lnSpc>
              <a:spcBef>
                <a:spcPts val="1000"/>
              </a:spcBef>
              <a:spcAft>
                <a:spcPts val="0"/>
              </a:spcAft>
              <a:buSzPts val="800"/>
              <a:buChar char="■"/>
              <a:defRPr/>
            </a:lvl3pPr>
            <a:lvl4pPr indent="-279400" lvl="3" marL="1828800" algn="l">
              <a:lnSpc>
                <a:spcPct val="115000"/>
              </a:lnSpc>
              <a:spcBef>
                <a:spcPts val="1000"/>
              </a:spcBef>
              <a:spcAft>
                <a:spcPts val="0"/>
              </a:spcAft>
              <a:buSzPts val="800"/>
              <a:buChar char="●"/>
              <a:defRPr/>
            </a:lvl4pPr>
            <a:lvl5pPr indent="-279400" lvl="4" marL="2286000" algn="l">
              <a:lnSpc>
                <a:spcPct val="115000"/>
              </a:lnSpc>
              <a:spcBef>
                <a:spcPts val="1000"/>
              </a:spcBef>
              <a:spcAft>
                <a:spcPts val="0"/>
              </a:spcAft>
              <a:buSzPts val="800"/>
              <a:buChar char="○"/>
              <a:defRPr/>
            </a:lvl5pPr>
            <a:lvl6pPr indent="-279400" lvl="5" marL="2743200" algn="l">
              <a:lnSpc>
                <a:spcPct val="115000"/>
              </a:lnSpc>
              <a:spcBef>
                <a:spcPts val="1000"/>
              </a:spcBef>
              <a:spcAft>
                <a:spcPts val="0"/>
              </a:spcAft>
              <a:buSzPts val="800"/>
              <a:buChar char="■"/>
              <a:defRPr/>
            </a:lvl6pPr>
            <a:lvl7pPr indent="-279400" lvl="6" marL="3200400" algn="l">
              <a:lnSpc>
                <a:spcPct val="115000"/>
              </a:lnSpc>
              <a:spcBef>
                <a:spcPts val="1000"/>
              </a:spcBef>
              <a:spcAft>
                <a:spcPts val="0"/>
              </a:spcAft>
              <a:buSzPts val="800"/>
              <a:buChar char="●"/>
              <a:defRPr/>
            </a:lvl7pPr>
            <a:lvl8pPr indent="-279400" lvl="7" marL="3657600" algn="l">
              <a:lnSpc>
                <a:spcPct val="115000"/>
              </a:lnSpc>
              <a:spcBef>
                <a:spcPts val="1000"/>
              </a:spcBef>
              <a:spcAft>
                <a:spcPts val="0"/>
              </a:spcAft>
              <a:buSzPts val="800"/>
              <a:buChar char="○"/>
              <a:defRPr/>
            </a:lvl8pPr>
            <a:lvl9pPr indent="-279400" lvl="8" marL="4114800" algn="l">
              <a:lnSpc>
                <a:spcPct val="115000"/>
              </a:lnSpc>
              <a:spcBef>
                <a:spcPts val="1000"/>
              </a:spcBef>
              <a:spcAft>
                <a:spcPts val="1000"/>
              </a:spcAft>
              <a:buSzPts val="800"/>
              <a:buChar char="■"/>
              <a:defRPr/>
            </a:lvl9pPr>
          </a:lstStyle>
          <a:p/>
        </p:txBody>
      </p:sp>
      <p:sp>
        <p:nvSpPr>
          <p:cNvPr id="1926" name="Google Shape;1926;p435"/>
          <p:cNvSpPr txBox="1"/>
          <p:nvPr>
            <p:ph idx="2" type="body"/>
          </p:nvPr>
        </p:nvSpPr>
        <p:spPr>
          <a:xfrm>
            <a:off x="4572000" y="2406917"/>
            <a:ext cx="3093000" cy="26730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SzPts val="900"/>
              <a:buChar char="●"/>
              <a:defRPr sz="1200"/>
            </a:lvl1pPr>
            <a:lvl2pPr indent="-285750" lvl="1" marL="914400" algn="l">
              <a:lnSpc>
                <a:spcPct val="115000"/>
              </a:lnSpc>
              <a:spcBef>
                <a:spcPts val="0"/>
              </a:spcBef>
              <a:spcAft>
                <a:spcPts val="0"/>
              </a:spcAft>
              <a:buSzPts val="900"/>
              <a:buChar char="○"/>
              <a:defRPr/>
            </a:lvl2pPr>
            <a:lvl3pPr indent="-279400" lvl="2" marL="1371600" algn="l">
              <a:lnSpc>
                <a:spcPct val="115000"/>
              </a:lnSpc>
              <a:spcBef>
                <a:spcPts val="1000"/>
              </a:spcBef>
              <a:spcAft>
                <a:spcPts val="0"/>
              </a:spcAft>
              <a:buSzPts val="800"/>
              <a:buChar char="■"/>
              <a:defRPr/>
            </a:lvl3pPr>
            <a:lvl4pPr indent="-279400" lvl="3" marL="1828800" algn="l">
              <a:lnSpc>
                <a:spcPct val="115000"/>
              </a:lnSpc>
              <a:spcBef>
                <a:spcPts val="1000"/>
              </a:spcBef>
              <a:spcAft>
                <a:spcPts val="0"/>
              </a:spcAft>
              <a:buSzPts val="800"/>
              <a:buChar char="●"/>
              <a:defRPr/>
            </a:lvl4pPr>
            <a:lvl5pPr indent="-279400" lvl="4" marL="2286000" algn="l">
              <a:lnSpc>
                <a:spcPct val="115000"/>
              </a:lnSpc>
              <a:spcBef>
                <a:spcPts val="1000"/>
              </a:spcBef>
              <a:spcAft>
                <a:spcPts val="0"/>
              </a:spcAft>
              <a:buSzPts val="800"/>
              <a:buChar char="○"/>
              <a:defRPr/>
            </a:lvl5pPr>
            <a:lvl6pPr indent="-279400" lvl="5" marL="2743200" algn="l">
              <a:lnSpc>
                <a:spcPct val="115000"/>
              </a:lnSpc>
              <a:spcBef>
                <a:spcPts val="1000"/>
              </a:spcBef>
              <a:spcAft>
                <a:spcPts val="0"/>
              </a:spcAft>
              <a:buSzPts val="800"/>
              <a:buChar char="■"/>
              <a:defRPr/>
            </a:lvl6pPr>
            <a:lvl7pPr indent="-279400" lvl="6" marL="3200400" algn="l">
              <a:lnSpc>
                <a:spcPct val="115000"/>
              </a:lnSpc>
              <a:spcBef>
                <a:spcPts val="1000"/>
              </a:spcBef>
              <a:spcAft>
                <a:spcPts val="0"/>
              </a:spcAft>
              <a:buSzPts val="800"/>
              <a:buChar char="●"/>
              <a:defRPr/>
            </a:lvl7pPr>
            <a:lvl8pPr indent="-279400" lvl="7" marL="3657600" algn="l">
              <a:lnSpc>
                <a:spcPct val="115000"/>
              </a:lnSpc>
              <a:spcBef>
                <a:spcPts val="1000"/>
              </a:spcBef>
              <a:spcAft>
                <a:spcPts val="0"/>
              </a:spcAft>
              <a:buSzPts val="800"/>
              <a:buChar char="○"/>
              <a:defRPr/>
            </a:lvl8pPr>
            <a:lvl9pPr indent="-279400" lvl="8" marL="4114800" algn="l">
              <a:lnSpc>
                <a:spcPct val="115000"/>
              </a:lnSpc>
              <a:spcBef>
                <a:spcPts val="1000"/>
              </a:spcBef>
              <a:spcAft>
                <a:spcPts val="1000"/>
              </a:spcAft>
              <a:buSzPts val="800"/>
              <a:buChar char="■"/>
              <a:defRPr/>
            </a:lvl9pPr>
          </a:lstStyle>
          <a:p/>
        </p:txBody>
      </p:sp>
      <p:sp>
        <p:nvSpPr>
          <p:cNvPr id="1927" name="Google Shape;1927;p435"/>
          <p:cNvSpPr txBox="1"/>
          <p:nvPr>
            <p:ph idx="3" type="subTitle"/>
          </p:nvPr>
        </p:nvSpPr>
        <p:spPr>
          <a:xfrm>
            <a:off x="571500" y="1905000"/>
            <a:ext cx="3093000" cy="1710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accent4"/>
              </a:buClr>
              <a:buSzPts val="800"/>
              <a:buFont typeface="Poppins SemiBold"/>
              <a:buNone/>
              <a:defRPr sz="1000">
                <a:solidFill>
                  <a:schemeClr val="accent4"/>
                </a:solidFill>
                <a:latin typeface="Poppins SemiBold"/>
                <a:ea typeface="Poppins SemiBold"/>
                <a:cs typeface="Poppins SemiBold"/>
                <a:sym typeface="Poppins SemiBold"/>
              </a:defRPr>
            </a:lvl1pPr>
            <a:lvl2pPr lvl="1" algn="l">
              <a:lnSpc>
                <a:spcPct val="100000"/>
              </a:lnSpc>
              <a:spcBef>
                <a:spcPts val="0"/>
              </a:spcBef>
              <a:spcAft>
                <a:spcPts val="0"/>
              </a:spcAft>
              <a:buClr>
                <a:schemeClr val="accent4"/>
              </a:buClr>
              <a:buSzPts val="900"/>
              <a:buNone/>
              <a:defRPr>
                <a:solidFill>
                  <a:schemeClr val="accent4"/>
                </a:solidFill>
              </a:defRPr>
            </a:lvl2pPr>
            <a:lvl3pPr lvl="2" algn="l">
              <a:lnSpc>
                <a:spcPct val="100000"/>
              </a:lnSpc>
              <a:spcBef>
                <a:spcPts val="0"/>
              </a:spcBef>
              <a:spcAft>
                <a:spcPts val="0"/>
              </a:spcAft>
              <a:buClr>
                <a:schemeClr val="accent4"/>
              </a:buClr>
              <a:buSzPts val="800"/>
              <a:buNone/>
              <a:defRPr>
                <a:solidFill>
                  <a:schemeClr val="accent4"/>
                </a:solidFill>
              </a:defRPr>
            </a:lvl3pPr>
            <a:lvl4pPr lvl="3" algn="l">
              <a:lnSpc>
                <a:spcPct val="100000"/>
              </a:lnSpc>
              <a:spcBef>
                <a:spcPts val="0"/>
              </a:spcBef>
              <a:spcAft>
                <a:spcPts val="0"/>
              </a:spcAft>
              <a:buClr>
                <a:schemeClr val="accent4"/>
              </a:buClr>
              <a:buSzPts val="800"/>
              <a:buNone/>
              <a:defRPr>
                <a:solidFill>
                  <a:schemeClr val="accent4"/>
                </a:solidFill>
              </a:defRPr>
            </a:lvl4pPr>
            <a:lvl5pPr lvl="4" algn="l">
              <a:lnSpc>
                <a:spcPct val="100000"/>
              </a:lnSpc>
              <a:spcBef>
                <a:spcPts val="0"/>
              </a:spcBef>
              <a:spcAft>
                <a:spcPts val="0"/>
              </a:spcAft>
              <a:buClr>
                <a:schemeClr val="accent4"/>
              </a:buClr>
              <a:buSzPts val="800"/>
              <a:buNone/>
              <a:defRPr>
                <a:solidFill>
                  <a:schemeClr val="accent4"/>
                </a:solidFill>
              </a:defRPr>
            </a:lvl5pPr>
            <a:lvl6pPr lvl="5" algn="l">
              <a:lnSpc>
                <a:spcPct val="100000"/>
              </a:lnSpc>
              <a:spcBef>
                <a:spcPts val="0"/>
              </a:spcBef>
              <a:spcAft>
                <a:spcPts val="0"/>
              </a:spcAft>
              <a:buClr>
                <a:schemeClr val="accent4"/>
              </a:buClr>
              <a:buSzPts val="800"/>
              <a:buNone/>
              <a:defRPr>
                <a:solidFill>
                  <a:schemeClr val="accent4"/>
                </a:solidFill>
              </a:defRPr>
            </a:lvl6pPr>
            <a:lvl7pPr lvl="6" algn="l">
              <a:lnSpc>
                <a:spcPct val="100000"/>
              </a:lnSpc>
              <a:spcBef>
                <a:spcPts val="0"/>
              </a:spcBef>
              <a:spcAft>
                <a:spcPts val="0"/>
              </a:spcAft>
              <a:buClr>
                <a:schemeClr val="accent4"/>
              </a:buClr>
              <a:buSzPts val="800"/>
              <a:buNone/>
              <a:defRPr>
                <a:solidFill>
                  <a:schemeClr val="accent4"/>
                </a:solidFill>
              </a:defRPr>
            </a:lvl7pPr>
            <a:lvl8pPr lvl="7" algn="l">
              <a:lnSpc>
                <a:spcPct val="100000"/>
              </a:lnSpc>
              <a:spcBef>
                <a:spcPts val="0"/>
              </a:spcBef>
              <a:spcAft>
                <a:spcPts val="0"/>
              </a:spcAft>
              <a:buClr>
                <a:schemeClr val="accent4"/>
              </a:buClr>
              <a:buSzPts val="800"/>
              <a:buNone/>
              <a:defRPr>
                <a:solidFill>
                  <a:schemeClr val="accent4"/>
                </a:solidFill>
              </a:defRPr>
            </a:lvl8pPr>
            <a:lvl9pPr lvl="8" algn="l">
              <a:lnSpc>
                <a:spcPct val="100000"/>
              </a:lnSpc>
              <a:spcBef>
                <a:spcPts val="0"/>
              </a:spcBef>
              <a:spcAft>
                <a:spcPts val="0"/>
              </a:spcAft>
              <a:buClr>
                <a:schemeClr val="accent4"/>
              </a:buClr>
              <a:buSzPts val="800"/>
              <a:buNone/>
              <a:defRPr>
                <a:solidFill>
                  <a:schemeClr val="accent4"/>
                </a:solidFill>
              </a:defRPr>
            </a:lvl9pPr>
          </a:lstStyle>
          <a:p/>
        </p:txBody>
      </p:sp>
      <p:sp>
        <p:nvSpPr>
          <p:cNvPr id="1928" name="Google Shape;1928;p435"/>
          <p:cNvSpPr txBox="1"/>
          <p:nvPr>
            <p:ph idx="4" type="subTitle"/>
          </p:nvPr>
        </p:nvSpPr>
        <p:spPr>
          <a:xfrm>
            <a:off x="4572000" y="1905000"/>
            <a:ext cx="3093000" cy="1710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accent4"/>
              </a:buClr>
              <a:buSzPts val="800"/>
              <a:buFont typeface="Poppins SemiBold"/>
              <a:buNone/>
              <a:defRPr sz="1000">
                <a:solidFill>
                  <a:schemeClr val="accent4"/>
                </a:solidFill>
                <a:latin typeface="Poppins SemiBold"/>
                <a:ea typeface="Poppins SemiBold"/>
                <a:cs typeface="Poppins SemiBold"/>
                <a:sym typeface="Poppins SemiBold"/>
              </a:defRPr>
            </a:lvl1pPr>
            <a:lvl2pPr lvl="1" algn="l">
              <a:lnSpc>
                <a:spcPct val="100000"/>
              </a:lnSpc>
              <a:spcBef>
                <a:spcPts val="0"/>
              </a:spcBef>
              <a:spcAft>
                <a:spcPts val="0"/>
              </a:spcAft>
              <a:buClr>
                <a:schemeClr val="accent4"/>
              </a:buClr>
              <a:buSzPts val="900"/>
              <a:buNone/>
              <a:defRPr>
                <a:solidFill>
                  <a:schemeClr val="accent4"/>
                </a:solidFill>
              </a:defRPr>
            </a:lvl2pPr>
            <a:lvl3pPr lvl="2" algn="l">
              <a:lnSpc>
                <a:spcPct val="100000"/>
              </a:lnSpc>
              <a:spcBef>
                <a:spcPts val="0"/>
              </a:spcBef>
              <a:spcAft>
                <a:spcPts val="0"/>
              </a:spcAft>
              <a:buClr>
                <a:schemeClr val="accent4"/>
              </a:buClr>
              <a:buSzPts val="800"/>
              <a:buNone/>
              <a:defRPr>
                <a:solidFill>
                  <a:schemeClr val="accent4"/>
                </a:solidFill>
              </a:defRPr>
            </a:lvl3pPr>
            <a:lvl4pPr lvl="3" algn="l">
              <a:lnSpc>
                <a:spcPct val="100000"/>
              </a:lnSpc>
              <a:spcBef>
                <a:spcPts val="0"/>
              </a:spcBef>
              <a:spcAft>
                <a:spcPts val="0"/>
              </a:spcAft>
              <a:buClr>
                <a:schemeClr val="accent4"/>
              </a:buClr>
              <a:buSzPts val="800"/>
              <a:buNone/>
              <a:defRPr>
                <a:solidFill>
                  <a:schemeClr val="accent4"/>
                </a:solidFill>
              </a:defRPr>
            </a:lvl4pPr>
            <a:lvl5pPr lvl="4" algn="l">
              <a:lnSpc>
                <a:spcPct val="100000"/>
              </a:lnSpc>
              <a:spcBef>
                <a:spcPts val="0"/>
              </a:spcBef>
              <a:spcAft>
                <a:spcPts val="0"/>
              </a:spcAft>
              <a:buClr>
                <a:schemeClr val="accent4"/>
              </a:buClr>
              <a:buSzPts val="800"/>
              <a:buNone/>
              <a:defRPr>
                <a:solidFill>
                  <a:schemeClr val="accent4"/>
                </a:solidFill>
              </a:defRPr>
            </a:lvl5pPr>
            <a:lvl6pPr lvl="5" algn="l">
              <a:lnSpc>
                <a:spcPct val="100000"/>
              </a:lnSpc>
              <a:spcBef>
                <a:spcPts val="0"/>
              </a:spcBef>
              <a:spcAft>
                <a:spcPts val="0"/>
              </a:spcAft>
              <a:buClr>
                <a:schemeClr val="accent4"/>
              </a:buClr>
              <a:buSzPts val="800"/>
              <a:buNone/>
              <a:defRPr>
                <a:solidFill>
                  <a:schemeClr val="accent4"/>
                </a:solidFill>
              </a:defRPr>
            </a:lvl6pPr>
            <a:lvl7pPr lvl="6" algn="l">
              <a:lnSpc>
                <a:spcPct val="100000"/>
              </a:lnSpc>
              <a:spcBef>
                <a:spcPts val="0"/>
              </a:spcBef>
              <a:spcAft>
                <a:spcPts val="0"/>
              </a:spcAft>
              <a:buClr>
                <a:schemeClr val="accent4"/>
              </a:buClr>
              <a:buSzPts val="800"/>
              <a:buNone/>
              <a:defRPr>
                <a:solidFill>
                  <a:schemeClr val="accent4"/>
                </a:solidFill>
              </a:defRPr>
            </a:lvl7pPr>
            <a:lvl8pPr lvl="7" algn="l">
              <a:lnSpc>
                <a:spcPct val="100000"/>
              </a:lnSpc>
              <a:spcBef>
                <a:spcPts val="0"/>
              </a:spcBef>
              <a:spcAft>
                <a:spcPts val="0"/>
              </a:spcAft>
              <a:buClr>
                <a:schemeClr val="accent4"/>
              </a:buClr>
              <a:buSzPts val="800"/>
              <a:buNone/>
              <a:defRPr>
                <a:solidFill>
                  <a:schemeClr val="accent4"/>
                </a:solidFill>
              </a:defRPr>
            </a:lvl8pPr>
            <a:lvl9pPr lvl="8" algn="l">
              <a:lnSpc>
                <a:spcPct val="100000"/>
              </a:lnSpc>
              <a:spcBef>
                <a:spcPts val="0"/>
              </a:spcBef>
              <a:spcAft>
                <a:spcPts val="0"/>
              </a:spcAft>
              <a:buClr>
                <a:schemeClr val="accent4"/>
              </a:buClr>
              <a:buSzPts val="800"/>
              <a:buNone/>
              <a:defRPr>
                <a:solidFill>
                  <a:schemeClr val="accent4"/>
                </a:solidFill>
              </a:defRPr>
            </a:lvl9pPr>
          </a:lstStyle>
          <a:p/>
        </p:txBody>
      </p:sp>
    </p:spTree>
  </p:cSld>
  <p:clrMapOvr>
    <a:masterClrMapping/>
  </p:clrMapOvr>
</p:sldLayout>
</file>

<file path=ppt/slideLayouts/slideLayout4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ullet points 1">
  <p:cSld name="Title and bullet points_1">
    <p:spTree>
      <p:nvGrpSpPr>
        <p:cNvPr id="1929" name="Shape 1929"/>
        <p:cNvGrpSpPr/>
        <p:nvPr/>
      </p:nvGrpSpPr>
      <p:grpSpPr>
        <a:xfrm>
          <a:off x="0" y="0"/>
          <a:ext cx="0" cy="0"/>
          <a:chOff x="0" y="0"/>
          <a:chExt cx="0" cy="0"/>
        </a:xfrm>
      </p:grpSpPr>
      <p:sp>
        <p:nvSpPr>
          <p:cNvPr id="1930" name="Google Shape;1930;p436"/>
          <p:cNvSpPr txBox="1"/>
          <p:nvPr>
            <p:ph idx="12" type="sldNum"/>
          </p:nvPr>
        </p:nvSpPr>
        <p:spPr>
          <a:xfrm>
            <a:off x="8572500" y="5080004"/>
            <a:ext cx="571500" cy="635100"/>
          </a:xfrm>
          <a:prstGeom prst="rect">
            <a:avLst/>
          </a:prstGeom>
          <a:noFill/>
          <a:ln>
            <a:noFill/>
          </a:ln>
        </p:spPr>
        <p:txBody>
          <a:bodyPr anchorCtr="0" anchor="t" bIns="94800" lIns="94800" spcFirstLastPara="1" rIns="94800" wrap="square" tIns="94800">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931" name="Google Shape;1931;p436"/>
          <p:cNvSpPr txBox="1"/>
          <p:nvPr>
            <p:ph type="title"/>
          </p:nvPr>
        </p:nvSpPr>
        <p:spPr>
          <a:xfrm>
            <a:off x="457200" y="507990"/>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Tree>
  </p:cSld>
  <p:clrMapOvr>
    <a:masterClrMapping/>
  </p:clrMapOvr>
</p:sldLayout>
</file>

<file path=ppt/slideLayouts/slideLayout4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9">
    <p:spTree>
      <p:nvGrpSpPr>
        <p:cNvPr id="1932" name="Shape 1932"/>
        <p:cNvGrpSpPr/>
        <p:nvPr/>
      </p:nvGrpSpPr>
      <p:grpSpPr>
        <a:xfrm>
          <a:off x="0" y="0"/>
          <a:ext cx="0" cy="0"/>
          <a:chOff x="0" y="0"/>
          <a:chExt cx="0" cy="0"/>
        </a:xfrm>
      </p:grpSpPr>
      <p:sp>
        <p:nvSpPr>
          <p:cNvPr id="1933" name="Google Shape;1933;p437"/>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4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p:cSld name="TITLE_ONLY_10">
    <p:spTree>
      <p:nvGrpSpPr>
        <p:cNvPr id="1934" name="Shape 1934"/>
        <p:cNvGrpSpPr/>
        <p:nvPr/>
      </p:nvGrpSpPr>
      <p:grpSpPr>
        <a:xfrm>
          <a:off x="0" y="0"/>
          <a:ext cx="0" cy="0"/>
          <a:chOff x="0" y="0"/>
          <a:chExt cx="0" cy="0"/>
        </a:xfrm>
      </p:grpSpPr>
      <p:sp>
        <p:nvSpPr>
          <p:cNvPr id="1935" name="Google Shape;1935;p438"/>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4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Body 3">
  <p:cSld name="Title + Body 1_3">
    <p:spTree>
      <p:nvGrpSpPr>
        <p:cNvPr id="1936" name="Shape 1936"/>
        <p:cNvGrpSpPr/>
        <p:nvPr/>
      </p:nvGrpSpPr>
      <p:grpSpPr>
        <a:xfrm>
          <a:off x="0" y="0"/>
          <a:ext cx="0" cy="0"/>
          <a:chOff x="0" y="0"/>
          <a:chExt cx="0" cy="0"/>
        </a:xfrm>
      </p:grpSpPr>
      <p:sp>
        <p:nvSpPr>
          <p:cNvPr id="1937" name="Google Shape;1937;p439"/>
          <p:cNvSpPr txBox="1"/>
          <p:nvPr>
            <p:ph type="title"/>
          </p:nvPr>
        </p:nvSpPr>
        <p:spPr>
          <a:xfrm>
            <a:off x="457200" y="1694917"/>
            <a:ext cx="41148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1938" name="Google Shape;1938;p439"/>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939" name="Google Shape;1939;p439"/>
          <p:cNvSpPr txBox="1"/>
          <p:nvPr>
            <p:ph idx="2"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940" name="Google Shape;1940;p439"/>
          <p:cNvSpPr txBox="1"/>
          <p:nvPr>
            <p:ph idx="3" type="body"/>
          </p:nvPr>
        </p:nvSpPr>
        <p:spPr>
          <a:xfrm>
            <a:off x="457200" y="2139583"/>
            <a:ext cx="41148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4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Body 4">
  <p:cSld name="Title + Body 1_4">
    <p:spTree>
      <p:nvGrpSpPr>
        <p:cNvPr id="1941" name="Shape 1941"/>
        <p:cNvGrpSpPr/>
        <p:nvPr/>
      </p:nvGrpSpPr>
      <p:grpSpPr>
        <a:xfrm>
          <a:off x="0" y="0"/>
          <a:ext cx="0" cy="0"/>
          <a:chOff x="0" y="0"/>
          <a:chExt cx="0" cy="0"/>
        </a:xfrm>
      </p:grpSpPr>
      <p:sp>
        <p:nvSpPr>
          <p:cNvPr id="1942" name="Google Shape;1942;p440"/>
          <p:cNvSpPr txBox="1"/>
          <p:nvPr>
            <p:ph type="title"/>
          </p:nvPr>
        </p:nvSpPr>
        <p:spPr>
          <a:xfrm>
            <a:off x="457200" y="1694917"/>
            <a:ext cx="4114800" cy="4449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1943" name="Google Shape;1943;p440"/>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944" name="Google Shape;1944;p440"/>
          <p:cNvSpPr txBox="1"/>
          <p:nvPr>
            <p:ph idx="2"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1945" name="Google Shape;1945;p440"/>
          <p:cNvSpPr txBox="1"/>
          <p:nvPr>
            <p:ph idx="3" type="body"/>
          </p:nvPr>
        </p:nvSpPr>
        <p:spPr>
          <a:xfrm>
            <a:off x="457200" y="2139583"/>
            <a:ext cx="41148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4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1 3">
  <p:cSld name="TITLE_AND_BODY_3_3">
    <p:spTree>
      <p:nvGrpSpPr>
        <p:cNvPr id="1946" name="Shape 1946"/>
        <p:cNvGrpSpPr/>
        <p:nvPr/>
      </p:nvGrpSpPr>
      <p:grpSpPr>
        <a:xfrm>
          <a:off x="0" y="0"/>
          <a:ext cx="0" cy="0"/>
          <a:chOff x="0" y="0"/>
          <a:chExt cx="0" cy="0"/>
        </a:xfrm>
      </p:grpSpPr>
      <p:sp>
        <p:nvSpPr>
          <p:cNvPr id="1947" name="Google Shape;1947;p441"/>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948" name="Google Shape;1948;p441"/>
          <p:cNvSpPr txBox="1"/>
          <p:nvPr>
            <p:ph type="title"/>
          </p:nvPr>
        </p:nvSpPr>
        <p:spPr>
          <a:xfrm>
            <a:off x="571500" y="889000"/>
            <a:ext cx="30897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9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900">
                <a:solidFill>
                  <a:schemeClr val="dk1"/>
                </a:solidFill>
              </a:defRPr>
            </a:lvl2pPr>
            <a:lvl3pPr lvl="2" algn="l">
              <a:lnSpc>
                <a:spcPct val="115000"/>
              </a:lnSpc>
              <a:spcBef>
                <a:spcPts val="0"/>
              </a:spcBef>
              <a:spcAft>
                <a:spcPts val="0"/>
              </a:spcAft>
              <a:buClr>
                <a:schemeClr val="dk1"/>
              </a:buClr>
              <a:buSzPts val="1400"/>
              <a:buNone/>
              <a:defRPr sz="1900">
                <a:solidFill>
                  <a:schemeClr val="dk1"/>
                </a:solidFill>
              </a:defRPr>
            </a:lvl3pPr>
            <a:lvl4pPr lvl="3" algn="l">
              <a:lnSpc>
                <a:spcPct val="115000"/>
              </a:lnSpc>
              <a:spcBef>
                <a:spcPts val="0"/>
              </a:spcBef>
              <a:spcAft>
                <a:spcPts val="0"/>
              </a:spcAft>
              <a:buClr>
                <a:schemeClr val="dk1"/>
              </a:buClr>
              <a:buSzPts val="1400"/>
              <a:buNone/>
              <a:defRPr sz="1900">
                <a:solidFill>
                  <a:schemeClr val="dk1"/>
                </a:solidFill>
              </a:defRPr>
            </a:lvl4pPr>
            <a:lvl5pPr lvl="4" algn="l">
              <a:lnSpc>
                <a:spcPct val="115000"/>
              </a:lnSpc>
              <a:spcBef>
                <a:spcPts val="0"/>
              </a:spcBef>
              <a:spcAft>
                <a:spcPts val="0"/>
              </a:spcAft>
              <a:buClr>
                <a:schemeClr val="dk1"/>
              </a:buClr>
              <a:buSzPts val="1400"/>
              <a:buNone/>
              <a:defRPr sz="1900">
                <a:solidFill>
                  <a:schemeClr val="dk1"/>
                </a:solidFill>
              </a:defRPr>
            </a:lvl5pPr>
            <a:lvl6pPr lvl="5" algn="l">
              <a:lnSpc>
                <a:spcPct val="115000"/>
              </a:lnSpc>
              <a:spcBef>
                <a:spcPts val="0"/>
              </a:spcBef>
              <a:spcAft>
                <a:spcPts val="0"/>
              </a:spcAft>
              <a:buClr>
                <a:schemeClr val="dk1"/>
              </a:buClr>
              <a:buSzPts val="1400"/>
              <a:buNone/>
              <a:defRPr sz="1900">
                <a:solidFill>
                  <a:schemeClr val="dk1"/>
                </a:solidFill>
              </a:defRPr>
            </a:lvl6pPr>
            <a:lvl7pPr lvl="6" algn="l">
              <a:lnSpc>
                <a:spcPct val="115000"/>
              </a:lnSpc>
              <a:spcBef>
                <a:spcPts val="0"/>
              </a:spcBef>
              <a:spcAft>
                <a:spcPts val="0"/>
              </a:spcAft>
              <a:buClr>
                <a:schemeClr val="dk1"/>
              </a:buClr>
              <a:buSzPts val="1400"/>
              <a:buNone/>
              <a:defRPr sz="1900">
                <a:solidFill>
                  <a:schemeClr val="dk1"/>
                </a:solidFill>
              </a:defRPr>
            </a:lvl7pPr>
            <a:lvl8pPr lvl="7" algn="l">
              <a:lnSpc>
                <a:spcPct val="115000"/>
              </a:lnSpc>
              <a:spcBef>
                <a:spcPts val="0"/>
              </a:spcBef>
              <a:spcAft>
                <a:spcPts val="0"/>
              </a:spcAft>
              <a:buClr>
                <a:schemeClr val="dk1"/>
              </a:buClr>
              <a:buSzPts val="1400"/>
              <a:buNone/>
              <a:defRPr sz="1900">
                <a:solidFill>
                  <a:schemeClr val="dk1"/>
                </a:solidFill>
              </a:defRPr>
            </a:lvl8pPr>
            <a:lvl9pPr lvl="8" algn="l">
              <a:lnSpc>
                <a:spcPct val="115000"/>
              </a:lnSpc>
              <a:spcBef>
                <a:spcPts val="0"/>
              </a:spcBef>
              <a:spcAft>
                <a:spcPts val="0"/>
              </a:spcAft>
              <a:buClr>
                <a:schemeClr val="dk1"/>
              </a:buClr>
              <a:buSzPts val="1400"/>
              <a:buNone/>
              <a:defRPr sz="1900">
                <a:solidFill>
                  <a:schemeClr val="dk1"/>
                </a:solidFill>
              </a:defRPr>
            </a:lvl9pPr>
          </a:lstStyle>
          <a:p/>
        </p:txBody>
      </p:sp>
      <p:sp>
        <p:nvSpPr>
          <p:cNvPr id="1949" name="Google Shape;1949;p441"/>
          <p:cNvSpPr txBox="1"/>
          <p:nvPr>
            <p:ph idx="1" type="body"/>
          </p:nvPr>
        </p:nvSpPr>
        <p:spPr>
          <a:xfrm>
            <a:off x="571500" y="1905000"/>
            <a:ext cx="30897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4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column 3">
  <p:cSld name="ONE_COLUMN_TEXT_3">
    <p:spTree>
      <p:nvGrpSpPr>
        <p:cNvPr id="1950" name="Shape 1950"/>
        <p:cNvGrpSpPr/>
        <p:nvPr/>
      </p:nvGrpSpPr>
      <p:grpSpPr>
        <a:xfrm>
          <a:off x="0" y="0"/>
          <a:ext cx="0" cy="0"/>
          <a:chOff x="0" y="0"/>
          <a:chExt cx="0" cy="0"/>
        </a:xfrm>
      </p:grpSpPr>
      <p:sp>
        <p:nvSpPr>
          <p:cNvPr id="1951" name="Google Shape;1951;p442"/>
          <p:cNvSpPr txBox="1"/>
          <p:nvPr>
            <p:ph type="title"/>
          </p:nvPr>
        </p:nvSpPr>
        <p:spPr>
          <a:xfrm>
            <a:off x="457200" y="518667"/>
            <a:ext cx="3204600" cy="1005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1952" name="Google Shape;1952;p442"/>
          <p:cNvSpPr txBox="1"/>
          <p:nvPr>
            <p:ph idx="1" type="body"/>
          </p:nvPr>
        </p:nvSpPr>
        <p:spPr>
          <a:xfrm>
            <a:off x="457200" y="1524417"/>
            <a:ext cx="32046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307">
          <p15:clr>
            <a:srgbClr val="E46962"/>
          </p15:clr>
        </p15:guide>
      </p15:sldGuideLst>
    </p:ext>
  </p:extLst>
</p:sldLayout>
</file>

<file path=ppt/slideLayouts/slideLayout4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7">
  <p:cSld name="TITLE_ONLY_11">
    <p:spTree>
      <p:nvGrpSpPr>
        <p:cNvPr id="1953" name="Shape 1953"/>
        <p:cNvGrpSpPr/>
        <p:nvPr/>
      </p:nvGrpSpPr>
      <p:grpSpPr>
        <a:xfrm>
          <a:off x="0" y="0"/>
          <a:ext cx="0" cy="0"/>
          <a:chOff x="0" y="0"/>
          <a:chExt cx="0" cy="0"/>
        </a:xfrm>
      </p:grpSpPr>
      <p:sp>
        <p:nvSpPr>
          <p:cNvPr id="1954" name="Google Shape;1954;p443"/>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4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3">
  <p:cSld name="BLANK_1_1_1_1_2_1">
    <p:spTree>
      <p:nvGrpSpPr>
        <p:cNvPr id="1955" name="Shape 1955"/>
        <p:cNvGrpSpPr/>
        <p:nvPr/>
      </p:nvGrpSpPr>
      <p:grpSpPr>
        <a:xfrm>
          <a:off x="0" y="0"/>
          <a:ext cx="0" cy="0"/>
          <a:chOff x="0" y="0"/>
          <a:chExt cx="0" cy="0"/>
        </a:xfrm>
      </p:grpSpPr>
      <p:sp>
        <p:nvSpPr>
          <p:cNvPr id="1956" name="Google Shape;1956;p444"/>
          <p:cNvSpPr txBox="1"/>
          <p:nvPr>
            <p:ph type="title"/>
          </p:nvPr>
        </p:nvSpPr>
        <p:spPr>
          <a:xfrm>
            <a:off x="284850" y="317667"/>
            <a:ext cx="6423900" cy="6531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1957" name="Google Shape;1957;p444"/>
          <p:cNvSpPr txBox="1"/>
          <p:nvPr>
            <p:ph idx="12" type="sldNum"/>
          </p:nvPr>
        </p:nvSpPr>
        <p:spPr>
          <a:xfrm>
            <a:off x="8308150" y="5313473"/>
            <a:ext cx="548700" cy="84600"/>
          </a:xfrm>
          <a:prstGeom prst="rect">
            <a:avLst/>
          </a:prstGeom>
          <a:noFill/>
          <a:ln>
            <a:noFill/>
          </a:ln>
        </p:spPr>
        <p:txBody>
          <a:bodyPr anchorCtr="0" anchor="ctr" bIns="91425" lIns="91425" spcFirstLastPara="1" rIns="91425" wrap="square" tIns="91425">
            <a:noAutofit/>
          </a:bodyPr>
          <a:lstStyle>
            <a:lvl1pPr lvl="0" algn="r">
              <a:buNone/>
              <a:defRPr/>
            </a:lvl1pPr>
            <a:lvl2pPr lvl="1" algn="r">
              <a:buNone/>
              <a:defRPr/>
            </a:lvl2pPr>
            <a:lvl3pPr lvl="2" algn="r">
              <a:buNone/>
              <a:defRPr/>
            </a:lvl3pPr>
            <a:lvl4pPr lvl="3" algn="r">
              <a:buNone/>
              <a:defRPr/>
            </a:lvl4pPr>
            <a:lvl5pPr lvl="4" algn="r">
              <a:buNone/>
              <a:defRPr/>
            </a:lvl5pPr>
            <a:lvl6pPr lvl="5" algn="r">
              <a:buNone/>
              <a:defRPr/>
            </a:lvl6pPr>
            <a:lvl7pPr lvl="6" algn="r">
              <a:buNone/>
              <a:defRPr/>
            </a:lvl7pPr>
            <a:lvl8pPr lvl="7" algn="r">
              <a:buNone/>
              <a:defRPr/>
            </a:lvl8pPr>
            <a:lvl9pPr lvl="8" algn="r">
              <a:buNone/>
              <a:defRPr/>
            </a:lvl9pPr>
          </a:lstStyle>
          <a:p>
            <a:pPr indent="0" lvl="0" marL="0" rtl="0" algn="r">
              <a:spcBef>
                <a:spcPts val="0"/>
              </a:spcBef>
              <a:spcAft>
                <a:spcPts val="0"/>
              </a:spcAft>
              <a:buNone/>
            </a:pPr>
            <a:fld id="{00000000-1234-1234-1234-123412341234}" type="slidenum">
              <a:rPr lang="en"/>
              <a:t>‹#›</a:t>
            </a:fld>
            <a:endParaRPr/>
          </a:p>
        </p:txBody>
      </p:sp>
      <p:sp>
        <p:nvSpPr>
          <p:cNvPr id="1958" name="Google Shape;1958;p444"/>
          <p:cNvSpPr txBox="1"/>
          <p:nvPr>
            <p:ph idx="2" type="title"/>
          </p:nvPr>
        </p:nvSpPr>
        <p:spPr>
          <a:xfrm>
            <a:off x="4629750" y="5309972"/>
            <a:ext cx="1328400" cy="84600"/>
          </a:xfrm>
          <a:prstGeom prst="rect">
            <a:avLst/>
          </a:prstGeom>
        </p:spPr>
        <p:txBody>
          <a:bodyPr anchorCtr="0" anchor="ctr" bIns="0" lIns="0" spcFirstLastPara="1" rIns="0" wrap="square" tIns="0">
            <a:spAutoFit/>
          </a:bodyPr>
          <a:lstStyle>
            <a:lvl1pPr lvl="0">
              <a:spcBef>
                <a:spcPts val="0"/>
              </a:spcBef>
              <a:spcAft>
                <a:spcPts val="0"/>
              </a:spcAft>
              <a:buSzPts val="600"/>
              <a:buFont typeface="Inter"/>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1959" name="Google Shape;1959;p444"/>
          <p:cNvSpPr txBox="1"/>
          <p:nvPr>
            <p:ph idx="3" type="title"/>
          </p:nvPr>
        </p:nvSpPr>
        <p:spPr>
          <a:xfrm>
            <a:off x="6086100" y="5309972"/>
            <a:ext cx="1328400" cy="84600"/>
          </a:xfrm>
          <a:prstGeom prst="rect">
            <a:avLst/>
          </a:prstGeom>
        </p:spPr>
        <p:txBody>
          <a:bodyPr anchorCtr="0" anchor="ctr" bIns="0" lIns="0" spcFirstLastPara="1" rIns="0" wrap="square" tIns="0">
            <a:spAutoFit/>
          </a:bodyPr>
          <a:lstStyle>
            <a:lvl1pPr lvl="0">
              <a:spcBef>
                <a:spcPts val="0"/>
              </a:spcBef>
              <a:spcAft>
                <a:spcPts val="0"/>
              </a:spcAft>
              <a:buSzPts val="600"/>
              <a:buFont typeface="Inter"/>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Tree>
  </p:cSld>
  <p:clrMapOvr>
    <a:masterClrMapping/>
  </p:clrMapOvr>
</p:sldLayout>
</file>

<file path=ppt/slideLayouts/slideLayout4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3">
  <p:cSld name="TITLE_AND_BODY_7">
    <p:spTree>
      <p:nvGrpSpPr>
        <p:cNvPr id="1960" name="Shape 1960"/>
        <p:cNvGrpSpPr/>
        <p:nvPr/>
      </p:nvGrpSpPr>
      <p:grpSpPr>
        <a:xfrm>
          <a:off x="0" y="0"/>
          <a:ext cx="0" cy="0"/>
          <a:chOff x="0" y="0"/>
          <a:chExt cx="0" cy="0"/>
        </a:xfrm>
      </p:grpSpPr>
      <p:sp>
        <p:nvSpPr>
          <p:cNvPr id="1961" name="Google Shape;1961;p445"/>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1962" name="Google Shape;1962;p445"/>
          <p:cNvSpPr txBox="1"/>
          <p:nvPr>
            <p:ph idx="1" type="body"/>
          </p:nvPr>
        </p:nvSpPr>
        <p:spPr>
          <a:xfrm>
            <a:off x="457200" y="1524417"/>
            <a:ext cx="41052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4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8">
  <p:cSld name="TITLE_ONLY_12">
    <p:spTree>
      <p:nvGrpSpPr>
        <p:cNvPr id="1963" name="Shape 1963"/>
        <p:cNvGrpSpPr/>
        <p:nvPr/>
      </p:nvGrpSpPr>
      <p:grpSpPr>
        <a:xfrm>
          <a:off x="0" y="0"/>
          <a:ext cx="0" cy="0"/>
          <a:chOff x="0" y="0"/>
          <a:chExt cx="0" cy="0"/>
        </a:xfrm>
      </p:grpSpPr>
      <p:sp>
        <p:nvSpPr>
          <p:cNvPr id="1964" name="Google Shape;1964;p446"/>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4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two columns 1">
  <p:cSld name="Chapter title and two columns_1">
    <p:spTree>
      <p:nvGrpSpPr>
        <p:cNvPr id="1965" name="Shape 1965"/>
        <p:cNvGrpSpPr/>
        <p:nvPr/>
      </p:nvGrpSpPr>
      <p:grpSpPr>
        <a:xfrm>
          <a:off x="0" y="0"/>
          <a:ext cx="0" cy="0"/>
          <a:chOff x="0" y="0"/>
          <a:chExt cx="0" cy="0"/>
        </a:xfrm>
      </p:grpSpPr>
      <p:sp>
        <p:nvSpPr>
          <p:cNvPr id="1966" name="Google Shape;1966;p447"/>
          <p:cNvSpPr txBox="1"/>
          <p:nvPr>
            <p:ph type="title"/>
          </p:nvPr>
        </p:nvSpPr>
        <p:spPr>
          <a:xfrm>
            <a:off x="457200" y="1525575"/>
            <a:ext cx="36615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967" name="Google Shape;1967;p447"/>
          <p:cNvSpPr txBox="1"/>
          <p:nvPr>
            <p:ph idx="1" type="body"/>
          </p:nvPr>
        </p:nvSpPr>
        <p:spPr>
          <a:xfrm>
            <a:off x="457200" y="2139575"/>
            <a:ext cx="36615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1968" name="Google Shape;1968;p447"/>
          <p:cNvSpPr txBox="1"/>
          <p:nvPr>
            <p:ph idx="2"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
        <p:nvSpPr>
          <p:cNvPr id="1969" name="Google Shape;1969;p447"/>
          <p:cNvSpPr txBox="1"/>
          <p:nvPr>
            <p:ph idx="3" type="title"/>
          </p:nvPr>
        </p:nvSpPr>
        <p:spPr>
          <a:xfrm>
            <a:off x="4561700" y="1525575"/>
            <a:ext cx="36615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970" name="Google Shape;1970;p447"/>
          <p:cNvSpPr txBox="1"/>
          <p:nvPr>
            <p:ph idx="4" type="body"/>
          </p:nvPr>
        </p:nvSpPr>
        <p:spPr>
          <a:xfrm>
            <a:off x="4561700" y="2139575"/>
            <a:ext cx="36615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Tree>
  </p:cSld>
  <p:clrMapOvr>
    <a:masterClrMapping/>
  </p:clrMapOvr>
</p:sldLayout>
</file>

<file path=ppt/slideLayouts/slideLayout4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1">
  <p:cSld name="TITLE_ONLY_6_1">
    <p:spTree>
      <p:nvGrpSpPr>
        <p:cNvPr id="1971" name="Shape 1971"/>
        <p:cNvGrpSpPr/>
        <p:nvPr/>
      </p:nvGrpSpPr>
      <p:grpSpPr>
        <a:xfrm>
          <a:off x="0" y="0"/>
          <a:ext cx="0" cy="0"/>
          <a:chOff x="0" y="0"/>
          <a:chExt cx="0" cy="0"/>
        </a:xfrm>
      </p:grpSpPr>
      <p:sp>
        <p:nvSpPr>
          <p:cNvPr id="1972" name="Google Shape;1972;p448"/>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4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7 1">
  <p:cSld name="TITLE_ONLY_7_1">
    <p:spTree>
      <p:nvGrpSpPr>
        <p:cNvPr id="1973" name="Shape 1973"/>
        <p:cNvGrpSpPr/>
        <p:nvPr/>
      </p:nvGrpSpPr>
      <p:grpSpPr>
        <a:xfrm>
          <a:off x="0" y="0"/>
          <a:ext cx="0" cy="0"/>
          <a:chOff x="0" y="0"/>
          <a:chExt cx="0" cy="0"/>
        </a:xfrm>
      </p:grpSpPr>
      <p:sp>
        <p:nvSpPr>
          <p:cNvPr id="1974" name="Google Shape;1974;p449"/>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4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1 1">
  <p:cSld name="Title + Subtitle_1_1">
    <p:spTree>
      <p:nvGrpSpPr>
        <p:cNvPr id="1975" name="Shape 1975"/>
        <p:cNvGrpSpPr/>
        <p:nvPr/>
      </p:nvGrpSpPr>
      <p:grpSpPr>
        <a:xfrm>
          <a:off x="0" y="0"/>
          <a:ext cx="0" cy="0"/>
          <a:chOff x="0" y="0"/>
          <a:chExt cx="0" cy="0"/>
        </a:xfrm>
      </p:grpSpPr>
      <p:sp>
        <p:nvSpPr>
          <p:cNvPr id="1976" name="Google Shape;1976;p450"/>
          <p:cNvSpPr txBox="1"/>
          <p:nvPr>
            <p:ph idx="1" type="subTitle"/>
          </p:nvPr>
        </p:nvSpPr>
        <p:spPr>
          <a:xfrm>
            <a:off x="457200" y="457175"/>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977" name="Google Shape;1977;p450"/>
          <p:cNvSpPr txBox="1"/>
          <p:nvPr>
            <p:ph type="title"/>
          </p:nvPr>
        </p:nvSpPr>
        <p:spPr>
          <a:xfrm>
            <a:off x="457200" y="891285"/>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4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4">
  <p:cSld name="TITLE_AND_BODY_8">
    <p:spTree>
      <p:nvGrpSpPr>
        <p:cNvPr id="1978" name="Shape 1978"/>
        <p:cNvGrpSpPr/>
        <p:nvPr/>
      </p:nvGrpSpPr>
      <p:grpSpPr>
        <a:xfrm>
          <a:off x="0" y="0"/>
          <a:ext cx="0" cy="0"/>
          <a:chOff x="0" y="0"/>
          <a:chExt cx="0" cy="0"/>
        </a:xfrm>
      </p:grpSpPr>
      <p:sp>
        <p:nvSpPr>
          <p:cNvPr id="1979" name="Google Shape;1979;p451"/>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1980" name="Google Shape;1980;p451"/>
          <p:cNvSpPr txBox="1"/>
          <p:nvPr>
            <p:ph idx="1" type="body"/>
          </p:nvPr>
        </p:nvSpPr>
        <p:spPr>
          <a:xfrm>
            <a:off x="457200" y="1524417"/>
            <a:ext cx="41052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4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1">
  <p:cSld name="TITLE_ONLY_4">
    <p:spTree>
      <p:nvGrpSpPr>
        <p:cNvPr id="1981" name="Shape 1981"/>
        <p:cNvGrpSpPr/>
        <p:nvPr/>
      </p:nvGrpSpPr>
      <p:grpSpPr>
        <a:xfrm>
          <a:off x="0" y="0"/>
          <a:ext cx="0" cy="0"/>
          <a:chOff x="0" y="0"/>
          <a:chExt cx="0" cy="0"/>
        </a:xfrm>
      </p:grpSpPr>
      <p:sp>
        <p:nvSpPr>
          <p:cNvPr id="1982" name="Google Shape;1982;p452"/>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4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two columns 2">
  <p:cSld name="Chapter title and two columns_2">
    <p:spTree>
      <p:nvGrpSpPr>
        <p:cNvPr id="1983" name="Shape 1983"/>
        <p:cNvGrpSpPr/>
        <p:nvPr/>
      </p:nvGrpSpPr>
      <p:grpSpPr>
        <a:xfrm>
          <a:off x="0" y="0"/>
          <a:ext cx="0" cy="0"/>
          <a:chOff x="0" y="0"/>
          <a:chExt cx="0" cy="0"/>
        </a:xfrm>
      </p:grpSpPr>
      <p:sp>
        <p:nvSpPr>
          <p:cNvPr id="1984" name="Google Shape;1984;p453"/>
          <p:cNvSpPr txBox="1"/>
          <p:nvPr>
            <p:ph type="title"/>
          </p:nvPr>
        </p:nvSpPr>
        <p:spPr>
          <a:xfrm>
            <a:off x="457200" y="1525575"/>
            <a:ext cx="36615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985" name="Google Shape;1985;p453"/>
          <p:cNvSpPr txBox="1"/>
          <p:nvPr>
            <p:ph idx="1" type="body"/>
          </p:nvPr>
        </p:nvSpPr>
        <p:spPr>
          <a:xfrm>
            <a:off x="457200" y="2139575"/>
            <a:ext cx="36615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1986" name="Google Shape;1986;p453"/>
          <p:cNvSpPr txBox="1"/>
          <p:nvPr>
            <p:ph idx="2" type="title"/>
          </p:nvPr>
        </p:nvSpPr>
        <p:spPr>
          <a:xfrm>
            <a:off x="4561700" y="1525575"/>
            <a:ext cx="36615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987" name="Google Shape;1987;p453"/>
          <p:cNvSpPr txBox="1"/>
          <p:nvPr>
            <p:ph idx="3" type="body"/>
          </p:nvPr>
        </p:nvSpPr>
        <p:spPr>
          <a:xfrm>
            <a:off x="4561700" y="2139575"/>
            <a:ext cx="36615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1988" name="Google Shape;1988;p453"/>
          <p:cNvSpPr txBox="1"/>
          <p:nvPr>
            <p:ph idx="4"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a:solidFill>
                  <a:schemeClr val="dk1"/>
                </a:solidFill>
                <a:latin typeface="Poppins Medium"/>
                <a:ea typeface="Poppins Medium"/>
                <a:cs typeface="Poppins Medium"/>
                <a:sym typeface="Poppins Medium"/>
              </a:defRPr>
            </a:lvl9pPr>
          </a:lstStyle>
          <a:p/>
        </p:txBody>
      </p:sp>
    </p:spTree>
  </p:cSld>
  <p:clrMapOvr>
    <a:masterClrMapping/>
  </p:clrMapOvr>
</p:sldLayout>
</file>

<file path=ppt/slideLayouts/slideLayout4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5">
  <p:cSld name="TITLE_AND_BODY_9">
    <p:spTree>
      <p:nvGrpSpPr>
        <p:cNvPr id="1989" name="Shape 1989"/>
        <p:cNvGrpSpPr/>
        <p:nvPr/>
      </p:nvGrpSpPr>
      <p:grpSpPr>
        <a:xfrm>
          <a:off x="0" y="0"/>
          <a:ext cx="0" cy="0"/>
          <a:chOff x="0" y="0"/>
          <a:chExt cx="0" cy="0"/>
        </a:xfrm>
      </p:grpSpPr>
      <p:sp>
        <p:nvSpPr>
          <p:cNvPr id="1990" name="Google Shape;1990;p454"/>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1991" name="Google Shape;1991;p454"/>
          <p:cNvSpPr txBox="1"/>
          <p:nvPr>
            <p:ph idx="1" type="body"/>
          </p:nvPr>
        </p:nvSpPr>
        <p:spPr>
          <a:xfrm>
            <a:off x="457200" y="1524417"/>
            <a:ext cx="41052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4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9 master">
  <p:cSld name="Slide 19 master">
    <p:spTree>
      <p:nvGrpSpPr>
        <p:cNvPr id="1992" name="Shape 1992"/>
        <p:cNvGrpSpPr/>
        <p:nvPr/>
      </p:nvGrpSpPr>
      <p:grpSpPr>
        <a:xfrm>
          <a:off x="0" y="0"/>
          <a:ext cx="0" cy="0"/>
          <a:chOff x="0" y="0"/>
          <a:chExt cx="0" cy="0"/>
        </a:xfrm>
      </p:grpSpPr>
      <p:pic>
        <p:nvPicPr>
          <p:cNvPr descr="preencoded.png" id="1993" name="Google Shape;1993;p455"/>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1994" name="Google Shape;1994;p455"/>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6 master">
  <p:cSld name="Slide 16 master">
    <p:spTree>
      <p:nvGrpSpPr>
        <p:cNvPr id="1995" name="Shape 1995"/>
        <p:cNvGrpSpPr/>
        <p:nvPr/>
      </p:nvGrpSpPr>
      <p:grpSpPr>
        <a:xfrm>
          <a:off x="0" y="0"/>
          <a:ext cx="0" cy="0"/>
          <a:chOff x="0" y="0"/>
          <a:chExt cx="0" cy="0"/>
        </a:xfrm>
      </p:grpSpPr>
      <p:pic>
        <p:nvPicPr>
          <p:cNvPr descr="preencoded.png" id="1996" name="Google Shape;1996;p456"/>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1997" name="Google Shape;1997;p456"/>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7 master">
  <p:cSld name="Slide 17 master">
    <p:spTree>
      <p:nvGrpSpPr>
        <p:cNvPr id="1998" name="Shape 1998"/>
        <p:cNvGrpSpPr/>
        <p:nvPr/>
      </p:nvGrpSpPr>
      <p:grpSpPr>
        <a:xfrm>
          <a:off x="0" y="0"/>
          <a:ext cx="0" cy="0"/>
          <a:chOff x="0" y="0"/>
          <a:chExt cx="0" cy="0"/>
        </a:xfrm>
      </p:grpSpPr>
      <p:pic>
        <p:nvPicPr>
          <p:cNvPr descr="preencoded.png" id="1999" name="Google Shape;1999;p457"/>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2000" name="Google Shape;2000;p457"/>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8 master">
  <p:cSld name="Slide 18 master">
    <p:spTree>
      <p:nvGrpSpPr>
        <p:cNvPr id="2001" name="Shape 2001"/>
        <p:cNvGrpSpPr/>
        <p:nvPr/>
      </p:nvGrpSpPr>
      <p:grpSpPr>
        <a:xfrm>
          <a:off x="0" y="0"/>
          <a:ext cx="0" cy="0"/>
          <a:chOff x="0" y="0"/>
          <a:chExt cx="0" cy="0"/>
        </a:xfrm>
      </p:grpSpPr>
      <p:pic>
        <p:nvPicPr>
          <p:cNvPr descr="preencoded.png" id="2002" name="Google Shape;2002;p458"/>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2003" name="Google Shape;2003;p458"/>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9 master 1">
  <p:cSld name="Slide 19 master_1">
    <p:spTree>
      <p:nvGrpSpPr>
        <p:cNvPr id="2004" name="Shape 2004"/>
        <p:cNvGrpSpPr/>
        <p:nvPr/>
      </p:nvGrpSpPr>
      <p:grpSpPr>
        <a:xfrm>
          <a:off x="0" y="0"/>
          <a:ext cx="0" cy="0"/>
          <a:chOff x="0" y="0"/>
          <a:chExt cx="0" cy="0"/>
        </a:xfrm>
      </p:grpSpPr>
      <p:pic>
        <p:nvPicPr>
          <p:cNvPr descr="preencoded.png" id="2005" name="Google Shape;2005;p459"/>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2006" name="Google Shape;2006;p459"/>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010" name="Shape 2010"/>
        <p:cNvGrpSpPr/>
        <p:nvPr/>
      </p:nvGrpSpPr>
      <p:grpSpPr>
        <a:xfrm>
          <a:off x="0" y="0"/>
          <a:ext cx="0" cy="0"/>
          <a:chOff x="0" y="0"/>
          <a:chExt cx="0" cy="0"/>
        </a:xfrm>
      </p:grpSpPr>
      <p:pic>
        <p:nvPicPr>
          <p:cNvPr id="2011" name="Google Shape;2011;p461" title="Mesh Holographic Gradients - Dark Gradient 22.png"/>
          <p:cNvPicPr preferRelativeResize="0"/>
          <p:nvPr/>
        </p:nvPicPr>
        <p:blipFill rotWithShape="1">
          <a:blip r:embed="rId2">
            <a:alphaModFix/>
          </a:blip>
          <a:srcRect b="0" l="0" r="0" t="0"/>
          <a:stretch/>
        </p:blipFill>
        <p:spPr>
          <a:xfrm>
            <a:off x="0" y="0"/>
            <a:ext cx="9144003" cy="5143499"/>
          </a:xfrm>
          <a:prstGeom prst="rect">
            <a:avLst/>
          </a:prstGeom>
          <a:noFill/>
          <a:ln>
            <a:noFill/>
          </a:ln>
        </p:spPr>
      </p:pic>
      <p:pic>
        <p:nvPicPr>
          <p:cNvPr id="2012" name="Google Shape;2012;p461"/>
          <p:cNvPicPr preferRelativeResize="0"/>
          <p:nvPr/>
        </p:nvPicPr>
        <p:blipFill rotWithShape="1">
          <a:blip r:embed="rId3">
            <a:alphaModFix/>
          </a:blip>
          <a:srcRect b="0" l="0" r="0" t="0"/>
          <a:stretch/>
        </p:blipFill>
        <p:spPr>
          <a:xfrm>
            <a:off x="457200" y="531584"/>
            <a:ext cx="316413" cy="390600"/>
          </a:xfrm>
          <a:prstGeom prst="rect">
            <a:avLst/>
          </a:prstGeom>
          <a:noFill/>
          <a:ln>
            <a:noFill/>
          </a:ln>
        </p:spPr>
      </p:pic>
      <p:sp>
        <p:nvSpPr>
          <p:cNvPr id="2013" name="Google Shape;2013;p461"/>
          <p:cNvSpPr/>
          <p:nvPr/>
        </p:nvSpPr>
        <p:spPr>
          <a:xfrm>
            <a:off x="984762" y="635750"/>
            <a:ext cx="203100" cy="225600"/>
          </a:xfrm>
          <a:prstGeom prst="plus">
            <a:avLst>
              <a:gd fmla="val 43366" name="adj"/>
            </a:avLst>
          </a:prstGeom>
          <a:solidFill>
            <a:srgbClr val="60A5FA"/>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Lato"/>
              <a:ea typeface="Lato"/>
              <a:cs typeface="Lato"/>
              <a:sym typeface="Lato"/>
            </a:endParaRPr>
          </a:p>
        </p:txBody>
      </p:sp>
      <p:sp>
        <p:nvSpPr>
          <p:cNvPr id="2014" name="Google Shape;2014;p461"/>
          <p:cNvSpPr txBox="1"/>
          <p:nvPr/>
        </p:nvSpPr>
        <p:spPr>
          <a:xfrm>
            <a:off x="8081975" y="4933333"/>
            <a:ext cx="614100" cy="2463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lang="en" sz="1600">
                <a:solidFill>
                  <a:schemeClr val="accent4"/>
                </a:solidFill>
                <a:latin typeface="Poppins Medium"/>
                <a:ea typeface="Poppins Medium"/>
                <a:cs typeface="Poppins Medium"/>
                <a:sym typeface="Poppins Medium"/>
              </a:rPr>
              <a:t>2025</a:t>
            </a:r>
            <a:endParaRPr sz="1600">
              <a:solidFill>
                <a:schemeClr val="accent4"/>
              </a:solidFill>
              <a:latin typeface="Poppins Medium"/>
              <a:ea typeface="Poppins Medium"/>
              <a:cs typeface="Poppins Medium"/>
              <a:sym typeface="Poppins Medium"/>
            </a:endParaRPr>
          </a:p>
        </p:txBody>
      </p:sp>
      <p:sp>
        <p:nvSpPr>
          <p:cNvPr id="2015" name="Google Shape;2015;p461"/>
          <p:cNvSpPr txBox="1"/>
          <p:nvPr>
            <p:ph type="title"/>
          </p:nvPr>
        </p:nvSpPr>
        <p:spPr>
          <a:xfrm>
            <a:off x="457200" y="3038000"/>
            <a:ext cx="6862800" cy="1734900"/>
          </a:xfrm>
          <a:prstGeom prst="rect">
            <a:avLst/>
          </a:prstGeom>
        </p:spPr>
        <p:txBody>
          <a:bodyPr anchorCtr="0" anchor="b"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2016" name="Google Shape;2016;p461"/>
          <p:cNvSpPr txBox="1"/>
          <p:nvPr>
            <p:ph idx="1" type="subTitle"/>
          </p:nvPr>
        </p:nvSpPr>
        <p:spPr>
          <a:xfrm>
            <a:off x="457200" y="4773000"/>
            <a:ext cx="68628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Tree>
  </p:cSld>
  <p:clrMapOvr>
    <a:masterClrMapping/>
  </p:clrMapOvr>
</p:sldLayout>
</file>

<file path=ppt/slideLayouts/slideLayout4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rtification covers">
  <p:cSld name="TITLE_1">
    <p:spTree>
      <p:nvGrpSpPr>
        <p:cNvPr id="2017" name="Shape 2017"/>
        <p:cNvGrpSpPr/>
        <p:nvPr/>
      </p:nvGrpSpPr>
      <p:grpSpPr>
        <a:xfrm>
          <a:off x="0" y="0"/>
          <a:ext cx="0" cy="0"/>
          <a:chOff x="0" y="0"/>
          <a:chExt cx="0" cy="0"/>
        </a:xfrm>
      </p:grpSpPr>
      <p:pic>
        <p:nvPicPr>
          <p:cNvPr id="2018" name="Google Shape;2018;p462" title="Mesh Holographic Gradients - Dark Gradient 22.png"/>
          <p:cNvPicPr preferRelativeResize="0"/>
          <p:nvPr/>
        </p:nvPicPr>
        <p:blipFill rotWithShape="1">
          <a:blip r:embed="rId2">
            <a:alphaModFix/>
          </a:blip>
          <a:srcRect b="0" l="0" r="0" t="0"/>
          <a:stretch/>
        </p:blipFill>
        <p:spPr>
          <a:xfrm>
            <a:off x="0" y="0"/>
            <a:ext cx="9144003" cy="5143499"/>
          </a:xfrm>
          <a:prstGeom prst="rect">
            <a:avLst/>
          </a:prstGeom>
          <a:noFill/>
          <a:ln>
            <a:noFill/>
          </a:ln>
        </p:spPr>
      </p:pic>
      <p:pic>
        <p:nvPicPr>
          <p:cNvPr id="2019" name="Google Shape;2019;p462"/>
          <p:cNvPicPr preferRelativeResize="0"/>
          <p:nvPr/>
        </p:nvPicPr>
        <p:blipFill rotWithShape="1">
          <a:blip r:embed="rId3">
            <a:alphaModFix/>
          </a:blip>
          <a:srcRect b="0" l="0" r="0" t="0"/>
          <a:stretch/>
        </p:blipFill>
        <p:spPr>
          <a:xfrm>
            <a:off x="457200" y="531584"/>
            <a:ext cx="316413" cy="390600"/>
          </a:xfrm>
          <a:prstGeom prst="rect">
            <a:avLst/>
          </a:prstGeom>
          <a:noFill/>
          <a:ln>
            <a:noFill/>
          </a:ln>
        </p:spPr>
      </p:pic>
      <p:sp>
        <p:nvSpPr>
          <p:cNvPr id="2020" name="Google Shape;2020;p462"/>
          <p:cNvSpPr txBox="1"/>
          <p:nvPr>
            <p:ph type="title"/>
          </p:nvPr>
        </p:nvSpPr>
        <p:spPr>
          <a:xfrm>
            <a:off x="457200" y="2925261"/>
            <a:ext cx="6862800" cy="1734900"/>
          </a:xfrm>
          <a:prstGeom prst="rect">
            <a:avLst/>
          </a:prstGeom>
        </p:spPr>
        <p:txBody>
          <a:bodyPr anchorCtr="0" anchor="b"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2021" name="Google Shape;2021;p462"/>
          <p:cNvSpPr txBox="1"/>
          <p:nvPr>
            <p:ph idx="1" type="subTitle"/>
          </p:nvPr>
        </p:nvSpPr>
        <p:spPr>
          <a:xfrm>
            <a:off x="457200" y="4773000"/>
            <a:ext cx="68628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Tree>
  </p:cSld>
  <p:clrMapOvr>
    <a:masterClrMapping/>
  </p:clrMapOvr>
</p:sldLayout>
</file>

<file path=ppt/slideLayouts/slideLayout4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type="secHead">
  <p:cSld name="SECTION_HEADER">
    <p:spTree>
      <p:nvGrpSpPr>
        <p:cNvPr id="2022" name="Shape 2022"/>
        <p:cNvGrpSpPr/>
        <p:nvPr/>
      </p:nvGrpSpPr>
      <p:grpSpPr>
        <a:xfrm>
          <a:off x="0" y="0"/>
          <a:ext cx="0" cy="0"/>
          <a:chOff x="0" y="0"/>
          <a:chExt cx="0" cy="0"/>
        </a:xfrm>
      </p:grpSpPr>
      <p:pic>
        <p:nvPicPr>
          <p:cNvPr id="2023" name="Google Shape;2023;p463" title="Mesh Holographic Gradients - Dark Gradient 22.png"/>
          <p:cNvPicPr preferRelativeResize="0"/>
          <p:nvPr/>
        </p:nvPicPr>
        <p:blipFill>
          <a:blip r:embed="rId2">
            <a:alphaModFix/>
          </a:blip>
          <a:stretch>
            <a:fillRect/>
          </a:stretch>
        </p:blipFill>
        <p:spPr>
          <a:xfrm>
            <a:off x="0" y="0"/>
            <a:ext cx="9144023" cy="5143501"/>
          </a:xfrm>
          <a:prstGeom prst="rect">
            <a:avLst/>
          </a:prstGeom>
          <a:noFill/>
          <a:ln>
            <a:noFill/>
          </a:ln>
        </p:spPr>
      </p:pic>
      <p:sp>
        <p:nvSpPr>
          <p:cNvPr id="2024" name="Google Shape;2024;p463"/>
          <p:cNvSpPr txBox="1"/>
          <p:nvPr>
            <p:ph type="title"/>
          </p:nvPr>
        </p:nvSpPr>
        <p:spPr>
          <a:xfrm>
            <a:off x="457200" y="4271667"/>
            <a:ext cx="5023800" cy="935400"/>
          </a:xfrm>
          <a:prstGeom prst="rect">
            <a:avLst/>
          </a:prstGeom>
        </p:spPr>
        <p:txBody>
          <a:bodyPr anchorCtr="0" anchor="b" bIns="0" lIns="0" spcFirstLastPara="1" rIns="0" wrap="square" tIns="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Tree>
  </p:cSld>
  <p:clrMapOvr>
    <a:masterClrMapping/>
  </p:clrMapOvr>
</p:sldLayout>
</file>

<file path=ppt/slideLayouts/slideLayout4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eak slide">
  <p:cSld name="CUSTOM">
    <p:spTree>
      <p:nvGrpSpPr>
        <p:cNvPr id="2025" name="Shape 2025"/>
        <p:cNvGrpSpPr/>
        <p:nvPr/>
      </p:nvGrpSpPr>
      <p:grpSpPr>
        <a:xfrm>
          <a:off x="0" y="0"/>
          <a:ext cx="0" cy="0"/>
          <a:chOff x="0" y="0"/>
          <a:chExt cx="0" cy="0"/>
        </a:xfrm>
      </p:grpSpPr>
      <p:grpSp>
        <p:nvGrpSpPr>
          <p:cNvPr id="2026" name="Google Shape;2026;p464"/>
          <p:cNvGrpSpPr/>
          <p:nvPr/>
        </p:nvGrpSpPr>
        <p:grpSpPr>
          <a:xfrm>
            <a:off x="0" y="-1"/>
            <a:ext cx="9144000" cy="5143504"/>
            <a:chOff x="0" y="-2"/>
            <a:chExt cx="12192000" cy="6858005"/>
          </a:xfrm>
        </p:grpSpPr>
        <p:pic>
          <p:nvPicPr>
            <p:cNvPr id="2027" name="Google Shape;2027;p464" title="Break.png"/>
            <p:cNvPicPr preferRelativeResize="0"/>
            <p:nvPr/>
          </p:nvPicPr>
          <p:blipFill rotWithShape="1">
            <a:blip r:embed="rId2">
              <a:alphaModFix/>
            </a:blip>
            <a:srcRect b="0" l="0" r="0" t="0"/>
            <a:stretch/>
          </p:blipFill>
          <p:spPr>
            <a:xfrm>
              <a:off x="0" y="-2"/>
              <a:ext cx="12192000" cy="6858005"/>
            </a:xfrm>
            <a:prstGeom prst="rect">
              <a:avLst/>
            </a:prstGeom>
            <a:noFill/>
            <a:ln>
              <a:noFill/>
            </a:ln>
          </p:spPr>
        </p:pic>
        <p:pic>
          <p:nvPicPr>
            <p:cNvPr id="2028" name="Google Shape;2028;p464" title="Shapes01.png"/>
            <p:cNvPicPr preferRelativeResize="0"/>
            <p:nvPr/>
          </p:nvPicPr>
          <p:blipFill rotWithShape="1">
            <a:blip r:embed="rId3">
              <a:alphaModFix amt="64000"/>
            </a:blip>
            <a:srcRect b="0" l="0" r="0" t="0"/>
            <a:stretch/>
          </p:blipFill>
          <p:spPr>
            <a:xfrm>
              <a:off x="0" y="0"/>
              <a:ext cx="12192000" cy="6858000"/>
            </a:xfrm>
            <a:prstGeom prst="rect">
              <a:avLst/>
            </a:prstGeom>
            <a:noFill/>
            <a:ln>
              <a:noFill/>
            </a:ln>
          </p:spPr>
        </p:pic>
      </p:grpSp>
      <p:sp>
        <p:nvSpPr>
          <p:cNvPr id="2029" name="Google Shape;2029;p464"/>
          <p:cNvSpPr txBox="1"/>
          <p:nvPr/>
        </p:nvSpPr>
        <p:spPr>
          <a:xfrm>
            <a:off x="1367072" y="2080750"/>
            <a:ext cx="5486400" cy="738900"/>
          </a:xfrm>
          <a:prstGeom prst="rect">
            <a:avLst/>
          </a:prstGeom>
          <a:noFill/>
          <a:ln>
            <a:noFill/>
          </a:ln>
        </p:spPr>
        <p:txBody>
          <a:bodyPr anchorCtr="0" anchor="t" bIns="0" lIns="0" spcFirstLastPara="1" rIns="0" wrap="square" tIns="0">
            <a:spAutoFit/>
          </a:bodyPr>
          <a:lstStyle/>
          <a:p>
            <a:pPr indent="-304800" lvl="0" marL="0" marR="0" rtl="0" algn="l">
              <a:lnSpc>
                <a:spcPct val="100000"/>
              </a:lnSpc>
              <a:spcBef>
                <a:spcPts val="0"/>
              </a:spcBef>
              <a:spcAft>
                <a:spcPts val="0"/>
              </a:spcAft>
              <a:buClr>
                <a:schemeClr val="accent2"/>
              </a:buClr>
              <a:buSzPts val="4800"/>
              <a:buFont typeface="Poppins SemiBold"/>
              <a:buNone/>
            </a:pPr>
            <a:r>
              <a:rPr lang="en" sz="4800">
                <a:solidFill>
                  <a:schemeClr val="accent2"/>
                </a:solidFill>
                <a:latin typeface="Poppins SemiBold"/>
                <a:ea typeface="Poppins SemiBold"/>
                <a:cs typeface="Poppins SemiBold"/>
                <a:sym typeface="Poppins SemiBold"/>
              </a:rPr>
              <a:t>Break</a:t>
            </a:r>
            <a:endParaRPr sz="4800">
              <a:solidFill>
                <a:schemeClr val="accent2"/>
              </a:solidFill>
              <a:latin typeface="Poppins SemiBold"/>
              <a:ea typeface="Poppins SemiBold"/>
              <a:cs typeface="Poppins SemiBold"/>
              <a:sym typeface="Poppins SemiBold"/>
            </a:endParaRPr>
          </a:p>
        </p:txBody>
      </p:sp>
      <p:pic>
        <p:nvPicPr>
          <p:cNvPr id="2030" name="Google Shape;2030;p464"/>
          <p:cNvPicPr preferRelativeResize="0"/>
          <p:nvPr/>
        </p:nvPicPr>
        <p:blipFill rotWithShape="1">
          <a:blip r:embed="rId4">
            <a:alphaModFix/>
          </a:blip>
          <a:srcRect b="0" l="0" r="0" t="0"/>
          <a:stretch/>
        </p:blipFill>
        <p:spPr>
          <a:xfrm>
            <a:off x="1367087" y="2986403"/>
            <a:ext cx="277007" cy="276975"/>
          </a:xfrm>
          <a:prstGeom prst="rect">
            <a:avLst/>
          </a:prstGeom>
          <a:noFill/>
          <a:ln>
            <a:noFill/>
          </a:ln>
        </p:spPr>
      </p:pic>
      <p:sp>
        <p:nvSpPr>
          <p:cNvPr id="2031" name="Google Shape;2031;p464"/>
          <p:cNvSpPr txBox="1"/>
          <p:nvPr>
            <p:ph idx="1" type="body"/>
          </p:nvPr>
        </p:nvSpPr>
        <p:spPr>
          <a:xfrm>
            <a:off x="1810375" y="2900778"/>
            <a:ext cx="5043000" cy="479100"/>
          </a:xfrm>
          <a:prstGeom prst="rect">
            <a:avLst/>
          </a:prstGeom>
        </p:spPr>
        <p:txBody>
          <a:bodyPr anchorCtr="0" anchor="ctr" bIns="0" lIns="0" spcFirstLastPara="1" rIns="0" wrap="square" tIns="0">
            <a:sp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4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32" name="Shape 2032"/>
        <p:cNvGrpSpPr/>
        <p:nvPr/>
      </p:nvGrpSpPr>
      <p:grpSpPr>
        <a:xfrm>
          <a:off x="0" y="0"/>
          <a:ext cx="0" cy="0"/>
          <a:chOff x="0" y="0"/>
          <a:chExt cx="0" cy="0"/>
        </a:xfrm>
      </p:grpSpPr>
      <p:sp>
        <p:nvSpPr>
          <p:cNvPr id="2033" name="Google Shape;2033;p465"/>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034" name="Google Shape;2034;p465"/>
          <p:cNvSpPr txBox="1"/>
          <p:nvPr>
            <p:ph idx="1" type="body"/>
          </p:nvPr>
        </p:nvSpPr>
        <p:spPr>
          <a:xfrm>
            <a:off x="457200" y="1524417"/>
            <a:ext cx="41052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4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lumns" type="twoColTx">
  <p:cSld name="TITLE_AND_TWO_COLUMNS">
    <p:spTree>
      <p:nvGrpSpPr>
        <p:cNvPr id="2035" name="Shape 2035"/>
        <p:cNvGrpSpPr/>
        <p:nvPr/>
      </p:nvGrpSpPr>
      <p:grpSpPr>
        <a:xfrm>
          <a:off x="0" y="0"/>
          <a:ext cx="0" cy="0"/>
          <a:chOff x="0" y="0"/>
          <a:chExt cx="0" cy="0"/>
        </a:xfrm>
      </p:grpSpPr>
      <p:sp>
        <p:nvSpPr>
          <p:cNvPr id="2036" name="Google Shape;2036;p466"/>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037" name="Google Shape;2037;p466"/>
          <p:cNvSpPr txBox="1"/>
          <p:nvPr>
            <p:ph idx="1" type="body"/>
          </p:nvPr>
        </p:nvSpPr>
        <p:spPr>
          <a:xfrm>
            <a:off x="457200" y="1524417"/>
            <a:ext cx="32004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2038" name="Google Shape;2038;p466"/>
          <p:cNvSpPr txBox="1"/>
          <p:nvPr>
            <p:ph idx="2" type="body"/>
          </p:nvPr>
        </p:nvSpPr>
        <p:spPr>
          <a:xfrm>
            <a:off x="4581600" y="1524417"/>
            <a:ext cx="32004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guide id="2" pos="2304">
          <p15:clr>
            <a:srgbClr val="E46962"/>
          </p15:clr>
        </p15:guide>
        <p15:guide id="3" pos="2880">
          <p15:clr>
            <a:srgbClr val="E46962"/>
          </p15:clr>
        </p15:guide>
        <p15:guide id="4" pos="4902">
          <p15:clr>
            <a:srgbClr val="E46962"/>
          </p15:clr>
        </p15:guide>
      </p15:sldGuideLst>
    </p:ext>
  </p:extLst>
</p:sldLayout>
</file>

<file path=ppt/slideLayouts/slideLayout4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039" name="Shape 2039"/>
        <p:cNvGrpSpPr/>
        <p:nvPr/>
      </p:nvGrpSpPr>
      <p:grpSpPr>
        <a:xfrm>
          <a:off x="0" y="0"/>
          <a:ext cx="0" cy="0"/>
          <a:chOff x="0" y="0"/>
          <a:chExt cx="0" cy="0"/>
        </a:xfrm>
      </p:grpSpPr>
      <p:sp>
        <p:nvSpPr>
          <p:cNvPr id="2040" name="Google Shape;2040;p467"/>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4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column">
  <p:cSld name="ONE_COLUMN_TEXT">
    <p:spTree>
      <p:nvGrpSpPr>
        <p:cNvPr id="2041" name="Shape 2041"/>
        <p:cNvGrpSpPr/>
        <p:nvPr/>
      </p:nvGrpSpPr>
      <p:grpSpPr>
        <a:xfrm>
          <a:off x="0" y="0"/>
          <a:ext cx="0" cy="0"/>
          <a:chOff x="0" y="0"/>
          <a:chExt cx="0" cy="0"/>
        </a:xfrm>
      </p:grpSpPr>
      <p:sp>
        <p:nvSpPr>
          <p:cNvPr id="2042" name="Google Shape;2042;p468"/>
          <p:cNvSpPr txBox="1"/>
          <p:nvPr>
            <p:ph type="title"/>
          </p:nvPr>
        </p:nvSpPr>
        <p:spPr>
          <a:xfrm>
            <a:off x="457200" y="518667"/>
            <a:ext cx="3204600" cy="10056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043" name="Google Shape;2043;p468"/>
          <p:cNvSpPr txBox="1"/>
          <p:nvPr>
            <p:ph idx="1" type="body"/>
          </p:nvPr>
        </p:nvSpPr>
        <p:spPr>
          <a:xfrm>
            <a:off x="457200" y="1524417"/>
            <a:ext cx="32046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307">
          <p15:clr>
            <a:srgbClr val="E46962"/>
          </p15:clr>
        </p15:guide>
      </p15:sldGuideLst>
    </p:ext>
  </p:extLst>
</p:sldLayout>
</file>

<file path=ppt/slideLayouts/slideLayout4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blipFill>
          <a:blip r:embed="rId2">
            <a:alphaModFix/>
          </a:blip>
          <a:stretch>
            <a:fillRect/>
          </a:stretch>
        </a:blipFill>
      </p:bgPr>
    </p:bg>
    <p:spTree>
      <p:nvGrpSpPr>
        <p:cNvPr id="2044" name="Shape 2044"/>
        <p:cNvGrpSpPr/>
        <p:nvPr/>
      </p:nvGrpSpPr>
      <p:grpSpPr>
        <a:xfrm>
          <a:off x="0" y="0"/>
          <a:ext cx="0" cy="0"/>
          <a:chOff x="0" y="0"/>
          <a:chExt cx="0" cy="0"/>
        </a:xfrm>
      </p:grpSpPr>
      <p:sp>
        <p:nvSpPr>
          <p:cNvPr id="2045" name="Google Shape;2045;p469"/>
          <p:cNvSpPr txBox="1"/>
          <p:nvPr>
            <p:ph type="title"/>
          </p:nvPr>
        </p:nvSpPr>
        <p:spPr>
          <a:xfrm>
            <a:off x="1378150" y="500167"/>
            <a:ext cx="6387600" cy="4706700"/>
          </a:xfrm>
          <a:prstGeom prst="rect">
            <a:avLst/>
          </a:prstGeom>
        </p:spPr>
        <p:txBody>
          <a:bodyPr anchorCtr="0" anchor="ctr" bIns="0" lIns="0" spcFirstLastPara="1" rIns="0" wrap="square" tIns="0">
            <a:normAutofit/>
          </a:bodyPr>
          <a:lstStyle>
            <a:lvl1pPr lvl="0" algn="ctr">
              <a:spcBef>
                <a:spcPts val="0"/>
              </a:spcBef>
              <a:spcAft>
                <a:spcPts val="0"/>
              </a:spcAft>
              <a:buClr>
                <a:schemeClr val="lt1"/>
              </a:buClr>
              <a:buSzPts val="4800"/>
              <a:buNone/>
              <a:defRPr sz="4800">
                <a:solidFill>
                  <a:schemeClr val="lt1"/>
                </a:solidFill>
              </a:defRPr>
            </a:lvl1pPr>
            <a:lvl2pPr lvl="1" algn="ctr">
              <a:spcBef>
                <a:spcPts val="0"/>
              </a:spcBef>
              <a:spcAft>
                <a:spcPts val="0"/>
              </a:spcAft>
              <a:buClr>
                <a:schemeClr val="lt1"/>
              </a:buClr>
              <a:buSzPts val="4800"/>
              <a:buNone/>
              <a:defRPr sz="4800">
                <a:solidFill>
                  <a:schemeClr val="lt1"/>
                </a:solidFill>
              </a:defRPr>
            </a:lvl2pPr>
            <a:lvl3pPr lvl="2" algn="ctr">
              <a:spcBef>
                <a:spcPts val="0"/>
              </a:spcBef>
              <a:spcAft>
                <a:spcPts val="0"/>
              </a:spcAft>
              <a:buClr>
                <a:schemeClr val="lt1"/>
              </a:buClr>
              <a:buSzPts val="4800"/>
              <a:buNone/>
              <a:defRPr sz="4800">
                <a:solidFill>
                  <a:schemeClr val="lt1"/>
                </a:solidFill>
              </a:defRPr>
            </a:lvl3pPr>
            <a:lvl4pPr lvl="3" algn="ctr">
              <a:spcBef>
                <a:spcPts val="0"/>
              </a:spcBef>
              <a:spcAft>
                <a:spcPts val="0"/>
              </a:spcAft>
              <a:buClr>
                <a:schemeClr val="lt1"/>
              </a:buClr>
              <a:buSzPts val="4800"/>
              <a:buNone/>
              <a:defRPr sz="4800">
                <a:solidFill>
                  <a:schemeClr val="lt1"/>
                </a:solidFill>
              </a:defRPr>
            </a:lvl4pPr>
            <a:lvl5pPr lvl="4" algn="ctr">
              <a:spcBef>
                <a:spcPts val="0"/>
              </a:spcBef>
              <a:spcAft>
                <a:spcPts val="0"/>
              </a:spcAft>
              <a:buClr>
                <a:schemeClr val="lt1"/>
              </a:buClr>
              <a:buSzPts val="4800"/>
              <a:buNone/>
              <a:defRPr sz="4800">
                <a:solidFill>
                  <a:schemeClr val="lt1"/>
                </a:solidFill>
              </a:defRPr>
            </a:lvl5pPr>
            <a:lvl6pPr lvl="5" algn="ctr">
              <a:spcBef>
                <a:spcPts val="0"/>
              </a:spcBef>
              <a:spcAft>
                <a:spcPts val="0"/>
              </a:spcAft>
              <a:buClr>
                <a:schemeClr val="lt1"/>
              </a:buClr>
              <a:buSzPts val="4800"/>
              <a:buNone/>
              <a:defRPr sz="4800">
                <a:solidFill>
                  <a:schemeClr val="lt1"/>
                </a:solidFill>
              </a:defRPr>
            </a:lvl6pPr>
            <a:lvl7pPr lvl="6" algn="ctr">
              <a:spcBef>
                <a:spcPts val="0"/>
              </a:spcBef>
              <a:spcAft>
                <a:spcPts val="0"/>
              </a:spcAft>
              <a:buClr>
                <a:schemeClr val="lt1"/>
              </a:buClr>
              <a:buSzPts val="4800"/>
              <a:buNone/>
              <a:defRPr sz="4800">
                <a:solidFill>
                  <a:schemeClr val="lt1"/>
                </a:solidFill>
              </a:defRPr>
            </a:lvl7pPr>
            <a:lvl8pPr lvl="7" algn="ctr">
              <a:spcBef>
                <a:spcPts val="0"/>
              </a:spcBef>
              <a:spcAft>
                <a:spcPts val="0"/>
              </a:spcAft>
              <a:buClr>
                <a:schemeClr val="lt1"/>
              </a:buClr>
              <a:buSzPts val="4800"/>
              <a:buNone/>
              <a:defRPr sz="4800">
                <a:solidFill>
                  <a:schemeClr val="lt1"/>
                </a:solidFill>
              </a:defRPr>
            </a:lvl8pPr>
            <a:lvl9pPr lvl="8" algn="ctr">
              <a:spcBef>
                <a:spcPts val="0"/>
              </a:spcBef>
              <a:spcAft>
                <a:spcPts val="0"/>
              </a:spcAft>
              <a:buClr>
                <a:schemeClr val="lt1"/>
              </a:buClr>
              <a:buSzPts val="4800"/>
              <a:buNone/>
              <a:defRPr sz="4800">
                <a:solidFill>
                  <a:schemeClr val="lt1"/>
                </a:solidFill>
              </a:defRPr>
            </a:lvl9pPr>
          </a:lstStyle>
          <a:p/>
        </p:txBody>
      </p:sp>
    </p:spTree>
  </p:cSld>
  <p:clrMapOvr>
    <a:masterClrMapping/>
  </p:clrMapOvr>
</p:sldLayout>
</file>

<file path=ppt/slideLayouts/slideLayout4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Section message">
  <p:cSld name="SECTION_TITLE_AND_DESCRIPTION">
    <p:spTree>
      <p:nvGrpSpPr>
        <p:cNvPr id="2046" name="Shape 2046"/>
        <p:cNvGrpSpPr/>
        <p:nvPr/>
      </p:nvGrpSpPr>
      <p:grpSpPr>
        <a:xfrm>
          <a:off x="0" y="0"/>
          <a:ext cx="0" cy="0"/>
          <a:chOff x="0" y="0"/>
          <a:chExt cx="0" cy="0"/>
        </a:xfrm>
      </p:grpSpPr>
      <p:sp>
        <p:nvSpPr>
          <p:cNvPr id="2047" name="Google Shape;2047;p470"/>
          <p:cNvSpPr/>
          <p:nvPr/>
        </p:nvSpPr>
        <p:spPr>
          <a:xfrm>
            <a:off x="4572000" y="508000"/>
            <a:ext cx="4114800" cy="4698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8" name="Google Shape;2048;p470"/>
          <p:cNvSpPr txBox="1"/>
          <p:nvPr>
            <p:ph idx="1" type="body"/>
          </p:nvPr>
        </p:nvSpPr>
        <p:spPr>
          <a:xfrm>
            <a:off x="4572000" y="508000"/>
            <a:ext cx="4114800" cy="4698900"/>
          </a:xfrm>
          <a:prstGeom prst="rect">
            <a:avLst/>
          </a:prstGeom>
        </p:spPr>
        <p:txBody>
          <a:bodyPr anchorCtr="0" anchor="ctr" bIns="182875" lIns="182875" spcFirstLastPara="1" rIns="182875" wrap="square" tIns="182875">
            <a:spAutoFit/>
          </a:bodyPr>
          <a:lstStyle>
            <a:lvl1pPr indent="-317500" lvl="0" marL="457200">
              <a:spcBef>
                <a:spcPts val="0"/>
              </a:spcBef>
              <a:spcAft>
                <a:spcPts val="0"/>
              </a:spcAft>
              <a:buClr>
                <a:schemeClr val="accent1"/>
              </a:buClr>
              <a:buSzPts val="1400"/>
              <a:buChar char="●"/>
              <a:defRPr>
                <a:solidFill>
                  <a:schemeClr val="accent1"/>
                </a:solidFill>
              </a:defRPr>
            </a:lvl1pPr>
            <a:lvl2pPr indent="-317500" lvl="1" marL="914400">
              <a:spcBef>
                <a:spcPts val="0"/>
              </a:spcBef>
              <a:spcAft>
                <a:spcPts val="0"/>
              </a:spcAft>
              <a:buClr>
                <a:schemeClr val="accent1"/>
              </a:buClr>
              <a:buSzPts val="1400"/>
              <a:buChar char="○"/>
              <a:defRPr>
                <a:solidFill>
                  <a:schemeClr val="accent1"/>
                </a:solidFill>
              </a:defRPr>
            </a:lvl2pPr>
            <a:lvl3pPr indent="-317500" lvl="2" marL="1371600">
              <a:spcBef>
                <a:spcPts val="0"/>
              </a:spcBef>
              <a:spcAft>
                <a:spcPts val="0"/>
              </a:spcAft>
              <a:buClr>
                <a:schemeClr val="accent1"/>
              </a:buClr>
              <a:buSzPts val="1400"/>
              <a:buChar char="■"/>
              <a:defRPr>
                <a:solidFill>
                  <a:schemeClr val="accent1"/>
                </a:solidFill>
              </a:defRPr>
            </a:lvl3pPr>
            <a:lvl4pPr indent="-317500" lvl="3" marL="1828800">
              <a:spcBef>
                <a:spcPts val="0"/>
              </a:spcBef>
              <a:spcAft>
                <a:spcPts val="0"/>
              </a:spcAft>
              <a:buClr>
                <a:schemeClr val="accent1"/>
              </a:buClr>
              <a:buSzPts val="1400"/>
              <a:buChar char="●"/>
              <a:defRPr>
                <a:solidFill>
                  <a:schemeClr val="accent1"/>
                </a:solidFill>
              </a:defRPr>
            </a:lvl4pPr>
            <a:lvl5pPr indent="-317500" lvl="4" marL="2286000">
              <a:spcBef>
                <a:spcPts val="0"/>
              </a:spcBef>
              <a:spcAft>
                <a:spcPts val="0"/>
              </a:spcAft>
              <a:buClr>
                <a:schemeClr val="accent1"/>
              </a:buClr>
              <a:buSzPts val="1400"/>
              <a:buChar char="○"/>
              <a:defRPr>
                <a:solidFill>
                  <a:schemeClr val="accent1"/>
                </a:solidFill>
              </a:defRPr>
            </a:lvl5pPr>
            <a:lvl6pPr indent="-317500" lvl="5" marL="2743200">
              <a:spcBef>
                <a:spcPts val="0"/>
              </a:spcBef>
              <a:spcAft>
                <a:spcPts val="0"/>
              </a:spcAft>
              <a:buClr>
                <a:schemeClr val="accent1"/>
              </a:buClr>
              <a:buSzPts val="1400"/>
              <a:buChar char="■"/>
              <a:defRPr>
                <a:solidFill>
                  <a:schemeClr val="accent1"/>
                </a:solidFill>
              </a:defRPr>
            </a:lvl6pPr>
            <a:lvl7pPr indent="-317500" lvl="6" marL="3200400">
              <a:spcBef>
                <a:spcPts val="0"/>
              </a:spcBef>
              <a:spcAft>
                <a:spcPts val="0"/>
              </a:spcAft>
              <a:buClr>
                <a:schemeClr val="accent1"/>
              </a:buClr>
              <a:buSzPts val="1400"/>
              <a:buChar char="●"/>
              <a:defRPr>
                <a:solidFill>
                  <a:schemeClr val="accent1"/>
                </a:solidFill>
              </a:defRPr>
            </a:lvl7pPr>
            <a:lvl8pPr indent="-317500" lvl="7" marL="3657600">
              <a:spcBef>
                <a:spcPts val="0"/>
              </a:spcBef>
              <a:spcAft>
                <a:spcPts val="0"/>
              </a:spcAft>
              <a:buClr>
                <a:schemeClr val="accent1"/>
              </a:buClr>
              <a:buSzPts val="1400"/>
              <a:buChar char="○"/>
              <a:defRPr>
                <a:solidFill>
                  <a:schemeClr val="accent1"/>
                </a:solidFill>
              </a:defRPr>
            </a:lvl8pPr>
            <a:lvl9pPr indent="-317500" lvl="8" marL="4114800">
              <a:spcBef>
                <a:spcPts val="0"/>
              </a:spcBef>
              <a:spcAft>
                <a:spcPts val="0"/>
              </a:spcAft>
              <a:buClr>
                <a:schemeClr val="accent1"/>
              </a:buClr>
              <a:buSzPts val="1400"/>
              <a:buChar char="■"/>
              <a:defRPr>
                <a:solidFill>
                  <a:schemeClr val="accent1"/>
                </a:solidFill>
              </a:defRPr>
            </a:lvl9pPr>
          </a:lstStyle>
          <a:p/>
        </p:txBody>
      </p:sp>
      <p:sp>
        <p:nvSpPr>
          <p:cNvPr id="2049" name="Google Shape;2049;p470"/>
          <p:cNvSpPr txBox="1"/>
          <p:nvPr>
            <p:ph type="title"/>
          </p:nvPr>
        </p:nvSpPr>
        <p:spPr>
          <a:xfrm>
            <a:off x="457200" y="508000"/>
            <a:ext cx="3656700" cy="2517300"/>
          </a:xfrm>
          <a:prstGeom prst="rect">
            <a:avLst/>
          </a:prstGeom>
          <a:noFill/>
          <a:ln>
            <a:noFill/>
          </a:ln>
        </p:spPr>
        <p:txBody>
          <a:bodyPr anchorCtr="0" anchor="t" bIns="0" lIns="0" spcFirstLastPara="1" rIns="0" wrap="square" tIns="0">
            <a:noAutofit/>
          </a:bodyPr>
          <a:lstStyle>
            <a:lvl1pPr lvl="0">
              <a:lnSpc>
                <a:spcPct val="100000"/>
              </a:lnSpc>
              <a:spcBef>
                <a:spcPts val="0"/>
              </a:spcBef>
              <a:spcAft>
                <a:spcPts val="0"/>
              </a:spcAft>
              <a:buSzPts val="4400"/>
              <a:buNone/>
              <a:defRPr sz="4400"/>
            </a:lvl1pPr>
            <a:lvl2pPr lvl="1">
              <a:lnSpc>
                <a:spcPct val="100000"/>
              </a:lnSpc>
              <a:spcBef>
                <a:spcPts val="0"/>
              </a:spcBef>
              <a:spcAft>
                <a:spcPts val="0"/>
              </a:spcAft>
              <a:buSzPts val="4400"/>
              <a:buNone/>
              <a:defRPr sz="4400"/>
            </a:lvl2pPr>
            <a:lvl3pPr lvl="2">
              <a:lnSpc>
                <a:spcPct val="100000"/>
              </a:lnSpc>
              <a:spcBef>
                <a:spcPts val="0"/>
              </a:spcBef>
              <a:spcAft>
                <a:spcPts val="0"/>
              </a:spcAft>
              <a:buSzPts val="4400"/>
              <a:buNone/>
              <a:defRPr sz="4400"/>
            </a:lvl3pPr>
            <a:lvl4pPr lvl="3">
              <a:lnSpc>
                <a:spcPct val="100000"/>
              </a:lnSpc>
              <a:spcBef>
                <a:spcPts val="0"/>
              </a:spcBef>
              <a:spcAft>
                <a:spcPts val="0"/>
              </a:spcAft>
              <a:buSzPts val="4400"/>
              <a:buNone/>
              <a:defRPr sz="4400"/>
            </a:lvl4pPr>
            <a:lvl5pPr lvl="4">
              <a:lnSpc>
                <a:spcPct val="100000"/>
              </a:lnSpc>
              <a:spcBef>
                <a:spcPts val="0"/>
              </a:spcBef>
              <a:spcAft>
                <a:spcPts val="0"/>
              </a:spcAft>
              <a:buSzPts val="4400"/>
              <a:buNone/>
              <a:defRPr sz="4400"/>
            </a:lvl5pPr>
            <a:lvl6pPr lvl="5">
              <a:lnSpc>
                <a:spcPct val="100000"/>
              </a:lnSpc>
              <a:spcBef>
                <a:spcPts val="0"/>
              </a:spcBef>
              <a:spcAft>
                <a:spcPts val="0"/>
              </a:spcAft>
              <a:buSzPts val="4400"/>
              <a:buNone/>
              <a:defRPr sz="4400"/>
            </a:lvl6pPr>
            <a:lvl7pPr lvl="6">
              <a:lnSpc>
                <a:spcPct val="100000"/>
              </a:lnSpc>
              <a:spcBef>
                <a:spcPts val="0"/>
              </a:spcBef>
              <a:spcAft>
                <a:spcPts val="0"/>
              </a:spcAft>
              <a:buSzPts val="4400"/>
              <a:buNone/>
              <a:defRPr sz="4400"/>
            </a:lvl7pPr>
            <a:lvl8pPr lvl="7">
              <a:lnSpc>
                <a:spcPct val="100000"/>
              </a:lnSpc>
              <a:spcBef>
                <a:spcPts val="0"/>
              </a:spcBef>
              <a:spcAft>
                <a:spcPts val="0"/>
              </a:spcAft>
              <a:buSzPts val="4400"/>
              <a:buNone/>
              <a:defRPr sz="4400"/>
            </a:lvl8pPr>
            <a:lvl9pPr lvl="8">
              <a:lnSpc>
                <a:spcPct val="100000"/>
              </a:lnSpc>
              <a:spcBef>
                <a:spcPts val="0"/>
              </a:spcBef>
              <a:spcAft>
                <a:spcPts val="0"/>
              </a:spcAft>
              <a:buSzPts val="4400"/>
              <a:buNone/>
              <a:defRPr sz="4400"/>
            </a:lvl9pPr>
          </a:lstStyle>
          <a:p/>
        </p:txBody>
      </p:sp>
      <p:sp>
        <p:nvSpPr>
          <p:cNvPr id="2050" name="Google Shape;2050;p470"/>
          <p:cNvSpPr txBox="1"/>
          <p:nvPr>
            <p:ph idx="2" type="subTitle"/>
          </p:nvPr>
        </p:nvSpPr>
        <p:spPr>
          <a:xfrm>
            <a:off x="457200" y="3025250"/>
            <a:ext cx="3656700" cy="2181600"/>
          </a:xfrm>
          <a:prstGeom prst="rect">
            <a:avLst/>
          </a:prstGeom>
        </p:spPr>
        <p:txBody>
          <a:bodyPr anchorCtr="0" anchor="t" bIns="0" lIns="0" spcFirstLastPara="1" rIns="0" wrap="square" tIns="0">
            <a:noAutofit/>
          </a:bodyPr>
          <a:lstStyle>
            <a:lvl1pPr indent="0" lvl="0"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Tree>
  </p:cSld>
  <p:clrMapOvr>
    <a:masterClrMapping/>
  </p:clrMapOvr>
  <p:extLst>
    <p:ext uri="{DCECCB84-F9BA-43D5-87BE-67443E8EF086}">
      <p15:sldGuideLst>
        <p15:guide id="1" orient="horz" pos="1906">
          <p15:clr>
            <a:srgbClr val="E46962"/>
          </p15:clr>
        </p15:guide>
      </p15:sldGuideLst>
    </p:ext>
  </p:extLst>
</p:sldLayout>
</file>

<file path=ppt/slideLayouts/slideLayout4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051" name="Shape 2051"/>
        <p:cNvGrpSpPr/>
        <p:nvPr/>
      </p:nvGrpSpPr>
      <p:grpSpPr>
        <a:xfrm>
          <a:off x="0" y="0"/>
          <a:ext cx="0" cy="0"/>
          <a:chOff x="0" y="0"/>
          <a:chExt cx="0" cy="0"/>
        </a:xfrm>
      </p:grpSpPr>
    </p:spTree>
  </p:cSld>
  <p:clrMapOvr>
    <a:masterClrMapping/>
  </p:clrMapOvr>
</p:sldLayout>
</file>

<file path=ppt/slideLayouts/slideLayout4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dark)">
  <p:cSld name="TITLE_AND_BODY_1">
    <p:bg>
      <p:bgPr>
        <a:solidFill>
          <a:schemeClr val="dk1"/>
        </a:solidFill>
      </p:bgPr>
    </p:bg>
    <p:spTree>
      <p:nvGrpSpPr>
        <p:cNvPr id="2052" name="Shape 2052"/>
        <p:cNvGrpSpPr/>
        <p:nvPr/>
      </p:nvGrpSpPr>
      <p:grpSpPr>
        <a:xfrm>
          <a:off x="0" y="0"/>
          <a:ext cx="0" cy="0"/>
          <a:chOff x="0" y="0"/>
          <a:chExt cx="0" cy="0"/>
        </a:xfrm>
      </p:grpSpPr>
    </p:spTree>
  </p:cSld>
  <p:clrMapOvr>
    <a:masterClrMapping/>
  </p:clrMapOvr>
</p:sldLayout>
</file>

<file path=ppt/slideLayouts/slideLayout4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Body">
  <p:cSld name="Title + Body 1">
    <p:spTree>
      <p:nvGrpSpPr>
        <p:cNvPr id="2053" name="Shape 2053"/>
        <p:cNvGrpSpPr/>
        <p:nvPr/>
      </p:nvGrpSpPr>
      <p:grpSpPr>
        <a:xfrm>
          <a:off x="0" y="0"/>
          <a:ext cx="0" cy="0"/>
          <a:chOff x="0" y="0"/>
          <a:chExt cx="0" cy="0"/>
        </a:xfrm>
      </p:grpSpPr>
      <p:sp>
        <p:nvSpPr>
          <p:cNvPr id="2054" name="Google Shape;2054;p473"/>
          <p:cNvSpPr txBox="1"/>
          <p:nvPr>
            <p:ph type="title"/>
          </p:nvPr>
        </p:nvSpPr>
        <p:spPr>
          <a:xfrm>
            <a:off x="457200" y="1694917"/>
            <a:ext cx="41148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2055" name="Google Shape;2055;p473"/>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2056" name="Google Shape;2056;p473"/>
          <p:cNvSpPr txBox="1"/>
          <p:nvPr>
            <p:ph idx="2"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057" name="Google Shape;2057;p473"/>
          <p:cNvSpPr txBox="1"/>
          <p:nvPr>
            <p:ph idx="3" type="body"/>
          </p:nvPr>
        </p:nvSpPr>
        <p:spPr>
          <a:xfrm>
            <a:off x="457200" y="2139583"/>
            <a:ext cx="41148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4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2 columns">
  <p:cSld name="Body 2 Columns ">
    <p:spTree>
      <p:nvGrpSpPr>
        <p:cNvPr id="2058" name="Shape 2058"/>
        <p:cNvGrpSpPr/>
        <p:nvPr/>
      </p:nvGrpSpPr>
      <p:grpSpPr>
        <a:xfrm>
          <a:off x="0" y="0"/>
          <a:ext cx="0" cy="0"/>
          <a:chOff x="0" y="0"/>
          <a:chExt cx="0" cy="0"/>
        </a:xfrm>
      </p:grpSpPr>
      <p:sp>
        <p:nvSpPr>
          <p:cNvPr id="2059" name="Google Shape;2059;p474"/>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2060" name="Google Shape;2060;p474"/>
          <p:cNvSpPr txBox="1"/>
          <p:nvPr>
            <p:ph type="title"/>
          </p:nvPr>
        </p:nvSpPr>
        <p:spPr>
          <a:xfrm>
            <a:off x="457200" y="1694917"/>
            <a:ext cx="41148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2061" name="Google Shape;2061;p474"/>
          <p:cNvSpPr txBox="1"/>
          <p:nvPr>
            <p:ph idx="2"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062" name="Google Shape;2062;p474"/>
          <p:cNvSpPr txBox="1"/>
          <p:nvPr>
            <p:ph idx="3" type="body"/>
          </p:nvPr>
        </p:nvSpPr>
        <p:spPr>
          <a:xfrm>
            <a:off x="457200" y="2139583"/>
            <a:ext cx="41148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2063" name="Google Shape;2063;p474"/>
          <p:cNvSpPr txBox="1"/>
          <p:nvPr>
            <p:ph idx="4" type="body"/>
          </p:nvPr>
        </p:nvSpPr>
        <p:spPr>
          <a:xfrm>
            <a:off x="4572000" y="2139583"/>
            <a:ext cx="41148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4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Section Cover">
    <p:bg>
      <p:bgPr>
        <a:blipFill>
          <a:blip r:embed="rId2">
            <a:alphaModFix/>
          </a:blip>
          <a:stretch>
            <a:fillRect/>
          </a:stretch>
        </a:blipFill>
      </p:bgPr>
    </p:bg>
    <p:spTree>
      <p:nvGrpSpPr>
        <p:cNvPr id="2064" name="Shape 2064"/>
        <p:cNvGrpSpPr/>
        <p:nvPr/>
      </p:nvGrpSpPr>
      <p:grpSpPr>
        <a:xfrm>
          <a:off x="0" y="0"/>
          <a:ext cx="0" cy="0"/>
          <a:chOff x="0" y="0"/>
          <a:chExt cx="0" cy="0"/>
        </a:xfrm>
      </p:grpSpPr>
      <p:sp>
        <p:nvSpPr>
          <p:cNvPr id="2065" name="Google Shape;2065;p475"/>
          <p:cNvSpPr txBox="1"/>
          <p:nvPr>
            <p:ph type="title"/>
          </p:nvPr>
        </p:nvSpPr>
        <p:spPr>
          <a:xfrm>
            <a:off x="457200" y="942000"/>
            <a:ext cx="5010300" cy="17349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4800">
                <a:solidFill>
                  <a:schemeClr val="lt1"/>
                </a:solidFill>
              </a:defRPr>
            </a:lvl1pPr>
            <a:lvl2pPr lvl="1">
              <a:lnSpc>
                <a:spcPct val="100000"/>
              </a:lnSpc>
              <a:spcBef>
                <a:spcPts val="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
        <p:nvSpPr>
          <p:cNvPr id="2066" name="Google Shape;2066;p475"/>
          <p:cNvSpPr txBox="1"/>
          <p:nvPr>
            <p:ph idx="1" type="subTitle"/>
          </p:nvPr>
        </p:nvSpPr>
        <p:spPr>
          <a:xfrm>
            <a:off x="457200" y="508000"/>
            <a:ext cx="5010300" cy="434100"/>
          </a:xfrm>
          <a:prstGeom prst="rect">
            <a:avLst/>
          </a:prstGeom>
        </p:spPr>
        <p:txBody>
          <a:bodyPr anchorCtr="0" anchor="ctr" bIns="0" lIns="0" spcFirstLastPara="1" rIns="0" wrap="square" tIns="0">
            <a:noAutofit/>
          </a:bodyPr>
          <a:lstStyle>
            <a:lvl1pPr indent="0" lvl="0" marL="0" marR="0" algn="l">
              <a:lnSpc>
                <a:spcPct val="115000"/>
              </a:lnSpc>
              <a:spcBef>
                <a:spcPts val="0"/>
              </a:spcBef>
              <a:spcAft>
                <a:spcPts val="0"/>
              </a:spcAft>
              <a:buNone/>
              <a:defRPr sz="2000">
                <a:solidFill>
                  <a:schemeClr val="lt1"/>
                </a:solidFill>
              </a:defRPr>
            </a:lvl1pPr>
            <a:lvl2pPr indent="0" lvl="1" marL="0" marR="0" algn="l">
              <a:lnSpc>
                <a:spcPct val="115000"/>
              </a:lnSpc>
              <a:spcBef>
                <a:spcPts val="0"/>
              </a:spcBef>
              <a:spcAft>
                <a:spcPts val="0"/>
              </a:spcAft>
              <a:buNone/>
              <a:defRPr sz="2000">
                <a:solidFill>
                  <a:schemeClr val="lt1"/>
                </a:solidFill>
              </a:defRPr>
            </a:lvl2pPr>
            <a:lvl3pPr indent="0" lvl="2" marL="0" marR="0" algn="l">
              <a:lnSpc>
                <a:spcPct val="115000"/>
              </a:lnSpc>
              <a:spcBef>
                <a:spcPts val="0"/>
              </a:spcBef>
              <a:spcAft>
                <a:spcPts val="0"/>
              </a:spcAft>
              <a:buNone/>
              <a:defRPr sz="2000">
                <a:solidFill>
                  <a:schemeClr val="lt1"/>
                </a:solidFill>
              </a:defRPr>
            </a:lvl3pPr>
            <a:lvl4pPr indent="0" lvl="3" marL="0" marR="0" algn="l">
              <a:lnSpc>
                <a:spcPct val="115000"/>
              </a:lnSpc>
              <a:spcBef>
                <a:spcPts val="0"/>
              </a:spcBef>
              <a:spcAft>
                <a:spcPts val="0"/>
              </a:spcAft>
              <a:buNone/>
              <a:defRPr sz="2000">
                <a:solidFill>
                  <a:schemeClr val="lt1"/>
                </a:solidFill>
              </a:defRPr>
            </a:lvl4pPr>
            <a:lvl5pPr indent="0" lvl="4" marL="0" marR="0" algn="l">
              <a:lnSpc>
                <a:spcPct val="115000"/>
              </a:lnSpc>
              <a:spcBef>
                <a:spcPts val="0"/>
              </a:spcBef>
              <a:spcAft>
                <a:spcPts val="0"/>
              </a:spcAft>
              <a:buNone/>
              <a:defRPr sz="2000">
                <a:solidFill>
                  <a:schemeClr val="lt1"/>
                </a:solidFill>
              </a:defRPr>
            </a:lvl5pPr>
            <a:lvl6pPr indent="0" lvl="5" marL="0" marR="0" algn="l">
              <a:lnSpc>
                <a:spcPct val="115000"/>
              </a:lnSpc>
              <a:spcBef>
                <a:spcPts val="0"/>
              </a:spcBef>
              <a:spcAft>
                <a:spcPts val="0"/>
              </a:spcAft>
              <a:buNone/>
              <a:defRPr sz="2000">
                <a:solidFill>
                  <a:schemeClr val="lt1"/>
                </a:solidFill>
              </a:defRPr>
            </a:lvl6pPr>
            <a:lvl7pPr indent="0" lvl="6" marL="0" marR="0" algn="l">
              <a:lnSpc>
                <a:spcPct val="115000"/>
              </a:lnSpc>
              <a:spcBef>
                <a:spcPts val="0"/>
              </a:spcBef>
              <a:spcAft>
                <a:spcPts val="0"/>
              </a:spcAft>
              <a:buNone/>
              <a:defRPr sz="2000">
                <a:solidFill>
                  <a:schemeClr val="lt1"/>
                </a:solidFill>
              </a:defRPr>
            </a:lvl7pPr>
            <a:lvl8pPr indent="0" lvl="7" marL="0" marR="0" algn="l">
              <a:lnSpc>
                <a:spcPct val="115000"/>
              </a:lnSpc>
              <a:spcBef>
                <a:spcPts val="0"/>
              </a:spcBef>
              <a:spcAft>
                <a:spcPts val="0"/>
              </a:spcAft>
              <a:buNone/>
              <a:defRPr sz="2000">
                <a:solidFill>
                  <a:schemeClr val="lt1"/>
                </a:solidFill>
              </a:defRPr>
            </a:lvl8pPr>
            <a:lvl9pPr indent="0" lvl="8" marL="0" marR="0" algn="l">
              <a:lnSpc>
                <a:spcPct val="115000"/>
              </a:lnSpc>
              <a:spcBef>
                <a:spcPts val="0"/>
              </a:spcBef>
              <a:spcAft>
                <a:spcPts val="0"/>
              </a:spcAft>
              <a:buNone/>
              <a:defRPr sz="2000">
                <a:solidFill>
                  <a:schemeClr val="lt1"/>
                </a:solidFill>
              </a:defRPr>
            </a:lvl9pPr>
          </a:lstStyle>
          <a:p/>
        </p:txBody>
      </p:sp>
    </p:spTree>
  </p:cSld>
  <p:clrMapOvr>
    <a:masterClrMapping/>
  </p:clrMapOvr>
</p:sldLayout>
</file>

<file path=ppt/slideLayouts/slideLayout4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p:cSld name="Title + Subtitle">
    <p:spTree>
      <p:nvGrpSpPr>
        <p:cNvPr id="2067" name="Shape 2067"/>
        <p:cNvGrpSpPr/>
        <p:nvPr/>
      </p:nvGrpSpPr>
      <p:grpSpPr>
        <a:xfrm>
          <a:off x="0" y="0"/>
          <a:ext cx="0" cy="0"/>
          <a:chOff x="0" y="0"/>
          <a:chExt cx="0" cy="0"/>
        </a:xfrm>
      </p:grpSpPr>
      <p:sp>
        <p:nvSpPr>
          <p:cNvPr id="2068" name="Google Shape;2068;p476"/>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2069" name="Google Shape;2069;p476"/>
          <p:cNvSpPr txBox="1"/>
          <p:nvPr>
            <p:ph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4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Left">
  <p:cSld name="Text + Image 1">
    <p:spTree>
      <p:nvGrpSpPr>
        <p:cNvPr id="2070" name="Shape 2070"/>
        <p:cNvGrpSpPr/>
        <p:nvPr/>
      </p:nvGrpSpPr>
      <p:grpSpPr>
        <a:xfrm>
          <a:off x="0" y="0"/>
          <a:ext cx="0" cy="0"/>
          <a:chOff x="0" y="0"/>
          <a:chExt cx="0" cy="0"/>
        </a:xfrm>
      </p:grpSpPr>
      <p:sp>
        <p:nvSpPr>
          <p:cNvPr id="2071" name="Google Shape;2071;p477"/>
          <p:cNvSpPr txBox="1"/>
          <p:nvPr>
            <p:ph type="title"/>
          </p:nvPr>
        </p:nvSpPr>
        <p:spPr>
          <a:xfrm>
            <a:off x="5025300" y="942000"/>
            <a:ext cx="3661500" cy="1064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072" name="Google Shape;2072;p477"/>
          <p:cNvSpPr txBox="1"/>
          <p:nvPr>
            <p:ph idx="1" type="subTitle"/>
          </p:nvPr>
        </p:nvSpPr>
        <p:spPr>
          <a:xfrm>
            <a:off x="5025300" y="508000"/>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2073" name="Google Shape;2073;p477"/>
          <p:cNvSpPr/>
          <p:nvPr>
            <p:ph idx="2" type="pic"/>
          </p:nvPr>
        </p:nvSpPr>
        <p:spPr>
          <a:xfrm>
            <a:off x="76200" y="91667"/>
            <a:ext cx="4495800" cy="5531700"/>
          </a:xfrm>
          <a:prstGeom prst="roundRect">
            <a:avLst>
              <a:gd fmla="val 16667" name="adj"/>
            </a:avLst>
          </a:prstGeom>
          <a:noFill/>
          <a:ln>
            <a:noFill/>
          </a:ln>
        </p:spPr>
      </p:sp>
      <p:sp>
        <p:nvSpPr>
          <p:cNvPr id="2074" name="Google Shape;2074;p477"/>
          <p:cNvSpPr txBox="1"/>
          <p:nvPr>
            <p:ph idx="3" type="body"/>
          </p:nvPr>
        </p:nvSpPr>
        <p:spPr>
          <a:xfrm>
            <a:off x="5025300" y="2139583"/>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4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Right">
  <p:cSld name="Text + Image">
    <p:spTree>
      <p:nvGrpSpPr>
        <p:cNvPr id="2075" name="Shape 2075"/>
        <p:cNvGrpSpPr/>
        <p:nvPr/>
      </p:nvGrpSpPr>
      <p:grpSpPr>
        <a:xfrm>
          <a:off x="0" y="0"/>
          <a:ext cx="0" cy="0"/>
          <a:chOff x="0" y="0"/>
          <a:chExt cx="0" cy="0"/>
        </a:xfrm>
      </p:grpSpPr>
      <p:sp>
        <p:nvSpPr>
          <p:cNvPr id="2076" name="Google Shape;2076;p478"/>
          <p:cNvSpPr/>
          <p:nvPr>
            <p:ph idx="2" type="pic"/>
          </p:nvPr>
        </p:nvSpPr>
        <p:spPr>
          <a:xfrm>
            <a:off x="4572000" y="91667"/>
            <a:ext cx="4495800" cy="5531700"/>
          </a:xfrm>
          <a:prstGeom prst="roundRect">
            <a:avLst>
              <a:gd fmla="val 16667" name="adj"/>
            </a:avLst>
          </a:prstGeom>
          <a:noFill/>
          <a:ln>
            <a:noFill/>
          </a:ln>
        </p:spPr>
      </p:sp>
      <p:sp>
        <p:nvSpPr>
          <p:cNvPr id="2077" name="Google Shape;2077;p478"/>
          <p:cNvSpPr txBox="1"/>
          <p:nvPr>
            <p:ph type="title"/>
          </p:nvPr>
        </p:nvSpPr>
        <p:spPr>
          <a:xfrm>
            <a:off x="457200" y="942000"/>
            <a:ext cx="3661500" cy="1064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078" name="Google Shape;2078;p478"/>
          <p:cNvSpPr txBox="1"/>
          <p:nvPr>
            <p:ph idx="1" type="subTitle"/>
          </p:nvPr>
        </p:nvSpPr>
        <p:spPr>
          <a:xfrm>
            <a:off x="457200" y="508000"/>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2079" name="Google Shape;2079;p478"/>
          <p:cNvSpPr txBox="1"/>
          <p:nvPr>
            <p:ph idx="3" type="body"/>
          </p:nvPr>
        </p:nvSpPr>
        <p:spPr>
          <a:xfrm>
            <a:off x="457200" y="2139583"/>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4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Body: 1 column">
  <p:cSld name="Title + Body">
    <p:spTree>
      <p:nvGrpSpPr>
        <p:cNvPr id="2080" name="Shape 2080"/>
        <p:cNvGrpSpPr/>
        <p:nvPr/>
      </p:nvGrpSpPr>
      <p:grpSpPr>
        <a:xfrm>
          <a:off x="0" y="0"/>
          <a:ext cx="0" cy="0"/>
          <a:chOff x="0" y="0"/>
          <a:chExt cx="0" cy="0"/>
        </a:xfrm>
      </p:grpSpPr>
      <p:sp>
        <p:nvSpPr>
          <p:cNvPr id="2081" name="Google Shape;2081;p479"/>
          <p:cNvSpPr txBox="1"/>
          <p:nvPr>
            <p:ph type="title"/>
          </p:nvPr>
        </p:nvSpPr>
        <p:spPr>
          <a:xfrm>
            <a:off x="457200" y="942000"/>
            <a:ext cx="3661500" cy="1064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082" name="Google Shape;2082;p479"/>
          <p:cNvSpPr txBox="1"/>
          <p:nvPr>
            <p:ph idx="1" type="subTitle"/>
          </p:nvPr>
        </p:nvSpPr>
        <p:spPr>
          <a:xfrm>
            <a:off x="457200" y="508000"/>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2083" name="Google Shape;2083;p479"/>
          <p:cNvSpPr txBox="1"/>
          <p:nvPr>
            <p:ph idx="2" type="body"/>
          </p:nvPr>
        </p:nvSpPr>
        <p:spPr>
          <a:xfrm>
            <a:off x="457200" y="2139583"/>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4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idea with notes">
  <p:cSld name="Slido">
    <p:spTree>
      <p:nvGrpSpPr>
        <p:cNvPr id="2084" name="Shape 2084"/>
        <p:cNvGrpSpPr/>
        <p:nvPr/>
      </p:nvGrpSpPr>
      <p:grpSpPr>
        <a:xfrm>
          <a:off x="0" y="0"/>
          <a:ext cx="0" cy="0"/>
          <a:chOff x="0" y="0"/>
          <a:chExt cx="0" cy="0"/>
        </a:xfrm>
      </p:grpSpPr>
      <p:sp>
        <p:nvSpPr>
          <p:cNvPr id="2085" name="Google Shape;2085;p480"/>
          <p:cNvSpPr txBox="1"/>
          <p:nvPr>
            <p:ph type="title"/>
          </p:nvPr>
        </p:nvSpPr>
        <p:spPr>
          <a:xfrm>
            <a:off x="5030100" y="508000"/>
            <a:ext cx="3656700" cy="2517300"/>
          </a:xfrm>
          <a:prstGeom prst="rect">
            <a:avLst/>
          </a:prstGeom>
          <a:noFill/>
          <a:ln>
            <a:noFill/>
          </a:ln>
        </p:spPr>
        <p:txBody>
          <a:bodyPr anchorCtr="0" anchor="t" bIns="0" lIns="0" spcFirstLastPara="1" rIns="0" wrap="square" tIns="0">
            <a:noAutofit/>
          </a:bodyPr>
          <a:lstStyle>
            <a:lvl1pPr lvl="0">
              <a:lnSpc>
                <a:spcPct val="100000"/>
              </a:lnSpc>
              <a:spcBef>
                <a:spcPts val="0"/>
              </a:spcBef>
              <a:spcAft>
                <a:spcPts val="0"/>
              </a:spcAft>
              <a:buSzPts val="4400"/>
              <a:buNone/>
              <a:defRPr sz="4400"/>
            </a:lvl1pPr>
            <a:lvl2pPr lvl="1">
              <a:lnSpc>
                <a:spcPct val="100000"/>
              </a:lnSpc>
              <a:spcBef>
                <a:spcPts val="0"/>
              </a:spcBef>
              <a:spcAft>
                <a:spcPts val="0"/>
              </a:spcAft>
              <a:buSzPts val="4400"/>
              <a:buNone/>
              <a:defRPr sz="4400"/>
            </a:lvl2pPr>
            <a:lvl3pPr lvl="2">
              <a:lnSpc>
                <a:spcPct val="100000"/>
              </a:lnSpc>
              <a:spcBef>
                <a:spcPts val="0"/>
              </a:spcBef>
              <a:spcAft>
                <a:spcPts val="0"/>
              </a:spcAft>
              <a:buSzPts val="4400"/>
              <a:buNone/>
              <a:defRPr sz="4400"/>
            </a:lvl3pPr>
            <a:lvl4pPr lvl="3">
              <a:lnSpc>
                <a:spcPct val="100000"/>
              </a:lnSpc>
              <a:spcBef>
                <a:spcPts val="0"/>
              </a:spcBef>
              <a:spcAft>
                <a:spcPts val="0"/>
              </a:spcAft>
              <a:buSzPts val="4400"/>
              <a:buNone/>
              <a:defRPr sz="4400"/>
            </a:lvl4pPr>
            <a:lvl5pPr lvl="4">
              <a:lnSpc>
                <a:spcPct val="100000"/>
              </a:lnSpc>
              <a:spcBef>
                <a:spcPts val="0"/>
              </a:spcBef>
              <a:spcAft>
                <a:spcPts val="0"/>
              </a:spcAft>
              <a:buSzPts val="4400"/>
              <a:buNone/>
              <a:defRPr sz="4400"/>
            </a:lvl5pPr>
            <a:lvl6pPr lvl="5">
              <a:lnSpc>
                <a:spcPct val="100000"/>
              </a:lnSpc>
              <a:spcBef>
                <a:spcPts val="0"/>
              </a:spcBef>
              <a:spcAft>
                <a:spcPts val="0"/>
              </a:spcAft>
              <a:buSzPts val="4400"/>
              <a:buNone/>
              <a:defRPr sz="4400"/>
            </a:lvl6pPr>
            <a:lvl7pPr lvl="6">
              <a:lnSpc>
                <a:spcPct val="100000"/>
              </a:lnSpc>
              <a:spcBef>
                <a:spcPts val="0"/>
              </a:spcBef>
              <a:spcAft>
                <a:spcPts val="0"/>
              </a:spcAft>
              <a:buSzPts val="4400"/>
              <a:buNone/>
              <a:defRPr sz="4400"/>
            </a:lvl7pPr>
            <a:lvl8pPr lvl="7">
              <a:lnSpc>
                <a:spcPct val="100000"/>
              </a:lnSpc>
              <a:spcBef>
                <a:spcPts val="0"/>
              </a:spcBef>
              <a:spcAft>
                <a:spcPts val="0"/>
              </a:spcAft>
              <a:buSzPts val="4400"/>
              <a:buNone/>
              <a:defRPr sz="4400"/>
            </a:lvl8pPr>
            <a:lvl9pPr lvl="8">
              <a:lnSpc>
                <a:spcPct val="100000"/>
              </a:lnSpc>
              <a:spcBef>
                <a:spcPts val="0"/>
              </a:spcBef>
              <a:spcAft>
                <a:spcPts val="0"/>
              </a:spcAft>
              <a:buSzPts val="4400"/>
              <a:buNone/>
              <a:defRPr sz="4400"/>
            </a:lvl9pPr>
          </a:lstStyle>
          <a:p/>
        </p:txBody>
      </p:sp>
      <p:sp>
        <p:nvSpPr>
          <p:cNvPr id="2086" name="Google Shape;2086;p480"/>
          <p:cNvSpPr txBox="1"/>
          <p:nvPr>
            <p:ph idx="1" type="subTitle"/>
          </p:nvPr>
        </p:nvSpPr>
        <p:spPr>
          <a:xfrm>
            <a:off x="5030100" y="3025250"/>
            <a:ext cx="3656700" cy="2181600"/>
          </a:xfrm>
          <a:prstGeom prst="rect">
            <a:avLst/>
          </a:prstGeom>
        </p:spPr>
        <p:txBody>
          <a:bodyPr anchorCtr="0" anchor="t" bIns="0" lIns="0" spcFirstLastPara="1" rIns="0" wrap="square" tIns="0">
            <a:noAutofit/>
          </a:bodyPr>
          <a:lstStyle>
            <a:lvl1pPr indent="0" lvl="0"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2087" name="Google Shape;2087;p480"/>
          <p:cNvSpPr/>
          <p:nvPr>
            <p:ph idx="2" type="pic"/>
          </p:nvPr>
        </p:nvSpPr>
        <p:spPr>
          <a:xfrm>
            <a:off x="76200" y="91667"/>
            <a:ext cx="4495800" cy="5531700"/>
          </a:xfrm>
          <a:prstGeom prst="roundRect">
            <a:avLst>
              <a:gd fmla="val 16667" name="adj"/>
            </a:avLst>
          </a:prstGeom>
          <a:noFill/>
          <a:ln>
            <a:noFill/>
          </a:ln>
        </p:spPr>
      </p:sp>
    </p:spTree>
  </p:cSld>
  <p:clrMapOvr>
    <a:masterClrMapping/>
  </p:clrMapOvr>
</p:sldLayout>
</file>

<file path=ppt/slideLayouts/slideLayout4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ullet points">
  <p:cSld name="Title and bullet points">
    <p:spTree>
      <p:nvGrpSpPr>
        <p:cNvPr id="2088" name="Shape 2088"/>
        <p:cNvGrpSpPr/>
        <p:nvPr/>
      </p:nvGrpSpPr>
      <p:grpSpPr>
        <a:xfrm>
          <a:off x="0" y="0"/>
          <a:ext cx="0" cy="0"/>
          <a:chOff x="0" y="0"/>
          <a:chExt cx="0" cy="0"/>
        </a:xfrm>
      </p:grpSpPr>
      <p:sp>
        <p:nvSpPr>
          <p:cNvPr id="2089" name="Google Shape;2089;p481"/>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2090" name="Google Shape;2090;p481"/>
          <p:cNvSpPr txBox="1"/>
          <p:nvPr>
            <p:ph type="title"/>
          </p:nvPr>
        </p:nvSpPr>
        <p:spPr>
          <a:xfrm>
            <a:off x="457200" y="507990"/>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sldLayout>
</file>

<file path=ppt/slideLayouts/slideLayout4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mall Image + Text">
  <p:cSld name="Title + Small Image + Text">
    <p:spTree>
      <p:nvGrpSpPr>
        <p:cNvPr id="2091" name="Shape 2091"/>
        <p:cNvGrpSpPr/>
        <p:nvPr/>
      </p:nvGrpSpPr>
      <p:grpSpPr>
        <a:xfrm>
          <a:off x="0" y="0"/>
          <a:ext cx="0" cy="0"/>
          <a:chOff x="0" y="0"/>
          <a:chExt cx="0" cy="0"/>
        </a:xfrm>
      </p:grpSpPr>
      <p:sp>
        <p:nvSpPr>
          <p:cNvPr id="2092" name="Google Shape;2092;p482"/>
          <p:cNvSpPr/>
          <p:nvPr>
            <p:ph idx="2" type="pic"/>
          </p:nvPr>
        </p:nvSpPr>
        <p:spPr>
          <a:xfrm>
            <a:off x="0" y="2900000"/>
            <a:ext cx="9144000" cy="2814900"/>
          </a:xfrm>
          <a:prstGeom prst="roundRect">
            <a:avLst>
              <a:gd fmla="val 1254" name="adj"/>
            </a:avLst>
          </a:prstGeom>
          <a:noFill/>
          <a:ln>
            <a:noFill/>
          </a:ln>
        </p:spPr>
      </p:sp>
      <p:sp>
        <p:nvSpPr>
          <p:cNvPr id="2093" name="Google Shape;2093;p482"/>
          <p:cNvSpPr txBox="1"/>
          <p:nvPr>
            <p:ph type="title"/>
          </p:nvPr>
        </p:nvSpPr>
        <p:spPr>
          <a:xfrm>
            <a:off x="457200" y="1423167"/>
            <a:ext cx="3667500" cy="1080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094" name="Google Shape;2094;p482"/>
          <p:cNvSpPr txBox="1"/>
          <p:nvPr>
            <p:ph idx="1" type="subTitle"/>
          </p:nvPr>
        </p:nvSpPr>
        <p:spPr>
          <a:xfrm>
            <a:off x="457200" y="904500"/>
            <a:ext cx="36675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2095" name="Google Shape;2095;p482"/>
          <p:cNvSpPr txBox="1"/>
          <p:nvPr>
            <p:ph idx="3" type="body"/>
          </p:nvPr>
        </p:nvSpPr>
        <p:spPr>
          <a:xfrm>
            <a:off x="4581600" y="508000"/>
            <a:ext cx="4105200" cy="2391900"/>
          </a:xfrm>
          <a:prstGeom prst="rect">
            <a:avLst/>
          </a:prstGeom>
        </p:spPr>
        <p:txBody>
          <a:bodyPr anchorCtr="0" anchor="t" bIns="91425" lIns="0" spcFirstLastPara="1" rIns="0" wrap="square" tIns="0">
            <a:sp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Tree>
  </p:cSld>
  <p:clrMapOvr>
    <a:masterClrMapping/>
  </p:clrMapOvr>
</p:sldLayout>
</file>

<file path=ppt/slideLayouts/slideLayout4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Cover 2">
  <p:cSld name="Section Cover 2">
    <p:bg>
      <p:bgPr>
        <a:blipFill>
          <a:blip r:embed="rId2">
            <a:alphaModFix/>
          </a:blip>
          <a:stretch>
            <a:fillRect/>
          </a:stretch>
        </a:blipFill>
      </p:bgPr>
    </p:bg>
    <p:spTree>
      <p:nvGrpSpPr>
        <p:cNvPr id="2096" name="Shape 2096"/>
        <p:cNvGrpSpPr/>
        <p:nvPr/>
      </p:nvGrpSpPr>
      <p:grpSpPr>
        <a:xfrm>
          <a:off x="0" y="0"/>
          <a:ext cx="0" cy="0"/>
          <a:chOff x="0" y="0"/>
          <a:chExt cx="0" cy="0"/>
        </a:xfrm>
      </p:grpSpPr>
      <p:sp>
        <p:nvSpPr>
          <p:cNvPr id="2097" name="Google Shape;2097;p483"/>
          <p:cNvSpPr txBox="1"/>
          <p:nvPr>
            <p:ph type="title"/>
          </p:nvPr>
        </p:nvSpPr>
        <p:spPr>
          <a:xfrm>
            <a:off x="457200" y="508000"/>
            <a:ext cx="5010300" cy="1734900"/>
          </a:xfrm>
          <a:prstGeom prst="rect">
            <a:avLst/>
          </a:prstGeom>
        </p:spPr>
        <p:txBody>
          <a:bodyPr anchorCtr="0" anchor="t" bIns="0" lIns="0" spcFirstLastPara="1" rIns="0" wrap="square" tIns="0">
            <a:noAutofit/>
          </a:bodyPr>
          <a:lstStyle>
            <a:lvl1pPr indent="0" lvl="0" marL="0" marR="0">
              <a:lnSpc>
                <a:spcPct val="80000"/>
              </a:lnSpc>
              <a:spcBef>
                <a:spcPts val="0"/>
              </a:spcBef>
              <a:spcAft>
                <a:spcPts val="0"/>
              </a:spcAft>
              <a:buNone/>
              <a:defRPr sz="4800">
                <a:solidFill>
                  <a:schemeClr val="lt1"/>
                </a:solidFill>
              </a:defRPr>
            </a:lvl1pPr>
            <a:lvl2pPr lvl="1">
              <a:lnSpc>
                <a:spcPct val="100000"/>
              </a:lnSpc>
              <a:spcBef>
                <a:spcPts val="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
        <p:nvSpPr>
          <p:cNvPr id="2098" name="Google Shape;2098;p483"/>
          <p:cNvSpPr txBox="1"/>
          <p:nvPr>
            <p:ph idx="1" type="subTitle"/>
          </p:nvPr>
        </p:nvSpPr>
        <p:spPr>
          <a:xfrm>
            <a:off x="457200" y="2243000"/>
            <a:ext cx="5010300" cy="434100"/>
          </a:xfrm>
          <a:prstGeom prst="rect">
            <a:avLst/>
          </a:prstGeom>
        </p:spPr>
        <p:txBody>
          <a:bodyPr anchorCtr="0" anchor="ctr" bIns="0" lIns="0" spcFirstLastPara="1" rIns="0" wrap="square" tIns="0">
            <a:spAutoFit/>
          </a:bodyPr>
          <a:lstStyle>
            <a:lvl1pPr indent="0" lvl="0" marL="0" marR="0">
              <a:lnSpc>
                <a:spcPct val="115000"/>
              </a:lnSpc>
              <a:spcBef>
                <a:spcPts val="0"/>
              </a:spcBef>
              <a:spcAft>
                <a:spcPts val="0"/>
              </a:spcAft>
              <a:buNone/>
              <a:defRPr sz="2000">
                <a:solidFill>
                  <a:schemeClr val="lt1"/>
                </a:solidFill>
              </a:defRPr>
            </a:lvl1pPr>
            <a:lvl2pPr indent="0" lvl="1" marL="0" marR="0">
              <a:lnSpc>
                <a:spcPct val="115000"/>
              </a:lnSpc>
              <a:spcBef>
                <a:spcPts val="0"/>
              </a:spcBef>
              <a:spcAft>
                <a:spcPts val="0"/>
              </a:spcAft>
              <a:buNone/>
              <a:defRPr sz="2000">
                <a:solidFill>
                  <a:schemeClr val="lt1"/>
                </a:solidFill>
              </a:defRPr>
            </a:lvl2pPr>
            <a:lvl3pPr indent="0" lvl="2" marL="0" marR="0">
              <a:lnSpc>
                <a:spcPct val="115000"/>
              </a:lnSpc>
              <a:spcBef>
                <a:spcPts val="0"/>
              </a:spcBef>
              <a:spcAft>
                <a:spcPts val="0"/>
              </a:spcAft>
              <a:buNone/>
              <a:defRPr sz="2000">
                <a:solidFill>
                  <a:schemeClr val="lt1"/>
                </a:solidFill>
              </a:defRPr>
            </a:lvl3pPr>
            <a:lvl4pPr indent="0" lvl="3" marL="0" marR="0">
              <a:lnSpc>
                <a:spcPct val="115000"/>
              </a:lnSpc>
              <a:spcBef>
                <a:spcPts val="0"/>
              </a:spcBef>
              <a:spcAft>
                <a:spcPts val="0"/>
              </a:spcAft>
              <a:buNone/>
              <a:defRPr sz="2000">
                <a:solidFill>
                  <a:schemeClr val="lt1"/>
                </a:solidFill>
              </a:defRPr>
            </a:lvl4pPr>
            <a:lvl5pPr indent="0" lvl="4" marL="0" marR="0">
              <a:lnSpc>
                <a:spcPct val="115000"/>
              </a:lnSpc>
              <a:spcBef>
                <a:spcPts val="0"/>
              </a:spcBef>
              <a:spcAft>
                <a:spcPts val="0"/>
              </a:spcAft>
              <a:buNone/>
              <a:defRPr sz="2000">
                <a:solidFill>
                  <a:schemeClr val="lt1"/>
                </a:solidFill>
              </a:defRPr>
            </a:lvl5pPr>
            <a:lvl6pPr indent="0" lvl="5" marL="0" marR="0">
              <a:lnSpc>
                <a:spcPct val="115000"/>
              </a:lnSpc>
              <a:spcBef>
                <a:spcPts val="0"/>
              </a:spcBef>
              <a:spcAft>
                <a:spcPts val="0"/>
              </a:spcAft>
              <a:buNone/>
              <a:defRPr sz="2000">
                <a:solidFill>
                  <a:schemeClr val="lt1"/>
                </a:solidFill>
              </a:defRPr>
            </a:lvl6pPr>
            <a:lvl7pPr indent="0" lvl="6" marL="0" marR="0">
              <a:lnSpc>
                <a:spcPct val="115000"/>
              </a:lnSpc>
              <a:spcBef>
                <a:spcPts val="0"/>
              </a:spcBef>
              <a:spcAft>
                <a:spcPts val="0"/>
              </a:spcAft>
              <a:buNone/>
              <a:defRPr sz="2000">
                <a:solidFill>
                  <a:schemeClr val="lt1"/>
                </a:solidFill>
              </a:defRPr>
            </a:lvl7pPr>
            <a:lvl8pPr indent="0" lvl="7" marL="0" marR="0">
              <a:lnSpc>
                <a:spcPct val="115000"/>
              </a:lnSpc>
              <a:spcBef>
                <a:spcPts val="0"/>
              </a:spcBef>
              <a:spcAft>
                <a:spcPts val="0"/>
              </a:spcAft>
              <a:buNone/>
              <a:defRPr sz="2000">
                <a:solidFill>
                  <a:schemeClr val="lt1"/>
                </a:solidFill>
              </a:defRPr>
            </a:lvl8pPr>
            <a:lvl9pPr indent="0" lvl="8" marL="0" marR="0">
              <a:lnSpc>
                <a:spcPct val="115000"/>
              </a:lnSpc>
              <a:spcBef>
                <a:spcPts val="0"/>
              </a:spcBef>
              <a:spcAft>
                <a:spcPts val="0"/>
              </a:spcAft>
              <a:buNone/>
              <a:defRPr sz="2000">
                <a:solidFill>
                  <a:schemeClr val="lt1"/>
                </a:solidFill>
              </a:defRPr>
            </a:lvl9pPr>
          </a:lstStyle>
          <a:p/>
        </p:txBody>
      </p:sp>
    </p:spTree>
  </p:cSld>
  <p:clrMapOvr>
    <a:masterClrMapping/>
  </p:clrMapOvr>
</p:sldLayout>
</file>

<file path=ppt/slideLayouts/slideLayout4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s with icons 1">
  <p:cSld name="Highlights with icons 1">
    <p:spTree>
      <p:nvGrpSpPr>
        <p:cNvPr id="2099" name="Shape 2099"/>
        <p:cNvGrpSpPr/>
        <p:nvPr/>
      </p:nvGrpSpPr>
      <p:grpSpPr>
        <a:xfrm>
          <a:off x="0" y="0"/>
          <a:ext cx="0" cy="0"/>
          <a:chOff x="0" y="0"/>
          <a:chExt cx="0" cy="0"/>
        </a:xfrm>
      </p:grpSpPr>
      <p:sp>
        <p:nvSpPr>
          <p:cNvPr id="2100" name="Google Shape;2100;p484"/>
          <p:cNvSpPr txBox="1"/>
          <p:nvPr>
            <p:ph idx="12" type="sldNum"/>
          </p:nvPr>
        </p:nvSpPr>
        <p:spPr>
          <a:xfrm>
            <a:off x="8572500" y="5080004"/>
            <a:ext cx="571500" cy="635100"/>
          </a:xfrm>
          <a:prstGeom prst="rect">
            <a:avLst/>
          </a:prstGeom>
          <a:noFill/>
          <a:ln>
            <a:noFill/>
          </a:ln>
        </p:spPr>
        <p:txBody>
          <a:bodyPr anchorCtr="0" anchor="t" bIns="121900" lIns="121900" spcFirstLastPara="1" rIns="121900" wrap="square" tIns="121900">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2101" name="Google Shape;2101;p484"/>
          <p:cNvSpPr/>
          <p:nvPr>
            <p:ph idx="2" type="pic"/>
          </p:nvPr>
        </p:nvSpPr>
        <p:spPr>
          <a:xfrm>
            <a:off x="0" y="0"/>
            <a:ext cx="9144000" cy="2814900"/>
          </a:xfrm>
          <a:prstGeom prst="roundRect">
            <a:avLst>
              <a:gd fmla="val 1254" name="adj"/>
            </a:avLst>
          </a:prstGeom>
          <a:noFill/>
          <a:ln>
            <a:noFill/>
          </a:ln>
        </p:spPr>
      </p:sp>
      <p:sp>
        <p:nvSpPr>
          <p:cNvPr id="2102" name="Google Shape;2102;p484"/>
          <p:cNvSpPr txBox="1"/>
          <p:nvPr>
            <p:ph type="title"/>
          </p:nvPr>
        </p:nvSpPr>
        <p:spPr>
          <a:xfrm>
            <a:off x="457200" y="3730167"/>
            <a:ext cx="3667500" cy="1080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103" name="Google Shape;2103;p484"/>
          <p:cNvSpPr txBox="1"/>
          <p:nvPr>
            <p:ph idx="1" type="subTitle"/>
          </p:nvPr>
        </p:nvSpPr>
        <p:spPr>
          <a:xfrm>
            <a:off x="457200" y="3211500"/>
            <a:ext cx="36675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2104" name="Google Shape;2104;p484"/>
          <p:cNvSpPr txBox="1"/>
          <p:nvPr>
            <p:ph idx="3" type="body"/>
          </p:nvPr>
        </p:nvSpPr>
        <p:spPr>
          <a:xfrm>
            <a:off x="4581600" y="2815000"/>
            <a:ext cx="4105200" cy="2391900"/>
          </a:xfrm>
          <a:prstGeom prst="rect">
            <a:avLst/>
          </a:prstGeom>
        </p:spPr>
        <p:txBody>
          <a:bodyPr anchorCtr="0" anchor="t" bIns="0" lIns="0" spcFirstLastPara="1" rIns="0" wrap="square" tIns="91425">
            <a:sp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Tree>
  </p:cSld>
  <p:clrMapOvr>
    <a:masterClrMapping/>
  </p:clrMapOvr>
</p:sldLayout>
</file>

<file path=ppt/slideLayouts/slideLayout4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hree columns 3">
  <p:cSld name="Content title and three columns 3">
    <p:spTree>
      <p:nvGrpSpPr>
        <p:cNvPr id="2105" name="Shape 2105"/>
        <p:cNvGrpSpPr/>
        <p:nvPr/>
      </p:nvGrpSpPr>
      <p:grpSpPr>
        <a:xfrm>
          <a:off x="0" y="0"/>
          <a:ext cx="0" cy="0"/>
          <a:chOff x="0" y="0"/>
          <a:chExt cx="0" cy="0"/>
        </a:xfrm>
      </p:grpSpPr>
      <p:sp>
        <p:nvSpPr>
          <p:cNvPr id="2106" name="Google Shape;2106;p485"/>
          <p:cNvSpPr txBox="1"/>
          <p:nvPr>
            <p:ph type="title"/>
          </p:nvPr>
        </p:nvSpPr>
        <p:spPr>
          <a:xfrm>
            <a:off x="457200" y="1525583"/>
            <a:ext cx="2744100" cy="614100"/>
          </a:xfrm>
          <a:prstGeom prst="rect">
            <a:avLst/>
          </a:prstGeom>
          <a:noFill/>
          <a:ln>
            <a:noFill/>
          </a:ln>
        </p:spPr>
        <p:txBody>
          <a:bodyPr anchorCtr="0" anchor="t" bIns="0" lIns="182875" spcFirstLastPara="1" rIns="182875" wrap="square" tIns="0">
            <a:noAutofit/>
          </a:bodyPr>
          <a:lstStyle>
            <a:lvl1pPr lvl="0"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9pPr>
          </a:lstStyle>
          <a:p/>
        </p:txBody>
      </p:sp>
      <p:sp>
        <p:nvSpPr>
          <p:cNvPr id="2107" name="Google Shape;2107;p485"/>
          <p:cNvSpPr txBox="1"/>
          <p:nvPr>
            <p:ph idx="2" type="title"/>
          </p:nvPr>
        </p:nvSpPr>
        <p:spPr>
          <a:xfrm>
            <a:off x="3199950" y="1525583"/>
            <a:ext cx="2744100" cy="614100"/>
          </a:xfrm>
          <a:prstGeom prst="rect">
            <a:avLst/>
          </a:prstGeom>
          <a:noFill/>
          <a:ln>
            <a:noFill/>
          </a:ln>
        </p:spPr>
        <p:txBody>
          <a:bodyPr anchorCtr="0" anchor="t" bIns="0" lIns="182875" spcFirstLastPara="1" rIns="182875" wrap="square" tIns="0">
            <a:noAutofit/>
          </a:bodyPr>
          <a:lstStyle>
            <a:lvl1pPr lvl="0"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9pPr>
          </a:lstStyle>
          <a:p/>
        </p:txBody>
      </p:sp>
      <p:sp>
        <p:nvSpPr>
          <p:cNvPr id="2108" name="Google Shape;2108;p485"/>
          <p:cNvSpPr txBox="1"/>
          <p:nvPr>
            <p:ph idx="3" type="title"/>
          </p:nvPr>
        </p:nvSpPr>
        <p:spPr>
          <a:xfrm>
            <a:off x="5944050" y="1525583"/>
            <a:ext cx="2744100" cy="614100"/>
          </a:xfrm>
          <a:prstGeom prst="rect">
            <a:avLst/>
          </a:prstGeom>
          <a:noFill/>
          <a:ln>
            <a:noFill/>
          </a:ln>
        </p:spPr>
        <p:txBody>
          <a:bodyPr anchorCtr="0" anchor="t" bIns="0" lIns="182875" spcFirstLastPara="1" rIns="182875" wrap="square" tIns="0">
            <a:noAutofit/>
          </a:bodyPr>
          <a:lstStyle>
            <a:lvl1pPr lvl="0"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9pPr>
          </a:lstStyle>
          <a:p/>
        </p:txBody>
      </p:sp>
      <p:sp>
        <p:nvSpPr>
          <p:cNvPr id="2109" name="Google Shape;2109;p485"/>
          <p:cNvSpPr txBox="1"/>
          <p:nvPr>
            <p:ph idx="4" type="title"/>
          </p:nvPr>
        </p:nvSpPr>
        <p:spPr>
          <a:xfrm>
            <a:off x="457200" y="507990"/>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110" name="Google Shape;2110;p485"/>
          <p:cNvSpPr txBox="1"/>
          <p:nvPr>
            <p:ph idx="1" type="body"/>
          </p:nvPr>
        </p:nvSpPr>
        <p:spPr>
          <a:xfrm>
            <a:off x="457200" y="2139583"/>
            <a:ext cx="2744100" cy="3067800"/>
          </a:xfrm>
          <a:prstGeom prst="rect">
            <a:avLst/>
          </a:prstGeom>
        </p:spPr>
        <p:txBody>
          <a:bodyPr anchorCtr="0" anchor="t" bIns="0" lIns="182875" spcFirstLastPara="1" rIns="182875"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2111" name="Google Shape;2111;p485"/>
          <p:cNvSpPr txBox="1"/>
          <p:nvPr>
            <p:ph idx="5" type="body"/>
          </p:nvPr>
        </p:nvSpPr>
        <p:spPr>
          <a:xfrm>
            <a:off x="3199950" y="2139583"/>
            <a:ext cx="2744100" cy="3067800"/>
          </a:xfrm>
          <a:prstGeom prst="rect">
            <a:avLst/>
          </a:prstGeom>
        </p:spPr>
        <p:txBody>
          <a:bodyPr anchorCtr="0" anchor="t" bIns="0" lIns="182875" spcFirstLastPara="1" rIns="182875"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2112" name="Google Shape;2112;p485"/>
          <p:cNvSpPr txBox="1"/>
          <p:nvPr>
            <p:ph idx="6" type="body"/>
          </p:nvPr>
        </p:nvSpPr>
        <p:spPr>
          <a:xfrm>
            <a:off x="5944050" y="2139583"/>
            <a:ext cx="2744100" cy="3067800"/>
          </a:xfrm>
          <a:prstGeom prst="rect">
            <a:avLst/>
          </a:prstGeom>
        </p:spPr>
        <p:txBody>
          <a:bodyPr anchorCtr="0" anchor="t" bIns="0" lIns="182875" spcFirstLastPara="1" rIns="182875"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4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two columns">
  <p:cSld name="Chapter title and two columns">
    <p:spTree>
      <p:nvGrpSpPr>
        <p:cNvPr id="2113" name="Shape 2113"/>
        <p:cNvGrpSpPr/>
        <p:nvPr/>
      </p:nvGrpSpPr>
      <p:grpSpPr>
        <a:xfrm>
          <a:off x="0" y="0"/>
          <a:ext cx="0" cy="0"/>
          <a:chOff x="0" y="0"/>
          <a:chExt cx="0" cy="0"/>
        </a:xfrm>
      </p:grpSpPr>
      <p:sp>
        <p:nvSpPr>
          <p:cNvPr id="2114" name="Google Shape;2114;p486"/>
          <p:cNvSpPr txBox="1"/>
          <p:nvPr>
            <p:ph type="title"/>
          </p:nvPr>
        </p:nvSpPr>
        <p:spPr>
          <a:xfrm>
            <a:off x="457200" y="1525583"/>
            <a:ext cx="3661500" cy="614100"/>
          </a:xfrm>
          <a:prstGeom prst="rect">
            <a:avLst/>
          </a:prstGeom>
          <a:noFill/>
          <a:ln>
            <a:noFill/>
          </a:ln>
        </p:spPr>
        <p:txBody>
          <a:bodyPr anchorCtr="0" anchor="t" bIns="0" lIns="0" spcFirstLastPara="1" rIns="182875" wrap="square" tIns="0">
            <a:noAutofit/>
          </a:bodyPr>
          <a:lstStyle>
            <a:lvl1pPr lvl="0"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9pPr>
          </a:lstStyle>
          <a:p/>
        </p:txBody>
      </p:sp>
      <p:sp>
        <p:nvSpPr>
          <p:cNvPr id="2115" name="Google Shape;2115;p486"/>
          <p:cNvSpPr txBox="1"/>
          <p:nvPr>
            <p:ph idx="2" type="title"/>
          </p:nvPr>
        </p:nvSpPr>
        <p:spPr>
          <a:xfrm>
            <a:off x="4570999" y="1525583"/>
            <a:ext cx="3661500" cy="614100"/>
          </a:xfrm>
          <a:prstGeom prst="rect">
            <a:avLst/>
          </a:prstGeom>
          <a:noFill/>
          <a:ln>
            <a:noFill/>
          </a:ln>
        </p:spPr>
        <p:txBody>
          <a:bodyPr anchorCtr="0" anchor="t" bIns="0" lIns="0" spcFirstLastPara="1" rIns="182875" wrap="square" tIns="0">
            <a:noAutofit/>
          </a:bodyPr>
          <a:lstStyle>
            <a:lvl1pPr lvl="0"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9pPr>
          </a:lstStyle>
          <a:p/>
        </p:txBody>
      </p:sp>
      <p:sp>
        <p:nvSpPr>
          <p:cNvPr id="2116" name="Google Shape;2116;p486"/>
          <p:cNvSpPr txBox="1"/>
          <p:nvPr>
            <p:ph idx="3" type="title"/>
          </p:nvPr>
        </p:nvSpPr>
        <p:spPr>
          <a:xfrm>
            <a:off x="457200" y="507990"/>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117" name="Google Shape;2117;p486"/>
          <p:cNvSpPr txBox="1"/>
          <p:nvPr>
            <p:ph idx="1" type="body"/>
          </p:nvPr>
        </p:nvSpPr>
        <p:spPr>
          <a:xfrm>
            <a:off x="457200" y="2139583"/>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2118" name="Google Shape;2118;p486"/>
          <p:cNvSpPr txBox="1"/>
          <p:nvPr>
            <p:ph idx="4" type="body"/>
          </p:nvPr>
        </p:nvSpPr>
        <p:spPr>
          <a:xfrm>
            <a:off x="4571000" y="2139583"/>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sldLayout>
</file>

<file path=ppt/slideLayouts/slideLayout4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four columns 2">
  <p:cSld name="Content title and four columns 2">
    <p:spTree>
      <p:nvGrpSpPr>
        <p:cNvPr id="2119" name="Shape 2119"/>
        <p:cNvGrpSpPr/>
        <p:nvPr/>
      </p:nvGrpSpPr>
      <p:grpSpPr>
        <a:xfrm>
          <a:off x="0" y="0"/>
          <a:ext cx="0" cy="0"/>
          <a:chOff x="0" y="0"/>
          <a:chExt cx="0" cy="0"/>
        </a:xfrm>
      </p:grpSpPr>
      <p:sp>
        <p:nvSpPr>
          <p:cNvPr id="2120" name="Google Shape;2120;p487"/>
          <p:cNvSpPr txBox="1"/>
          <p:nvPr>
            <p:ph idx="12" type="sldNum"/>
          </p:nvPr>
        </p:nvSpPr>
        <p:spPr>
          <a:xfrm>
            <a:off x="8472458" y="5181352"/>
            <a:ext cx="548700" cy="4374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2121" name="Google Shape;2121;p487"/>
          <p:cNvSpPr txBox="1"/>
          <p:nvPr>
            <p:ph type="title"/>
          </p:nvPr>
        </p:nvSpPr>
        <p:spPr>
          <a:xfrm>
            <a:off x="457200" y="1525583"/>
            <a:ext cx="3201900" cy="734700"/>
          </a:xfrm>
          <a:prstGeom prst="rect">
            <a:avLst/>
          </a:prstGeom>
          <a:noFill/>
          <a:ln>
            <a:noFill/>
          </a:ln>
        </p:spPr>
        <p:txBody>
          <a:bodyPr anchorCtr="0" anchor="ctr" bIns="0" lIns="0" spcFirstLastPara="1" rIns="182875" wrap="square" tIns="0">
            <a:noAutofit/>
          </a:bodyPr>
          <a:lstStyle>
            <a:lvl1pPr lvl="0"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9pPr>
          </a:lstStyle>
          <a:p/>
        </p:txBody>
      </p:sp>
      <p:sp>
        <p:nvSpPr>
          <p:cNvPr id="2122" name="Google Shape;2122;p487"/>
          <p:cNvSpPr txBox="1"/>
          <p:nvPr>
            <p:ph idx="2" type="title"/>
          </p:nvPr>
        </p:nvSpPr>
        <p:spPr>
          <a:xfrm>
            <a:off x="457200" y="2462663"/>
            <a:ext cx="3201900" cy="734700"/>
          </a:xfrm>
          <a:prstGeom prst="rect">
            <a:avLst/>
          </a:prstGeom>
          <a:noFill/>
          <a:ln>
            <a:noFill/>
          </a:ln>
        </p:spPr>
        <p:txBody>
          <a:bodyPr anchorCtr="0" anchor="ctr" bIns="0" lIns="0" spcFirstLastPara="1" rIns="182875" wrap="square" tIns="0">
            <a:noAutofit/>
          </a:bodyPr>
          <a:lstStyle>
            <a:lvl1pPr lvl="0"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9pPr>
          </a:lstStyle>
          <a:p/>
        </p:txBody>
      </p:sp>
      <p:sp>
        <p:nvSpPr>
          <p:cNvPr id="2123" name="Google Shape;2123;p487"/>
          <p:cNvSpPr txBox="1"/>
          <p:nvPr>
            <p:ph idx="3" type="title"/>
          </p:nvPr>
        </p:nvSpPr>
        <p:spPr>
          <a:xfrm>
            <a:off x="457200" y="3399743"/>
            <a:ext cx="3201900" cy="734700"/>
          </a:xfrm>
          <a:prstGeom prst="rect">
            <a:avLst/>
          </a:prstGeom>
          <a:noFill/>
          <a:ln>
            <a:noFill/>
          </a:ln>
        </p:spPr>
        <p:txBody>
          <a:bodyPr anchorCtr="0" anchor="ctr" bIns="0" lIns="0" spcFirstLastPara="1" rIns="182875" wrap="square" tIns="0">
            <a:noAutofit/>
          </a:bodyPr>
          <a:lstStyle>
            <a:lvl1pPr lvl="0"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9pPr>
          </a:lstStyle>
          <a:p/>
        </p:txBody>
      </p:sp>
      <p:sp>
        <p:nvSpPr>
          <p:cNvPr id="2124" name="Google Shape;2124;p487"/>
          <p:cNvSpPr txBox="1"/>
          <p:nvPr>
            <p:ph idx="4" type="title"/>
          </p:nvPr>
        </p:nvSpPr>
        <p:spPr>
          <a:xfrm>
            <a:off x="457200" y="4336822"/>
            <a:ext cx="3201900" cy="734700"/>
          </a:xfrm>
          <a:prstGeom prst="rect">
            <a:avLst/>
          </a:prstGeom>
          <a:noFill/>
          <a:ln>
            <a:noFill/>
          </a:ln>
        </p:spPr>
        <p:txBody>
          <a:bodyPr anchorCtr="0" anchor="ctr" bIns="0" lIns="0" spcFirstLastPara="1" rIns="182875" wrap="square" tIns="0">
            <a:noAutofit/>
          </a:bodyPr>
          <a:lstStyle>
            <a:lvl1pPr lvl="0"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9pPr>
          </a:lstStyle>
          <a:p/>
        </p:txBody>
      </p:sp>
      <p:sp>
        <p:nvSpPr>
          <p:cNvPr id="2125" name="Google Shape;2125;p487"/>
          <p:cNvSpPr txBox="1"/>
          <p:nvPr>
            <p:ph idx="5" type="title"/>
          </p:nvPr>
        </p:nvSpPr>
        <p:spPr>
          <a:xfrm>
            <a:off x="457200" y="507990"/>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126" name="Google Shape;2126;p487"/>
          <p:cNvSpPr txBox="1"/>
          <p:nvPr>
            <p:ph idx="1" type="body"/>
          </p:nvPr>
        </p:nvSpPr>
        <p:spPr>
          <a:xfrm>
            <a:off x="3664275" y="4336833"/>
            <a:ext cx="4105200" cy="7347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
        <p:nvSpPr>
          <p:cNvPr id="2127" name="Google Shape;2127;p487"/>
          <p:cNvSpPr txBox="1"/>
          <p:nvPr>
            <p:ph idx="6" type="body"/>
          </p:nvPr>
        </p:nvSpPr>
        <p:spPr>
          <a:xfrm>
            <a:off x="3664275" y="3399750"/>
            <a:ext cx="4105200" cy="7347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
        <p:nvSpPr>
          <p:cNvPr id="2128" name="Google Shape;2128;p487"/>
          <p:cNvSpPr txBox="1"/>
          <p:nvPr>
            <p:ph idx="7" type="body"/>
          </p:nvPr>
        </p:nvSpPr>
        <p:spPr>
          <a:xfrm>
            <a:off x="3664275" y="2462667"/>
            <a:ext cx="4105200" cy="7347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
        <p:nvSpPr>
          <p:cNvPr id="2129" name="Google Shape;2129;p487"/>
          <p:cNvSpPr txBox="1"/>
          <p:nvPr>
            <p:ph idx="8" type="body"/>
          </p:nvPr>
        </p:nvSpPr>
        <p:spPr>
          <a:xfrm>
            <a:off x="3664275" y="1525583"/>
            <a:ext cx="4105200" cy="7347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Tree>
  </p:cSld>
  <p:clrMapOvr>
    <a:masterClrMapping/>
  </p:clrMapOvr>
</p:sldLayout>
</file>

<file path=ppt/slideLayouts/slideLayout4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ig picture">
  <p:cSld name="Title and big picture">
    <p:bg>
      <p:bgPr>
        <a:blipFill>
          <a:blip r:embed="rId2">
            <a:alphaModFix/>
          </a:blip>
          <a:stretch>
            <a:fillRect/>
          </a:stretch>
        </a:blipFill>
      </p:bgPr>
    </p:bg>
    <p:spTree>
      <p:nvGrpSpPr>
        <p:cNvPr id="2130" name="Shape 2130"/>
        <p:cNvGrpSpPr/>
        <p:nvPr/>
      </p:nvGrpSpPr>
      <p:grpSpPr>
        <a:xfrm>
          <a:off x="0" y="0"/>
          <a:ext cx="0" cy="0"/>
          <a:chOff x="0" y="0"/>
          <a:chExt cx="0" cy="0"/>
        </a:xfrm>
      </p:grpSpPr>
      <p:pic>
        <p:nvPicPr>
          <p:cNvPr id="2131" name="Google Shape;2131;p488" title="Mesh Holographic Gradients - Dark Gradient 28.png"/>
          <p:cNvPicPr preferRelativeResize="0"/>
          <p:nvPr/>
        </p:nvPicPr>
        <p:blipFill>
          <a:blip r:embed="rId2">
            <a:alphaModFix/>
          </a:blip>
          <a:stretch>
            <a:fillRect/>
          </a:stretch>
        </p:blipFill>
        <p:spPr>
          <a:xfrm flipH="1" rot="10800000">
            <a:off x="0" y="573151"/>
            <a:ext cx="9141077" cy="5141850"/>
          </a:xfrm>
          <a:prstGeom prst="rect">
            <a:avLst/>
          </a:prstGeom>
          <a:noFill/>
          <a:ln>
            <a:noFill/>
          </a:ln>
        </p:spPr>
      </p:pic>
      <p:sp>
        <p:nvSpPr>
          <p:cNvPr id="2132" name="Google Shape;2132;p488"/>
          <p:cNvSpPr txBox="1"/>
          <p:nvPr>
            <p:ph type="title"/>
          </p:nvPr>
        </p:nvSpPr>
        <p:spPr>
          <a:xfrm>
            <a:off x="457200" y="3472000"/>
            <a:ext cx="5010300" cy="17349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4800">
                <a:solidFill>
                  <a:schemeClr val="lt1"/>
                </a:solidFill>
              </a:defRPr>
            </a:lvl1pPr>
            <a:lvl2pPr lvl="1">
              <a:lnSpc>
                <a:spcPct val="100000"/>
              </a:lnSpc>
              <a:spcBef>
                <a:spcPts val="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Tree>
  </p:cSld>
  <p:clrMapOvr>
    <a:masterClrMapping/>
  </p:clrMapOvr>
</p:sldLayout>
</file>

<file path=ppt/slideLayouts/slideLayout4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ist">
  <p:cSld name="Title and list">
    <p:spTree>
      <p:nvGrpSpPr>
        <p:cNvPr id="2133" name="Shape 2133"/>
        <p:cNvGrpSpPr/>
        <p:nvPr/>
      </p:nvGrpSpPr>
      <p:grpSpPr>
        <a:xfrm>
          <a:off x="0" y="0"/>
          <a:ext cx="0" cy="0"/>
          <a:chOff x="0" y="0"/>
          <a:chExt cx="0" cy="0"/>
        </a:xfrm>
      </p:grpSpPr>
      <p:sp>
        <p:nvSpPr>
          <p:cNvPr id="2134" name="Google Shape;2134;p489"/>
          <p:cNvSpPr txBox="1"/>
          <p:nvPr>
            <p:ph idx="12" type="sldNum"/>
          </p:nvPr>
        </p:nvSpPr>
        <p:spPr>
          <a:xfrm>
            <a:off x="8556784" y="5277612"/>
            <a:ext cx="548700" cy="437400"/>
          </a:xfrm>
          <a:prstGeom prst="rect">
            <a:avLst/>
          </a:prstGeom>
          <a:noFill/>
          <a:ln>
            <a:noFill/>
          </a:ln>
        </p:spPr>
        <p:txBody>
          <a:bodyPr anchorCtr="0" anchor="t" bIns="121900" lIns="121900" spcFirstLastPara="1" rIns="121900" wrap="square" tIns="121900">
            <a:noAutofit/>
          </a:bodyPr>
          <a:lstStyle>
            <a:lvl1pPr indent="0" lvl="0"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1pPr>
            <a:lvl2pPr indent="0" lvl="1"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2pPr>
            <a:lvl3pPr indent="0" lvl="2"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3pPr>
            <a:lvl4pPr indent="0" lvl="3"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4pPr>
            <a:lvl5pPr indent="0" lvl="4"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5pPr>
            <a:lvl6pPr indent="0" lvl="5"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6pPr>
            <a:lvl7pPr indent="0" lvl="6"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7pPr>
            <a:lvl8pPr indent="0" lvl="7"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8pPr>
            <a:lvl9pPr indent="0" lvl="8"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
        <p:nvSpPr>
          <p:cNvPr id="2135" name="Google Shape;2135;p489"/>
          <p:cNvSpPr txBox="1"/>
          <p:nvPr>
            <p:ph type="title"/>
          </p:nvPr>
        </p:nvSpPr>
        <p:spPr>
          <a:xfrm>
            <a:off x="457200" y="507990"/>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136" name="Google Shape;2136;p489"/>
          <p:cNvSpPr txBox="1"/>
          <p:nvPr>
            <p:ph idx="1" type="body"/>
          </p:nvPr>
        </p:nvSpPr>
        <p:spPr>
          <a:xfrm>
            <a:off x="457200" y="1130806"/>
            <a:ext cx="4105200" cy="40764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sldLayout>
</file>

<file path=ppt/slideLayouts/slideLayout4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ist 1">
  <p:cSld name="Title and list 1">
    <p:spTree>
      <p:nvGrpSpPr>
        <p:cNvPr id="2137" name="Shape 2137"/>
        <p:cNvGrpSpPr/>
        <p:nvPr/>
      </p:nvGrpSpPr>
      <p:grpSpPr>
        <a:xfrm>
          <a:off x="0" y="0"/>
          <a:ext cx="0" cy="0"/>
          <a:chOff x="0" y="0"/>
          <a:chExt cx="0" cy="0"/>
        </a:xfrm>
      </p:grpSpPr>
      <p:sp>
        <p:nvSpPr>
          <p:cNvPr id="2138" name="Google Shape;2138;p490"/>
          <p:cNvSpPr txBox="1"/>
          <p:nvPr>
            <p:ph idx="12" type="sldNum"/>
          </p:nvPr>
        </p:nvSpPr>
        <p:spPr>
          <a:xfrm>
            <a:off x="8556784" y="5277612"/>
            <a:ext cx="548700" cy="437400"/>
          </a:xfrm>
          <a:prstGeom prst="rect">
            <a:avLst/>
          </a:prstGeom>
          <a:noFill/>
          <a:ln>
            <a:noFill/>
          </a:ln>
        </p:spPr>
        <p:txBody>
          <a:bodyPr anchorCtr="0" anchor="t" bIns="121900" lIns="121900" spcFirstLastPara="1" rIns="121900" wrap="square" tIns="121900">
            <a:noAutofit/>
          </a:bodyPr>
          <a:lstStyle>
            <a:lvl1pPr indent="0" lvl="0"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1pPr>
            <a:lvl2pPr indent="0" lvl="1"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2pPr>
            <a:lvl3pPr indent="0" lvl="2"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3pPr>
            <a:lvl4pPr indent="0" lvl="3"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4pPr>
            <a:lvl5pPr indent="0" lvl="4"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5pPr>
            <a:lvl6pPr indent="0" lvl="5"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6pPr>
            <a:lvl7pPr indent="0" lvl="6"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7pPr>
            <a:lvl8pPr indent="0" lvl="7"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8pPr>
            <a:lvl9pPr indent="0" lvl="8"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
        <p:nvSpPr>
          <p:cNvPr id="2139" name="Google Shape;2139;p490"/>
          <p:cNvSpPr txBox="1"/>
          <p:nvPr>
            <p:ph type="title"/>
          </p:nvPr>
        </p:nvSpPr>
        <p:spPr>
          <a:xfrm>
            <a:off x="457200" y="507990"/>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140" name="Google Shape;2140;p490"/>
          <p:cNvSpPr txBox="1"/>
          <p:nvPr>
            <p:ph idx="1" type="body"/>
          </p:nvPr>
        </p:nvSpPr>
        <p:spPr>
          <a:xfrm>
            <a:off x="457200" y="1130806"/>
            <a:ext cx="4105200" cy="40764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sldLayout>
</file>

<file path=ppt/slideLayouts/slideLayout4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out logo 2">
  <p:cSld name="Cover without logo 2">
    <p:bg>
      <p:bgPr>
        <a:blipFill>
          <a:blip r:embed="rId2">
            <a:alphaModFix/>
          </a:blip>
          <a:stretch>
            <a:fillRect/>
          </a:stretch>
        </a:blipFill>
      </p:bgPr>
    </p:bg>
    <p:spTree>
      <p:nvGrpSpPr>
        <p:cNvPr id="2141" name="Shape 2141"/>
        <p:cNvGrpSpPr/>
        <p:nvPr/>
      </p:nvGrpSpPr>
      <p:grpSpPr>
        <a:xfrm>
          <a:off x="0" y="0"/>
          <a:ext cx="0" cy="0"/>
          <a:chOff x="0" y="0"/>
          <a:chExt cx="0" cy="0"/>
        </a:xfrm>
      </p:grpSpPr>
      <p:pic>
        <p:nvPicPr>
          <p:cNvPr id="2142" name="Google Shape;2142;p491" title="Mesh Holographic Gradients - Dark Gradient 24.png"/>
          <p:cNvPicPr preferRelativeResize="0"/>
          <p:nvPr/>
        </p:nvPicPr>
        <p:blipFill>
          <a:blip r:embed="rId2">
            <a:alphaModFix/>
          </a:blip>
          <a:stretch>
            <a:fillRect/>
          </a:stretch>
        </p:blipFill>
        <p:spPr>
          <a:xfrm rot="10800000">
            <a:off x="0" y="571500"/>
            <a:ext cx="9144000" cy="5143500"/>
          </a:xfrm>
          <a:prstGeom prst="rect">
            <a:avLst/>
          </a:prstGeom>
          <a:noFill/>
          <a:ln>
            <a:noFill/>
          </a:ln>
        </p:spPr>
      </p:pic>
      <p:sp>
        <p:nvSpPr>
          <p:cNvPr id="2143" name="Google Shape;2143;p491"/>
          <p:cNvSpPr txBox="1"/>
          <p:nvPr>
            <p:ph type="title"/>
          </p:nvPr>
        </p:nvSpPr>
        <p:spPr>
          <a:xfrm>
            <a:off x="2066850" y="1688333"/>
            <a:ext cx="5010300" cy="1734900"/>
          </a:xfrm>
          <a:prstGeom prst="rect">
            <a:avLst/>
          </a:prstGeom>
        </p:spPr>
        <p:txBody>
          <a:bodyPr anchorCtr="0" anchor="b" bIns="0" lIns="0" spcFirstLastPara="1" rIns="0" wrap="square" tIns="0">
            <a:noAutofit/>
          </a:bodyPr>
          <a:lstStyle>
            <a:lvl1pPr indent="0" lvl="0" marL="0" marR="0" algn="ctr">
              <a:lnSpc>
                <a:spcPct val="100000"/>
              </a:lnSpc>
              <a:spcBef>
                <a:spcPts val="0"/>
              </a:spcBef>
              <a:spcAft>
                <a:spcPts val="0"/>
              </a:spcAft>
              <a:buNone/>
              <a:defRPr sz="4800">
                <a:solidFill>
                  <a:schemeClr val="lt1"/>
                </a:solidFill>
              </a:defRPr>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2144" name="Google Shape;2144;p491"/>
          <p:cNvSpPr txBox="1"/>
          <p:nvPr>
            <p:ph idx="1" type="subTitle"/>
          </p:nvPr>
        </p:nvSpPr>
        <p:spPr>
          <a:xfrm>
            <a:off x="2066850" y="3592667"/>
            <a:ext cx="5010300" cy="434100"/>
          </a:xfrm>
          <a:prstGeom prst="rect">
            <a:avLst/>
          </a:prstGeom>
        </p:spPr>
        <p:txBody>
          <a:bodyPr anchorCtr="0" anchor="b" bIns="0" lIns="0" spcFirstLastPara="1" rIns="0" wrap="square" tIns="0">
            <a:noAutofit/>
          </a:bodyPr>
          <a:lstStyle>
            <a:lvl1pPr indent="0" lvl="0" marL="0" marR="0" algn="ctr">
              <a:lnSpc>
                <a:spcPct val="100000"/>
              </a:lnSpc>
              <a:spcBef>
                <a:spcPts val="0"/>
              </a:spcBef>
              <a:spcAft>
                <a:spcPts val="0"/>
              </a:spcAft>
              <a:buNone/>
              <a:defRPr sz="2000">
                <a:solidFill>
                  <a:schemeClr val="lt1"/>
                </a:solidFill>
              </a:defRPr>
            </a:lvl1pPr>
            <a:lvl2pPr indent="0" lvl="1" marL="0" marR="0" algn="ctr">
              <a:lnSpc>
                <a:spcPct val="100000"/>
              </a:lnSpc>
              <a:spcBef>
                <a:spcPts val="0"/>
              </a:spcBef>
              <a:spcAft>
                <a:spcPts val="0"/>
              </a:spcAft>
              <a:buNone/>
              <a:defRPr sz="2000">
                <a:solidFill>
                  <a:schemeClr val="lt1"/>
                </a:solidFill>
              </a:defRPr>
            </a:lvl2pPr>
            <a:lvl3pPr indent="0" lvl="2" marL="0" marR="0" algn="ctr">
              <a:lnSpc>
                <a:spcPct val="100000"/>
              </a:lnSpc>
              <a:spcBef>
                <a:spcPts val="0"/>
              </a:spcBef>
              <a:spcAft>
                <a:spcPts val="0"/>
              </a:spcAft>
              <a:buNone/>
              <a:defRPr sz="2000">
                <a:solidFill>
                  <a:schemeClr val="lt1"/>
                </a:solidFill>
              </a:defRPr>
            </a:lvl3pPr>
            <a:lvl4pPr indent="0" lvl="3" marL="0" marR="0" algn="ctr">
              <a:lnSpc>
                <a:spcPct val="100000"/>
              </a:lnSpc>
              <a:spcBef>
                <a:spcPts val="0"/>
              </a:spcBef>
              <a:spcAft>
                <a:spcPts val="0"/>
              </a:spcAft>
              <a:buNone/>
              <a:defRPr sz="2000">
                <a:solidFill>
                  <a:schemeClr val="lt1"/>
                </a:solidFill>
              </a:defRPr>
            </a:lvl4pPr>
            <a:lvl5pPr indent="0" lvl="4" marL="0" marR="0" algn="ctr">
              <a:lnSpc>
                <a:spcPct val="100000"/>
              </a:lnSpc>
              <a:spcBef>
                <a:spcPts val="0"/>
              </a:spcBef>
              <a:spcAft>
                <a:spcPts val="0"/>
              </a:spcAft>
              <a:buNone/>
              <a:defRPr sz="2000">
                <a:solidFill>
                  <a:schemeClr val="lt1"/>
                </a:solidFill>
              </a:defRPr>
            </a:lvl5pPr>
            <a:lvl6pPr indent="0" lvl="5" marL="0" marR="0" algn="ctr">
              <a:lnSpc>
                <a:spcPct val="100000"/>
              </a:lnSpc>
              <a:spcBef>
                <a:spcPts val="0"/>
              </a:spcBef>
              <a:spcAft>
                <a:spcPts val="0"/>
              </a:spcAft>
              <a:buNone/>
              <a:defRPr sz="2000">
                <a:solidFill>
                  <a:schemeClr val="lt1"/>
                </a:solidFill>
              </a:defRPr>
            </a:lvl6pPr>
            <a:lvl7pPr indent="0" lvl="6" marL="0" marR="0" algn="ctr">
              <a:lnSpc>
                <a:spcPct val="100000"/>
              </a:lnSpc>
              <a:spcBef>
                <a:spcPts val="0"/>
              </a:spcBef>
              <a:spcAft>
                <a:spcPts val="0"/>
              </a:spcAft>
              <a:buNone/>
              <a:defRPr sz="2000">
                <a:solidFill>
                  <a:schemeClr val="lt1"/>
                </a:solidFill>
              </a:defRPr>
            </a:lvl7pPr>
            <a:lvl8pPr indent="0" lvl="7" marL="0" marR="0" algn="ctr">
              <a:lnSpc>
                <a:spcPct val="100000"/>
              </a:lnSpc>
              <a:spcBef>
                <a:spcPts val="0"/>
              </a:spcBef>
              <a:spcAft>
                <a:spcPts val="0"/>
              </a:spcAft>
              <a:buNone/>
              <a:defRPr sz="2000">
                <a:solidFill>
                  <a:schemeClr val="lt1"/>
                </a:solidFill>
              </a:defRPr>
            </a:lvl8pPr>
            <a:lvl9pPr indent="0" lvl="8" marL="0" marR="0" algn="ctr">
              <a:lnSpc>
                <a:spcPct val="100000"/>
              </a:lnSpc>
              <a:spcBef>
                <a:spcPts val="0"/>
              </a:spcBef>
              <a:spcAft>
                <a:spcPts val="0"/>
              </a:spcAft>
              <a:buNone/>
              <a:defRPr sz="2000">
                <a:solidFill>
                  <a:schemeClr val="lt1"/>
                </a:solidFill>
              </a:defRPr>
            </a:lvl9pPr>
          </a:lstStyle>
          <a:p/>
        </p:txBody>
      </p:sp>
    </p:spTree>
  </p:cSld>
  <p:clrMapOvr>
    <a:masterClrMapping/>
  </p:clrMapOvr>
</p:sldLayout>
</file>

<file path=ppt/slideLayouts/slideLayout4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out logo 2 1">
  <p:cSld name="Cover without logo 2_1">
    <p:bg>
      <p:bgPr>
        <a:solidFill>
          <a:srgbClr val="07182C"/>
        </a:solidFill>
      </p:bgPr>
    </p:bg>
    <p:spTree>
      <p:nvGrpSpPr>
        <p:cNvPr id="2145" name="Shape 2145"/>
        <p:cNvGrpSpPr/>
        <p:nvPr/>
      </p:nvGrpSpPr>
      <p:grpSpPr>
        <a:xfrm>
          <a:off x="0" y="0"/>
          <a:ext cx="0" cy="0"/>
          <a:chOff x="0" y="0"/>
          <a:chExt cx="0" cy="0"/>
        </a:xfrm>
      </p:grpSpPr>
      <p:pic>
        <p:nvPicPr>
          <p:cNvPr id="2146" name="Google Shape;2146;p492" title="Mesh Holographic Gradients - Dark Gradient 22.png"/>
          <p:cNvPicPr preferRelativeResize="0"/>
          <p:nvPr/>
        </p:nvPicPr>
        <p:blipFill rotWithShape="1">
          <a:blip r:embed="rId2">
            <a:alphaModFix/>
          </a:blip>
          <a:srcRect b="0" l="0" r="0" t="0"/>
          <a:stretch/>
        </p:blipFill>
        <p:spPr>
          <a:xfrm flipH="1" rot="10800000">
            <a:off x="0" y="571500"/>
            <a:ext cx="9144003" cy="5143499"/>
          </a:xfrm>
          <a:prstGeom prst="rect">
            <a:avLst/>
          </a:prstGeom>
          <a:noFill/>
          <a:ln>
            <a:noFill/>
          </a:ln>
        </p:spPr>
      </p:pic>
      <p:pic>
        <p:nvPicPr>
          <p:cNvPr id="2147" name="Google Shape;2147;p492"/>
          <p:cNvPicPr preferRelativeResize="0"/>
          <p:nvPr/>
        </p:nvPicPr>
        <p:blipFill rotWithShape="1">
          <a:blip r:embed="rId3">
            <a:alphaModFix/>
          </a:blip>
          <a:srcRect b="0" l="0" r="0" t="0"/>
          <a:stretch/>
        </p:blipFill>
        <p:spPr>
          <a:xfrm>
            <a:off x="457200" y="4773000"/>
            <a:ext cx="316413" cy="390600"/>
          </a:xfrm>
          <a:prstGeom prst="rect">
            <a:avLst/>
          </a:prstGeom>
          <a:noFill/>
          <a:ln>
            <a:noFill/>
          </a:ln>
        </p:spPr>
      </p:pic>
      <p:sp>
        <p:nvSpPr>
          <p:cNvPr id="2148" name="Google Shape;2148;p492"/>
          <p:cNvSpPr/>
          <p:nvPr/>
        </p:nvSpPr>
        <p:spPr>
          <a:xfrm>
            <a:off x="984762" y="4877167"/>
            <a:ext cx="203100" cy="225600"/>
          </a:xfrm>
          <a:prstGeom prst="plus">
            <a:avLst>
              <a:gd fmla="val 43366" name="adj"/>
            </a:avLst>
          </a:prstGeom>
          <a:solidFill>
            <a:srgbClr val="60A5FA"/>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Lato"/>
              <a:ea typeface="Lato"/>
              <a:cs typeface="Lato"/>
              <a:sym typeface="Lato"/>
            </a:endParaRPr>
          </a:p>
        </p:txBody>
      </p:sp>
      <p:sp>
        <p:nvSpPr>
          <p:cNvPr id="2149" name="Google Shape;2149;p492"/>
          <p:cNvSpPr txBox="1"/>
          <p:nvPr/>
        </p:nvSpPr>
        <p:spPr>
          <a:xfrm>
            <a:off x="8081975" y="4933333"/>
            <a:ext cx="614100" cy="2463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lang="en" sz="1600">
                <a:solidFill>
                  <a:schemeClr val="lt1"/>
                </a:solidFill>
                <a:latin typeface="Poppins Medium"/>
                <a:ea typeface="Poppins Medium"/>
                <a:cs typeface="Poppins Medium"/>
                <a:sym typeface="Poppins Medium"/>
              </a:rPr>
              <a:t>2025</a:t>
            </a:r>
            <a:endParaRPr sz="1600">
              <a:solidFill>
                <a:schemeClr val="lt1"/>
              </a:solidFill>
              <a:latin typeface="Poppins Medium"/>
              <a:ea typeface="Poppins Medium"/>
              <a:cs typeface="Poppins Medium"/>
              <a:sym typeface="Poppins Medium"/>
            </a:endParaRPr>
          </a:p>
        </p:txBody>
      </p:sp>
      <p:sp>
        <p:nvSpPr>
          <p:cNvPr id="2150" name="Google Shape;2150;p492"/>
          <p:cNvSpPr txBox="1"/>
          <p:nvPr>
            <p:ph type="title"/>
          </p:nvPr>
        </p:nvSpPr>
        <p:spPr>
          <a:xfrm>
            <a:off x="457200" y="508000"/>
            <a:ext cx="6862800" cy="1734900"/>
          </a:xfrm>
          <a:prstGeom prst="rect">
            <a:avLst/>
          </a:prstGeom>
        </p:spPr>
        <p:txBody>
          <a:bodyPr anchorCtr="0" anchor="b"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2151" name="Google Shape;2151;p492"/>
          <p:cNvSpPr txBox="1"/>
          <p:nvPr>
            <p:ph idx="1" type="subTitle"/>
          </p:nvPr>
        </p:nvSpPr>
        <p:spPr>
          <a:xfrm>
            <a:off x="457200" y="2243000"/>
            <a:ext cx="68628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Tree>
  </p:cSld>
  <p:clrMapOvr>
    <a:masterClrMapping/>
  </p:clrMapOvr>
</p:sldLayout>
</file>

<file path=ppt/slideLayouts/slideLayout4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ncepts - horizontal">
  <p:cSld name="TITLE_AND_TWO_COLUMNS_1_1">
    <p:spTree>
      <p:nvGrpSpPr>
        <p:cNvPr id="2152" name="Shape 2152"/>
        <p:cNvGrpSpPr/>
        <p:nvPr/>
      </p:nvGrpSpPr>
      <p:grpSpPr>
        <a:xfrm>
          <a:off x="0" y="0"/>
          <a:ext cx="0" cy="0"/>
          <a:chOff x="0" y="0"/>
          <a:chExt cx="0" cy="0"/>
        </a:xfrm>
      </p:grpSpPr>
      <p:sp>
        <p:nvSpPr>
          <p:cNvPr id="2153" name="Google Shape;2153;p493"/>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2154" name="Google Shape;2154;p493"/>
          <p:cNvSpPr txBox="1"/>
          <p:nvPr>
            <p:ph idx="1" type="body"/>
          </p:nvPr>
        </p:nvSpPr>
        <p:spPr>
          <a:xfrm>
            <a:off x="571500" y="2420194"/>
            <a:ext cx="1712400" cy="2659800"/>
          </a:xfrm>
          <a:prstGeom prst="rect">
            <a:avLst/>
          </a:prstGeom>
        </p:spPr>
        <p:txBody>
          <a:bodyPr anchorCtr="0" anchor="t" bIns="91425" lIns="0" spcFirstLastPara="1" rIns="182875" wrap="square" tIns="91425">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55" name="Google Shape;2155;p493"/>
          <p:cNvSpPr txBox="1"/>
          <p:nvPr>
            <p:ph idx="2" type="subTitle"/>
          </p:nvPr>
        </p:nvSpPr>
        <p:spPr>
          <a:xfrm>
            <a:off x="571500" y="1905000"/>
            <a:ext cx="1712400" cy="4374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
        <p:nvSpPr>
          <p:cNvPr id="2156" name="Google Shape;2156;p493"/>
          <p:cNvSpPr txBox="1"/>
          <p:nvPr>
            <p:ph type="title"/>
          </p:nvPr>
        </p:nvSpPr>
        <p:spPr>
          <a:xfrm>
            <a:off x="571500" y="889005"/>
            <a:ext cx="4000500" cy="1016100"/>
          </a:xfrm>
          <a:prstGeom prst="rect">
            <a:avLst/>
          </a:prstGeom>
        </p:spPr>
        <p:txBody>
          <a:bodyPr anchorCtr="0" anchor="ctr" bIns="0" lIns="0" spcFirstLastPara="1" rIns="0" wrap="square" tIns="0">
            <a:normAutofit/>
          </a:bodyPr>
          <a:lstStyle>
            <a:lvl1pPr lvl="0">
              <a:spcBef>
                <a:spcPts val="0"/>
              </a:spcBef>
              <a:spcAft>
                <a:spcPts val="0"/>
              </a:spcAft>
              <a:buSzPts val="3000"/>
              <a:buNone/>
              <a:defRPr b="1"/>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57" name="Google Shape;2157;p493"/>
          <p:cNvSpPr txBox="1"/>
          <p:nvPr>
            <p:ph idx="3" type="body"/>
          </p:nvPr>
        </p:nvSpPr>
        <p:spPr>
          <a:xfrm>
            <a:off x="2667700" y="2420194"/>
            <a:ext cx="1712400" cy="2659800"/>
          </a:xfrm>
          <a:prstGeom prst="rect">
            <a:avLst/>
          </a:prstGeom>
        </p:spPr>
        <p:txBody>
          <a:bodyPr anchorCtr="0" anchor="t" bIns="91425" lIns="0" spcFirstLastPara="1" rIns="182875" wrap="square" tIns="91425">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58" name="Google Shape;2158;p493"/>
          <p:cNvSpPr txBox="1"/>
          <p:nvPr>
            <p:ph idx="4" type="subTitle"/>
          </p:nvPr>
        </p:nvSpPr>
        <p:spPr>
          <a:xfrm>
            <a:off x="2667700" y="1905000"/>
            <a:ext cx="1712400" cy="4374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
        <p:nvSpPr>
          <p:cNvPr id="2159" name="Google Shape;2159;p493"/>
          <p:cNvSpPr txBox="1"/>
          <p:nvPr>
            <p:ph idx="5" type="body"/>
          </p:nvPr>
        </p:nvSpPr>
        <p:spPr>
          <a:xfrm>
            <a:off x="4763900" y="2420194"/>
            <a:ext cx="1712400" cy="2659800"/>
          </a:xfrm>
          <a:prstGeom prst="rect">
            <a:avLst/>
          </a:prstGeom>
        </p:spPr>
        <p:txBody>
          <a:bodyPr anchorCtr="0" anchor="t" bIns="91425" lIns="0" spcFirstLastPara="1" rIns="182875" wrap="square" tIns="91425">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60" name="Google Shape;2160;p493"/>
          <p:cNvSpPr txBox="1"/>
          <p:nvPr>
            <p:ph idx="6" type="subTitle"/>
          </p:nvPr>
        </p:nvSpPr>
        <p:spPr>
          <a:xfrm>
            <a:off x="4763900" y="1905000"/>
            <a:ext cx="1712400" cy="4374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
        <p:nvSpPr>
          <p:cNvPr id="2161" name="Google Shape;2161;p493"/>
          <p:cNvSpPr txBox="1"/>
          <p:nvPr>
            <p:ph idx="7" type="body"/>
          </p:nvPr>
        </p:nvSpPr>
        <p:spPr>
          <a:xfrm>
            <a:off x="6860100" y="2420194"/>
            <a:ext cx="1712400" cy="2659800"/>
          </a:xfrm>
          <a:prstGeom prst="rect">
            <a:avLst/>
          </a:prstGeom>
        </p:spPr>
        <p:txBody>
          <a:bodyPr anchorCtr="0" anchor="t" bIns="91425" lIns="0" spcFirstLastPara="1" rIns="182875" wrap="square" tIns="91425">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62" name="Google Shape;2162;p493"/>
          <p:cNvSpPr txBox="1"/>
          <p:nvPr>
            <p:ph idx="8" type="subTitle"/>
          </p:nvPr>
        </p:nvSpPr>
        <p:spPr>
          <a:xfrm>
            <a:off x="6860100" y="1905000"/>
            <a:ext cx="1712400" cy="4374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Tree>
  </p:cSld>
  <p:clrMapOvr>
    <a:masterClrMapping/>
  </p:clrMapOvr>
</p:sldLayout>
</file>

<file path=ppt/slideLayouts/slideLayout4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cepts - horizontal">
  <p:cSld name="TITLE_AND_TWO_COLUMNS_1_2">
    <p:spTree>
      <p:nvGrpSpPr>
        <p:cNvPr id="2163" name="Shape 2163"/>
        <p:cNvGrpSpPr/>
        <p:nvPr/>
      </p:nvGrpSpPr>
      <p:grpSpPr>
        <a:xfrm>
          <a:off x="0" y="0"/>
          <a:ext cx="0" cy="0"/>
          <a:chOff x="0" y="0"/>
          <a:chExt cx="0" cy="0"/>
        </a:xfrm>
      </p:grpSpPr>
      <p:sp>
        <p:nvSpPr>
          <p:cNvPr id="2164" name="Google Shape;2164;p494"/>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2165" name="Google Shape;2165;p494"/>
          <p:cNvSpPr txBox="1"/>
          <p:nvPr>
            <p:ph idx="1" type="body"/>
          </p:nvPr>
        </p:nvSpPr>
        <p:spPr>
          <a:xfrm>
            <a:off x="571500" y="2435667"/>
            <a:ext cx="1968300" cy="26442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66" name="Google Shape;2166;p494"/>
          <p:cNvSpPr txBox="1"/>
          <p:nvPr>
            <p:ph idx="2" type="body"/>
          </p:nvPr>
        </p:nvSpPr>
        <p:spPr>
          <a:xfrm>
            <a:off x="3586271" y="2435667"/>
            <a:ext cx="1980000" cy="26442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67" name="Google Shape;2167;p494"/>
          <p:cNvSpPr txBox="1"/>
          <p:nvPr>
            <p:ph idx="3" type="body"/>
          </p:nvPr>
        </p:nvSpPr>
        <p:spPr>
          <a:xfrm>
            <a:off x="6604202" y="2435667"/>
            <a:ext cx="1968300" cy="26442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68" name="Google Shape;2168;p494"/>
          <p:cNvSpPr txBox="1"/>
          <p:nvPr>
            <p:ph idx="4" type="subTitle"/>
          </p:nvPr>
        </p:nvSpPr>
        <p:spPr>
          <a:xfrm>
            <a:off x="579900" y="1905000"/>
            <a:ext cx="1968300" cy="398700"/>
          </a:xfrm>
          <a:prstGeom prst="rect">
            <a:avLst/>
          </a:prstGeom>
        </p:spPr>
        <p:txBody>
          <a:bodyPr anchorCtr="0" anchor="t" bIns="0" lIns="0" spcFirstLastPara="1" rIns="0" wrap="square" tIns="0">
            <a:spAutoFit/>
          </a:bodyPr>
          <a:lstStyle>
            <a:lvl1pPr lv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2pPr>
            <a:lvl3pPr lvl="2">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3pPr>
            <a:lvl4pPr lvl="3">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4pPr>
            <a:lvl5pPr lvl="4">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5pPr>
            <a:lvl6pPr lvl="5">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6pPr>
            <a:lvl7pPr lvl="6">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7pPr>
            <a:lvl8pPr lvl="7">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8pPr>
            <a:lvl9pPr lvl="8">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9pPr>
          </a:lstStyle>
          <a:p/>
        </p:txBody>
      </p:sp>
      <p:sp>
        <p:nvSpPr>
          <p:cNvPr id="2169" name="Google Shape;2169;p494"/>
          <p:cNvSpPr txBox="1"/>
          <p:nvPr>
            <p:ph idx="5" type="subTitle"/>
          </p:nvPr>
        </p:nvSpPr>
        <p:spPr>
          <a:xfrm>
            <a:off x="6598950" y="1905000"/>
            <a:ext cx="1968300" cy="398700"/>
          </a:xfrm>
          <a:prstGeom prst="rect">
            <a:avLst/>
          </a:prstGeom>
        </p:spPr>
        <p:txBody>
          <a:bodyPr anchorCtr="0" anchor="t" bIns="0" lIns="0" spcFirstLastPara="1" rIns="0" wrap="square" tIns="0">
            <a:spAutoFit/>
          </a:bodyPr>
          <a:lstStyle>
            <a:lvl1pPr lv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2pPr>
            <a:lvl3pPr lvl="2">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3pPr>
            <a:lvl4pPr lvl="3">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4pPr>
            <a:lvl5pPr lvl="4">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5pPr>
            <a:lvl6pPr lvl="5">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6pPr>
            <a:lvl7pPr lvl="6">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7pPr>
            <a:lvl8pPr lvl="7">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8pPr>
            <a:lvl9pPr lvl="8">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9pPr>
          </a:lstStyle>
          <a:p/>
        </p:txBody>
      </p:sp>
      <p:sp>
        <p:nvSpPr>
          <p:cNvPr id="2170" name="Google Shape;2170;p494"/>
          <p:cNvSpPr txBox="1"/>
          <p:nvPr>
            <p:ph idx="6" type="subTitle"/>
          </p:nvPr>
        </p:nvSpPr>
        <p:spPr>
          <a:xfrm>
            <a:off x="3597825" y="1905000"/>
            <a:ext cx="1968300" cy="398700"/>
          </a:xfrm>
          <a:prstGeom prst="rect">
            <a:avLst/>
          </a:prstGeom>
        </p:spPr>
        <p:txBody>
          <a:bodyPr anchorCtr="0" anchor="t" bIns="0" lIns="0" spcFirstLastPara="1" rIns="0" wrap="square" tIns="0">
            <a:spAutoFit/>
          </a:bodyPr>
          <a:lstStyle>
            <a:lvl1pPr lv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2pPr>
            <a:lvl3pPr lvl="2">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3pPr>
            <a:lvl4pPr lvl="3">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4pPr>
            <a:lvl5pPr lvl="4">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5pPr>
            <a:lvl6pPr lvl="5">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6pPr>
            <a:lvl7pPr lvl="6">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7pPr>
            <a:lvl8pPr lvl="7">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8pPr>
            <a:lvl9pPr lvl="8">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9pPr>
          </a:lstStyle>
          <a:p/>
        </p:txBody>
      </p:sp>
      <p:sp>
        <p:nvSpPr>
          <p:cNvPr id="2171" name="Google Shape;2171;p494"/>
          <p:cNvSpPr txBox="1"/>
          <p:nvPr>
            <p:ph type="title"/>
          </p:nvPr>
        </p:nvSpPr>
        <p:spPr>
          <a:xfrm>
            <a:off x="571500" y="889005"/>
            <a:ext cx="4000500" cy="1016100"/>
          </a:xfrm>
          <a:prstGeom prst="rect">
            <a:avLst/>
          </a:prstGeom>
        </p:spPr>
        <p:txBody>
          <a:bodyPr anchorCtr="0" anchor="ctr" bIns="0" lIns="0" spcFirstLastPara="1" rIns="0" wrap="square" tIns="0">
            <a:normAutofit/>
          </a:bodyPr>
          <a:lstStyle>
            <a:lvl1pPr lvl="0">
              <a:spcBef>
                <a:spcPts val="0"/>
              </a:spcBef>
              <a:spcAft>
                <a:spcPts val="0"/>
              </a:spcAft>
              <a:buSzPts val="3000"/>
              <a:buNone/>
              <a:defRPr b="1"/>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4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half screen">
  <p:cSld name="MAIN_POINT_1">
    <p:bg>
      <p:bgPr>
        <a:solidFill>
          <a:schemeClr val="dk2"/>
        </a:solidFill>
      </p:bgPr>
    </p:bg>
    <p:spTree>
      <p:nvGrpSpPr>
        <p:cNvPr id="2172" name="Shape 2172"/>
        <p:cNvGrpSpPr/>
        <p:nvPr/>
      </p:nvGrpSpPr>
      <p:grpSpPr>
        <a:xfrm>
          <a:off x="0" y="0"/>
          <a:ext cx="0" cy="0"/>
          <a:chOff x="0" y="0"/>
          <a:chExt cx="0" cy="0"/>
        </a:xfrm>
      </p:grpSpPr>
      <p:sp>
        <p:nvSpPr>
          <p:cNvPr id="2173" name="Google Shape;2173;p495"/>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2174" name="Google Shape;2174;p495"/>
          <p:cNvSpPr txBox="1"/>
          <p:nvPr>
            <p:ph type="title"/>
          </p:nvPr>
        </p:nvSpPr>
        <p:spPr>
          <a:xfrm>
            <a:off x="571500" y="1010028"/>
            <a:ext cx="4000500" cy="4070100"/>
          </a:xfrm>
          <a:prstGeom prst="rect">
            <a:avLst/>
          </a:prstGeom>
        </p:spPr>
        <p:txBody>
          <a:bodyPr anchorCtr="0" anchor="t" bIns="0" lIns="0" spcFirstLastPara="1" rIns="0" wrap="square" tIns="0">
            <a:normAutofit/>
          </a:bodyPr>
          <a:lstStyle>
            <a:lvl1pPr lvl="0">
              <a:lnSpc>
                <a:spcPct val="100000"/>
              </a:lnSpc>
              <a:spcBef>
                <a:spcPts val="0"/>
              </a:spcBef>
              <a:spcAft>
                <a:spcPts val="0"/>
              </a:spcAft>
              <a:buClr>
                <a:schemeClr val="lt1"/>
              </a:buClr>
              <a:buSzPts val="3200"/>
              <a:buFont typeface="Poppins SemiBold"/>
              <a:buNone/>
              <a:defRPr b="0" sz="3200">
                <a:solidFill>
                  <a:schemeClr val="lt1"/>
                </a:solidFill>
                <a:latin typeface="Poppins SemiBold"/>
                <a:ea typeface="Poppins SemiBold"/>
                <a:cs typeface="Poppins SemiBold"/>
                <a:sym typeface="Poppins SemiBold"/>
              </a:defRPr>
            </a:lvl1pPr>
            <a:lvl2pPr lvl="1">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2pPr>
            <a:lvl3pPr lvl="2">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3pPr>
            <a:lvl4pPr lvl="3">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4pPr>
            <a:lvl5pPr lvl="4">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5pPr>
            <a:lvl6pPr lvl="5">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6pPr>
            <a:lvl7pPr lvl="6">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7pPr>
            <a:lvl8pPr lvl="7">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8pPr>
            <a:lvl9pPr lvl="8">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4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TITLE_2">
    <p:bg>
      <p:bgPr>
        <a:solidFill>
          <a:schemeClr val="lt2"/>
        </a:solidFill>
      </p:bgPr>
    </p:bg>
    <p:spTree>
      <p:nvGrpSpPr>
        <p:cNvPr id="2175" name="Shape 2175"/>
        <p:cNvGrpSpPr/>
        <p:nvPr/>
      </p:nvGrpSpPr>
      <p:grpSpPr>
        <a:xfrm>
          <a:off x="0" y="0"/>
          <a:ext cx="0" cy="0"/>
          <a:chOff x="0" y="0"/>
          <a:chExt cx="0" cy="0"/>
        </a:xfrm>
      </p:grpSpPr>
      <p:sp>
        <p:nvSpPr>
          <p:cNvPr id="2176" name="Google Shape;2176;p496"/>
          <p:cNvSpPr txBox="1"/>
          <p:nvPr>
            <p:ph type="ctrTitle"/>
          </p:nvPr>
        </p:nvSpPr>
        <p:spPr>
          <a:xfrm>
            <a:off x="1371550" y="2339000"/>
            <a:ext cx="6400800" cy="1392900"/>
          </a:xfrm>
          <a:prstGeom prst="rect">
            <a:avLst/>
          </a:prstGeom>
        </p:spPr>
        <p:txBody>
          <a:bodyPr anchorCtr="0" anchor="ctr" bIns="0" lIns="0" spcFirstLastPara="1" rIns="0" wrap="square" tIns="0">
            <a:spAutoFit/>
          </a:bodyPr>
          <a:lstStyle>
            <a:lvl1pPr lvl="0">
              <a:lnSpc>
                <a:spcPct val="100000"/>
              </a:lnSpc>
              <a:spcBef>
                <a:spcPts val="1000"/>
              </a:spcBef>
              <a:spcAft>
                <a:spcPts val="0"/>
              </a:spcAft>
              <a:buClr>
                <a:schemeClr val="lt1"/>
              </a:buClr>
              <a:buSzPts val="4000"/>
              <a:buNone/>
              <a:defRPr b="1" sz="4000">
                <a:solidFill>
                  <a:schemeClr val="lt1"/>
                </a:solidFill>
              </a:defRPr>
            </a:lvl1pPr>
            <a:lvl2pPr lvl="1">
              <a:lnSpc>
                <a:spcPct val="100000"/>
              </a:lnSpc>
              <a:spcBef>
                <a:spcPts val="0"/>
              </a:spcBef>
              <a:spcAft>
                <a:spcPts val="0"/>
              </a:spcAft>
              <a:buClr>
                <a:schemeClr val="lt1"/>
              </a:buClr>
              <a:buSzPts val="4000"/>
              <a:buNone/>
              <a:defRPr sz="4000">
                <a:solidFill>
                  <a:schemeClr val="lt1"/>
                </a:solidFill>
              </a:defRPr>
            </a:lvl2pPr>
            <a:lvl3pPr lvl="2">
              <a:lnSpc>
                <a:spcPct val="100000"/>
              </a:lnSpc>
              <a:spcBef>
                <a:spcPts val="0"/>
              </a:spcBef>
              <a:spcAft>
                <a:spcPts val="0"/>
              </a:spcAft>
              <a:buClr>
                <a:schemeClr val="lt1"/>
              </a:buClr>
              <a:buSzPts val="4000"/>
              <a:buNone/>
              <a:defRPr sz="4000">
                <a:solidFill>
                  <a:schemeClr val="lt1"/>
                </a:solidFill>
              </a:defRPr>
            </a:lvl3pPr>
            <a:lvl4pPr lvl="3">
              <a:lnSpc>
                <a:spcPct val="100000"/>
              </a:lnSpc>
              <a:spcBef>
                <a:spcPts val="0"/>
              </a:spcBef>
              <a:spcAft>
                <a:spcPts val="0"/>
              </a:spcAft>
              <a:buClr>
                <a:schemeClr val="lt1"/>
              </a:buClr>
              <a:buSzPts val="4000"/>
              <a:buNone/>
              <a:defRPr sz="4000">
                <a:solidFill>
                  <a:schemeClr val="lt1"/>
                </a:solidFill>
              </a:defRPr>
            </a:lvl4pPr>
            <a:lvl5pPr lvl="4">
              <a:lnSpc>
                <a:spcPct val="100000"/>
              </a:lnSpc>
              <a:spcBef>
                <a:spcPts val="0"/>
              </a:spcBef>
              <a:spcAft>
                <a:spcPts val="0"/>
              </a:spcAft>
              <a:buClr>
                <a:schemeClr val="lt1"/>
              </a:buClr>
              <a:buSzPts val="4000"/>
              <a:buNone/>
              <a:defRPr sz="4000">
                <a:solidFill>
                  <a:schemeClr val="lt1"/>
                </a:solidFill>
              </a:defRPr>
            </a:lvl5pPr>
            <a:lvl6pPr lvl="5">
              <a:lnSpc>
                <a:spcPct val="100000"/>
              </a:lnSpc>
              <a:spcBef>
                <a:spcPts val="0"/>
              </a:spcBef>
              <a:spcAft>
                <a:spcPts val="0"/>
              </a:spcAft>
              <a:buClr>
                <a:schemeClr val="lt1"/>
              </a:buClr>
              <a:buSzPts val="4000"/>
              <a:buNone/>
              <a:defRPr sz="4000">
                <a:solidFill>
                  <a:schemeClr val="lt1"/>
                </a:solidFill>
              </a:defRPr>
            </a:lvl6pPr>
            <a:lvl7pPr lvl="6">
              <a:lnSpc>
                <a:spcPct val="100000"/>
              </a:lnSpc>
              <a:spcBef>
                <a:spcPts val="0"/>
              </a:spcBef>
              <a:spcAft>
                <a:spcPts val="0"/>
              </a:spcAft>
              <a:buClr>
                <a:schemeClr val="lt1"/>
              </a:buClr>
              <a:buSzPts val="4000"/>
              <a:buNone/>
              <a:defRPr sz="4000">
                <a:solidFill>
                  <a:schemeClr val="lt1"/>
                </a:solidFill>
              </a:defRPr>
            </a:lvl7pPr>
            <a:lvl8pPr lvl="7">
              <a:lnSpc>
                <a:spcPct val="100000"/>
              </a:lnSpc>
              <a:spcBef>
                <a:spcPts val="0"/>
              </a:spcBef>
              <a:spcAft>
                <a:spcPts val="0"/>
              </a:spcAft>
              <a:buClr>
                <a:schemeClr val="lt1"/>
              </a:buClr>
              <a:buSzPts val="4000"/>
              <a:buNone/>
              <a:defRPr sz="4000">
                <a:solidFill>
                  <a:schemeClr val="lt1"/>
                </a:solidFill>
              </a:defRPr>
            </a:lvl8pPr>
            <a:lvl9pPr lvl="8">
              <a:lnSpc>
                <a:spcPct val="100000"/>
              </a:lnSpc>
              <a:spcBef>
                <a:spcPts val="0"/>
              </a:spcBef>
              <a:spcAft>
                <a:spcPts val="0"/>
              </a:spcAft>
              <a:buClr>
                <a:schemeClr val="lt1"/>
              </a:buClr>
              <a:buSzPts val="4000"/>
              <a:buNone/>
              <a:defRPr sz="4000">
                <a:solidFill>
                  <a:schemeClr val="lt1"/>
                </a:solidFill>
              </a:defRPr>
            </a:lvl9pPr>
          </a:lstStyle>
          <a:p/>
        </p:txBody>
      </p:sp>
      <p:sp>
        <p:nvSpPr>
          <p:cNvPr id="2177" name="Google Shape;2177;p496"/>
          <p:cNvSpPr txBox="1"/>
          <p:nvPr>
            <p:ph idx="1" type="subTitle"/>
          </p:nvPr>
        </p:nvSpPr>
        <p:spPr>
          <a:xfrm>
            <a:off x="1371600" y="1905000"/>
            <a:ext cx="6400800" cy="434100"/>
          </a:xfrm>
          <a:prstGeom prst="rect">
            <a:avLst/>
          </a:prstGeom>
        </p:spPr>
        <p:txBody>
          <a:bodyPr anchorCtr="0" anchor="ctr" bIns="0" lIns="0" spcFirstLastPara="1" rIns="0" wrap="square" tIns="0">
            <a:spAutoFit/>
          </a:bodyPr>
          <a:lstStyle>
            <a:lvl1pPr lvl="0">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1pPr>
            <a:lvl2pPr lvl="1">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2pPr>
            <a:lvl3pPr lvl="2">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3pPr>
            <a:lvl4pPr lvl="3">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4pPr>
            <a:lvl5pPr lvl="4">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5pPr>
            <a:lvl6pPr lvl="5">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6pPr>
            <a:lvl7pPr lvl="6">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7pPr>
            <a:lvl8pPr lvl="7">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8pPr>
            <a:lvl9pPr lvl="8">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9pPr>
          </a:lstStyle>
          <a:p/>
        </p:txBody>
      </p:sp>
      <p:sp>
        <p:nvSpPr>
          <p:cNvPr id="2178" name="Google Shape;2178;p496"/>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2179" name="Google Shape;2179;p496"/>
          <p:cNvPicPr preferRelativeResize="0"/>
          <p:nvPr/>
        </p:nvPicPr>
        <p:blipFill rotWithShape="1">
          <a:blip r:embed="rId2">
            <a:alphaModFix/>
          </a:blip>
          <a:srcRect b="0" l="0" r="83757" t="0"/>
          <a:stretch/>
        </p:blipFill>
        <p:spPr>
          <a:xfrm>
            <a:off x="8349849" y="635000"/>
            <a:ext cx="222649" cy="263444"/>
          </a:xfrm>
          <a:prstGeom prst="rect">
            <a:avLst/>
          </a:prstGeom>
          <a:noFill/>
          <a:ln>
            <a:noFill/>
          </a:ln>
        </p:spPr>
      </p:pic>
    </p:spTree>
  </p:cSld>
  <p:clrMapOvr>
    <a:masterClrMapping/>
  </p:clrMapOvr>
  <p:extLst>
    <p:ext uri="{DCECCB84-F9BA-43D5-87BE-67443E8EF086}">
      <p15:sldGuideLst>
        <p15:guide id="1" pos="864">
          <p15:clr>
            <a:srgbClr val="E46962"/>
          </p15:clr>
        </p15:guide>
        <p15:guide id="2" pos="4896">
          <p15:clr>
            <a:srgbClr val="E46962"/>
          </p15:clr>
        </p15:guide>
      </p15:sldGuideLst>
    </p:ext>
  </p:extLst>
</p:sldLayout>
</file>

<file path=ppt/slideLayouts/slideLayout4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p:cSld name="TITLE_AND_BODY_2">
    <p:spTree>
      <p:nvGrpSpPr>
        <p:cNvPr id="2180" name="Shape 2180"/>
        <p:cNvGrpSpPr/>
        <p:nvPr/>
      </p:nvGrpSpPr>
      <p:grpSpPr>
        <a:xfrm>
          <a:off x="0" y="0"/>
          <a:ext cx="0" cy="0"/>
          <a:chOff x="0" y="0"/>
          <a:chExt cx="0" cy="0"/>
        </a:xfrm>
      </p:grpSpPr>
      <p:sp>
        <p:nvSpPr>
          <p:cNvPr id="2181" name="Google Shape;2181;p497"/>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2182" name="Google Shape;2182;p497"/>
          <p:cNvSpPr txBox="1"/>
          <p:nvPr>
            <p:ph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2183" name="Google Shape;2183;p497"/>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4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2184" name="Shape 2184"/>
        <p:cNvGrpSpPr/>
        <p:nvPr/>
      </p:nvGrpSpPr>
      <p:grpSpPr>
        <a:xfrm>
          <a:off x="0" y="0"/>
          <a:ext cx="0" cy="0"/>
          <a:chOff x="0" y="0"/>
          <a:chExt cx="0" cy="0"/>
        </a:xfrm>
      </p:grpSpPr>
      <p:sp>
        <p:nvSpPr>
          <p:cNvPr id="2185" name="Google Shape;2185;p498"/>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2186" name="Google Shape;2186;p498"/>
          <p:cNvSpPr txBox="1"/>
          <p:nvPr>
            <p:ph type="title"/>
          </p:nvPr>
        </p:nvSpPr>
        <p:spPr>
          <a:xfrm>
            <a:off x="571500" y="889000"/>
            <a:ext cx="8001000" cy="1016100"/>
          </a:xfrm>
          <a:prstGeom prst="rect">
            <a:avLst/>
          </a:prstGeom>
        </p:spPr>
        <p:txBody>
          <a:bodyPr anchorCtr="0" anchor="ctr" bIns="0" lIns="0" spcFirstLastPara="1" rIns="0" wrap="square" tIns="0">
            <a:normAutofit/>
          </a:bodyPr>
          <a:lstStyle>
            <a:lvl1pPr lvl="0">
              <a:spcBef>
                <a:spcPts val="0"/>
              </a:spcBef>
              <a:spcAft>
                <a:spcPts val="0"/>
              </a:spcAft>
              <a:buSzPts val="3000"/>
              <a:buNone/>
              <a:defRPr b="1"/>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4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 header, two columns">
  <p:cSld name="TITLE_AND_BODY_1_1_1">
    <p:spTree>
      <p:nvGrpSpPr>
        <p:cNvPr id="2187" name="Shape 2187"/>
        <p:cNvGrpSpPr/>
        <p:nvPr/>
      </p:nvGrpSpPr>
      <p:grpSpPr>
        <a:xfrm>
          <a:off x="0" y="0"/>
          <a:ext cx="0" cy="0"/>
          <a:chOff x="0" y="0"/>
          <a:chExt cx="0" cy="0"/>
        </a:xfrm>
      </p:grpSpPr>
      <p:sp>
        <p:nvSpPr>
          <p:cNvPr id="2188" name="Google Shape;2188;p499"/>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2189" name="Google Shape;2189;p499"/>
          <p:cNvSpPr txBox="1"/>
          <p:nvPr>
            <p:ph type="title"/>
          </p:nvPr>
        </p:nvSpPr>
        <p:spPr>
          <a:xfrm>
            <a:off x="571500" y="889005"/>
            <a:ext cx="4000500" cy="1016100"/>
          </a:xfrm>
          <a:prstGeom prst="rect">
            <a:avLst/>
          </a:prstGeom>
        </p:spPr>
        <p:txBody>
          <a:bodyPr anchorCtr="0" anchor="ctr" bIns="0" lIns="0" spcFirstLastPara="1" rIns="0" wrap="square" tIns="0">
            <a:normAutofit/>
          </a:bodyPr>
          <a:lstStyle>
            <a:lvl1pPr lvl="0">
              <a:spcBef>
                <a:spcPts val="0"/>
              </a:spcBef>
              <a:spcAft>
                <a:spcPts val="0"/>
              </a:spcAft>
              <a:buSzPts val="3000"/>
              <a:buNone/>
              <a:defRPr b="1"/>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90" name="Google Shape;2190;p499"/>
          <p:cNvSpPr txBox="1"/>
          <p:nvPr>
            <p:ph idx="1" type="body"/>
          </p:nvPr>
        </p:nvSpPr>
        <p:spPr>
          <a:xfrm>
            <a:off x="571500" y="2406917"/>
            <a:ext cx="3093000" cy="26730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91" name="Google Shape;2191;p499"/>
          <p:cNvSpPr txBox="1"/>
          <p:nvPr>
            <p:ph idx="2" type="body"/>
          </p:nvPr>
        </p:nvSpPr>
        <p:spPr>
          <a:xfrm>
            <a:off x="4572000" y="2406917"/>
            <a:ext cx="3093000" cy="26730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92" name="Google Shape;2192;p499"/>
          <p:cNvSpPr txBox="1"/>
          <p:nvPr>
            <p:ph idx="3" type="subTitle"/>
          </p:nvPr>
        </p:nvSpPr>
        <p:spPr>
          <a:xfrm>
            <a:off x="571500" y="1905000"/>
            <a:ext cx="3093000" cy="3987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
        <p:nvSpPr>
          <p:cNvPr id="2193" name="Google Shape;2193;p499"/>
          <p:cNvSpPr txBox="1"/>
          <p:nvPr>
            <p:ph idx="4" type="subTitle"/>
          </p:nvPr>
        </p:nvSpPr>
        <p:spPr>
          <a:xfrm>
            <a:off x="4572000" y="1905000"/>
            <a:ext cx="3093000" cy="3987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Tree>
  </p:cSld>
  <p:clrMapOvr>
    <a:masterClrMapping/>
  </p:clrMapOvr>
</p:sldLayout>
</file>

<file path=ppt/slideLayouts/slideLayout4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ercise">
  <p:cSld name="CUSTOM_7">
    <p:spTree>
      <p:nvGrpSpPr>
        <p:cNvPr id="2194" name="Shape 2194"/>
        <p:cNvGrpSpPr/>
        <p:nvPr/>
      </p:nvGrpSpPr>
      <p:grpSpPr>
        <a:xfrm>
          <a:off x="0" y="0"/>
          <a:ext cx="0" cy="0"/>
          <a:chOff x="0" y="0"/>
          <a:chExt cx="0" cy="0"/>
        </a:xfrm>
      </p:grpSpPr>
      <p:sp>
        <p:nvSpPr>
          <p:cNvPr id="2195" name="Google Shape;2195;p500"/>
          <p:cNvSpPr txBox="1"/>
          <p:nvPr>
            <p:ph idx="1" type="subTitle"/>
          </p:nvPr>
        </p:nvSpPr>
        <p:spPr>
          <a:xfrm>
            <a:off x="571500" y="4736333"/>
            <a:ext cx="3259200" cy="343800"/>
          </a:xfrm>
          <a:prstGeom prst="rect">
            <a:avLst/>
          </a:prstGeom>
          <a:solidFill>
            <a:schemeClr val="accent6"/>
          </a:solidFill>
        </p:spPr>
        <p:txBody>
          <a:bodyPr anchorCtr="0" anchor="ctr" bIns="91425" lIns="91425" spcFirstLastPara="1" rIns="91425" wrap="square" tIns="91425">
            <a:spAutoFit/>
          </a:bodyPr>
          <a:lstStyle>
            <a:lvl1pPr lvl="0">
              <a:spcBef>
                <a:spcPts val="0"/>
              </a:spcBef>
              <a:spcAft>
                <a:spcPts val="0"/>
              </a:spcAft>
              <a:buSzPts val="1400"/>
              <a:buNone/>
              <a:defRPr sz="1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96" name="Google Shape;2196;p500"/>
          <p:cNvSpPr txBox="1"/>
          <p:nvPr>
            <p:ph type="title"/>
          </p:nvPr>
        </p:nvSpPr>
        <p:spPr>
          <a:xfrm>
            <a:off x="571500" y="889000"/>
            <a:ext cx="4000500" cy="1016100"/>
          </a:xfrm>
          <a:prstGeom prst="rect">
            <a:avLst/>
          </a:prstGeom>
        </p:spPr>
        <p:txBody>
          <a:bodyPr anchorCtr="0" anchor="ctr" bIns="0" lIns="0" spcFirstLastPara="1" rIns="0" wrap="square" tIns="0">
            <a:normAutofit/>
          </a:bodyPr>
          <a:lstStyle>
            <a:lvl1pPr lvl="0">
              <a:spcBef>
                <a:spcPts val="0"/>
              </a:spcBef>
              <a:spcAft>
                <a:spcPts val="0"/>
              </a:spcAft>
              <a:buSzPts val="3000"/>
              <a:buNone/>
              <a:defRPr b="1"/>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97" name="Google Shape;2197;p500"/>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5184">
          <p15:clr>
            <a:srgbClr val="E46962"/>
          </p15:clr>
        </p15:guide>
        <p15:guide id="2" pos="576">
          <p15:clr>
            <a:srgbClr val="E46962"/>
          </p15:clr>
        </p15:guide>
      </p15:sldGuideLst>
    </p:ext>
  </p:extLst>
</p:sldLayout>
</file>

<file path=ppt/slideLayouts/slideLayout4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lf screen quote">
  <p:cSld name="CUSTOM_8_1">
    <p:spTree>
      <p:nvGrpSpPr>
        <p:cNvPr id="2198" name="Shape 2198"/>
        <p:cNvGrpSpPr/>
        <p:nvPr/>
      </p:nvGrpSpPr>
      <p:grpSpPr>
        <a:xfrm>
          <a:off x="0" y="0"/>
          <a:ext cx="0" cy="0"/>
          <a:chOff x="0" y="0"/>
          <a:chExt cx="0" cy="0"/>
        </a:xfrm>
      </p:grpSpPr>
      <p:sp>
        <p:nvSpPr>
          <p:cNvPr id="2199" name="Google Shape;2199;p501"/>
          <p:cNvSpPr txBox="1"/>
          <p:nvPr>
            <p:ph type="title"/>
          </p:nvPr>
        </p:nvSpPr>
        <p:spPr>
          <a:xfrm>
            <a:off x="5139900" y="2026361"/>
            <a:ext cx="3089700" cy="19371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400"/>
              <a:buFont typeface="Poppins SemiBold"/>
              <a:buNone/>
              <a:defRPr b="0" sz="1400">
                <a:solidFill>
                  <a:schemeClr val="lt1"/>
                </a:solidFill>
                <a:latin typeface="Poppins SemiBold"/>
                <a:ea typeface="Poppins SemiBold"/>
                <a:cs typeface="Poppins SemiBold"/>
                <a:sym typeface="Poppins SemiBold"/>
              </a:defRPr>
            </a:lvl1pPr>
            <a:lvl2pPr lvl="1">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2pPr>
            <a:lvl3pPr lvl="2">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3pPr>
            <a:lvl4pPr lvl="3">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4pPr>
            <a:lvl5pPr lvl="4">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5pPr>
            <a:lvl6pPr lvl="5">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6pPr>
            <a:lvl7pPr lvl="6">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7pPr>
            <a:lvl8pPr lvl="7">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8pPr>
            <a:lvl9pPr lvl="8">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9pPr>
          </a:lstStyle>
          <a:p/>
        </p:txBody>
      </p:sp>
      <p:sp>
        <p:nvSpPr>
          <p:cNvPr id="2200" name="Google Shape;2200;p501"/>
          <p:cNvSpPr txBox="1"/>
          <p:nvPr>
            <p:ph idx="2"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2201" name="Google Shape;2201;p501"/>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
        <p:nvSpPr>
          <p:cNvPr id="2202" name="Google Shape;2202;p501"/>
          <p:cNvSpPr txBox="1"/>
          <p:nvPr>
            <p:ph idx="3" type="title"/>
          </p:nvPr>
        </p:nvSpPr>
        <p:spPr>
          <a:xfrm>
            <a:off x="5139900" y="4564667"/>
            <a:ext cx="3089700" cy="2577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000"/>
              <a:buFont typeface="Poppins SemiBold"/>
              <a:buNone/>
              <a:defRPr b="0" sz="1000">
                <a:solidFill>
                  <a:schemeClr val="lt1"/>
                </a:solidFill>
                <a:latin typeface="Poppins SemiBold"/>
                <a:ea typeface="Poppins SemiBold"/>
                <a:cs typeface="Poppins SemiBold"/>
                <a:sym typeface="Poppins SemiBold"/>
              </a:defRPr>
            </a:lvl1pPr>
            <a:lvl2pPr lvl="1">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2pPr>
            <a:lvl3pPr lvl="2">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3pPr>
            <a:lvl4pPr lvl="3">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4pPr>
            <a:lvl5pPr lvl="4">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5pPr>
            <a:lvl6pPr lvl="5">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6pPr>
            <a:lvl7pPr lvl="6">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7pPr>
            <a:lvl8pPr lvl="7">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8pPr>
            <a:lvl9pPr lvl="8">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9pPr>
          </a:lstStyle>
          <a:p/>
        </p:txBody>
      </p:sp>
      <p:sp>
        <p:nvSpPr>
          <p:cNvPr id="2203" name="Google Shape;2203;p501"/>
          <p:cNvSpPr txBox="1"/>
          <p:nvPr>
            <p:ph idx="4" type="body"/>
          </p:nvPr>
        </p:nvSpPr>
        <p:spPr>
          <a:xfrm>
            <a:off x="5139900" y="4822333"/>
            <a:ext cx="3089700" cy="2577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lt1"/>
              </a:buClr>
              <a:buSzPts val="1000"/>
              <a:buFont typeface="Lato"/>
              <a:buChar char="●"/>
              <a:defRPr sz="1000">
                <a:solidFill>
                  <a:schemeClr val="lt1"/>
                </a:solidFill>
                <a:latin typeface="Lato"/>
                <a:ea typeface="Lato"/>
                <a:cs typeface="Lato"/>
                <a:sym typeface="Lato"/>
              </a:defRPr>
            </a:lvl1pPr>
            <a:lvl2pPr indent="-292100" lvl="1" marL="914400">
              <a:lnSpc>
                <a:spcPct val="115000"/>
              </a:lnSpc>
              <a:spcBef>
                <a:spcPts val="1000"/>
              </a:spcBef>
              <a:spcAft>
                <a:spcPts val="0"/>
              </a:spcAft>
              <a:buClr>
                <a:schemeClr val="lt1"/>
              </a:buClr>
              <a:buSzPts val="1000"/>
              <a:buFont typeface="Lato"/>
              <a:buChar char="○"/>
              <a:defRPr sz="1000">
                <a:solidFill>
                  <a:schemeClr val="lt1"/>
                </a:solidFill>
                <a:latin typeface="Lato"/>
                <a:ea typeface="Lato"/>
                <a:cs typeface="Lato"/>
                <a:sym typeface="Lato"/>
              </a:defRPr>
            </a:lvl2pPr>
            <a:lvl3pPr indent="-317500" lvl="2" marL="13716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3pPr>
            <a:lvl4pPr indent="-317500" lvl="3" marL="18288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4pPr>
            <a:lvl5pPr indent="-317500" lvl="4" marL="22860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5pPr>
            <a:lvl6pPr indent="-317500" lvl="5" marL="27432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6pPr>
            <a:lvl7pPr indent="-317500" lvl="6" marL="32004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7pPr>
            <a:lvl8pPr indent="-317500" lvl="7" marL="36576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8pPr>
            <a:lvl9pPr indent="-317500" lvl="8" marL="4114800">
              <a:lnSpc>
                <a:spcPct val="115000"/>
              </a:lnSpc>
              <a:spcBef>
                <a:spcPts val="1000"/>
              </a:spcBef>
              <a:spcAft>
                <a:spcPts val="1000"/>
              </a:spcAft>
              <a:buClr>
                <a:schemeClr val="lt1"/>
              </a:buClr>
              <a:buSzPts val="1400"/>
              <a:buFont typeface="Lato"/>
              <a:buChar char="■"/>
              <a:defRPr>
                <a:solidFill>
                  <a:schemeClr val="lt1"/>
                </a:solidFill>
                <a:latin typeface="Lato"/>
                <a:ea typeface="Lato"/>
                <a:cs typeface="Lato"/>
                <a:sym typeface="Lato"/>
              </a:defRPr>
            </a:lvl9pPr>
          </a:lstStyle>
          <a:p/>
        </p:txBody>
      </p:sp>
      <p:sp>
        <p:nvSpPr>
          <p:cNvPr id="2204" name="Google Shape;2204;p501"/>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576">
          <p15:clr>
            <a:srgbClr val="E46962"/>
          </p15:clr>
        </p15:guide>
        <p15:guide id="2" pos="5184">
          <p15:clr>
            <a:srgbClr val="E46962"/>
          </p15:clr>
        </p15:guide>
      </p15:sldGuideLst>
    </p:ext>
  </p:extLst>
</p:sldLayout>
</file>

<file path=ppt/slideLayouts/slideLayout4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 picture">
  <p:cSld name="CUSTOM_2">
    <p:spTree>
      <p:nvGrpSpPr>
        <p:cNvPr id="2205" name="Shape 2205"/>
        <p:cNvGrpSpPr/>
        <p:nvPr/>
      </p:nvGrpSpPr>
      <p:grpSpPr>
        <a:xfrm>
          <a:off x="0" y="0"/>
          <a:ext cx="0" cy="0"/>
          <a:chOff x="0" y="0"/>
          <a:chExt cx="0" cy="0"/>
        </a:xfrm>
      </p:grpSpPr>
      <p:sp>
        <p:nvSpPr>
          <p:cNvPr id="2206" name="Google Shape;2206;p502"/>
          <p:cNvSpPr txBox="1"/>
          <p:nvPr>
            <p:ph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2207" name="Google Shape;2207;p502"/>
          <p:cNvSpPr/>
          <p:nvPr>
            <p:ph idx="2" type="pic"/>
          </p:nvPr>
        </p:nvSpPr>
        <p:spPr>
          <a:xfrm>
            <a:off x="5011488" y="1069667"/>
            <a:ext cx="3218100" cy="3218100"/>
          </a:xfrm>
          <a:prstGeom prst="roundRect">
            <a:avLst>
              <a:gd fmla="val 1254" name="adj"/>
            </a:avLst>
          </a:prstGeom>
          <a:noFill/>
          <a:ln>
            <a:noFill/>
          </a:ln>
        </p:spPr>
      </p:sp>
      <p:sp>
        <p:nvSpPr>
          <p:cNvPr id="2208" name="Google Shape;2208;p502"/>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
        <p:nvSpPr>
          <p:cNvPr id="2209" name="Google Shape;2209;p502"/>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5184">
          <p15:clr>
            <a:srgbClr val="E46962"/>
          </p15:clr>
        </p15:guide>
      </p15:sldGuideLst>
    </p:ext>
  </p:extLst>
</p:sldLayout>
</file>

<file path=ppt/slideLayouts/slideLayout4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dule index">
  <p:cSld name="CUSTOM_6_1">
    <p:bg>
      <p:bgPr>
        <a:solidFill>
          <a:schemeClr val="dk1"/>
        </a:solidFill>
      </p:bgPr>
    </p:bg>
    <p:spTree>
      <p:nvGrpSpPr>
        <p:cNvPr id="2210" name="Shape 2210"/>
        <p:cNvGrpSpPr/>
        <p:nvPr/>
      </p:nvGrpSpPr>
      <p:grpSpPr>
        <a:xfrm>
          <a:off x="0" y="0"/>
          <a:ext cx="0" cy="0"/>
          <a:chOff x="0" y="0"/>
          <a:chExt cx="0" cy="0"/>
        </a:xfrm>
      </p:grpSpPr>
      <p:sp>
        <p:nvSpPr>
          <p:cNvPr id="2211" name="Google Shape;2211;p503"/>
          <p:cNvSpPr txBox="1"/>
          <p:nvPr>
            <p:ph type="title"/>
          </p:nvPr>
        </p:nvSpPr>
        <p:spPr>
          <a:xfrm>
            <a:off x="571500" y="889002"/>
            <a:ext cx="4000500" cy="6339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3000"/>
              <a:buNone/>
              <a:defRPr b="1">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212" name="Google Shape;2212;p503"/>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959">
          <p15:clr>
            <a:srgbClr val="E46962"/>
          </p15:clr>
        </p15:guide>
      </p15:sldGuideLst>
    </p:ext>
  </p:extLst>
</p:sldLayout>
</file>

<file path=ppt/slideLayouts/slideLayout4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3  1">
  <p:cSld name="CUSTOM_6_1_1">
    <p:bg>
      <p:bgPr>
        <a:solidFill>
          <a:schemeClr val="lt2"/>
        </a:solidFill>
      </p:bgPr>
    </p:bg>
    <p:spTree>
      <p:nvGrpSpPr>
        <p:cNvPr id="2213" name="Shape 2213"/>
        <p:cNvGrpSpPr/>
        <p:nvPr/>
      </p:nvGrpSpPr>
      <p:grpSpPr>
        <a:xfrm>
          <a:off x="0" y="0"/>
          <a:ext cx="0" cy="0"/>
          <a:chOff x="0" y="0"/>
          <a:chExt cx="0" cy="0"/>
        </a:xfrm>
      </p:grpSpPr>
      <p:sp>
        <p:nvSpPr>
          <p:cNvPr id="2214" name="Google Shape;2214;p504"/>
          <p:cNvSpPr txBox="1"/>
          <p:nvPr>
            <p:ph type="title"/>
          </p:nvPr>
        </p:nvSpPr>
        <p:spPr>
          <a:xfrm>
            <a:off x="607200" y="1140611"/>
            <a:ext cx="3936000" cy="596400"/>
          </a:xfrm>
          <a:prstGeom prst="rect">
            <a:avLst/>
          </a:prstGeom>
        </p:spPr>
        <p:txBody>
          <a:bodyPr anchorCtr="0" anchor="ctr" bIns="0" lIns="0" spcFirstLastPara="1" rIns="0" wrap="square" tIns="0">
            <a:normAutofit/>
          </a:bodyPr>
          <a:lstStyle>
            <a:lvl1pPr lvl="0">
              <a:spcBef>
                <a:spcPts val="0"/>
              </a:spcBef>
              <a:spcAft>
                <a:spcPts val="0"/>
              </a:spcAft>
              <a:buSzPts val="3000"/>
              <a:buAutoNum type="arabicPeriod"/>
              <a:defRPr b="1" sz="1800">
                <a:solidFill>
                  <a:schemeClr val="lt1"/>
                </a:solidFill>
              </a:defRPr>
            </a:lvl1pPr>
            <a:lvl2pPr lvl="1">
              <a:spcBef>
                <a:spcPts val="0"/>
              </a:spcBef>
              <a:spcAft>
                <a:spcPts val="0"/>
              </a:spcAft>
              <a:buSzPts val="2800"/>
              <a:buAutoNum type="alphaLcPeriod"/>
              <a:defRPr/>
            </a:lvl2pPr>
            <a:lvl3pPr lvl="2">
              <a:spcBef>
                <a:spcPts val="0"/>
              </a:spcBef>
              <a:spcAft>
                <a:spcPts val="0"/>
              </a:spcAft>
              <a:buSzPts val="2800"/>
              <a:buAutoNum type="romanLcPeriod"/>
              <a:defRPr/>
            </a:lvl3pPr>
            <a:lvl4pPr lvl="3">
              <a:spcBef>
                <a:spcPts val="0"/>
              </a:spcBef>
              <a:spcAft>
                <a:spcPts val="0"/>
              </a:spcAft>
              <a:buSzPts val="2800"/>
              <a:buAutoNum type="arabicPeriod"/>
              <a:defRPr/>
            </a:lvl4pPr>
            <a:lvl5pPr lvl="4">
              <a:spcBef>
                <a:spcPts val="0"/>
              </a:spcBef>
              <a:spcAft>
                <a:spcPts val="0"/>
              </a:spcAft>
              <a:buSzPts val="2800"/>
              <a:buAutoNum type="alphaLcPeriod"/>
              <a:defRPr/>
            </a:lvl5pPr>
            <a:lvl6pPr lvl="5">
              <a:spcBef>
                <a:spcPts val="0"/>
              </a:spcBef>
              <a:spcAft>
                <a:spcPts val="0"/>
              </a:spcAft>
              <a:buSzPts val="2800"/>
              <a:buAutoNum type="romanLcPeriod"/>
              <a:defRPr/>
            </a:lvl6pPr>
            <a:lvl7pPr lvl="6">
              <a:spcBef>
                <a:spcPts val="0"/>
              </a:spcBef>
              <a:spcAft>
                <a:spcPts val="0"/>
              </a:spcAft>
              <a:buSzPts val="2800"/>
              <a:buAutoNum type="arabicPeriod"/>
              <a:defRPr/>
            </a:lvl7pPr>
            <a:lvl8pPr lvl="7">
              <a:spcBef>
                <a:spcPts val="0"/>
              </a:spcBef>
              <a:spcAft>
                <a:spcPts val="0"/>
              </a:spcAft>
              <a:buSzPts val="2800"/>
              <a:buAutoNum type="alphaLcPeriod"/>
              <a:defRPr/>
            </a:lvl8pPr>
            <a:lvl9pPr lvl="8">
              <a:spcBef>
                <a:spcPts val="0"/>
              </a:spcBef>
              <a:spcAft>
                <a:spcPts val="0"/>
              </a:spcAft>
              <a:buSzPts val="2800"/>
              <a:buAutoNum type="romanLcPeriod"/>
              <a:defRPr/>
            </a:lvl9pPr>
          </a:lstStyle>
          <a:p/>
        </p:txBody>
      </p:sp>
    </p:spTree>
  </p:cSld>
  <p:clrMapOvr>
    <a:masterClrMapping/>
  </p:clrMapOvr>
</p:sldLayout>
</file>

<file path=ppt/slideLayouts/slideLayout4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spTree>
      <p:nvGrpSpPr>
        <p:cNvPr id="2215" name="Shape 2215"/>
        <p:cNvGrpSpPr/>
        <p:nvPr/>
      </p:nvGrpSpPr>
      <p:grpSpPr>
        <a:xfrm>
          <a:off x="0" y="0"/>
          <a:ext cx="0" cy="0"/>
          <a:chOff x="0" y="0"/>
          <a:chExt cx="0" cy="0"/>
        </a:xfrm>
      </p:grpSpPr>
      <p:sp>
        <p:nvSpPr>
          <p:cNvPr id="2216" name="Google Shape;2216;p505"/>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2217" name="Google Shape;2217;p505"/>
          <p:cNvSpPr txBox="1"/>
          <p:nvPr>
            <p:ph type="title"/>
          </p:nvPr>
        </p:nvSpPr>
        <p:spPr>
          <a:xfrm>
            <a:off x="571500" y="889000"/>
            <a:ext cx="8001000" cy="1016100"/>
          </a:xfrm>
          <a:prstGeom prst="rect">
            <a:avLst/>
          </a:prstGeom>
        </p:spPr>
        <p:txBody>
          <a:bodyPr anchorCtr="0" anchor="ctr" bIns="0" lIns="0" spcFirstLastPara="1" rIns="0" wrap="square" tIns="0">
            <a:normAutofit/>
          </a:bodyPr>
          <a:lstStyle>
            <a:lvl1pPr lvl="0">
              <a:spcBef>
                <a:spcPts val="0"/>
              </a:spcBef>
              <a:spcAft>
                <a:spcPts val="0"/>
              </a:spcAft>
              <a:buSzPts val="3000"/>
              <a:buNone/>
              <a:defRPr b="1"/>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5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 header, one column">
  <p:cSld name="CUSTOM_3_1">
    <p:spTree>
      <p:nvGrpSpPr>
        <p:cNvPr id="2218" name="Shape 2218"/>
        <p:cNvGrpSpPr/>
        <p:nvPr/>
      </p:nvGrpSpPr>
      <p:grpSpPr>
        <a:xfrm>
          <a:off x="0" y="0"/>
          <a:ext cx="0" cy="0"/>
          <a:chOff x="0" y="0"/>
          <a:chExt cx="0" cy="0"/>
        </a:xfrm>
      </p:grpSpPr>
      <p:sp>
        <p:nvSpPr>
          <p:cNvPr id="2219" name="Google Shape;2219;p506"/>
          <p:cNvSpPr txBox="1"/>
          <p:nvPr>
            <p:ph idx="1" type="subTitle"/>
          </p:nvPr>
        </p:nvSpPr>
        <p:spPr>
          <a:xfrm>
            <a:off x="571500" y="1905000"/>
            <a:ext cx="3093000" cy="3987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
        <p:nvSpPr>
          <p:cNvPr id="2220" name="Google Shape;2220;p506"/>
          <p:cNvSpPr txBox="1"/>
          <p:nvPr>
            <p:ph type="title"/>
          </p:nvPr>
        </p:nvSpPr>
        <p:spPr>
          <a:xfrm>
            <a:off x="571500" y="889005"/>
            <a:ext cx="4000500" cy="1016100"/>
          </a:xfrm>
          <a:prstGeom prst="rect">
            <a:avLst/>
          </a:prstGeom>
        </p:spPr>
        <p:txBody>
          <a:bodyPr anchorCtr="0" anchor="ctr" bIns="0" lIns="0" spcFirstLastPara="1" rIns="0" wrap="square" tIns="0">
            <a:normAutofit/>
          </a:bodyPr>
          <a:lstStyle>
            <a:lvl1pPr lvl="0">
              <a:spcBef>
                <a:spcPts val="0"/>
              </a:spcBef>
              <a:spcAft>
                <a:spcPts val="0"/>
              </a:spcAft>
              <a:buSzPts val="3000"/>
              <a:buNone/>
              <a:defRPr b="1"/>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21" name="Google Shape;2221;p506"/>
          <p:cNvSpPr txBox="1"/>
          <p:nvPr>
            <p:ph idx="2" type="body"/>
          </p:nvPr>
        </p:nvSpPr>
        <p:spPr>
          <a:xfrm>
            <a:off x="571500" y="2406917"/>
            <a:ext cx="3093000" cy="26730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22" name="Google Shape;2222;p506"/>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3">
    <p:spTree>
      <p:nvGrpSpPr>
        <p:cNvPr id="2223" name="Shape 2223"/>
        <p:cNvGrpSpPr/>
        <p:nvPr/>
      </p:nvGrpSpPr>
      <p:grpSpPr>
        <a:xfrm>
          <a:off x="0" y="0"/>
          <a:ext cx="0" cy="0"/>
          <a:chOff x="0" y="0"/>
          <a:chExt cx="0" cy="0"/>
        </a:xfrm>
      </p:grpSpPr>
      <p:sp>
        <p:nvSpPr>
          <p:cNvPr id="2224" name="Google Shape;2224;p507"/>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2225" name="Google Shape;2225;p507"/>
          <p:cNvSpPr txBox="1"/>
          <p:nvPr>
            <p:ph type="title"/>
          </p:nvPr>
        </p:nvSpPr>
        <p:spPr>
          <a:xfrm>
            <a:off x="571500" y="889000"/>
            <a:ext cx="8001000" cy="1016100"/>
          </a:xfrm>
          <a:prstGeom prst="rect">
            <a:avLst/>
          </a:prstGeom>
        </p:spPr>
        <p:txBody>
          <a:bodyPr anchorCtr="0" anchor="ctr" bIns="0" lIns="0" spcFirstLastPara="1" rIns="0" wrap="square" tIns="0">
            <a:normAutofit/>
          </a:bodyPr>
          <a:lstStyle>
            <a:lvl1pPr lvl="0">
              <a:spcBef>
                <a:spcPts val="0"/>
              </a:spcBef>
              <a:spcAft>
                <a:spcPts val="0"/>
              </a:spcAft>
              <a:buSzPts val="3000"/>
              <a:buNone/>
              <a:defRPr b="1"/>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5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1">
  <p:cSld name="TITLE_AND_BODY_3">
    <p:spTree>
      <p:nvGrpSpPr>
        <p:cNvPr id="2226" name="Shape 2226"/>
        <p:cNvGrpSpPr/>
        <p:nvPr/>
      </p:nvGrpSpPr>
      <p:grpSpPr>
        <a:xfrm>
          <a:off x="0" y="0"/>
          <a:ext cx="0" cy="0"/>
          <a:chOff x="0" y="0"/>
          <a:chExt cx="0" cy="0"/>
        </a:xfrm>
      </p:grpSpPr>
      <p:sp>
        <p:nvSpPr>
          <p:cNvPr id="2227" name="Google Shape;2227;p508"/>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2228" name="Google Shape;2228;p508"/>
          <p:cNvSpPr txBox="1"/>
          <p:nvPr>
            <p:ph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2229" name="Google Shape;2229;p508"/>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5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4">
    <p:spTree>
      <p:nvGrpSpPr>
        <p:cNvPr id="2230" name="Shape 2230"/>
        <p:cNvGrpSpPr/>
        <p:nvPr/>
      </p:nvGrpSpPr>
      <p:grpSpPr>
        <a:xfrm>
          <a:off x="0" y="0"/>
          <a:ext cx="0" cy="0"/>
          <a:chOff x="0" y="0"/>
          <a:chExt cx="0" cy="0"/>
        </a:xfrm>
      </p:grpSpPr>
      <p:sp>
        <p:nvSpPr>
          <p:cNvPr id="2231" name="Google Shape;2231;p509"/>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2232" name="Google Shape;2232;p509"/>
          <p:cNvSpPr txBox="1"/>
          <p:nvPr>
            <p:ph type="title"/>
          </p:nvPr>
        </p:nvSpPr>
        <p:spPr>
          <a:xfrm>
            <a:off x="571500" y="889000"/>
            <a:ext cx="8001000" cy="1016100"/>
          </a:xfrm>
          <a:prstGeom prst="rect">
            <a:avLst/>
          </a:prstGeom>
        </p:spPr>
        <p:txBody>
          <a:bodyPr anchorCtr="0" anchor="ctr" bIns="0" lIns="0" spcFirstLastPara="1" rIns="0" wrap="square" tIns="0">
            <a:normAutofit/>
          </a:bodyPr>
          <a:lstStyle>
            <a:lvl1pPr lvl="0">
              <a:spcBef>
                <a:spcPts val="0"/>
              </a:spcBef>
              <a:spcAft>
                <a:spcPts val="0"/>
              </a:spcAft>
              <a:buSzPts val="3000"/>
              <a:buNone/>
              <a:defRPr b="1"/>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5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eak slide 1">
  <p:cSld name="CUSTOM_10">
    <p:spTree>
      <p:nvGrpSpPr>
        <p:cNvPr id="2233" name="Shape 2233"/>
        <p:cNvGrpSpPr/>
        <p:nvPr/>
      </p:nvGrpSpPr>
      <p:grpSpPr>
        <a:xfrm>
          <a:off x="0" y="0"/>
          <a:ext cx="0" cy="0"/>
          <a:chOff x="0" y="0"/>
          <a:chExt cx="0" cy="0"/>
        </a:xfrm>
      </p:grpSpPr>
      <p:grpSp>
        <p:nvGrpSpPr>
          <p:cNvPr id="2234" name="Google Shape;2234;p510"/>
          <p:cNvGrpSpPr/>
          <p:nvPr/>
        </p:nvGrpSpPr>
        <p:grpSpPr>
          <a:xfrm>
            <a:off x="0" y="-1"/>
            <a:ext cx="9144000" cy="5143504"/>
            <a:chOff x="0" y="-2"/>
            <a:chExt cx="12192000" cy="6858005"/>
          </a:xfrm>
        </p:grpSpPr>
        <p:pic>
          <p:nvPicPr>
            <p:cNvPr id="2235" name="Google Shape;2235;p510" title="Break.png"/>
            <p:cNvPicPr preferRelativeResize="0"/>
            <p:nvPr/>
          </p:nvPicPr>
          <p:blipFill rotWithShape="1">
            <a:blip r:embed="rId2">
              <a:alphaModFix/>
            </a:blip>
            <a:srcRect b="0" l="0" r="0" t="0"/>
            <a:stretch/>
          </p:blipFill>
          <p:spPr>
            <a:xfrm>
              <a:off x="0" y="-2"/>
              <a:ext cx="12192000" cy="6858005"/>
            </a:xfrm>
            <a:prstGeom prst="rect">
              <a:avLst/>
            </a:prstGeom>
            <a:noFill/>
            <a:ln>
              <a:noFill/>
            </a:ln>
          </p:spPr>
        </p:pic>
        <p:pic>
          <p:nvPicPr>
            <p:cNvPr id="2236" name="Google Shape;2236;p510" title="Shapes01.png"/>
            <p:cNvPicPr preferRelativeResize="0"/>
            <p:nvPr/>
          </p:nvPicPr>
          <p:blipFill rotWithShape="1">
            <a:blip r:embed="rId3">
              <a:alphaModFix amt="64000"/>
            </a:blip>
            <a:srcRect b="0" l="0" r="0" t="0"/>
            <a:stretch/>
          </p:blipFill>
          <p:spPr>
            <a:xfrm>
              <a:off x="0" y="0"/>
              <a:ext cx="12192000" cy="6858000"/>
            </a:xfrm>
            <a:prstGeom prst="rect">
              <a:avLst/>
            </a:prstGeom>
            <a:noFill/>
            <a:ln>
              <a:noFill/>
            </a:ln>
          </p:spPr>
        </p:pic>
      </p:grpSp>
      <p:sp>
        <p:nvSpPr>
          <p:cNvPr id="2237" name="Google Shape;2237;p510"/>
          <p:cNvSpPr txBox="1"/>
          <p:nvPr/>
        </p:nvSpPr>
        <p:spPr>
          <a:xfrm>
            <a:off x="1367072" y="2080750"/>
            <a:ext cx="5486400" cy="738900"/>
          </a:xfrm>
          <a:prstGeom prst="rect">
            <a:avLst/>
          </a:prstGeom>
          <a:noFill/>
          <a:ln>
            <a:noFill/>
          </a:ln>
        </p:spPr>
        <p:txBody>
          <a:bodyPr anchorCtr="0" anchor="t" bIns="0" lIns="0" spcFirstLastPara="1" rIns="0" wrap="square" tIns="0">
            <a:spAutoFit/>
          </a:bodyPr>
          <a:lstStyle/>
          <a:p>
            <a:pPr indent="-304800" lvl="0" marL="0" marR="0" rtl="0" algn="l">
              <a:lnSpc>
                <a:spcPct val="100000"/>
              </a:lnSpc>
              <a:spcBef>
                <a:spcPts val="0"/>
              </a:spcBef>
              <a:spcAft>
                <a:spcPts val="0"/>
              </a:spcAft>
              <a:buClr>
                <a:schemeClr val="accent2"/>
              </a:buClr>
              <a:buSzPts val="4800"/>
              <a:buFont typeface="Poppins SemiBold"/>
              <a:buNone/>
            </a:pPr>
            <a:r>
              <a:rPr lang="en" sz="4800">
                <a:solidFill>
                  <a:schemeClr val="accent2"/>
                </a:solidFill>
                <a:latin typeface="Poppins SemiBold"/>
                <a:ea typeface="Poppins SemiBold"/>
                <a:cs typeface="Poppins SemiBold"/>
                <a:sym typeface="Poppins SemiBold"/>
              </a:rPr>
              <a:t>Break</a:t>
            </a:r>
            <a:endParaRPr sz="4800">
              <a:solidFill>
                <a:schemeClr val="accent2"/>
              </a:solidFill>
              <a:latin typeface="Poppins SemiBold"/>
              <a:ea typeface="Poppins SemiBold"/>
              <a:cs typeface="Poppins SemiBold"/>
              <a:sym typeface="Poppins SemiBold"/>
            </a:endParaRPr>
          </a:p>
        </p:txBody>
      </p:sp>
      <p:pic>
        <p:nvPicPr>
          <p:cNvPr id="2238" name="Google Shape;2238;p510"/>
          <p:cNvPicPr preferRelativeResize="0"/>
          <p:nvPr/>
        </p:nvPicPr>
        <p:blipFill rotWithShape="1">
          <a:blip r:embed="rId4">
            <a:alphaModFix/>
          </a:blip>
          <a:srcRect b="0" l="0" r="0" t="0"/>
          <a:stretch/>
        </p:blipFill>
        <p:spPr>
          <a:xfrm>
            <a:off x="1367087" y="2986403"/>
            <a:ext cx="277007" cy="276975"/>
          </a:xfrm>
          <a:prstGeom prst="rect">
            <a:avLst/>
          </a:prstGeom>
          <a:noFill/>
          <a:ln>
            <a:noFill/>
          </a:ln>
        </p:spPr>
      </p:pic>
      <p:sp>
        <p:nvSpPr>
          <p:cNvPr id="2239" name="Google Shape;2239;p510"/>
          <p:cNvSpPr txBox="1"/>
          <p:nvPr>
            <p:ph idx="1" type="body"/>
          </p:nvPr>
        </p:nvSpPr>
        <p:spPr>
          <a:xfrm>
            <a:off x="1810375" y="2900778"/>
            <a:ext cx="5043000" cy="479100"/>
          </a:xfrm>
          <a:prstGeom prst="rect">
            <a:avLst/>
          </a:prstGeom>
        </p:spPr>
        <p:txBody>
          <a:bodyPr anchorCtr="0" anchor="ctr" bIns="0" lIns="0" spcFirstLastPara="1" rIns="0" wrap="square" tIns="0">
            <a:sp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5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243" name="Shape 2243"/>
        <p:cNvGrpSpPr/>
        <p:nvPr/>
      </p:nvGrpSpPr>
      <p:grpSpPr>
        <a:xfrm>
          <a:off x="0" y="0"/>
          <a:ext cx="0" cy="0"/>
          <a:chOff x="0" y="0"/>
          <a:chExt cx="0" cy="0"/>
        </a:xfrm>
      </p:grpSpPr>
      <p:pic>
        <p:nvPicPr>
          <p:cNvPr id="2244" name="Google Shape;2244;p512" title="Mesh Holographic Gradients - Dark Gradient 22.png"/>
          <p:cNvPicPr preferRelativeResize="0"/>
          <p:nvPr/>
        </p:nvPicPr>
        <p:blipFill rotWithShape="1">
          <a:blip r:embed="rId2">
            <a:alphaModFix/>
          </a:blip>
          <a:srcRect b="0" l="0" r="0" t="0"/>
          <a:stretch/>
        </p:blipFill>
        <p:spPr>
          <a:xfrm>
            <a:off x="0" y="0"/>
            <a:ext cx="9144003" cy="5143499"/>
          </a:xfrm>
          <a:prstGeom prst="rect">
            <a:avLst/>
          </a:prstGeom>
          <a:noFill/>
          <a:ln>
            <a:noFill/>
          </a:ln>
        </p:spPr>
      </p:pic>
      <p:pic>
        <p:nvPicPr>
          <p:cNvPr id="2245" name="Google Shape;2245;p512"/>
          <p:cNvPicPr preferRelativeResize="0"/>
          <p:nvPr/>
        </p:nvPicPr>
        <p:blipFill rotWithShape="1">
          <a:blip r:embed="rId3">
            <a:alphaModFix/>
          </a:blip>
          <a:srcRect b="0" l="0" r="0" t="0"/>
          <a:stretch/>
        </p:blipFill>
        <p:spPr>
          <a:xfrm>
            <a:off x="457200" y="531584"/>
            <a:ext cx="316413" cy="390600"/>
          </a:xfrm>
          <a:prstGeom prst="rect">
            <a:avLst/>
          </a:prstGeom>
          <a:noFill/>
          <a:ln>
            <a:noFill/>
          </a:ln>
        </p:spPr>
      </p:pic>
      <p:sp>
        <p:nvSpPr>
          <p:cNvPr id="2246" name="Google Shape;2246;p512"/>
          <p:cNvSpPr/>
          <p:nvPr/>
        </p:nvSpPr>
        <p:spPr>
          <a:xfrm>
            <a:off x="984762" y="635750"/>
            <a:ext cx="203100" cy="225600"/>
          </a:xfrm>
          <a:prstGeom prst="plus">
            <a:avLst>
              <a:gd fmla="val 43366" name="adj"/>
            </a:avLst>
          </a:prstGeom>
          <a:solidFill>
            <a:srgbClr val="60A5FA"/>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Lato"/>
              <a:ea typeface="Lato"/>
              <a:cs typeface="Lato"/>
              <a:sym typeface="Lato"/>
            </a:endParaRPr>
          </a:p>
        </p:txBody>
      </p:sp>
      <p:sp>
        <p:nvSpPr>
          <p:cNvPr id="2247" name="Google Shape;2247;p512"/>
          <p:cNvSpPr txBox="1"/>
          <p:nvPr>
            <p:ph type="title"/>
          </p:nvPr>
        </p:nvSpPr>
        <p:spPr>
          <a:xfrm>
            <a:off x="457200" y="3038000"/>
            <a:ext cx="6862800" cy="1734900"/>
          </a:xfrm>
          <a:prstGeom prst="rect">
            <a:avLst/>
          </a:prstGeom>
        </p:spPr>
        <p:txBody>
          <a:bodyPr anchorCtr="0" anchor="b"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2248" name="Google Shape;2248;p512"/>
          <p:cNvSpPr txBox="1"/>
          <p:nvPr>
            <p:ph idx="1" type="subTitle"/>
          </p:nvPr>
        </p:nvSpPr>
        <p:spPr>
          <a:xfrm>
            <a:off x="457200" y="4773000"/>
            <a:ext cx="68628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Tree>
  </p:cSld>
  <p:clrMapOvr>
    <a:masterClrMapping/>
  </p:clrMapOvr>
</p:sldLayout>
</file>

<file path=ppt/slideLayouts/slideLayout5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rtification covers">
  <p:cSld name="TITLE_1">
    <p:spTree>
      <p:nvGrpSpPr>
        <p:cNvPr id="2249" name="Shape 2249"/>
        <p:cNvGrpSpPr/>
        <p:nvPr/>
      </p:nvGrpSpPr>
      <p:grpSpPr>
        <a:xfrm>
          <a:off x="0" y="0"/>
          <a:ext cx="0" cy="0"/>
          <a:chOff x="0" y="0"/>
          <a:chExt cx="0" cy="0"/>
        </a:xfrm>
      </p:grpSpPr>
      <p:pic>
        <p:nvPicPr>
          <p:cNvPr id="2250" name="Google Shape;2250;p513" title="Mesh Holographic Gradients - Dark Gradient 22.png"/>
          <p:cNvPicPr preferRelativeResize="0"/>
          <p:nvPr/>
        </p:nvPicPr>
        <p:blipFill rotWithShape="1">
          <a:blip r:embed="rId2">
            <a:alphaModFix/>
          </a:blip>
          <a:srcRect b="0" l="0" r="0" t="0"/>
          <a:stretch/>
        </p:blipFill>
        <p:spPr>
          <a:xfrm>
            <a:off x="0" y="0"/>
            <a:ext cx="9144003" cy="5143499"/>
          </a:xfrm>
          <a:prstGeom prst="rect">
            <a:avLst/>
          </a:prstGeom>
          <a:noFill/>
          <a:ln>
            <a:noFill/>
          </a:ln>
        </p:spPr>
      </p:pic>
      <p:pic>
        <p:nvPicPr>
          <p:cNvPr id="2251" name="Google Shape;2251;p513"/>
          <p:cNvPicPr preferRelativeResize="0"/>
          <p:nvPr/>
        </p:nvPicPr>
        <p:blipFill rotWithShape="1">
          <a:blip r:embed="rId3">
            <a:alphaModFix/>
          </a:blip>
          <a:srcRect b="0" l="0" r="0" t="0"/>
          <a:stretch/>
        </p:blipFill>
        <p:spPr>
          <a:xfrm>
            <a:off x="457200" y="531584"/>
            <a:ext cx="316413" cy="390600"/>
          </a:xfrm>
          <a:prstGeom prst="rect">
            <a:avLst/>
          </a:prstGeom>
          <a:noFill/>
          <a:ln>
            <a:noFill/>
          </a:ln>
        </p:spPr>
      </p:pic>
      <p:sp>
        <p:nvSpPr>
          <p:cNvPr id="2252" name="Google Shape;2252;p513"/>
          <p:cNvSpPr txBox="1"/>
          <p:nvPr>
            <p:ph type="title"/>
          </p:nvPr>
        </p:nvSpPr>
        <p:spPr>
          <a:xfrm>
            <a:off x="457200" y="2925261"/>
            <a:ext cx="6862800" cy="1734900"/>
          </a:xfrm>
          <a:prstGeom prst="rect">
            <a:avLst/>
          </a:prstGeom>
        </p:spPr>
        <p:txBody>
          <a:bodyPr anchorCtr="0" anchor="b"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2253" name="Google Shape;2253;p513"/>
          <p:cNvSpPr txBox="1"/>
          <p:nvPr>
            <p:ph idx="1" type="subTitle"/>
          </p:nvPr>
        </p:nvSpPr>
        <p:spPr>
          <a:xfrm>
            <a:off x="457200" y="4773000"/>
            <a:ext cx="68628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Tree>
  </p:cSld>
  <p:clrMapOvr>
    <a:masterClrMapping/>
  </p:clrMapOvr>
</p:sldLayout>
</file>

<file path=ppt/slideLayouts/slideLayout5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type="secHead">
  <p:cSld name="SECTION_HEADER">
    <p:spTree>
      <p:nvGrpSpPr>
        <p:cNvPr id="2254" name="Shape 2254"/>
        <p:cNvGrpSpPr/>
        <p:nvPr/>
      </p:nvGrpSpPr>
      <p:grpSpPr>
        <a:xfrm>
          <a:off x="0" y="0"/>
          <a:ext cx="0" cy="0"/>
          <a:chOff x="0" y="0"/>
          <a:chExt cx="0" cy="0"/>
        </a:xfrm>
      </p:grpSpPr>
      <p:pic>
        <p:nvPicPr>
          <p:cNvPr id="2255" name="Google Shape;2255;p514" title="Mesh Holographic Gradients - Dark Gradient 22.png"/>
          <p:cNvPicPr preferRelativeResize="0"/>
          <p:nvPr/>
        </p:nvPicPr>
        <p:blipFill>
          <a:blip r:embed="rId2">
            <a:alphaModFix/>
          </a:blip>
          <a:stretch>
            <a:fillRect/>
          </a:stretch>
        </p:blipFill>
        <p:spPr>
          <a:xfrm>
            <a:off x="0" y="0"/>
            <a:ext cx="9144023" cy="5143501"/>
          </a:xfrm>
          <a:prstGeom prst="rect">
            <a:avLst/>
          </a:prstGeom>
          <a:noFill/>
          <a:ln>
            <a:noFill/>
          </a:ln>
        </p:spPr>
      </p:pic>
      <p:sp>
        <p:nvSpPr>
          <p:cNvPr id="2256" name="Google Shape;2256;p514"/>
          <p:cNvSpPr txBox="1"/>
          <p:nvPr>
            <p:ph type="title"/>
          </p:nvPr>
        </p:nvSpPr>
        <p:spPr>
          <a:xfrm>
            <a:off x="457200" y="4271667"/>
            <a:ext cx="5023800" cy="935400"/>
          </a:xfrm>
          <a:prstGeom prst="rect">
            <a:avLst/>
          </a:prstGeom>
        </p:spPr>
        <p:txBody>
          <a:bodyPr anchorCtr="0" anchor="b" bIns="0" lIns="0" spcFirstLastPara="1" rIns="0" wrap="square" tIns="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Tree>
  </p:cSld>
  <p:clrMapOvr>
    <a:masterClrMapping/>
  </p:clrMapOvr>
</p:sldLayout>
</file>

<file path=ppt/slideLayouts/slideLayout5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eak slide">
  <p:cSld name="CUSTOM">
    <p:spTree>
      <p:nvGrpSpPr>
        <p:cNvPr id="2257" name="Shape 2257"/>
        <p:cNvGrpSpPr/>
        <p:nvPr/>
      </p:nvGrpSpPr>
      <p:grpSpPr>
        <a:xfrm>
          <a:off x="0" y="0"/>
          <a:ext cx="0" cy="0"/>
          <a:chOff x="0" y="0"/>
          <a:chExt cx="0" cy="0"/>
        </a:xfrm>
      </p:grpSpPr>
      <p:grpSp>
        <p:nvGrpSpPr>
          <p:cNvPr id="2258" name="Google Shape;2258;p515"/>
          <p:cNvGrpSpPr/>
          <p:nvPr/>
        </p:nvGrpSpPr>
        <p:grpSpPr>
          <a:xfrm>
            <a:off x="0" y="-1"/>
            <a:ext cx="9144000" cy="5143504"/>
            <a:chOff x="0" y="-2"/>
            <a:chExt cx="12192000" cy="6858005"/>
          </a:xfrm>
        </p:grpSpPr>
        <p:pic>
          <p:nvPicPr>
            <p:cNvPr id="2259" name="Google Shape;2259;p515" title="Break.png"/>
            <p:cNvPicPr preferRelativeResize="0"/>
            <p:nvPr/>
          </p:nvPicPr>
          <p:blipFill rotWithShape="1">
            <a:blip r:embed="rId2">
              <a:alphaModFix/>
            </a:blip>
            <a:srcRect b="0" l="0" r="0" t="0"/>
            <a:stretch/>
          </p:blipFill>
          <p:spPr>
            <a:xfrm>
              <a:off x="0" y="-2"/>
              <a:ext cx="12192000" cy="6858005"/>
            </a:xfrm>
            <a:prstGeom prst="rect">
              <a:avLst/>
            </a:prstGeom>
            <a:noFill/>
            <a:ln>
              <a:noFill/>
            </a:ln>
          </p:spPr>
        </p:pic>
        <p:pic>
          <p:nvPicPr>
            <p:cNvPr id="2260" name="Google Shape;2260;p515" title="Shapes01.png"/>
            <p:cNvPicPr preferRelativeResize="0"/>
            <p:nvPr/>
          </p:nvPicPr>
          <p:blipFill rotWithShape="1">
            <a:blip r:embed="rId3">
              <a:alphaModFix amt="64000"/>
            </a:blip>
            <a:srcRect b="0" l="0" r="0" t="0"/>
            <a:stretch/>
          </p:blipFill>
          <p:spPr>
            <a:xfrm>
              <a:off x="0" y="0"/>
              <a:ext cx="12192000" cy="6858000"/>
            </a:xfrm>
            <a:prstGeom prst="rect">
              <a:avLst/>
            </a:prstGeom>
            <a:noFill/>
            <a:ln>
              <a:noFill/>
            </a:ln>
          </p:spPr>
        </p:pic>
      </p:grpSp>
      <p:sp>
        <p:nvSpPr>
          <p:cNvPr id="2261" name="Google Shape;2261;p515"/>
          <p:cNvSpPr txBox="1"/>
          <p:nvPr/>
        </p:nvSpPr>
        <p:spPr>
          <a:xfrm>
            <a:off x="1367072" y="2080750"/>
            <a:ext cx="5486400" cy="738900"/>
          </a:xfrm>
          <a:prstGeom prst="rect">
            <a:avLst/>
          </a:prstGeom>
          <a:noFill/>
          <a:ln>
            <a:noFill/>
          </a:ln>
        </p:spPr>
        <p:txBody>
          <a:bodyPr anchorCtr="0" anchor="t" bIns="0" lIns="0" spcFirstLastPara="1" rIns="0" wrap="square" tIns="0">
            <a:spAutoFit/>
          </a:bodyPr>
          <a:lstStyle/>
          <a:p>
            <a:pPr indent="-304800" lvl="0" marL="0" marR="0" rtl="0" algn="l">
              <a:lnSpc>
                <a:spcPct val="100000"/>
              </a:lnSpc>
              <a:spcBef>
                <a:spcPts val="0"/>
              </a:spcBef>
              <a:spcAft>
                <a:spcPts val="0"/>
              </a:spcAft>
              <a:buClr>
                <a:schemeClr val="accent2"/>
              </a:buClr>
              <a:buSzPts val="4800"/>
              <a:buFont typeface="Poppins SemiBold"/>
              <a:buNone/>
            </a:pPr>
            <a:r>
              <a:rPr lang="en" sz="4800">
                <a:solidFill>
                  <a:schemeClr val="accent2"/>
                </a:solidFill>
                <a:latin typeface="Poppins SemiBold"/>
                <a:ea typeface="Poppins SemiBold"/>
                <a:cs typeface="Poppins SemiBold"/>
                <a:sym typeface="Poppins SemiBold"/>
              </a:rPr>
              <a:t>Break</a:t>
            </a:r>
            <a:endParaRPr sz="4800">
              <a:solidFill>
                <a:schemeClr val="accent2"/>
              </a:solidFill>
              <a:latin typeface="Poppins SemiBold"/>
              <a:ea typeface="Poppins SemiBold"/>
              <a:cs typeface="Poppins SemiBold"/>
              <a:sym typeface="Poppins SemiBold"/>
            </a:endParaRPr>
          </a:p>
        </p:txBody>
      </p:sp>
      <p:pic>
        <p:nvPicPr>
          <p:cNvPr id="2262" name="Google Shape;2262;p515"/>
          <p:cNvPicPr preferRelativeResize="0"/>
          <p:nvPr/>
        </p:nvPicPr>
        <p:blipFill rotWithShape="1">
          <a:blip r:embed="rId4">
            <a:alphaModFix/>
          </a:blip>
          <a:srcRect b="0" l="0" r="0" t="0"/>
          <a:stretch/>
        </p:blipFill>
        <p:spPr>
          <a:xfrm>
            <a:off x="1367087" y="2986403"/>
            <a:ext cx="277007" cy="276975"/>
          </a:xfrm>
          <a:prstGeom prst="rect">
            <a:avLst/>
          </a:prstGeom>
          <a:noFill/>
          <a:ln>
            <a:noFill/>
          </a:ln>
        </p:spPr>
      </p:pic>
      <p:sp>
        <p:nvSpPr>
          <p:cNvPr id="2263" name="Google Shape;2263;p515"/>
          <p:cNvSpPr txBox="1"/>
          <p:nvPr>
            <p:ph idx="1" type="body"/>
          </p:nvPr>
        </p:nvSpPr>
        <p:spPr>
          <a:xfrm>
            <a:off x="1810375" y="2900778"/>
            <a:ext cx="5043000" cy="479100"/>
          </a:xfrm>
          <a:prstGeom prst="rect">
            <a:avLst/>
          </a:prstGeom>
        </p:spPr>
        <p:txBody>
          <a:bodyPr anchorCtr="0" anchor="ctr" bIns="0" lIns="0" spcFirstLastPara="1" rIns="0" wrap="square" tIns="0">
            <a:spAutoFit/>
          </a:bodyPr>
          <a:lstStyle>
            <a:lvl1pPr indent="-317500" lvl="0" marL="457200">
              <a:spcBef>
                <a:spcPts val="0"/>
              </a:spcBef>
              <a:spcAft>
                <a:spcPts val="0"/>
              </a:spcAft>
              <a:buSzPts val="1400"/>
              <a:buChar char="●"/>
              <a:defRPr/>
            </a:lvl1pPr>
            <a:lvl2pPr indent="-317500" lvl="1" marL="914400">
              <a:spcBef>
                <a:spcPts val="800"/>
              </a:spcBef>
              <a:spcAft>
                <a:spcPts val="0"/>
              </a:spcAft>
              <a:buSzPts val="1400"/>
              <a:buChar char="○"/>
              <a:defRPr/>
            </a:lvl2pPr>
            <a:lvl3pPr indent="-317500" lvl="2" marL="1371600">
              <a:spcBef>
                <a:spcPts val="800"/>
              </a:spcBef>
              <a:spcAft>
                <a:spcPts val="0"/>
              </a:spcAft>
              <a:buSzPts val="1400"/>
              <a:buChar char="■"/>
              <a:defRPr/>
            </a:lvl3pPr>
            <a:lvl4pPr indent="-317500" lvl="3" marL="1828800">
              <a:spcBef>
                <a:spcPts val="800"/>
              </a:spcBef>
              <a:spcAft>
                <a:spcPts val="0"/>
              </a:spcAft>
              <a:buSzPts val="1400"/>
              <a:buChar char="●"/>
              <a:defRPr/>
            </a:lvl4pPr>
            <a:lvl5pPr indent="-317500" lvl="4" marL="2286000">
              <a:spcBef>
                <a:spcPts val="800"/>
              </a:spcBef>
              <a:spcAft>
                <a:spcPts val="0"/>
              </a:spcAft>
              <a:buSzPts val="1400"/>
              <a:buChar char="○"/>
              <a:defRPr/>
            </a:lvl5pPr>
            <a:lvl6pPr indent="-317500" lvl="5" marL="2743200">
              <a:spcBef>
                <a:spcPts val="800"/>
              </a:spcBef>
              <a:spcAft>
                <a:spcPts val="0"/>
              </a:spcAft>
              <a:buSzPts val="1400"/>
              <a:buChar char="■"/>
              <a:defRPr/>
            </a:lvl6pPr>
            <a:lvl7pPr indent="-317500" lvl="6" marL="3200400">
              <a:spcBef>
                <a:spcPts val="800"/>
              </a:spcBef>
              <a:spcAft>
                <a:spcPts val="0"/>
              </a:spcAft>
              <a:buSzPts val="1400"/>
              <a:buChar char="●"/>
              <a:defRPr/>
            </a:lvl7pPr>
            <a:lvl8pPr indent="-317500" lvl="7" marL="3657600">
              <a:spcBef>
                <a:spcPts val="800"/>
              </a:spcBef>
              <a:spcAft>
                <a:spcPts val="0"/>
              </a:spcAft>
              <a:buSzPts val="1400"/>
              <a:buChar char="○"/>
              <a:defRPr/>
            </a:lvl8pPr>
            <a:lvl9pPr indent="-317500" lvl="8" marL="4114800">
              <a:spcBef>
                <a:spcPts val="800"/>
              </a:spcBef>
              <a:spcAft>
                <a:spcPts val="800"/>
              </a:spcAft>
              <a:buSzPts val="1400"/>
              <a:buChar char="■"/>
              <a:defRPr/>
            </a:lvl9pPr>
          </a:lstStyle>
          <a:p/>
        </p:txBody>
      </p:sp>
    </p:spTree>
  </p:cSld>
  <p:clrMapOvr>
    <a:masterClrMapping/>
  </p:clrMapOvr>
</p:sldLayout>
</file>

<file path=ppt/slideLayouts/slideLayout5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264" name="Shape 2264"/>
        <p:cNvGrpSpPr/>
        <p:nvPr/>
      </p:nvGrpSpPr>
      <p:grpSpPr>
        <a:xfrm>
          <a:off x="0" y="0"/>
          <a:ext cx="0" cy="0"/>
          <a:chOff x="0" y="0"/>
          <a:chExt cx="0" cy="0"/>
        </a:xfrm>
      </p:grpSpPr>
      <p:sp>
        <p:nvSpPr>
          <p:cNvPr id="2265" name="Google Shape;2265;p516"/>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266" name="Google Shape;2266;p516"/>
          <p:cNvSpPr txBox="1"/>
          <p:nvPr>
            <p:ph idx="1" type="body"/>
          </p:nvPr>
        </p:nvSpPr>
        <p:spPr>
          <a:xfrm>
            <a:off x="457200" y="1524417"/>
            <a:ext cx="41052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1200"/>
              </a:spcBef>
              <a:spcAft>
                <a:spcPts val="120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5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lumns" type="twoColTx">
  <p:cSld name="TITLE_AND_TWO_COLUMNS">
    <p:spTree>
      <p:nvGrpSpPr>
        <p:cNvPr id="2267" name="Shape 2267"/>
        <p:cNvGrpSpPr/>
        <p:nvPr/>
      </p:nvGrpSpPr>
      <p:grpSpPr>
        <a:xfrm>
          <a:off x="0" y="0"/>
          <a:ext cx="0" cy="0"/>
          <a:chOff x="0" y="0"/>
          <a:chExt cx="0" cy="0"/>
        </a:xfrm>
      </p:grpSpPr>
      <p:sp>
        <p:nvSpPr>
          <p:cNvPr id="2268" name="Google Shape;2268;p517"/>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269" name="Google Shape;2269;p517"/>
          <p:cNvSpPr txBox="1"/>
          <p:nvPr>
            <p:ph idx="1" type="body"/>
          </p:nvPr>
        </p:nvSpPr>
        <p:spPr>
          <a:xfrm>
            <a:off x="457200" y="1524417"/>
            <a:ext cx="32004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1200"/>
              </a:spcBef>
              <a:spcAft>
                <a:spcPts val="120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2270" name="Google Shape;2270;p517"/>
          <p:cNvSpPr txBox="1"/>
          <p:nvPr>
            <p:ph idx="2" type="body"/>
          </p:nvPr>
        </p:nvSpPr>
        <p:spPr>
          <a:xfrm>
            <a:off x="4581600" y="1524417"/>
            <a:ext cx="32004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1200"/>
              </a:spcBef>
              <a:spcAft>
                <a:spcPts val="120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guide id="2" pos="2304">
          <p15:clr>
            <a:srgbClr val="E46962"/>
          </p15:clr>
        </p15:guide>
        <p15:guide id="3" pos="2880">
          <p15:clr>
            <a:srgbClr val="E46962"/>
          </p15:clr>
        </p15:guide>
        <p15:guide id="4" pos="4902">
          <p15:clr>
            <a:srgbClr val="E46962"/>
          </p15:clr>
        </p15:guide>
      </p15:sldGuideLst>
    </p:ext>
  </p:extLst>
</p:sldLayout>
</file>

<file path=ppt/slideLayouts/slideLayout5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271" name="Shape 2271"/>
        <p:cNvGrpSpPr/>
        <p:nvPr/>
      </p:nvGrpSpPr>
      <p:grpSpPr>
        <a:xfrm>
          <a:off x="0" y="0"/>
          <a:ext cx="0" cy="0"/>
          <a:chOff x="0" y="0"/>
          <a:chExt cx="0" cy="0"/>
        </a:xfrm>
      </p:grpSpPr>
      <p:sp>
        <p:nvSpPr>
          <p:cNvPr id="2272" name="Google Shape;2272;p518"/>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5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column">
  <p:cSld name="ONE_COLUMN_TEXT">
    <p:spTree>
      <p:nvGrpSpPr>
        <p:cNvPr id="2273" name="Shape 2273"/>
        <p:cNvGrpSpPr/>
        <p:nvPr/>
      </p:nvGrpSpPr>
      <p:grpSpPr>
        <a:xfrm>
          <a:off x="0" y="0"/>
          <a:ext cx="0" cy="0"/>
          <a:chOff x="0" y="0"/>
          <a:chExt cx="0" cy="0"/>
        </a:xfrm>
      </p:grpSpPr>
      <p:sp>
        <p:nvSpPr>
          <p:cNvPr id="2274" name="Google Shape;2274;p519"/>
          <p:cNvSpPr txBox="1"/>
          <p:nvPr>
            <p:ph type="title"/>
          </p:nvPr>
        </p:nvSpPr>
        <p:spPr>
          <a:xfrm>
            <a:off x="457200" y="518667"/>
            <a:ext cx="3204600" cy="10056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275" name="Google Shape;2275;p519"/>
          <p:cNvSpPr txBox="1"/>
          <p:nvPr>
            <p:ph idx="1" type="body"/>
          </p:nvPr>
        </p:nvSpPr>
        <p:spPr>
          <a:xfrm>
            <a:off x="457200" y="1524417"/>
            <a:ext cx="32046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1200"/>
              </a:spcBef>
              <a:spcAft>
                <a:spcPts val="120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307">
          <p15:clr>
            <a:srgbClr val="E46962"/>
          </p15:clr>
        </p15:guide>
      </p15:sldGuideLst>
    </p:ext>
  </p:extLst>
</p:sldLayout>
</file>

<file path=ppt/slideLayouts/slideLayout5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blipFill>
          <a:blip r:embed="rId2">
            <a:alphaModFix/>
          </a:blip>
          <a:stretch>
            <a:fillRect/>
          </a:stretch>
        </a:blipFill>
      </p:bgPr>
    </p:bg>
    <p:spTree>
      <p:nvGrpSpPr>
        <p:cNvPr id="2276" name="Shape 2276"/>
        <p:cNvGrpSpPr/>
        <p:nvPr/>
      </p:nvGrpSpPr>
      <p:grpSpPr>
        <a:xfrm>
          <a:off x="0" y="0"/>
          <a:ext cx="0" cy="0"/>
          <a:chOff x="0" y="0"/>
          <a:chExt cx="0" cy="0"/>
        </a:xfrm>
      </p:grpSpPr>
      <p:sp>
        <p:nvSpPr>
          <p:cNvPr id="2277" name="Google Shape;2277;p520"/>
          <p:cNvSpPr txBox="1"/>
          <p:nvPr>
            <p:ph type="title"/>
          </p:nvPr>
        </p:nvSpPr>
        <p:spPr>
          <a:xfrm>
            <a:off x="1378150" y="500167"/>
            <a:ext cx="6387600" cy="4706700"/>
          </a:xfrm>
          <a:prstGeom prst="rect">
            <a:avLst/>
          </a:prstGeom>
        </p:spPr>
        <p:txBody>
          <a:bodyPr anchorCtr="0" anchor="ctr" bIns="0" lIns="0" spcFirstLastPara="1" rIns="0" wrap="square" tIns="0">
            <a:normAutofit/>
          </a:bodyPr>
          <a:lstStyle>
            <a:lvl1pPr lvl="0" algn="ctr">
              <a:spcBef>
                <a:spcPts val="0"/>
              </a:spcBef>
              <a:spcAft>
                <a:spcPts val="0"/>
              </a:spcAft>
              <a:buClr>
                <a:schemeClr val="lt1"/>
              </a:buClr>
              <a:buSzPts val="4800"/>
              <a:buNone/>
              <a:defRPr sz="4800">
                <a:solidFill>
                  <a:schemeClr val="lt1"/>
                </a:solidFill>
              </a:defRPr>
            </a:lvl1pPr>
            <a:lvl2pPr lvl="1" algn="ctr">
              <a:spcBef>
                <a:spcPts val="0"/>
              </a:spcBef>
              <a:spcAft>
                <a:spcPts val="0"/>
              </a:spcAft>
              <a:buClr>
                <a:schemeClr val="lt1"/>
              </a:buClr>
              <a:buSzPts val="4800"/>
              <a:buNone/>
              <a:defRPr sz="4800">
                <a:solidFill>
                  <a:schemeClr val="lt1"/>
                </a:solidFill>
              </a:defRPr>
            </a:lvl2pPr>
            <a:lvl3pPr lvl="2" algn="ctr">
              <a:spcBef>
                <a:spcPts val="0"/>
              </a:spcBef>
              <a:spcAft>
                <a:spcPts val="0"/>
              </a:spcAft>
              <a:buClr>
                <a:schemeClr val="lt1"/>
              </a:buClr>
              <a:buSzPts val="4800"/>
              <a:buNone/>
              <a:defRPr sz="4800">
                <a:solidFill>
                  <a:schemeClr val="lt1"/>
                </a:solidFill>
              </a:defRPr>
            </a:lvl3pPr>
            <a:lvl4pPr lvl="3" algn="ctr">
              <a:spcBef>
                <a:spcPts val="0"/>
              </a:spcBef>
              <a:spcAft>
                <a:spcPts val="0"/>
              </a:spcAft>
              <a:buClr>
                <a:schemeClr val="lt1"/>
              </a:buClr>
              <a:buSzPts val="4800"/>
              <a:buNone/>
              <a:defRPr sz="4800">
                <a:solidFill>
                  <a:schemeClr val="lt1"/>
                </a:solidFill>
              </a:defRPr>
            </a:lvl4pPr>
            <a:lvl5pPr lvl="4" algn="ctr">
              <a:spcBef>
                <a:spcPts val="0"/>
              </a:spcBef>
              <a:spcAft>
                <a:spcPts val="0"/>
              </a:spcAft>
              <a:buClr>
                <a:schemeClr val="lt1"/>
              </a:buClr>
              <a:buSzPts val="4800"/>
              <a:buNone/>
              <a:defRPr sz="4800">
                <a:solidFill>
                  <a:schemeClr val="lt1"/>
                </a:solidFill>
              </a:defRPr>
            </a:lvl5pPr>
            <a:lvl6pPr lvl="5" algn="ctr">
              <a:spcBef>
                <a:spcPts val="0"/>
              </a:spcBef>
              <a:spcAft>
                <a:spcPts val="0"/>
              </a:spcAft>
              <a:buClr>
                <a:schemeClr val="lt1"/>
              </a:buClr>
              <a:buSzPts val="4800"/>
              <a:buNone/>
              <a:defRPr sz="4800">
                <a:solidFill>
                  <a:schemeClr val="lt1"/>
                </a:solidFill>
              </a:defRPr>
            </a:lvl6pPr>
            <a:lvl7pPr lvl="6" algn="ctr">
              <a:spcBef>
                <a:spcPts val="0"/>
              </a:spcBef>
              <a:spcAft>
                <a:spcPts val="0"/>
              </a:spcAft>
              <a:buClr>
                <a:schemeClr val="lt1"/>
              </a:buClr>
              <a:buSzPts val="4800"/>
              <a:buNone/>
              <a:defRPr sz="4800">
                <a:solidFill>
                  <a:schemeClr val="lt1"/>
                </a:solidFill>
              </a:defRPr>
            </a:lvl7pPr>
            <a:lvl8pPr lvl="7" algn="ctr">
              <a:spcBef>
                <a:spcPts val="0"/>
              </a:spcBef>
              <a:spcAft>
                <a:spcPts val="0"/>
              </a:spcAft>
              <a:buClr>
                <a:schemeClr val="lt1"/>
              </a:buClr>
              <a:buSzPts val="4800"/>
              <a:buNone/>
              <a:defRPr sz="4800">
                <a:solidFill>
                  <a:schemeClr val="lt1"/>
                </a:solidFill>
              </a:defRPr>
            </a:lvl8pPr>
            <a:lvl9pPr lvl="8" algn="ctr">
              <a:spcBef>
                <a:spcPts val="0"/>
              </a:spcBef>
              <a:spcAft>
                <a:spcPts val="0"/>
              </a:spcAft>
              <a:buClr>
                <a:schemeClr val="lt1"/>
              </a:buClr>
              <a:buSzPts val="4800"/>
              <a:buNone/>
              <a:defRPr sz="4800">
                <a:solidFill>
                  <a:schemeClr val="lt1"/>
                </a:solidFill>
              </a:defRPr>
            </a:lvl9pPr>
          </a:lstStyle>
          <a:p/>
        </p:txBody>
      </p:sp>
    </p:spTree>
  </p:cSld>
  <p:clrMapOvr>
    <a:masterClrMapping/>
  </p:clrMapOvr>
</p:sldLayout>
</file>

<file path=ppt/slideLayouts/slideLayout5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Section message">
  <p:cSld name="SECTION_TITLE_AND_DESCRIPTION">
    <p:spTree>
      <p:nvGrpSpPr>
        <p:cNvPr id="2278" name="Shape 2278"/>
        <p:cNvGrpSpPr/>
        <p:nvPr/>
      </p:nvGrpSpPr>
      <p:grpSpPr>
        <a:xfrm>
          <a:off x="0" y="0"/>
          <a:ext cx="0" cy="0"/>
          <a:chOff x="0" y="0"/>
          <a:chExt cx="0" cy="0"/>
        </a:xfrm>
      </p:grpSpPr>
      <p:sp>
        <p:nvSpPr>
          <p:cNvPr id="2279" name="Google Shape;2279;p521"/>
          <p:cNvSpPr/>
          <p:nvPr/>
        </p:nvSpPr>
        <p:spPr>
          <a:xfrm>
            <a:off x="4572000" y="508000"/>
            <a:ext cx="4114800" cy="4698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0" name="Google Shape;2280;p521"/>
          <p:cNvSpPr txBox="1"/>
          <p:nvPr>
            <p:ph idx="1" type="body"/>
          </p:nvPr>
        </p:nvSpPr>
        <p:spPr>
          <a:xfrm>
            <a:off x="4572000" y="508000"/>
            <a:ext cx="4114800" cy="4698900"/>
          </a:xfrm>
          <a:prstGeom prst="rect">
            <a:avLst/>
          </a:prstGeom>
        </p:spPr>
        <p:txBody>
          <a:bodyPr anchorCtr="0" anchor="ctr" bIns="182875" lIns="182875" spcFirstLastPara="1" rIns="182875" wrap="square" tIns="182875">
            <a:spAutoFit/>
          </a:bodyPr>
          <a:lstStyle>
            <a:lvl1pPr indent="-317500" lvl="0" marL="457200">
              <a:spcBef>
                <a:spcPts val="0"/>
              </a:spcBef>
              <a:spcAft>
                <a:spcPts val="0"/>
              </a:spcAft>
              <a:buClr>
                <a:schemeClr val="accent1"/>
              </a:buClr>
              <a:buSzPts val="1400"/>
              <a:buChar char="●"/>
              <a:defRPr>
                <a:solidFill>
                  <a:schemeClr val="accent1"/>
                </a:solidFill>
              </a:defRPr>
            </a:lvl1pPr>
            <a:lvl2pPr indent="-317500" lvl="1" marL="914400">
              <a:spcBef>
                <a:spcPts val="800"/>
              </a:spcBef>
              <a:spcAft>
                <a:spcPts val="0"/>
              </a:spcAft>
              <a:buClr>
                <a:schemeClr val="accent1"/>
              </a:buClr>
              <a:buSzPts val="1400"/>
              <a:buChar char="○"/>
              <a:defRPr>
                <a:solidFill>
                  <a:schemeClr val="accent1"/>
                </a:solidFill>
              </a:defRPr>
            </a:lvl2pPr>
            <a:lvl3pPr indent="-317500" lvl="2" marL="1371600">
              <a:spcBef>
                <a:spcPts val="800"/>
              </a:spcBef>
              <a:spcAft>
                <a:spcPts val="0"/>
              </a:spcAft>
              <a:buClr>
                <a:schemeClr val="accent1"/>
              </a:buClr>
              <a:buSzPts val="1400"/>
              <a:buChar char="■"/>
              <a:defRPr>
                <a:solidFill>
                  <a:schemeClr val="accent1"/>
                </a:solidFill>
              </a:defRPr>
            </a:lvl3pPr>
            <a:lvl4pPr indent="-317500" lvl="3" marL="1828800">
              <a:spcBef>
                <a:spcPts val="800"/>
              </a:spcBef>
              <a:spcAft>
                <a:spcPts val="0"/>
              </a:spcAft>
              <a:buClr>
                <a:schemeClr val="accent1"/>
              </a:buClr>
              <a:buSzPts val="1400"/>
              <a:buChar char="●"/>
              <a:defRPr>
                <a:solidFill>
                  <a:schemeClr val="accent1"/>
                </a:solidFill>
              </a:defRPr>
            </a:lvl4pPr>
            <a:lvl5pPr indent="-317500" lvl="4" marL="2286000">
              <a:spcBef>
                <a:spcPts val="800"/>
              </a:spcBef>
              <a:spcAft>
                <a:spcPts val="0"/>
              </a:spcAft>
              <a:buClr>
                <a:schemeClr val="accent1"/>
              </a:buClr>
              <a:buSzPts val="1400"/>
              <a:buChar char="○"/>
              <a:defRPr>
                <a:solidFill>
                  <a:schemeClr val="accent1"/>
                </a:solidFill>
              </a:defRPr>
            </a:lvl5pPr>
            <a:lvl6pPr indent="-317500" lvl="5" marL="2743200">
              <a:spcBef>
                <a:spcPts val="800"/>
              </a:spcBef>
              <a:spcAft>
                <a:spcPts val="0"/>
              </a:spcAft>
              <a:buClr>
                <a:schemeClr val="accent1"/>
              </a:buClr>
              <a:buSzPts val="1400"/>
              <a:buChar char="■"/>
              <a:defRPr>
                <a:solidFill>
                  <a:schemeClr val="accent1"/>
                </a:solidFill>
              </a:defRPr>
            </a:lvl6pPr>
            <a:lvl7pPr indent="-317500" lvl="6" marL="3200400">
              <a:spcBef>
                <a:spcPts val="800"/>
              </a:spcBef>
              <a:spcAft>
                <a:spcPts val="0"/>
              </a:spcAft>
              <a:buClr>
                <a:schemeClr val="accent1"/>
              </a:buClr>
              <a:buSzPts val="1400"/>
              <a:buChar char="●"/>
              <a:defRPr>
                <a:solidFill>
                  <a:schemeClr val="accent1"/>
                </a:solidFill>
              </a:defRPr>
            </a:lvl7pPr>
            <a:lvl8pPr indent="-317500" lvl="7" marL="3657600">
              <a:spcBef>
                <a:spcPts val="800"/>
              </a:spcBef>
              <a:spcAft>
                <a:spcPts val="0"/>
              </a:spcAft>
              <a:buClr>
                <a:schemeClr val="accent1"/>
              </a:buClr>
              <a:buSzPts val="1400"/>
              <a:buChar char="○"/>
              <a:defRPr>
                <a:solidFill>
                  <a:schemeClr val="accent1"/>
                </a:solidFill>
              </a:defRPr>
            </a:lvl8pPr>
            <a:lvl9pPr indent="-317500" lvl="8" marL="4114800">
              <a:spcBef>
                <a:spcPts val="800"/>
              </a:spcBef>
              <a:spcAft>
                <a:spcPts val="800"/>
              </a:spcAft>
              <a:buClr>
                <a:schemeClr val="accent1"/>
              </a:buClr>
              <a:buSzPts val="1400"/>
              <a:buChar char="■"/>
              <a:defRPr>
                <a:solidFill>
                  <a:schemeClr val="accent1"/>
                </a:solidFill>
              </a:defRPr>
            </a:lvl9pPr>
          </a:lstStyle>
          <a:p/>
        </p:txBody>
      </p:sp>
      <p:sp>
        <p:nvSpPr>
          <p:cNvPr id="2281" name="Google Shape;2281;p521"/>
          <p:cNvSpPr txBox="1"/>
          <p:nvPr>
            <p:ph type="title"/>
          </p:nvPr>
        </p:nvSpPr>
        <p:spPr>
          <a:xfrm>
            <a:off x="457200" y="508000"/>
            <a:ext cx="3656700" cy="2517300"/>
          </a:xfrm>
          <a:prstGeom prst="rect">
            <a:avLst/>
          </a:prstGeom>
          <a:noFill/>
          <a:ln>
            <a:noFill/>
          </a:ln>
        </p:spPr>
        <p:txBody>
          <a:bodyPr anchorCtr="0" anchor="t" bIns="0" lIns="0" spcFirstLastPara="1" rIns="0" wrap="square" tIns="0">
            <a:noAutofit/>
          </a:bodyPr>
          <a:lstStyle>
            <a:lvl1pPr lvl="0">
              <a:lnSpc>
                <a:spcPct val="100000"/>
              </a:lnSpc>
              <a:spcBef>
                <a:spcPts val="0"/>
              </a:spcBef>
              <a:spcAft>
                <a:spcPts val="0"/>
              </a:spcAft>
              <a:buSzPts val="4400"/>
              <a:buNone/>
              <a:defRPr sz="4400"/>
            </a:lvl1pPr>
            <a:lvl2pPr lvl="1">
              <a:lnSpc>
                <a:spcPct val="100000"/>
              </a:lnSpc>
              <a:spcBef>
                <a:spcPts val="0"/>
              </a:spcBef>
              <a:spcAft>
                <a:spcPts val="0"/>
              </a:spcAft>
              <a:buSzPts val="4400"/>
              <a:buNone/>
              <a:defRPr sz="4400"/>
            </a:lvl2pPr>
            <a:lvl3pPr lvl="2">
              <a:lnSpc>
                <a:spcPct val="100000"/>
              </a:lnSpc>
              <a:spcBef>
                <a:spcPts val="0"/>
              </a:spcBef>
              <a:spcAft>
                <a:spcPts val="0"/>
              </a:spcAft>
              <a:buSzPts val="4400"/>
              <a:buNone/>
              <a:defRPr sz="4400"/>
            </a:lvl3pPr>
            <a:lvl4pPr lvl="3">
              <a:lnSpc>
                <a:spcPct val="100000"/>
              </a:lnSpc>
              <a:spcBef>
                <a:spcPts val="0"/>
              </a:spcBef>
              <a:spcAft>
                <a:spcPts val="0"/>
              </a:spcAft>
              <a:buSzPts val="4400"/>
              <a:buNone/>
              <a:defRPr sz="4400"/>
            </a:lvl4pPr>
            <a:lvl5pPr lvl="4">
              <a:lnSpc>
                <a:spcPct val="100000"/>
              </a:lnSpc>
              <a:spcBef>
                <a:spcPts val="0"/>
              </a:spcBef>
              <a:spcAft>
                <a:spcPts val="0"/>
              </a:spcAft>
              <a:buSzPts val="4400"/>
              <a:buNone/>
              <a:defRPr sz="4400"/>
            </a:lvl5pPr>
            <a:lvl6pPr lvl="5">
              <a:lnSpc>
                <a:spcPct val="100000"/>
              </a:lnSpc>
              <a:spcBef>
                <a:spcPts val="0"/>
              </a:spcBef>
              <a:spcAft>
                <a:spcPts val="0"/>
              </a:spcAft>
              <a:buSzPts val="4400"/>
              <a:buNone/>
              <a:defRPr sz="4400"/>
            </a:lvl6pPr>
            <a:lvl7pPr lvl="6">
              <a:lnSpc>
                <a:spcPct val="100000"/>
              </a:lnSpc>
              <a:spcBef>
                <a:spcPts val="0"/>
              </a:spcBef>
              <a:spcAft>
                <a:spcPts val="0"/>
              </a:spcAft>
              <a:buSzPts val="4400"/>
              <a:buNone/>
              <a:defRPr sz="4400"/>
            </a:lvl7pPr>
            <a:lvl8pPr lvl="7">
              <a:lnSpc>
                <a:spcPct val="100000"/>
              </a:lnSpc>
              <a:spcBef>
                <a:spcPts val="0"/>
              </a:spcBef>
              <a:spcAft>
                <a:spcPts val="0"/>
              </a:spcAft>
              <a:buSzPts val="4400"/>
              <a:buNone/>
              <a:defRPr sz="4400"/>
            </a:lvl8pPr>
            <a:lvl9pPr lvl="8">
              <a:lnSpc>
                <a:spcPct val="100000"/>
              </a:lnSpc>
              <a:spcBef>
                <a:spcPts val="0"/>
              </a:spcBef>
              <a:spcAft>
                <a:spcPts val="0"/>
              </a:spcAft>
              <a:buSzPts val="4400"/>
              <a:buNone/>
              <a:defRPr sz="4400"/>
            </a:lvl9pPr>
          </a:lstStyle>
          <a:p/>
        </p:txBody>
      </p:sp>
      <p:sp>
        <p:nvSpPr>
          <p:cNvPr id="2282" name="Google Shape;2282;p521"/>
          <p:cNvSpPr txBox="1"/>
          <p:nvPr>
            <p:ph idx="2" type="subTitle"/>
          </p:nvPr>
        </p:nvSpPr>
        <p:spPr>
          <a:xfrm>
            <a:off x="457200" y="3025250"/>
            <a:ext cx="3656700" cy="2181600"/>
          </a:xfrm>
          <a:prstGeom prst="rect">
            <a:avLst/>
          </a:prstGeom>
        </p:spPr>
        <p:txBody>
          <a:bodyPr anchorCtr="0" anchor="t" bIns="0" lIns="0" spcFirstLastPara="1" rIns="0" wrap="square" tIns="0">
            <a:noAutofit/>
          </a:bodyPr>
          <a:lstStyle>
            <a:lvl1pPr indent="0" lvl="0"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Tree>
  </p:cSld>
  <p:clrMapOvr>
    <a:masterClrMapping/>
  </p:clrMapOvr>
  <p:extLst>
    <p:ext uri="{DCECCB84-F9BA-43D5-87BE-67443E8EF086}">
      <p15:sldGuideLst>
        <p15:guide id="1" orient="horz" pos="1906">
          <p15:clr>
            <a:srgbClr val="E46962"/>
          </p15:clr>
        </p15:guide>
      </p15:sldGuideLst>
    </p:ext>
  </p:extLst>
</p:sldLayout>
</file>

<file path=ppt/slideLayouts/slideLayout5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283" name="Shape 2283"/>
        <p:cNvGrpSpPr/>
        <p:nvPr/>
      </p:nvGrpSpPr>
      <p:grpSpPr>
        <a:xfrm>
          <a:off x="0" y="0"/>
          <a:ext cx="0" cy="0"/>
          <a:chOff x="0" y="0"/>
          <a:chExt cx="0" cy="0"/>
        </a:xfrm>
      </p:grpSpPr>
    </p:spTree>
  </p:cSld>
  <p:clrMapOvr>
    <a:masterClrMapping/>
  </p:clrMapOvr>
</p:sldLayout>
</file>

<file path=ppt/slideLayouts/slideLayout5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dark)">
  <p:cSld name="TITLE_AND_BODY_1">
    <p:bg>
      <p:bgPr>
        <a:solidFill>
          <a:schemeClr val="dk1"/>
        </a:solidFill>
      </p:bgPr>
    </p:bg>
    <p:spTree>
      <p:nvGrpSpPr>
        <p:cNvPr id="2284" name="Shape 2284"/>
        <p:cNvGrpSpPr/>
        <p:nvPr/>
      </p:nvGrpSpPr>
      <p:grpSpPr>
        <a:xfrm>
          <a:off x="0" y="0"/>
          <a:ext cx="0" cy="0"/>
          <a:chOff x="0" y="0"/>
          <a:chExt cx="0" cy="0"/>
        </a:xfrm>
      </p:grpSpPr>
    </p:spTree>
  </p:cSld>
  <p:clrMapOvr>
    <a:masterClrMapping/>
  </p:clrMapOvr>
</p:sldLayout>
</file>

<file path=ppt/slideLayouts/slideLayout5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Body">
  <p:cSld name="Title + Body 1">
    <p:spTree>
      <p:nvGrpSpPr>
        <p:cNvPr id="2285" name="Shape 2285"/>
        <p:cNvGrpSpPr/>
        <p:nvPr/>
      </p:nvGrpSpPr>
      <p:grpSpPr>
        <a:xfrm>
          <a:off x="0" y="0"/>
          <a:ext cx="0" cy="0"/>
          <a:chOff x="0" y="0"/>
          <a:chExt cx="0" cy="0"/>
        </a:xfrm>
      </p:grpSpPr>
      <p:sp>
        <p:nvSpPr>
          <p:cNvPr id="2286" name="Google Shape;2286;p524"/>
          <p:cNvSpPr txBox="1"/>
          <p:nvPr>
            <p:ph type="title"/>
          </p:nvPr>
        </p:nvSpPr>
        <p:spPr>
          <a:xfrm>
            <a:off x="457200" y="1694917"/>
            <a:ext cx="41148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2287" name="Google Shape;2287;p524"/>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2288" name="Google Shape;2288;p524"/>
          <p:cNvSpPr txBox="1"/>
          <p:nvPr>
            <p:ph idx="2"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289" name="Google Shape;2289;p524"/>
          <p:cNvSpPr txBox="1"/>
          <p:nvPr>
            <p:ph idx="3" type="body"/>
          </p:nvPr>
        </p:nvSpPr>
        <p:spPr>
          <a:xfrm>
            <a:off x="457200" y="2139583"/>
            <a:ext cx="41148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1200"/>
              </a:spcBef>
              <a:spcAft>
                <a:spcPts val="120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5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2 columns">
  <p:cSld name="Body 2 Columns ">
    <p:spTree>
      <p:nvGrpSpPr>
        <p:cNvPr id="2290" name="Shape 2290"/>
        <p:cNvGrpSpPr/>
        <p:nvPr/>
      </p:nvGrpSpPr>
      <p:grpSpPr>
        <a:xfrm>
          <a:off x="0" y="0"/>
          <a:ext cx="0" cy="0"/>
          <a:chOff x="0" y="0"/>
          <a:chExt cx="0" cy="0"/>
        </a:xfrm>
      </p:grpSpPr>
      <p:sp>
        <p:nvSpPr>
          <p:cNvPr id="2291" name="Google Shape;2291;p525"/>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2292" name="Google Shape;2292;p525"/>
          <p:cNvSpPr txBox="1"/>
          <p:nvPr>
            <p:ph type="title"/>
          </p:nvPr>
        </p:nvSpPr>
        <p:spPr>
          <a:xfrm>
            <a:off x="457200" y="1694917"/>
            <a:ext cx="41148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2293" name="Google Shape;2293;p525"/>
          <p:cNvSpPr txBox="1"/>
          <p:nvPr>
            <p:ph idx="2"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294" name="Google Shape;2294;p525"/>
          <p:cNvSpPr txBox="1"/>
          <p:nvPr>
            <p:ph idx="3" type="body"/>
          </p:nvPr>
        </p:nvSpPr>
        <p:spPr>
          <a:xfrm>
            <a:off x="457200" y="2139583"/>
            <a:ext cx="41148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1200"/>
              </a:spcBef>
              <a:spcAft>
                <a:spcPts val="120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2295" name="Google Shape;2295;p525"/>
          <p:cNvSpPr txBox="1"/>
          <p:nvPr>
            <p:ph idx="4" type="body"/>
          </p:nvPr>
        </p:nvSpPr>
        <p:spPr>
          <a:xfrm>
            <a:off x="4572000" y="2139583"/>
            <a:ext cx="41148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1200"/>
              </a:spcBef>
              <a:spcAft>
                <a:spcPts val="120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5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Section Cover">
    <p:bg>
      <p:bgPr>
        <a:blipFill>
          <a:blip r:embed="rId2">
            <a:alphaModFix/>
          </a:blip>
          <a:stretch>
            <a:fillRect/>
          </a:stretch>
        </a:blipFill>
      </p:bgPr>
    </p:bg>
    <p:spTree>
      <p:nvGrpSpPr>
        <p:cNvPr id="2296" name="Shape 2296"/>
        <p:cNvGrpSpPr/>
        <p:nvPr/>
      </p:nvGrpSpPr>
      <p:grpSpPr>
        <a:xfrm>
          <a:off x="0" y="0"/>
          <a:ext cx="0" cy="0"/>
          <a:chOff x="0" y="0"/>
          <a:chExt cx="0" cy="0"/>
        </a:xfrm>
      </p:grpSpPr>
      <p:sp>
        <p:nvSpPr>
          <p:cNvPr id="2297" name="Google Shape;2297;p526"/>
          <p:cNvSpPr txBox="1"/>
          <p:nvPr>
            <p:ph type="title"/>
          </p:nvPr>
        </p:nvSpPr>
        <p:spPr>
          <a:xfrm>
            <a:off x="457200" y="942000"/>
            <a:ext cx="5010300" cy="17349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4800">
                <a:solidFill>
                  <a:schemeClr val="lt1"/>
                </a:solidFill>
              </a:defRPr>
            </a:lvl1pPr>
            <a:lvl2pPr lvl="1">
              <a:lnSpc>
                <a:spcPct val="100000"/>
              </a:lnSpc>
              <a:spcBef>
                <a:spcPts val="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
        <p:nvSpPr>
          <p:cNvPr id="2298" name="Google Shape;2298;p526"/>
          <p:cNvSpPr txBox="1"/>
          <p:nvPr>
            <p:ph idx="1" type="subTitle"/>
          </p:nvPr>
        </p:nvSpPr>
        <p:spPr>
          <a:xfrm>
            <a:off x="457200" y="508000"/>
            <a:ext cx="5010300" cy="434100"/>
          </a:xfrm>
          <a:prstGeom prst="rect">
            <a:avLst/>
          </a:prstGeom>
        </p:spPr>
        <p:txBody>
          <a:bodyPr anchorCtr="0" anchor="ctr" bIns="0" lIns="0" spcFirstLastPara="1" rIns="0" wrap="square" tIns="0">
            <a:noAutofit/>
          </a:bodyPr>
          <a:lstStyle>
            <a:lvl1pPr indent="0" lvl="0" marL="0" marR="0" algn="l">
              <a:lnSpc>
                <a:spcPct val="115000"/>
              </a:lnSpc>
              <a:spcBef>
                <a:spcPts val="0"/>
              </a:spcBef>
              <a:spcAft>
                <a:spcPts val="0"/>
              </a:spcAft>
              <a:buNone/>
              <a:defRPr sz="2000">
                <a:solidFill>
                  <a:schemeClr val="lt1"/>
                </a:solidFill>
              </a:defRPr>
            </a:lvl1pPr>
            <a:lvl2pPr indent="0" lvl="1" marL="0" marR="0" algn="l">
              <a:lnSpc>
                <a:spcPct val="115000"/>
              </a:lnSpc>
              <a:spcBef>
                <a:spcPts val="0"/>
              </a:spcBef>
              <a:spcAft>
                <a:spcPts val="0"/>
              </a:spcAft>
              <a:buNone/>
              <a:defRPr sz="2000">
                <a:solidFill>
                  <a:schemeClr val="lt1"/>
                </a:solidFill>
              </a:defRPr>
            </a:lvl2pPr>
            <a:lvl3pPr indent="0" lvl="2" marL="0" marR="0" algn="l">
              <a:lnSpc>
                <a:spcPct val="115000"/>
              </a:lnSpc>
              <a:spcBef>
                <a:spcPts val="0"/>
              </a:spcBef>
              <a:spcAft>
                <a:spcPts val="0"/>
              </a:spcAft>
              <a:buNone/>
              <a:defRPr sz="2000">
                <a:solidFill>
                  <a:schemeClr val="lt1"/>
                </a:solidFill>
              </a:defRPr>
            </a:lvl3pPr>
            <a:lvl4pPr indent="0" lvl="3" marL="0" marR="0" algn="l">
              <a:lnSpc>
                <a:spcPct val="115000"/>
              </a:lnSpc>
              <a:spcBef>
                <a:spcPts val="0"/>
              </a:spcBef>
              <a:spcAft>
                <a:spcPts val="0"/>
              </a:spcAft>
              <a:buNone/>
              <a:defRPr sz="2000">
                <a:solidFill>
                  <a:schemeClr val="lt1"/>
                </a:solidFill>
              </a:defRPr>
            </a:lvl4pPr>
            <a:lvl5pPr indent="0" lvl="4" marL="0" marR="0" algn="l">
              <a:lnSpc>
                <a:spcPct val="115000"/>
              </a:lnSpc>
              <a:spcBef>
                <a:spcPts val="0"/>
              </a:spcBef>
              <a:spcAft>
                <a:spcPts val="0"/>
              </a:spcAft>
              <a:buNone/>
              <a:defRPr sz="2000">
                <a:solidFill>
                  <a:schemeClr val="lt1"/>
                </a:solidFill>
              </a:defRPr>
            </a:lvl5pPr>
            <a:lvl6pPr indent="0" lvl="5" marL="0" marR="0" algn="l">
              <a:lnSpc>
                <a:spcPct val="115000"/>
              </a:lnSpc>
              <a:spcBef>
                <a:spcPts val="0"/>
              </a:spcBef>
              <a:spcAft>
                <a:spcPts val="0"/>
              </a:spcAft>
              <a:buNone/>
              <a:defRPr sz="2000">
                <a:solidFill>
                  <a:schemeClr val="lt1"/>
                </a:solidFill>
              </a:defRPr>
            </a:lvl6pPr>
            <a:lvl7pPr indent="0" lvl="6" marL="0" marR="0" algn="l">
              <a:lnSpc>
                <a:spcPct val="115000"/>
              </a:lnSpc>
              <a:spcBef>
                <a:spcPts val="0"/>
              </a:spcBef>
              <a:spcAft>
                <a:spcPts val="0"/>
              </a:spcAft>
              <a:buNone/>
              <a:defRPr sz="2000">
                <a:solidFill>
                  <a:schemeClr val="lt1"/>
                </a:solidFill>
              </a:defRPr>
            </a:lvl7pPr>
            <a:lvl8pPr indent="0" lvl="7" marL="0" marR="0" algn="l">
              <a:lnSpc>
                <a:spcPct val="115000"/>
              </a:lnSpc>
              <a:spcBef>
                <a:spcPts val="0"/>
              </a:spcBef>
              <a:spcAft>
                <a:spcPts val="0"/>
              </a:spcAft>
              <a:buNone/>
              <a:defRPr sz="2000">
                <a:solidFill>
                  <a:schemeClr val="lt1"/>
                </a:solidFill>
              </a:defRPr>
            </a:lvl8pPr>
            <a:lvl9pPr indent="0" lvl="8" marL="0" marR="0" algn="l">
              <a:lnSpc>
                <a:spcPct val="115000"/>
              </a:lnSpc>
              <a:spcBef>
                <a:spcPts val="0"/>
              </a:spcBef>
              <a:spcAft>
                <a:spcPts val="0"/>
              </a:spcAft>
              <a:buNone/>
              <a:defRPr sz="2000">
                <a:solidFill>
                  <a:schemeClr val="lt1"/>
                </a:solidFill>
              </a:defRPr>
            </a:lvl9pPr>
          </a:lstStyle>
          <a:p/>
        </p:txBody>
      </p:sp>
    </p:spTree>
  </p:cSld>
  <p:clrMapOvr>
    <a:masterClrMapping/>
  </p:clrMapOvr>
</p:sldLayout>
</file>

<file path=ppt/slideLayouts/slideLayout5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p:cSld name="Title + Subtitle">
    <p:spTree>
      <p:nvGrpSpPr>
        <p:cNvPr id="2299" name="Shape 2299"/>
        <p:cNvGrpSpPr/>
        <p:nvPr/>
      </p:nvGrpSpPr>
      <p:grpSpPr>
        <a:xfrm>
          <a:off x="0" y="0"/>
          <a:ext cx="0" cy="0"/>
          <a:chOff x="0" y="0"/>
          <a:chExt cx="0" cy="0"/>
        </a:xfrm>
      </p:grpSpPr>
      <p:sp>
        <p:nvSpPr>
          <p:cNvPr id="2300" name="Google Shape;2300;p527"/>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2301" name="Google Shape;2301;p527"/>
          <p:cNvSpPr txBox="1"/>
          <p:nvPr>
            <p:ph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5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Left">
  <p:cSld name="Text + Image 1">
    <p:spTree>
      <p:nvGrpSpPr>
        <p:cNvPr id="2302" name="Shape 2302"/>
        <p:cNvGrpSpPr/>
        <p:nvPr/>
      </p:nvGrpSpPr>
      <p:grpSpPr>
        <a:xfrm>
          <a:off x="0" y="0"/>
          <a:ext cx="0" cy="0"/>
          <a:chOff x="0" y="0"/>
          <a:chExt cx="0" cy="0"/>
        </a:xfrm>
      </p:grpSpPr>
      <p:sp>
        <p:nvSpPr>
          <p:cNvPr id="2303" name="Google Shape;2303;p528"/>
          <p:cNvSpPr txBox="1"/>
          <p:nvPr>
            <p:ph type="title"/>
          </p:nvPr>
        </p:nvSpPr>
        <p:spPr>
          <a:xfrm>
            <a:off x="5025300" y="942000"/>
            <a:ext cx="3661500" cy="1064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304" name="Google Shape;2304;p528"/>
          <p:cNvSpPr txBox="1"/>
          <p:nvPr>
            <p:ph idx="1" type="subTitle"/>
          </p:nvPr>
        </p:nvSpPr>
        <p:spPr>
          <a:xfrm>
            <a:off x="5025300" y="508000"/>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2305" name="Google Shape;2305;p528"/>
          <p:cNvSpPr/>
          <p:nvPr>
            <p:ph idx="2" type="pic"/>
          </p:nvPr>
        </p:nvSpPr>
        <p:spPr>
          <a:xfrm>
            <a:off x="76200" y="91667"/>
            <a:ext cx="4495800" cy="5531700"/>
          </a:xfrm>
          <a:prstGeom prst="roundRect">
            <a:avLst>
              <a:gd fmla="val 16667" name="adj"/>
            </a:avLst>
          </a:prstGeom>
          <a:noFill/>
          <a:ln>
            <a:noFill/>
          </a:ln>
        </p:spPr>
      </p:sp>
      <p:sp>
        <p:nvSpPr>
          <p:cNvPr id="2306" name="Google Shape;2306;p528"/>
          <p:cNvSpPr txBox="1"/>
          <p:nvPr>
            <p:ph idx="3" type="body"/>
          </p:nvPr>
        </p:nvSpPr>
        <p:spPr>
          <a:xfrm>
            <a:off x="5025300" y="2139583"/>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1200"/>
              </a:spcBef>
              <a:spcAft>
                <a:spcPts val="120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5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Right">
  <p:cSld name="Text + Image">
    <p:spTree>
      <p:nvGrpSpPr>
        <p:cNvPr id="2307" name="Shape 2307"/>
        <p:cNvGrpSpPr/>
        <p:nvPr/>
      </p:nvGrpSpPr>
      <p:grpSpPr>
        <a:xfrm>
          <a:off x="0" y="0"/>
          <a:ext cx="0" cy="0"/>
          <a:chOff x="0" y="0"/>
          <a:chExt cx="0" cy="0"/>
        </a:xfrm>
      </p:grpSpPr>
      <p:sp>
        <p:nvSpPr>
          <p:cNvPr id="2308" name="Google Shape;2308;p529"/>
          <p:cNvSpPr/>
          <p:nvPr>
            <p:ph idx="2" type="pic"/>
          </p:nvPr>
        </p:nvSpPr>
        <p:spPr>
          <a:xfrm>
            <a:off x="4572000" y="91667"/>
            <a:ext cx="4495800" cy="5531700"/>
          </a:xfrm>
          <a:prstGeom prst="roundRect">
            <a:avLst>
              <a:gd fmla="val 16667" name="adj"/>
            </a:avLst>
          </a:prstGeom>
          <a:noFill/>
          <a:ln>
            <a:noFill/>
          </a:ln>
        </p:spPr>
      </p:sp>
      <p:sp>
        <p:nvSpPr>
          <p:cNvPr id="2309" name="Google Shape;2309;p529"/>
          <p:cNvSpPr txBox="1"/>
          <p:nvPr>
            <p:ph type="title"/>
          </p:nvPr>
        </p:nvSpPr>
        <p:spPr>
          <a:xfrm>
            <a:off x="457200" y="942000"/>
            <a:ext cx="3661500" cy="1064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310" name="Google Shape;2310;p529"/>
          <p:cNvSpPr txBox="1"/>
          <p:nvPr>
            <p:ph idx="1" type="subTitle"/>
          </p:nvPr>
        </p:nvSpPr>
        <p:spPr>
          <a:xfrm>
            <a:off x="457200" y="508000"/>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2311" name="Google Shape;2311;p529"/>
          <p:cNvSpPr txBox="1"/>
          <p:nvPr>
            <p:ph idx="3" type="body"/>
          </p:nvPr>
        </p:nvSpPr>
        <p:spPr>
          <a:xfrm>
            <a:off x="457200" y="2139583"/>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1200"/>
              </a:spcBef>
              <a:spcAft>
                <a:spcPts val="120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5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Body: 1 column">
  <p:cSld name="Title + Body">
    <p:spTree>
      <p:nvGrpSpPr>
        <p:cNvPr id="2312" name="Shape 2312"/>
        <p:cNvGrpSpPr/>
        <p:nvPr/>
      </p:nvGrpSpPr>
      <p:grpSpPr>
        <a:xfrm>
          <a:off x="0" y="0"/>
          <a:ext cx="0" cy="0"/>
          <a:chOff x="0" y="0"/>
          <a:chExt cx="0" cy="0"/>
        </a:xfrm>
      </p:grpSpPr>
      <p:sp>
        <p:nvSpPr>
          <p:cNvPr id="2313" name="Google Shape;2313;p530"/>
          <p:cNvSpPr txBox="1"/>
          <p:nvPr>
            <p:ph type="title"/>
          </p:nvPr>
        </p:nvSpPr>
        <p:spPr>
          <a:xfrm>
            <a:off x="457200" y="942000"/>
            <a:ext cx="3661500" cy="1064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314" name="Google Shape;2314;p530"/>
          <p:cNvSpPr txBox="1"/>
          <p:nvPr>
            <p:ph idx="1" type="subTitle"/>
          </p:nvPr>
        </p:nvSpPr>
        <p:spPr>
          <a:xfrm>
            <a:off x="457200" y="508000"/>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2315" name="Google Shape;2315;p530"/>
          <p:cNvSpPr txBox="1"/>
          <p:nvPr>
            <p:ph idx="2" type="body"/>
          </p:nvPr>
        </p:nvSpPr>
        <p:spPr>
          <a:xfrm>
            <a:off x="457200" y="2139583"/>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1200"/>
              </a:spcBef>
              <a:spcAft>
                <a:spcPts val="120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5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idea with notes">
  <p:cSld name="Slido">
    <p:spTree>
      <p:nvGrpSpPr>
        <p:cNvPr id="2316" name="Shape 2316"/>
        <p:cNvGrpSpPr/>
        <p:nvPr/>
      </p:nvGrpSpPr>
      <p:grpSpPr>
        <a:xfrm>
          <a:off x="0" y="0"/>
          <a:ext cx="0" cy="0"/>
          <a:chOff x="0" y="0"/>
          <a:chExt cx="0" cy="0"/>
        </a:xfrm>
      </p:grpSpPr>
      <p:sp>
        <p:nvSpPr>
          <p:cNvPr id="2317" name="Google Shape;2317;p531"/>
          <p:cNvSpPr txBox="1"/>
          <p:nvPr>
            <p:ph type="title"/>
          </p:nvPr>
        </p:nvSpPr>
        <p:spPr>
          <a:xfrm>
            <a:off x="5030100" y="508000"/>
            <a:ext cx="3656700" cy="2517300"/>
          </a:xfrm>
          <a:prstGeom prst="rect">
            <a:avLst/>
          </a:prstGeom>
          <a:noFill/>
          <a:ln>
            <a:noFill/>
          </a:ln>
        </p:spPr>
        <p:txBody>
          <a:bodyPr anchorCtr="0" anchor="t" bIns="0" lIns="0" spcFirstLastPara="1" rIns="0" wrap="square" tIns="0">
            <a:noAutofit/>
          </a:bodyPr>
          <a:lstStyle>
            <a:lvl1pPr lvl="0">
              <a:lnSpc>
                <a:spcPct val="100000"/>
              </a:lnSpc>
              <a:spcBef>
                <a:spcPts val="0"/>
              </a:spcBef>
              <a:spcAft>
                <a:spcPts val="0"/>
              </a:spcAft>
              <a:buSzPts val="4400"/>
              <a:buNone/>
              <a:defRPr sz="4400"/>
            </a:lvl1pPr>
            <a:lvl2pPr lvl="1">
              <a:lnSpc>
                <a:spcPct val="100000"/>
              </a:lnSpc>
              <a:spcBef>
                <a:spcPts val="0"/>
              </a:spcBef>
              <a:spcAft>
                <a:spcPts val="0"/>
              </a:spcAft>
              <a:buSzPts val="4400"/>
              <a:buNone/>
              <a:defRPr sz="4400"/>
            </a:lvl2pPr>
            <a:lvl3pPr lvl="2">
              <a:lnSpc>
                <a:spcPct val="100000"/>
              </a:lnSpc>
              <a:spcBef>
                <a:spcPts val="0"/>
              </a:spcBef>
              <a:spcAft>
                <a:spcPts val="0"/>
              </a:spcAft>
              <a:buSzPts val="4400"/>
              <a:buNone/>
              <a:defRPr sz="4400"/>
            </a:lvl3pPr>
            <a:lvl4pPr lvl="3">
              <a:lnSpc>
                <a:spcPct val="100000"/>
              </a:lnSpc>
              <a:spcBef>
                <a:spcPts val="0"/>
              </a:spcBef>
              <a:spcAft>
                <a:spcPts val="0"/>
              </a:spcAft>
              <a:buSzPts val="4400"/>
              <a:buNone/>
              <a:defRPr sz="4400"/>
            </a:lvl4pPr>
            <a:lvl5pPr lvl="4">
              <a:lnSpc>
                <a:spcPct val="100000"/>
              </a:lnSpc>
              <a:spcBef>
                <a:spcPts val="0"/>
              </a:spcBef>
              <a:spcAft>
                <a:spcPts val="0"/>
              </a:spcAft>
              <a:buSzPts val="4400"/>
              <a:buNone/>
              <a:defRPr sz="4400"/>
            </a:lvl5pPr>
            <a:lvl6pPr lvl="5">
              <a:lnSpc>
                <a:spcPct val="100000"/>
              </a:lnSpc>
              <a:spcBef>
                <a:spcPts val="0"/>
              </a:spcBef>
              <a:spcAft>
                <a:spcPts val="0"/>
              </a:spcAft>
              <a:buSzPts val="4400"/>
              <a:buNone/>
              <a:defRPr sz="4400"/>
            </a:lvl6pPr>
            <a:lvl7pPr lvl="6">
              <a:lnSpc>
                <a:spcPct val="100000"/>
              </a:lnSpc>
              <a:spcBef>
                <a:spcPts val="0"/>
              </a:spcBef>
              <a:spcAft>
                <a:spcPts val="0"/>
              </a:spcAft>
              <a:buSzPts val="4400"/>
              <a:buNone/>
              <a:defRPr sz="4400"/>
            </a:lvl7pPr>
            <a:lvl8pPr lvl="7">
              <a:lnSpc>
                <a:spcPct val="100000"/>
              </a:lnSpc>
              <a:spcBef>
                <a:spcPts val="0"/>
              </a:spcBef>
              <a:spcAft>
                <a:spcPts val="0"/>
              </a:spcAft>
              <a:buSzPts val="4400"/>
              <a:buNone/>
              <a:defRPr sz="4400"/>
            </a:lvl8pPr>
            <a:lvl9pPr lvl="8">
              <a:lnSpc>
                <a:spcPct val="100000"/>
              </a:lnSpc>
              <a:spcBef>
                <a:spcPts val="0"/>
              </a:spcBef>
              <a:spcAft>
                <a:spcPts val="0"/>
              </a:spcAft>
              <a:buSzPts val="4400"/>
              <a:buNone/>
              <a:defRPr sz="4400"/>
            </a:lvl9pPr>
          </a:lstStyle>
          <a:p/>
        </p:txBody>
      </p:sp>
      <p:sp>
        <p:nvSpPr>
          <p:cNvPr id="2318" name="Google Shape;2318;p531"/>
          <p:cNvSpPr txBox="1"/>
          <p:nvPr>
            <p:ph idx="1" type="subTitle"/>
          </p:nvPr>
        </p:nvSpPr>
        <p:spPr>
          <a:xfrm>
            <a:off x="5030100" y="3025250"/>
            <a:ext cx="3656700" cy="2181600"/>
          </a:xfrm>
          <a:prstGeom prst="rect">
            <a:avLst/>
          </a:prstGeom>
        </p:spPr>
        <p:txBody>
          <a:bodyPr anchorCtr="0" anchor="t" bIns="0" lIns="0" spcFirstLastPara="1" rIns="0" wrap="square" tIns="0">
            <a:noAutofit/>
          </a:bodyPr>
          <a:lstStyle>
            <a:lvl1pPr indent="0" lvl="0"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2319" name="Google Shape;2319;p531"/>
          <p:cNvSpPr/>
          <p:nvPr>
            <p:ph idx="2" type="pic"/>
          </p:nvPr>
        </p:nvSpPr>
        <p:spPr>
          <a:xfrm>
            <a:off x="76200" y="91667"/>
            <a:ext cx="4495800" cy="5531700"/>
          </a:xfrm>
          <a:prstGeom prst="roundRect">
            <a:avLst>
              <a:gd fmla="val 16667" name="adj"/>
            </a:avLst>
          </a:prstGeom>
          <a:noFill/>
          <a:ln>
            <a:noFill/>
          </a:ln>
        </p:spPr>
      </p:sp>
    </p:spTree>
  </p:cSld>
  <p:clrMapOvr>
    <a:masterClrMapping/>
  </p:clrMapOvr>
</p:sldLayout>
</file>

<file path=ppt/slideLayouts/slideLayout5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ullet points">
  <p:cSld name="Title and bullet points">
    <p:spTree>
      <p:nvGrpSpPr>
        <p:cNvPr id="2320" name="Shape 2320"/>
        <p:cNvGrpSpPr/>
        <p:nvPr/>
      </p:nvGrpSpPr>
      <p:grpSpPr>
        <a:xfrm>
          <a:off x="0" y="0"/>
          <a:ext cx="0" cy="0"/>
          <a:chOff x="0" y="0"/>
          <a:chExt cx="0" cy="0"/>
        </a:xfrm>
      </p:grpSpPr>
      <p:sp>
        <p:nvSpPr>
          <p:cNvPr id="2321" name="Google Shape;2321;p532"/>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2322" name="Google Shape;2322;p532"/>
          <p:cNvSpPr txBox="1"/>
          <p:nvPr>
            <p:ph type="title"/>
          </p:nvPr>
        </p:nvSpPr>
        <p:spPr>
          <a:xfrm>
            <a:off x="457200" y="507990"/>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sldLayout>
</file>

<file path=ppt/slideLayouts/slideLayout5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mall Image + Text">
  <p:cSld name="Title + Small Image + Text">
    <p:spTree>
      <p:nvGrpSpPr>
        <p:cNvPr id="2323" name="Shape 2323"/>
        <p:cNvGrpSpPr/>
        <p:nvPr/>
      </p:nvGrpSpPr>
      <p:grpSpPr>
        <a:xfrm>
          <a:off x="0" y="0"/>
          <a:ext cx="0" cy="0"/>
          <a:chOff x="0" y="0"/>
          <a:chExt cx="0" cy="0"/>
        </a:xfrm>
      </p:grpSpPr>
      <p:sp>
        <p:nvSpPr>
          <p:cNvPr id="2324" name="Google Shape;2324;p533"/>
          <p:cNvSpPr/>
          <p:nvPr>
            <p:ph idx="2" type="pic"/>
          </p:nvPr>
        </p:nvSpPr>
        <p:spPr>
          <a:xfrm>
            <a:off x="0" y="2900000"/>
            <a:ext cx="9144000" cy="2814900"/>
          </a:xfrm>
          <a:prstGeom prst="roundRect">
            <a:avLst>
              <a:gd fmla="val 1254" name="adj"/>
            </a:avLst>
          </a:prstGeom>
          <a:noFill/>
          <a:ln>
            <a:noFill/>
          </a:ln>
        </p:spPr>
      </p:sp>
      <p:sp>
        <p:nvSpPr>
          <p:cNvPr id="2325" name="Google Shape;2325;p533"/>
          <p:cNvSpPr txBox="1"/>
          <p:nvPr>
            <p:ph type="title"/>
          </p:nvPr>
        </p:nvSpPr>
        <p:spPr>
          <a:xfrm>
            <a:off x="457200" y="1423167"/>
            <a:ext cx="3667500" cy="1080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326" name="Google Shape;2326;p533"/>
          <p:cNvSpPr txBox="1"/>
          <p:nvPr>
            <p:ph idx="1" type="subTitle"/>
          </p:nvPr>
        </p:nvSpPr>
        <p:spPr>
          <a:xfrm>
            <a:off x="457200" y="904500"/>
            <a:ext cx="36675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2327" name="Google Shape;2327;p533"/>
          <p:cNvSpPr txBox="1"/>
          <p:nvPr>
            <p:ph idx="3" type="body"/>
          </p:nvPr>
        </p:nvSpPr>
        <p:spPr>
          <a:xfrm>
            <a:off x="4581600" y="508000"/>
            <a:ext cx="4105200" cy="2391900"/>
          </a:xfrm>
          <a:prstGeom prst="rect">
            <a:avLst/>
          </a:prstGeom>
        </p:spPr>
        <p:txBody>
          <a:bodyPr anchorCtr="0" anchor="t" bIns="91425" lIns="0" spcFirstLastPara="1" rIns="0" wrap="square" tIns="0">
            <a:sp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1200"/>
              </a:spcBef>
              <a:spcAft>
                <a:spcPts val="1200"/>
              </a:spcAft>
              <a:buClr>
                <a:schemeClr val="accent1"/>
              </a:buClr>
              <a:buSzPts val="1200"/>
              <a:buFont typeface="Lato"/>
              <a:buChar char="■"/>
              <a:defRPr sz="1200">
                <a:solidFill>
                  <a:schemeClr val="dk2"/>
                </a:solidFill>
                <a:latin typeface="Lato"/>
                <a:ea typeface="Lato"/>
                <a:cs typeface="Lato"/>
                <a:sym typeface="Lato"/>
              </a:defRPr>
            </a:lvl9pPr>
          </a:lstStyle>
          <a:p/>
        </p:txBody>
      </p:sp>
    </p:spTree>
  </p:cSld>
  <p:clrMapOvr>
    <a:masterClrMapping/>
  </p:clrMapOvr>
</p:sldLayout>
</file>

<file path=ppt/slideLayouts/slideLayout5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Cover 2">
  <p:cSld name="Section Cover 2">
    <p:bg>
      <p:bgPr>
        <a:blipFill>
          <a:blip r:embed="rId2">
            <a:alphaModFix/>
          </a:blip>
          <a:stretch>
            <a:fillRect/>
          </a:stretch>
        </a:blipFill>
      </p:bgPr>
    </p:bg>
    <p:spTree>
      <p:nvGrpSpPr>
        <p:cNvPr id="2328" name="Shape 2328"/>
        <p:cNvGrpSpPr/>
        <p:nvPr/>
      </p:nvGrpSpPr>
      <p:grpSpPr>
        <a:xfrm>
          <a:off x="0" y="0"/>
          <a:ext cx="0" cy="0"/>
          <a:chOff x="0" y="0"/>
          <a:chExt cx="0" cy="0"/>
        </a:xfrm>
      </p:grpSpPr>
      <p:sp>
        <p:nvSpPr>
          <p:cNvPr id="2329" name="Google Shape;2329;p534"/>
          <p:cNvSpPr txBox="1"/>
          <p:nvPr>
            <p:ph type="title"/>
          </p:nvPr>
        </p:nvSpPr>
        <p:spPr>
          <a:xfrm>
            <a:off x="457200" y="508000"/>
            <a:ext cx="5010300" cy="1734900"/>
          </a:xfrm>
          <a:prstGeom prst="rect">
            <a:avLst/>
          </a:prstGeom>
        </p:spPr>
        <p:txBody>
          <a:bodyPr anchorCtr="0" anchor="t" bIns="0" lIns="0" spcFirstLastPara="1" rIns="0" wrap="square" tIns="0">
            <a:noAutofit/>
          </a:bodyPr>
          <a:lstStyle>
            <a:lvl1pPr indent="0" lvl="0" marL="0" marR="0">
              <a:lnSpc>
                <a:spcPct val="80000"/>
              </a:lnSpc>
              <a:spcBef>
                <a:spcPts val="0"/>
              </a:spcBef>
              <a:spcAft>
                <a:spcPts val="0"/>
              </a:spcAft>
              <a:buNone/>
              <a:defRPr sz="4800">
                <a:solidFill>
                  <a:schemeClr val="lt1"/>
                </a:solidFill>
              </a:defRPr>
            </a:lvl1pPr>
            <a:lvl2pPr lvl="1">
              <a:lnSpc>
                <a:spcPct val="100000"/>
              </a:lnSpc>
              <a:spcBef>
                <a:spcPts val="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
        <p:nvSpPr>
          <p:cNvPr id="2330" name="Google Shape;2330;p534"/>
          <p:cNvSpPr txBox="1"/>
          <p:nvPr>
            <p:ph idx="1" type="subTitle"/>
          </p:nvPr>
        </p:nvSpPr>
        <p:spPr>
          <a:xfrm>
            <a:off x="457200" y="2243000"/>
            <a:ext cx="5010300" cy="434100"/>
          </a:xfrm>
          <a:prstGeom prst="rect">
            <a:avLst/>
          </a:prstGeom>
        </p:spPr>
        <p:txBody>
          <a:bodyPr anchorCtr="0" anchor="ctr" bIns="0" lIns="0" spcFirstLastPara="1" rIns="0" wrap="square" tIns="0">
            <a:spAutoFit/>
          </a:bodyPr>
          <a:lstStyle>
            <a:lvl1pPr indent="0" lvl="0" marL="0" marR="0">
              <a:lnSpc>
                <a:spcPct val="115000"/>
              </a:lnSpc>
              <a:spcBef>
                <a:spcPts val="0"/>
              </a:spcBef>
              <a:spcAft>
                <a:spcPts val="0"/>
              </a:spcAft>
              <a:buNone/>
              <a:defRPr sz="2000">
                <a:solidFill>
                  <a:schemeClr val="lt1"/>
                </a:solidFill>
              </a:defRPr>
            </a:lvl1pPr>
            <a:lvl2pPr indent="0" lvl="1" marL="0" marR="0">
              <a:lnSpc>
                <a:spcPct val="115000"/>
              </a:lnSpc>
              <a:spcBef>
                <a:spcPts val="0"/>
              </a:spcBef>
              <a:spcAft>
                <a:spcPts val="0"/>
              </a:spcAft>
              <a:buNone/>
              <a:defRPr sz="2000">
                <a:solidFill>
                  <a:schemeClr val="lt1"/>
                </a:solidFill>
              </a:defRPr>
            </a:lvl2pPr>
            <a:lvl3pPr indent="0" lvl="2" marL="0" marR="0">
              <a:lnSpc>
                <a:spcPct val="115000"/>
              </a:lnSpc>
              <a:spcBef>
                <a:spcPts val="0"/>
              </a:spcBef>
              <a:spcAft>
                <a:spcPts val="0"/>
              </a:spcAft>
              <a:buNone/>
              <a:defRPr sz="2000">
                <a:solidFill>
                  <a:schemeClr val="lt1"/>
                </a:solidFill>
              </a:defRPr>
            </a:lvl3pPr>
            <a:lvl4pPr indent="0" lvl="3" marL="0" marR="0">
              <a:lnSpc>
                <a:spcPct val="115000"/>
              </a:lnSpc>
              <a:spcBef>
                <a:spcPts val="0"/>
              </a:spcBef>
              <a:spcAft>
                <a:spcPts val="0"/>
              </a:spcAft>
              <a:buNone/>
              <a:defRPr sz="2000">
                <a:solidFill>
                  <a:schemeClr val="lt1"/>
                </a:solidFill>
              </a:defRPr>
            </a:lvl4pPr>
            <a:lvl5pPr indent="0" lvl="4" marL="0" marR="0">
              <a:lnSpc>
                <a:spcPct val="115000"/>
              </a:lnSpc>
              <a:spcBef>
                <a:spcPts val="0"/>
              </a:spcBef>
              <a:spcAft>
                <a:spcPts val="0"/>
              </a:spcAft>
              <a:buNone/>
              <a:defRPr sz="2000">
                <a:solidFill>
                  <a:schemeClr val="lt1"/>
                </a:solidFill>
              </a:defRPr>
            </a:lvl5pPr>
            <a:lvl6pPr indent="0" lvl="5" marL="0" marR="0">
              <a:lnSpc>
                <a:spcPct val="115000"/>
              </a:lnSpc>
              <a:spcBef>
                <a:spcPts val="0"/>
              </a:spcBef>
              <a:spcAft>
                <a:spcPts val="0"/>
              </a:spcAft>
              <a:buNone/>
              <a:defRPr sz="2000">
                <a:solidFill>
                  <a:schemeClr val="lt1"/>
                </a:solidFill>
              </a:defRPr>
            </a:lvl6pPr>
            <a:lvl7pPr indent="0" lvl="6" marL="0" marR="0">
              <a:lnSpc>
                <a:spcPct val="115000"/>
              </a:lnSpc>
              <a:spcBef>
                <a:spcPts val="0"/>
              </a:spcBef>
              <a:spcAft>
                <a:spcPts val="0"/>
              </a:spcAft>
              <a:buNone/>
              <a:defRPr sz="2000">
                <a:solidFill>
                  <a:schemeClr val="lt1"/>
                </a:solidFill>
              </a:defRPr>
            </a:lvl7pPr>
            <a:lvl8pPr indent="0" lvl="7" marL="0" marR="0">
              <a:lnSpc>
                <a:spcPct val="115000"/>
              </a:lnSpc>
              <a:spcBef>
                <a:spcPts val="0"/>
              </a:spcBef>
              <a:spcAft>
                <a:spcPts val="0"/>
              </a:spcAft>
              <a:buNone/>
              <a:defRPr sz="2000">
                <a:solidFill>
                  <a:schemeClr val="lt1"/>
                </a:solidFill>
              </a:defRPr>
            </a:lvl8pPr>
            <a:lvl9pPr indent="0" lvl="8" marL="0" marR="0">
              <a:lnSpc>
                <a:spcPct val="115000"/>
              </a:lnSpc>
              <a:spcBef>
                <a:spcPts val="0"/>
              </a:spcBef>
              <a:spcAft>
                <a:spcPts val="0"/>
              </a:spcAft>
              <a:buNone/>
              <a:defRPr sz="2000">
                <a:solidFill>
                  <a:schemeClr val="lt1"/>
                </a:solidFill>
              </a:defRPr>
            </a:lvl9pPr>
          </a:lstStyle>
          <a:p/>
        </p:txBody>
      </p:sp>
    </p:spTree>
  </p:cSld>
  <p:clrMapOvr>
    <a:masterClrMapping/>
  </p:clrMapOvr>
</p:sldLayout>
</file>

<file path=ppt/slideLayouts/slideLayout5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s with icons 1">
  <p:cSld name="Highlights with icons 1">
    <p:spTree>
      <p:nvGrpSpPr>
        <p:cNvPr id="2331" name="Shape 2331"/>
        <p:cNvGrpSpPr/>
        <p:nvPr/>
      </p:nvGrpSpPr>
      <p:grpSpPr>
        <a:xfrm>
          <a:off x="0" y="0"/>
          <a:ext cx="0" cy="0"/>
          <a:chOff x="0" y="0"/>
          <a:chExt cx="0" cy="0"/>
        </a:xfrm>
      </p:grpSpPr>
      <p:sp>
        <p:nvSpPr>
          <p:cNvPr id="2332" name="Google Shape;2332;p535"/>
          <p:cNvSpPr txBox="1"/>
          <p:nvPr>
            <p:ph idx="12" type="sldNum"/>
          </p:nvPr>
        </p:nvSpPr>
        <p:spPr>
          <a:xfrm>
            <a:off x="8572500" y="5080004"/>
            <a:ext cx="571500" cy="635100"/>
          </a:xfrm>
          <a:prstGeom prst="rect">
            <a:avLst/>
          </a:prstGeom>
          <a:noFill/>
          <a:ln>
            <a:noFill/>
          </a:ln>
        </p:spPr>
        <p:txBody>
          <a:bodyPr anchorCtr="0" anchor="t" bIns="121900" lIns="121900" spcFirstLastPara="1" rIns="121900" wrap="square" tIns="121900">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2333" name="Google Shape;2333;p535"/>
          <p:cNvSpPr/>
          <p:nvPr>
            <p:ph idx="2" type="pic"/>
          </p:nvPr>
        </p:nvSpPr>
        <p:spPr>
          <a:xfrm>
            <a:off x="0" y="0"/>
            <a:ext cx="9144000" cy="2814900"/>
          </a:xfrm>
          <a:prstGeom prst="roundRect">
            <a:avLst>
              <a:gd fmla="val 1254" name="adj"/>
            </a:avLst>
          </a:prstGeom>
          <a:noFill/>
          <a:ln>
            <a:noFill/>
          </a:ln>
        </p:spPr>
      </p:sp>
      <p:sp>
        <p:nvSpPr>
          <p:cNvPr id="2334" name="Google Shape;2334;p535"/>
          <p:cNvSpPr txBox="1"/>
          <p:nvPr>
            <p:ph type="title"/>
          </p:nvPr>
        </p:nvSpPr>
        <p:spPr>
          <a:xfrm>
            <a:off x="457200" y="3730167"/>
            <a:ext cx="3667500" cy="1080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335" name="Google Shape;2335;p535"/>
          <p:cNvSpPr txBox="1"/>
          <p:nvPr>
            <p:ph idx="1" type="subTitle"/>
          </p:nvPr>
        </p:nvSpPr>
        <p:spPr>
          <a:xfrm>
            <a:off x="457200" y="3211500"/>
            <a:ext cx="36675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2336" name="Google Shape;2336;p535"/>
          <p:cNvSpPr txBox="1"/>
          <p:nvPr>
            <p:ph idx="3" type="body"/>
          </p:nvPr>
        </p:nvSpPr>
        <p:spPr>
          <a:xfrm>
            <a:off x="4581600" y="2815000"/>
            <a:ext cx="4105200" cy="2391900"/>
          </a:xfrm>
          <a:prstGeom prst="rect">
            <a:avLst/>
          </a:prstGeom>
        </p:spPr>
        <p:txBody>
          <a:bodyPr anchorCtr="0" anchor="t" bIns="0" lIns="0" spcFirstLastPara="1" rIns="0" wrap="square" tIns="91425">
            <a:sp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1200"/>
              </a:spcBef>
              <a:spcAft>
                <a:spcPts val="1200"/>
              </a:spcAft>
              <a:buClr>
                <a:schemeClr val="accent1"/>
              </a:buClr>
              <a:buSzPts val="1200"/>
              <a:buFont typeface="Lato"/>
              <a:buChar char="■"/>
              <a:defRPr sz="1200">
                <a:solidFill>
                  <a:schemeClr val="dk2"/>
                </a:solidFill>
                <a:latin typeface="Lato"/>
                <a:ea typeface="Lato"/>
                <a:cs typeface="Lato"/>
                <a:sym typeface="Lato"/>
              </a:defRPr>
            </a:lvl9pPr>
          </a:lstStyle>
          <a:p/>
        </p:txBody>
      </p:sp>
    </p:spTree>
  </p:cSld>
  <p:clrMapOvr>
    <a:masterClrMapping/>
  </p:clrMapOvr>
</p:sldLayout>
</file>

<file path=ppt/slideLayouts/slideLayout5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hree columns 3">
  <p:cSld name="Content title and three columns 3">
    <p:spTree>
      <p:nvGrpSpPr>
        <p:cNvPr id="2337" name="Shape 2337"/>
        <p:cNvGrpSpPr/>
        <p:nvPr/>
      </p:nvGrpSpPr>
      <p:grpSpPr>
        <a:xfrm>
          <a:off x="0" y="0"/>
          <a:ext cx="0" cy="0"/>
          <a:chOff x="0" y="0"/>
          <a:chExt cx="0" cy="0"/>
        </a:xfrm>
      </p:grpSpPr>
      <p:sp>
        <p:nvSpPr>
          <p:cNvPr id="2338" name="Google Shape;2338;p536"/>
          <p:cNvSpPr txBox="1"/>
          <p:nvPr>
            <p:ph type="title"/>
          </p:nvPr>
        </p:nvSpPr>
        <p:spPr>
          <a:xfrm>
            <a:off x="457200" y="1525583"/>
            <a:ext cx="2744100" cy="614100"/>
          </a:xfrm>
          <a:prstGeom prst="rect">
            <a:avLst/>
          </a:prstGeom>
          <a:noFill/>
          <a:ln>
            <a:noFill/>
          </a:ln>
        </p:spPr>
        <p:txBody>
          <a:bodyPr anchorCtr="0" anchor="t" bIns="0" lIns="182875" spcFirstLastPara="1" rIns="182875" wrap="square" tIns="0">
            <a:noAutofit/>
          </a:bodyPr>
          <a:lstStyle>
            <a:lvl1pPr lvl="0"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9pPr>
          </a:lstStyle>
          <a:p/>
        </p:txBody>
      </p:sp>
      <p:sp>
        <p:nvSpPr>
          <p:cNvPr id="2339" name="Google Shape;2339;p536"/>
          <p:cNvSpPr txBox="1"/>
          <p:nvPr>
            <p:ph idx="2" type="title"/>
          </p:nvPr>
        </p:nvSpPr>
        <p:spPr>
          <a:xfrm>
            <a:off x="3199950" y="1525583"/>
            <a:ext cx="2744100" cy="614100"/>
          </a:xfrm>
          <a:prstGeom prst="rect">
            <a:avLst/>
          </a:prstGeom>
          <a:noFill/>
          <a:ln>
            <a:noFill/>
          </a:ln>
        </p:spPr>
        <p:txBody>
          <a:bodyPr anchorCtr="0" anchor="t" bIns="0" lIns="182875" spcFirstLastPara="1" rIns="182875" wrap="square" tIns="0">
            <a:noAutofit/>
          </a:bodyPr>
          <a:lstStyle>
            <a:lvl1pPr lvl="0"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9pPr>
          </a:lstStyle>
          <a:p/>
        </p:txBody>
      </p:sp>
      <p:sp>
        <p:nvSpPr>
          <p:cNvPr id="2340" name="Google Shape;2340;p536"/>
          <p:cNvSpPr txBox="1"/>
          <p:nvPr>
            <p:ph idx="3" type="title"/>
          </p:nvPr>
        </p:nvSpPr>
        <p:spPr>
          <a:xfrm>
            <a:off x="5944050" y="1525583"/>
            <a:ext cx="2744100" cy="614100"/>
          </a:xfrm>
          <a:prstGeom prst="rect">
            <a:avLst/>
          </a:prstGeom>
          <a:noFill/>
          <a:ln>
            <a:noFill/>
          </a:ln>
        </p:spPr>
        <p:txBody>
          <a:bodyPr anchorCtr="0" anchor="t" bIns="0" lIns="182875" spcFirstLastPara="1" rIns="182875" wrap="square" tIns="0">
            <a:noAutofit/>
          </a:bodyPr>
          <a:lstStyle>
            <a:lvl1pPr lvl="0"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9pPr>
          </a:lstStyle>
          <a:p/>
        </p:txBody>
      </p:sp>
      <p:sp>
        <p:nvSpPr>
          <p:cNvPr id="2341" name="Google Shape;2341;p536"/>
          <p:cNvSpPr txBox="1"/>
          <p:nvPr>
            <p:ph idx="4" type="title"/>
          </p:nvPr>
        </p:nvSpPr>
        <p:spPr>
          <a:xfrm>
            <a:off x="457200" y="507990"/>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342" name="Google Shape;2342;p536"/>
          <p:cNvSpPr txBox="1"/>
          <p:nvPr>
            <p:ph idx="1" type="body"/>
          </p:nvPr>
        </p:nvSpPr>
        <p:spPr>
          <a:xfrm>
            <a:off x="457200" y="2139583"/>
            <a:ext cx="2744100" cy="3067800"/>
          </a:xfrm>
          <a:prstGeom prst="rect">
            <a:avLst/>
          </a:prstGeom>
        </p:spPr>
        <p:txBody>
          <a:bodyPr anchorCtr="0" anchor="t" bIns="0" lIns="182875" spcFirstLastPara="1" rIns="182875"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1200"/>
              </a:spcBef>
              <a:spcAft>
                <a:spcPts val="120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2343" name="Google Shape;2343;p536"/>
          <p:cNvSpPr txBox="1"/>
          <p:nvPr>
            <p:ph idx="5" type="body"/>
          </p:nvPr>
        </p:nvSpPr>
        <p:spPr>
          <a:xfrm>
            <a:off x="3199950" y="2139583"/>
            <a:ext cx="2744100" cy="3067800"/>
          </a:xfrm>
          <a:prstGeom prst="rect">
            <a:avLst/>
          </a:prstGeom>
        </p:spPr>
        <p:txBody>
          <a:bodyPr anchorCtr="0" anchor="t" bIns="0" lIns="182875" spcFirstLastPara="1" rIns="182875"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1200"/>
              </a:spcBef>
              <a:spcAft>
                <a:spcPts val="120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2344" name="Google Shape;2344;p536"/>
          <p:cNvSpPr txBox="1"/>
          <p:nvPr>
            <p:ph idx="6" type="body"/>
          </p:nvPr>
        </p:nvSpPr>
        <p:spPr>
          <a:xfrm>
            <a:off x="5944050" y="2139583"/>
            <a:ext cx="2744100" cy="3067800"/>
          </a:xfrm>
          <a:prstGeom prst="rect">
            <a:avLst/>
          </a:prstGeom>
        </p:spPr>
        <p:txBody>
          <a:bodyPr anchorCtr="0" anchor="t" bIns="0" lIns="182875" spcFirstLastPara="1" rIns="182875"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1200"/>
              </a:spcBef>
              <a:spcAft>
                <a:spcPts val="120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5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two columns">
  <p:cSld name="Chapter title and two columns">
    <p:spTree>
      <p:nvGrpSpPr>
        <p:cNvPr id="2345" name="Shape 2345"/>
        <p:cNvGrpSpPr/>
        <p:nvPr/>
      </p:nvGrpSpPr>
      <p:grpSpPr>
        <a:xfrm>
          <a:off x="0" y="0"/>
          <a:ext cx="0" cy="0"/>
          <a:chOff x="0" y="0"/>
          <a:chExt cx="0" cy="0"/>
        </a:xfrm>
      </p:grpSpPr>
      <p:sp>
        <p:nvSpPr>
          <p:cNvPr id="2346" name="Google Shape;2346;p537"/>
          <p:cNvSpPr txBox="1"/>
          <p:nvPr>
            <p:ph type="title"/>
          </p:nvPr>
        </p:nvSpPr>
        <p:spPr>
          <a:xfrm>
            <a:off x="457200" y="1525583"/>
            <a:ext cx="3661500" cy="614100"/>
          </a:xfrm>
          <a:prstGeom prst="rect">
            <a:avLst/>
          </a:prstGeom>
          <a:noFill/>
          <a:ln>
            <a:noFill/>
          </a:ln>
        </p:spPr>
        <p:txBody>
          <a:bodyPr anchorCtr="0" anchor="t" bIns="0" lIns="0" spcFirstLastPara="1" rIns="182875" wrap="square" tIns="0">
            <a:noAutofit/>
          </a:bodyPr>
          <a:lstStyle>
            <a:lvl1pPr lvl="0"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9pPr>
          </a:lstStyle>
          <a:p/>
        </p:txBody>
      </p:sp>
      <p:sp>
        <p:nvSpPr>
          <p:cNvPr id="2347" name="Google Shape;2347;p537"/>
          <p:cNvSpPr txBox="1"/>
          <p:nvPr>
            <p:ph idx="2" type="title"/>
          </p:nvPr>
        </p:nvSpPr>
        <p:spPr>
          <a:xfrm>
            <a:off x="4570999" y="1525583"/>
            <a:ext cx="3661500" cy="614100"/>
          </a:xfrm>
          <a:prstGeom prst="rect">
            <a:avLst/>
          </a:prstGeom>
          <a:noFill/>
          <a:ln>
            <a:noFill/>
          </a:ln>
        </p:spPr>
        <p:txBody>
          <a:bodyPr anchorCtr="0" anchor="t" bIns="0" lIns="0" spcFirstLastPara="1" rIns="182875" wrap="square" tIns="0">
            <a:noAutofit/>
          </a:bodyPr>
          <a:lstStyle>
            <a:lvl1pPr lvl="0"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9pPr>
          </a:lstStyle>
          <a:p/>
        </p:txBody>
      </p:sp>
      <p:sp>
        <p:nvSpPr>
          <p:cNvPr id="2348" name="Google Shape;2348;p537"/>
          <p:cNvSpPr txBox="1"/>
          <p:nvPr>
            <p:ph idx="3" type="title"/>
          </p:nvPr>
        </p:nvSpPr>
        <p:spPr>
          <a:xfrm>
            <a:off x="457200" y="507990"/>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349" name="Google Shape;2349;p537"/>
          <p:cNvSpPr txBox="1"/>
          <p:nvPr>
            <p:ph idx="1" type="body"/>
          </p:nvPr>
        </p:nvSpPr>
        <p:spPr>
          <a:xfrm>
            <a:off x="457200" y="2139583"/>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1200"/>
              </a:spcBef>
              <a:spcAft>
                <a:spcPts val="120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2350" name="Google Shape;2350;p537"/>
          <p:cNvSpPr txBox="1"/>
          <p:nvPr>
            <p:ph idx="4" type="body"/>
          </p:nvPr>
        </p:nvSpPr>
        <p:spPr>
          <a:xfrm>
            <a:off x="4571000" y="2139583"/>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1200"/>
              </a:spcBef>
              <a:spcAft>
                <a:spcPts val="120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sldLayout>
</file>

<file path=ppt/slideLayouts/slideLayout5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four columns 2">
  <p:cSld name="Content title and four columns 2">
    <p:spTree>
      <p:nvGrpSpPr>
        <p:cNvPr id="2351" name="Shape 2351"/>
        <p:cNvGrpSpPr/>
        <p:nvPr/>
      </p:nvGrpSpPr>
      <p:grpSpPr>
        <a:xfrm>
          <a:off x="0" y="0"/>
          <a:ext cx="0" cy="0"/>
          <a:chOff x="0" y="0"/>
          <a:chExt cx="0" cy="0"/>
        </a:xfrm>
      </p:grpSpPr>
      <p:sp>
        <p:nvSpPr>
          <p:cNvPr id="2352" name="Google Shape;2352;p538"/>
          <p:cNvSpPr txBox="1"/>
          <p:nvPr>
            <p:ph idx="12" type="sldNum"/>
          </p:nvPr>
        </p:nvSpPr>
        <p:spPr>
          <a:xfrm>
            <a:off x="8472458" y="5181352"/>
            <a:ext cx="548700" cy="4374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2353" name="Google Shape;2353;p538"/>
          <p:cNvSpPr txBox="1"/>
          <p:nvPr>
            <p:ph type="title"/>
          </p:nvPr>
        </p:nvSpPr>
        <p:spPr>
          <a:xfrm>
            <a:off x="457200" y="1525583"/>
            <a:ext cx="3201900" cy="734700"/>
          </a:xfrm>
          <a:prstGeom prst="rect">
            <a:avLst/>
          </a:prstGeom>
          <a:noFill/>
          <a:ln>
            <a:noFill/>
          </a:ln>
        </p:spPr>
        <p:txBody>
          <a:bodyPr anchorCtr="0" anchor="ctr" bIns="0" lIns="0" spcFirstLastPara="1" rIns="182875" wrap="square" tIns="0">
            <a:noAutofit/>
          </a:bodyPr>
          <a:lstStyle>
            <a:lvl1pPr lvl="0"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9pPr>
          </a:lstStyle>
          <a:p/>
        </p:txBody>
      </p:sp>
      <p:sp>
        <p:nvSpPr>
          <p:cNvPr id="2354" name="Google Shape;2354;p538"/>
          <p:cNvSpPr txBox="1"/>
          <p:nvPr>
            <p:ph idx="2" type="title"/>
          </p:nvPr>
        </p:nvSpPr>
        <p:spPr>
          <a:xfrm>
            <a:off x="457200" y="2462663"/>
            <a:ext cx="3201900" cy="734700"/>
          </a:xfrm>
          <a:prstGeom prst="rect">
            <a:avLst/>
          </a:prstGeom>
          <a:noFill/>
          <a:ln>
            <a:noFill/>
          </a:ln>
        </p:spPr>
        <p:txBody>
          <a:bodyPr anchorCtr="0" anchor="ctr" bIns="0" lIns="0" spcFirstLastPara="1" rIns="182875" wrap="square" tIns="0">
            <a:noAutofit/>
          </a:bodyPr>
          <a:lstStyle>
            <a:lvl1pPr lvl="0"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9pPr>
          </a:lstStyle>
          <a:p/>
        </p:txBody>
      </p:sp>
      <p:sp>
        <p:nvSpPr>
          <p:cNvPr id="2355" name="Google Shape;2355;p538"/>
          <p:cNvSpPr txBox="1"/>
          <p:nvPr>
            <p:ph idx="3" type="title"/>
          </p:nvPr>
        </p:nvSpPr>
        <p:spPr>
          <a:xfrm>
            <a:off x="457200" y="3399743"/>
            <a:ext cx="3201900" cy="734700"/>
          </a:xfrm>
          <a:prstGeom prst="rect">
            <a:avLst/>
          </a:prstGeom>
          <a:noFill/>
          <a:ln>
            <a:noFill/>
          </a:ln>
        </p:spPr>
        <p:txBody>
          <a:bodyPr anchorCtr="0" anchor="ctr" bIns="0" lIns="0" spcFirstLastPara="1" rIns="182875" wrap="square" tIns="0">
            <a:noAutofit/>
          </a:bodyPr>
          <a:lstStyle>
            <a:lvl1pPr lvl="0"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9pPr>
          </a:lstStyle>
          <a:p/>
        </p:txBody>
      </p:sp>
      <p:sp>
        <p:nvSpPr>
          <p:cNvPr id="2356" name="Google Shape;2356;p538"/>
          <p:cNvSpPr txBox="1"/>
          <p:nvPr>
            <p:ph idx="4" type="title"/>
          </p:nvPr>
        </p:nvSpPr>
        <p:spPr>
          <a:xfrm>
            <a:off x="457200" y="4336822"/>
            <a:ext cx="3201900" cy="734700"/>
          </a:xfrm>
          <a:prstGeom prst="rect">
            <a:avLst/>
          </a:prstGeom>
          <a:noFill/>
          <a:ln>
            <a:noFill/>
          </a:ln>
        </p:spPr>
        <p:txBody>
          <a:bodyPr anchorCtr="0" anchor="ctr" bIns="0" lIns="0" spcFirstLastPara="1" rIns="182875" wrap="square" tIns="0">
            <a:noAutofit/>
          </a:bodyPr>
          <a:lstStyle>
            <a:lvl1pPr lvl="0"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400"/>
              <a:buFont typeface="Poppins SemiBold"/>
              <a:buNone/>
              <a:defRPr sz="1400">
                <a:solidFill>
                  <a:schemeClr val="accent1"/>
                </a:solidFill>
                <a:latin typeface="Poppins SemiBold"/>
                <a:ea typeface="Poppins SemiBold"/>
                <a:cs typeface="Poppins SemiBold"/>
                <a:sym typeface="Poppins SemiBold"/>
              </a:defRPr>
            </a:lvl9pPr>
          </a:lstStyle>
          <a:p/>
        </p:txBody>
      </p:sp>
      <p:sp>
        <p:nvSpPr>
          <p:cNvPr id="2357" name="Google Shape;2357;p538"/>
          <p:cNvSpPr txBox="1"/>
          <p:nvPr>
            <p:ph idx="5" type="title"/>
          </p:nvPr>
        </p:nvSpPr>
        <p:spPr>
          <a:xfrm>
            <a:off x="457200" y="507990"/>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358" name="Google Shape;2358;p538"/>
          <p:cNvSpPr txBox="1"/>
          <p:nvPr>
            <p:ph idx="1" type="body"/>
          </p:nvPr>
        </p:nvSpPr>
        <p:spPr>
          <a:xfrm>
            <a:off x="3664275" y="4336833"/>
            <a:ext cx="4105200" cy="7347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1200"/>
              </a:spcBef>
              <a:spcAft>
                <a:spcPts val="1200"/>
              </a:spcAft>
              <a:buClr>
                <a:schemeClr val="accent1"/>
              </a:buClr>
              <a:buSzPts val="1200"/>
              <a:buFont typeface="Lato"/>
              <a:buChar char="■"/>
              <a:defRPr sz="1200">
                <a:solidFill>
                  <a:schemeClr val="dk2"/>
                </a:solidFill>
                <a:latin typeface="Lato"/>
                <a:ea typeface="Lato"/>
                <a:cs typeface="Lato"/>
                <a:sym typeface="Lato"/>
              </a:defRPr>
            </a:lvl9pPr>
          </a:lstStyle>
          <a:p/>
        </p:txBody>
      </p:sp>
      <p:sp>
        <p:nvSpPr>
          <p:cNvPr id="2359" name="Google Shape;2359;p538"/>
          <p:cNvSpPr txBox="1"/>
          <p:nvPr>
            <p:ph idx="6" type="body"/>
          </p:nvPr>
        </p:nvSpPr>
        <p:spPr>
          <a:xfrm>
            <a:off x="3664275" y="3399750"/>
            <a:ext cx="4105200" cy="7347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1200"/>
              </a:spcBef>
              <a:spcAft>
                <a:spcPts val="1200"/>
              </a:spcAft>
              <a:buClr>
                <a:schemeClr val="accent1"/>
              </a:buClr>
              <a:buSzPts val="1200"/>
              <a:buFont typeface="Lato"/>
              <a:buChar char="■"/>
              <a:defRPr sz="1200">
                <a:solidFill>
                  <a:schemeClr val="dk2"/>
                </a:solidFill>
                <a:latin typeface="Lato"/>
                <a:ea typeface="Lato"/>
                <a:cs typeface="Lato"/>
                <a:sym typeface="Lato"/>
              </a:defRPr>
            </a:lvl9pPr>
          </a:lstStyle>
          <a:p/>
        </p:txBody>
      </p:sp>
      <p:sp>
        <p:nvSpPr>
          <p:cNvPr id="2360" name="Google Shape;2360;p538"/>
          <p:cNvSpPr txBox="1"/>
          <p:nvPr>
            <p:ph idx="7" type="body"/>
          </p:nvPr>
        </p:nvSpPr>
        <p:spPr>
          <a:xfrm>
            <a:off x="3664275" y="2462667"/>
            <a:ext cx="4105200" cy="7347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1200"/>
              </a:spcBef>
              <a:spcAft>
                <a:spcPts val="1200"/>
              </a:spcAft>
              <a:buClr>
                <a:schemeClr val="accent1"/>
              </a:buClr>
              <a:buSzPts val="1200"/>
              <a:buFont typeface="Lato"/>
              <a:buChar char="■"/>
              <a:defRPr sz="1200">
                <a:solidFill>
                  <a:schemeClr val="dk2"/>
                </a:solidFill>
                <a:latin typeface="Lato"/>
                <a:ea typeface="Lato"/>
                <a:cs typeface="Lato"/>
                <a:sym typeface="Lato"/>
              </a:defRPr>
            </a:lvl9pPr>
          </a:lstStyle>
          <a:p/>
        </p:txBody>
      </p:sp>
      <p:sp>
        <p:nvSpPr>
          <p:cNvPr id="2361" name="Google Shape;2361;p538"/>
          <p:cNvSpPr txBox="1"/>
          <p:nvPr>
            <p:ph idx="8" type="body"/>
          </p:nvPr>
        </p:nvSpPr>
        <p:spPr>
          <a:xfrm>
            <a:off x="3664275" y="1525583"/>
            <a:ext cx="4105200" cy="7347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120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1200"/>
              </a:spcBef>
              <a:spcAft>
                <a:spcPts val="1200"/>
              </a:spcAft>
              <a:buClr>
                <a:schemeClr val="accent1"/>
              </a:buClr>
              <a:buSzPts val="1200"/>
              <a:buFont typeface="Lato"/>
              <a:buChar char="■"/>
              <a:defRPr sz="1200">
                <a:solidFill>
                  <a:schemeClr val="dk2"/>
                </a:solidFill>
                <a:latin typeface="Lato"/>
                <a:ea typeface="Lato"/>
                <a:cs typeface="Lato"/>
                <a:sym typeface="Lato"/>
              </a:defRPr>
            </a:lvl9pPr>
          </a:lstStyle>
          <a:p/>
        </p:txBody>
      </p:sp>
    </p:spTree>
  </p:cSld>
  <p:clrMapOvr>
    <a:masterClrMapping/>
  </p:clrMapOvr>
</p:sldLayout>
</file>

<file path=ppt/slideLayouts/slideLayout5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ig picture">
  <p:cSld name="Title and big picture">
    <p:bg>
      <p:bgPr>
        <a:blipFill>
          <a:blip r:embed="rId2">
            <a:alphaModFix/>
          </a:blip>
          <a:stretch>
            <a:fillRect/>
          </a:stretch>
        </a:blipFill>
      </p:bgPr>
    </p:bg>
    <p:spTree>
      <p:nvGrpSpPr>
        <p:cNvPr id="2362" name="Shape 2362"/>
        <p:cNvGrpSpPr/>
        <p:nvPr/>
      </p:nvGrpSpPr>
      <p:grpSpPr>
        <a:xfrm>
          <a:off x="0" y="0"/>
          <a:ext cx="0" cy="0"/>
          <a:chOff x="0" y="0"/>
          <a:chExt cx="0" cy="0"/>
        </a:xfrm>
      </p:grpSpPr>
      <p:pic>
        <p:nvPicPr>
          <p:cNvPr id="2363" name="Google Shape;2363;p539" title="Mesh Holographic Gradients - Dark Gradient 28.png"/>
          <p:cNvPicPr preferRelativeResize="0"/>
          <p:nvPr/>
        </p:nvPicPr>
        <p:blipFill>
          <a:blip r:embed="rId2">
            <a:alphaModFix/>
          </a:blip>
          <a:stretch>
            <a:fillRect/>
          </a:stretch>
        </p:blipFill>
        <p:spPr>
          <a:xfrm flipH="1" rot="10800000">
            <a:off x="0" y="573151"/>
            <a:ext cx="9141077" cy="5141850"/>
          </a:xfrm>
          <a:prstGeom prst="rect">
            <a:avLst/>
          </a:prstGeom>
          <a:noFill/>
          <a:ln>
            <a:noFill/>
          </a:ln>
        </p:spPr>
      </p:pic>
      <p:sp>
        <p:nvSpPr>
          <p:cNvPr id="2364" name="Google Shape;2364;p539"/>
          <p:cNvSpPr txBox="1"/>
          <p:nvPr>
            <p:ph type="title"/>
          </p:nvPr>
        </p:nvSpPr>
        <p:spPr>
          <a:xfrm>
            <a:off x="457200" y="3472000"/>
            <a:ext cx="5010300" cy="17349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4800">
                <a:solidFill>
                  <a:schemeClr val="lt1"/>
                </a:solidFill>
              </a:defRPr>
            </a:lvl1pPr>
            <a:lvl2pPr lvl="1">
              <a:lnSpc>
                <a:spcPct val="100000"/>
              </a:lnSpc>
              <a:spcBef>
                <a:spcPts val="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Tree>
  </p:cSld>
  <p:clrMapOvr>
    <a:masterClrMapping/>
  </p:clrMapOvr>
</p:sldLayout>
</file>

<file path=ppt/slideLayouts/slideLayout5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ist">
  <p:cSld name="Title and list">
    <p:spTree>
      <p:nvGrpSpPr>
        <p:cNvPr id="2365" name="Shape 2365"/>
        <p:cNvGrpSpPr/>
        <p:nvPr/>
      </p:nvGrpSpPr>
      <p:grpSpPr>
        <a:xfrm>
          <a:off x="0" y="0"/>
          <a:ext cx="0" cy="0"/>
          <a:chOff x="0" y="0"/>
          <a:chExt cx="0" cy="0"/>
        </a:xfrm>
      </p:grpSpPr>
      <p:sp>
        <p:nvSpPr>
          <p:cNvPr id="2366" name="Google Shape;2366;p540"/>
          <p:cNvSpPr txBox="1"/>
          <p:nvPr>
            <p:ph idx="12" type="sldNum"/>
          </p:nvPr>
        </p:nvSpPr>
        <p:spPr>
          <a:xfrm>
            <a:off x="8556784" y="5277612"/>
            <a:ext cx="548700" cy="437400"/>
          </a:xfrm>
          <a:prstGeom prst="rect">
            <a:avLst/>
          </a:prstGeom>
          <a:noFill/>
          <a:ln>
            <a:noFill/>
          </a:ln>
        </p:spPr>
        <p:txBody>
          <a:bodyPr anchorCtr="0" anchor="t" bIns="121900" lIns="121900" spcFirstLastPara="1" rIns="121900" wrap="square" tIns="121900">
            <a:noAutofit/>
          </a:bodyPr>
          <a:lstStyle>
            <a:lvl1pPr indent="0" lvl="0" marL="0" marR="0" algn="l">
              <a:lnSpc>
                <a:spcPct val="100000"/>
              </a:lnSpc>
              <a:spcBef>
                <a:spcPts val="0"/>
              </a:spcBef>
              <a:spcAft>
                <a:spcPts val="0"/>
              </a:spcAft>
              <a:buClr>
                <a:srgbClr val="000000"/>
              </a:buClr>
              <a:buSzPts val="1700"/>
              <a:buFont typeface="Arial"/>
              <a:buNone/>
              <a:defRPr b="0" i="0" sz="1300" u="none" cap="none" strike="noStrike">
                <a:solidFill>
                  <a:schemeClr val="lt2"/>
                </a:solidFill>
                <a:latin typeface="Lato"/>
                <a:ea typeface="Lato"/>
                <a:cs typeface="Lato"/>
                <a:sym typeface="Lato"/>
              </a:defRPr>
            </a:lvl1pPr>
            <a:lvl2pPr indent="0" lvl="1" marL="0" marR="0" algn="l">
              <a:lnSpc>
                <a:spcPct val="100000"/>
              </a:lnSpc>
              <a:spcBef>
                <a:spcPts val="0"/>
              </a:spcBef>
              <a:spcAft>
                <a:spcPts val="0"/>
              </a:spcAft>
              <a:buClr>
                <a:srgbClr val="000000"/>
              </a:buClr>
              <a:buSzPts val="1700"/>
              <a:buFont typeface="Arial"/>
              <a:buNone/>
              <a:defRPr b="0" i="0" sz="1300" u="none" cap="none" strike="noStrike">
                <a:solidFill>
                  <a:schemeClr val="lt2"/>
                </a:solidFill>
                <a:latin typeface="Lato"/>
                <a:ea typeface="Lato"/>
                <a:cs typeface="Lato"/>
                <a:sym typeface="Lato"/>
              </a:defRPr>
            </a:lvl2pPr>
            <a:lvl3pPr indent="0" lvl="2" marL="0" marR="0" algn="l">
              <a:lnSpc>
                <a:spcPct val="100000"/>
              </a:lnSpc>
              <a:spcBef>
                <a:spcPts val="0"/>
              </a:spcBef>
              <a:spcAft>
                <a:spcPts val="0"/>
              </a:spcAft>
              <a:buClr>
                <a:srgbClr val="000000"/>
              </a:buClr>
              <a:buSzPts val="1700"/>
              <a:buFont typeface="Arial"/>
              <a:buNone/>
              <a:defRPr b="0" i="0" sz="1300" u="none" cap="none" strike="noStrike">
                <a:solidFill>
                  <a:schemeClr val="lt2"/>
                </a:solidFill>
                <a:latin typeface="Lato"/>
                <a:ea typeface="Lato"/>
                <a:cs typeface="Lato"/>
                <a:sym typeface="Lato"/>
              </a:defRPr>
            </a:lvl3pPr>
            <a:lvl4pPr indent="0" lvl="3" marL="0" marR="0" algn="l">
              <a:lnSpc>
                <a:spcPct val="100000"/>
              </a:lnSpc>
              <a:spcBef>
                <a:spcPts val="0"/>
              </a:spcBef>
              <a:spcAft>
                <a:spcPts val="0"/>
              </a:spcAft>
              <a:buClr>
                <a:srgbClr val="000000"/>
              </a:buClr>
              <a:buSzPts val="1700"/>
              <a:buFont typeface="Arial"/>
              <a:buNone/>
              <a:defRPr b="0" i="0" sz="1300" u="none" cap="none" strike="noStrike">
                <a:solidFill>
                  <a:schemeClr val="lt2"/>
                </a:solidFill>
                <a:latin typeface="Lato"/>
                <a:ea typeface="Lato"/>
                <a:cs typeface="Lato"/>
                <a:sym typeface="Lato"/>
              </a:defRPr>
            </a:lvl4pPr>
            <a:lvl5pPr indent="0" lvl="4" marL="0" marR="0" algn="l">
              <a:lnSpc>
                <a:spcPct val="100000"/>
              </a:lnSpc>
              <a:spcBef>
                <a:spcPts val="0"/>
              </a:spcBef>
              <a:spcAft>
                <a:spcPts val="0"/>
              </a:spcAft>
              <a:buClr>
                <a:srgbClr val="000000"/>
              </a:buClr>
              <a:buSzPts val="1700"/>
              <a:buFont typeface="Arial"/>
              <a:buNone/>
              <a:defRPr b="0" i="0" sz="1300" u="none" cap="none" strike="noStrike">
                <a:solidFill>
                  <a:schemeClr val="lt2"/>
                </a:solidFill>
                <a:latin typeface="Lato"/>
                <a:ea typeface="Lato"/>
                <a:cs typeface="Lato"/>
                <a:sym typeface="Lato"/>
              </a:defRPr>
            </a:lvl5pPr>
            <a:lvl6pPr indent="0" lvl="5" marL="0" marR="0" algn="l">
              <a:lnSpc>
                <a:spcPct val="100000"/>
              </a:lnSpc>
              <a:spcBef>
                <a:spcPts val="0"/>
              </a:spcBef>
              <a:spcAft>
                <a:spcPts val="0"/>
              </a:spcAft>
              <a:buClr>
                <a:srgbClr val="000000"/>
              </a:buClr>
              <a:buSzPts val="1700"/>
              <a:buFont typeface="Arial"/>
              <a:buNone/>
              <a:defRPr b="0" i="0" sz="1300" u="none" cap="none" strike="noStrike">
                <a:solidFill>
                  <a:schemeClr val="lt2"/>
                </a:solidFill>
                <a:latin typeface="Lato"/>
                <a:ea typeface="Lato"/>
                <a:cs typeface="Lato"/>
                <a:sym typeface="Lato"/>
              </a:defRPr>
            </a:lvl6pPr>
            <a:lvl7pPr indent="0" lvl="6" marL="0" marR="0" algn="l">
              <a:lnSpc>
                <a:spcPct val="100000"/>
              </a:lnSpc>
              <a:spcBef>
                <a:spcPts val="0"/>
              </a:spcBef>
              <a:spcAft>
                <a:spcPts val="0"/>
              </a:spcAft>
              <a:buClr>
                <a:srgbClr val="000000"/>
              </a:buClr>
              <a:buSzPts val="1700"/>
              <a:buFont typeface="Arial"/>
              <a:buNone/>
              <a:defRPr b="0" i="0" sz="1300" u="none" cap="none" strike="noStrike">
                <a:solidFill>
                  <a:schemeClr val="lt2"/>
                </a:solidFill>
                <a:latin typeface="Lato"/>
                <a:ea typeface="Lato"/>
                <a:cs typeface="Lato"/>
                <a:sym typeface="Lato"/>
              </a:defRPr>
            </a:lvl7pPr>
            <a:lvl8pPr indent="0" lvl="7" marL="0" marR="0" algn="l">
              <a:lnSpc>
                <a:spcPct val="100000"/>
              </a:lnSpc>
              <a:spcBef>
                <a:spcPts val="0"/>
              </a:spcBef>
              <a:spcAft>
                <a:spcPts val="0"/>
              </a:spcAft>
              <a:buClr>
                <a:srgbClr val="000000"/>
              </a:buClr>
              <a:buSzPts val="1700"/>
              <a:buFont typeface="Arial"/>
              <a:buNone/>
              <a:defRPr b="0" i="0" sz="1300" u="none" cap="none" strike="noStrike">
                <a:solidFill>
                  <a:schemeClr val="lt2"/>
                </a:solidFill>
                <a:latin typeface="Lato"/>
                <a:ea typeface="Lato"/>
                <a:cs typeface="Lato"/>
                <a:sym typeface="Lato"/>
              </a:defRPr>
            </a:lvl8pPr>
            <a:lvl9pPr indent="0" lvl="8" marL="0" marR="0" algn="l">
              <a:lnSpc>
                <a:spcPct val="100000"/>
              </a:lnSpc>
              <a:spcBef>
                <a:spcPts val="0"/>
              </a:spcBef>
              <a:spcAft>
                <a:spcPts val="0"/>
              </a:spcAft>
              <a:buClr>
                <a:srgbClr val="000000"/>
              </a:buClr>
              <a:buSzPts val="1700"/>
              <a:buFont typeface="Arial"/>
              <a:buNone/>
              <a:defRPr b="0" i="0" sz="1300" u="none" cap="none" strike="noStrike">
                <a:solidFill>
                  <a:schemeClr val="lt2"/>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
        <p:nvSpPr>
          <p:cNvPr id="2367" name="Google Shape;2367;p540"/>
          <p:cNvSpPr txBox="1"/>
          <p:nvPr>
            <p:ph type="title"/>
          </p:nvPr>
        </p:nvSpPr>
        <p:spPr>
          <a:xfrm>
            <a:off x="457200" y="507990"/>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368" name="Google Shape;2368;p540"/>
          <p:cNvSpPr txBox="1"/>
          <p:nvPr>
            <p:ph idx="1" type="body"/>
          </p:nvPr>
        </p:nvSpPr>
        <p:spPr>
          <a:xfrm>
            <a:off x="457200" y="1130806"/>
            <a:ext cx="4105200" cy="40764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1200"/>
              </a:spcBef>
              <a:spcAft>
                <a:spcPts val="120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sldLayout>
</file>

<file path=ppt/slideLayouts/slideLayout5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ist 1">
  <p:cSld name="Title and list 1">
    <p:spTree>
      <p:nvGrpSpPr>
        <p:cNvPr id="2369" name="Shape 2369"/>
        <p:cNvGrpSpPr/>
        <p:nvPr/>
      </p:nvGrpSpPr>
      <p:grpSpPr>
        <a:xfrm>
          <a:off x="0" y="0"/>
          <a:ext cx="0" cy="0"/>
          <a:chOff x="0" y="0"/>
          <a:chExt cx="0" cy="0"/>
        </a:xfrm>
      </p:grpSpPr>
      <p:sp>
        <p:nvSpPr>
          <p:cNvPr id="2370" name="Google Shape;2370;p541"/>
          <p:cNvSpPr txBox="1"/>
          <p:nvPr>
            <p:ph idx="12" type="sldNum"/>
          </p:nvPr>
        </p:nvSpPr>
        <p:spPr>
          <a:xfrm>
            <a:off x="8556784" y="5277612"/>
            <a:ext cx="548700" cy="437400"/>
          </a:xfrm>
          <a:prstGeom prst="rect">
            <a:avLst/>
          </a:prstGeom>
          <a:noFill/>
          <a:ln>
            <a:noFill/>
          </a:ln>
        </p:spPr>
        <p:txBody>
          <a:bodyPr anchorCtr="0" anchor="t" bIns="121900" lIns="121900" spcFirstLastPara="1" rIns="121900" wrap="square" tIns="121900">
            <a:noAutofit/>
          </a:bodyPr>
          <a:lstStyle>
            <a:lvl1pPr indent="0" lvl="0" marL="0" marR="0" algn="l">
              <a:lnSpc>
                <a:spcPct val="100000"/>
              </a:lnSpc>
              <a:spcBef>
                <a:spcPts val="0"/>
              </a:spcBef>
              <a:spcAft>
                <a:spcPts val="0"/>
              </a:spcAft>
              <a:buClr>
                <a:srgbClr val="000000"/>
              </a:buClr>
              <a:buSzPts val="1700"/>
              <a:buFont typeface="Arial"/>
              <a:buNone/>
              <a:defRPr b="0" i="0" sz="1300" u="none" cap="none" strike="noStrike">
                <a:solidFill>
                  <a:schemeClr val="lt2"/>
                </a:solidFill>
                <a:latin typeface="Lato"/>
                <a:ea typeface="Lato"/>
                <a:cs typeface="Lato"/>
                <a:sym typeface="Lato"/>
              </a:defRPr>
            </a:lvl1pPr>
            <a:lvl2pPr indent="0" lvl="1" marL="0" marR="0" algn="l">
              <a:lnSpc>
                <a:spcPct val="100000"/>
              </a:lnSpc>
              <a:spcBef>
                <a:spcPts val="0"/>
              </a:spcBef>
              <a:spcAft>
                <a:spcPts val="0"/>
              </a:spcAft>
              <a:buClr>
                <a:srgbClr val="000000"/>
              </a:buClr>
              <a:buSzPts val="1700"/>
              <a:buFont typeface="Arial"/>
              <a:buNone/>
              <a:defRPr b="0" i="0" sz="1300" u="none" cap="none" strike="noStrike">
                <a:solidFill>
                  <a:schemeClr val="lt2"/>
                </a:solidFill>
                <a:latin typeface="Lato"/>
                <a:ea typeface="Lato"/>
                <a:cs typeface="Lato"/>
                <a:sym typeface="Lato"/>
              </a:defRPr>
            </a:lvl2pPr>
            <a:lvl3pPr indent="0" lvl="2" marL="0" marR="0" algn="l">
              <a:lnSpc>
                <a:spcPct val="100000"/>
              </a:lnSpc>
              <a:spcBef>
                <a:spcPts val="0"/>
              </a:spcBef>
              <a:spcAft>
                <a:spcPts val="0"/>
              </a:spcAft>
              <a:buClr>
                <a:srgbClr val="000000"/>
              </a:buClr>
              <a:buSzPts val="1700"/>
              <a:buFont typeface="Arial"/>
              <a:buNone/>
              <a:defRPr b="0" i="0" sz="1300" u="none" cap="none" strike="noStrike">
                <a:solidFill>
                  <a:schemeClr val="lt2"/>
                </a:solidFill>
                <a:latin typeface="Lato"/>
                <a:ea typeface="Lato"/>
                <a:cs typeface="Lato"/>
                <a:sym typeface="Lato"/>
              </a:defRPr>
            </a:lvl3pPr>
            <a:lvl4pPr indent="0" lvl="3" marL="0" marR="0" algn="l">
              <a:lnSpc>
                <a:spcPct val="100000"/>
              </a:lnSpc>
              <a:spcBef>
                <a:spcPts val="0"/>
              </a:spcBef>
              <a:spcAft>
                <a:spcPts val="0"/>
              </a:spcAft>
              <a:buClr>
                <a:srgbClr val="000000"/>
              </a:buClr>
              <a:buSzPts val="1700"/>
              <a:buFont typeface="Arial"/>
              <a:buNone/>
              <a:defRPr b="0" i="0" sz="1300" u="none" cap="none" strike="noStrike">
                <a:solidFill>
                  <a:schemeClr val="lt2"/>
                </a:solidFill>
                <a:latin typeface="Lato"/>
                <a:ea typeface="Lato"/>
                <a:cs typeface="Lato"/>
                <a:sym typeface="Lato"/>
              </a:defRPr>
            </a:lvl4pPr>
            <a:lvl5pPr indent="0" lvl="4" marL="0" marR="0" algn="l">
              <a:lnSpc>
                <a:spcPct val="100000"/>
              </a:lnSpc>
              <a:spcBef>
                <a:spcPts val="0"/>
              </a:spcBef>
              <a:spcAft>
                <a:spcPts val="0"/>
              </a:spcAft>
              <a:buClr>
                <a:srgbClr val="000000"/>
              </a:buClr>
              <a:buSzPts val="1700"/>
              <a:buFont typeface="Arial"/>
              <a:buNone/>
              <a:defRPr b="0" i="0" sz="1300" u="none" cap="none" strike="noStrike">
                <a:solidFill>
                  <a:schemeClr val="lt2"/>
                </a:solidFill>
                <a:latin typeface="Lato"/>
                <a:ea typeface="Lato"/>
                <a:cs typeface="Lato"/>
                <a:sym typeface="Lato"/>
              </a:defRPr>
            </a:lvl5pPr>
            <a:lvl6pPr indent="0" lvl="5" marL="0" marR="0" algn="l">
              <a:lnSpc>
                <a:spcPct val="100000"/>
              </a:lnSpc>
              <a:spcBef>
                <a:spcPts val="0"/>
              </a:spcBef>
              <a:spcAft>
                <a:spcPts val="0"/>
              </a:spcAft>
              <a:buClr>
                <a:srgbClr val="000000"/>
              </a:buClr>
              <a:buSzPts val="1700"/>
              <a:buFont typeface="Arial"/>
              <a:buNone/>
              <a:defRPr b="0" i="0" sz="1300" u="none" cap="none" strike="noStrike">
                <a:solidFill>
                  <a:schemeClr val="lt2"/>
                </a:solidFill>
                <a:latin typeface="Lato"/>
                <a:ea typeface="Lato"/>
                <a:cs typeface="Lato"/>
                <a:sym typeface="Lato"/>
              </a:defRPr>
            </a:lvl6pPr>
            <a:lvl7pPr indent="0" lvl="6" marL="0" marR="0" algn="l">
              <a:lnSpc>
                <a:spcPct val="100000"/>
              </a:lnSpc>
              <a:spcBef>
                <a:spcPts val="0"/>
              </a:spcBef>
              <a:spcAft>
                <a:spcPts val="0"/>
              </a:spcAft>
              <a:buClr>
                <a:srgbClr val="000000"/>
              </a:buClr>
              <a:buSzPts val="1700"/>
              <a:buFont typeface="Arial"/>
              <a:buNone/>
              <a:defRPr b="0" i="0" sz="1300" u="none" cap="none" strike="noStrike">
                <a:solidFill>
                  <a:schemeClr val="lt2"/>
                </a:solidFill>
                <a:latin typeface="Lato"/>
                <a:ea typeface="Lato"/>
                <a:cs typeface="Lato"/>
                <a:sym typeface="Lato"/>
              </a:defRPr>
            </a:lvl7pPr>
            <a:lvl8pPr indent="0" lvl="7" marL="0" marR="0" algn="l">
              <a:lnSpc>
                <a:spcPct val="100000"/>
              </a:lnSpc>
              <a:spcBef>
                <a:spcPts val="0"/>
              </a:spcBef>
              <a:spcAft>
                <a:spcPts val="0"/>
              </a:spcAft>
              <a:buClr>
                <a:srgbClr val="000000"/>
              </a:buClr>
              <a:buSzPts val="1700"/>
              <a:buFont typeface="Arial"/>
              <a:buNone/>
              <a:defRPr b="0" i="0" sz="1300" u="none" cap="none" strike="noStrike">
                <a:solidFill>
                  <a:schemeClr val="lt2"/>
                </a:solidFill>
                <a:latin typeface="Lato"/>
                <a:ea typeface="Lato"/>
                <a:cs typeface="Lato"/>
                <a:sym typeface="Lato"/>
              </a:defRPr>
            </a:lvl8pPr>
            <a:lvl9pPr indent="0" lvl="8" marL="0" marR="0" algn="l">
              <a:lnSpc>
                <a:spcPct val="100000"/>
              </a:lnSpc>
              <a:spcBef>
                <a:spcPts val="0"/>
              </a:spcBef>
              <a:spcAft>
                <a:spcPts val="0"/>
              </a:spcAft>
              <a:buClr>
                <a:srgbClr val="000000"/>
              </a:buClr>
              <a:buSzPts val="1700"/>
              <a:buFont typeface="Arial"/>
              <a:buNone/>
              <a:defRPr b="0" i="0" sz="1300" u="none" cap="none" strike="noStrike">
                <a:solidFill>
                  <a:schemeClr val="lt2"/>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
        <p:nvSpPr>
          <p:cNvPr id="2371" name="Google Shape;2371;p541"/>
          <p:cNvSpPr txBox="1"/>
          <p:nvPr>
            <p:ph type="title"/>
          </p:nvPr>
        </p:nvSpPr>
        <p:spPr>
          <a:xfrm>
            <a:off x="457200" y="507990"/>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372" name="Google Shape;2372;p541"/>
          <p:cNvSpPr txBox="1"/>
          <p:nvPr>
            <p:ph idx="1" type="body"/>
          </p:nvPr>
        </p:nvSpPr>
        <p:spPr>
          <a:xfrm>
            <a:off x="457200" y="1130806"/>
            <a:ext cx="4105200" cy="40764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120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1200"/>
              </a:spcBef>
              <a:spcAft>
                <a:spcPts val="120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sldLayout>
</file>

<file path=ppt/slideLayouts/slideLayout5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out logo 2">
  <p:cSld name="Cover without logo 2">
    <p:bg>
      <p:bgPr>
        <a:blipFill>
          <a:blip r:embed="rId2">
            <a:alphaModFix/>
          </a:blip>
          <a:stretch>
            <a:fillRect/>
          </a:stretch>
        </a:blipFill>
      </p:bgPr>
    </p:bg>
    <p:spTree>
      <p:nvGrpSpPr>
        <p:cNvPr id="2373" name="Shape 2373"/>
        <p:cNvGrpSpPr/>
        <p:nvPr/>
      </p:nvGrpSpPr>
      <p:grpSpPr>
        <a:xfrm>
          <a:off x="0" y="0"/>
          <a:ext cx="0" cy="0"/>
          <a:chOff x="0" y="0"/>
          <a:chExt cx="0" cy="0"/>
        </a:xfrm>
      </p:grpSpPr>
      <p:pic>
        <p:nvPicPr>
          <p:cNvPr id="2374" name="Google Shape;2374;p542" title="Mesh Holographic Gradients - Dark Gradient 24.png"/>
          <p:cNvPicPr preferRelativeResize="0"/>
          <p:nvPr/>
        </p:nvPicPr>
        <p:blipFill>
          <a:blip r:embed="rId2">
            <a:alphaModFix/>
          </a:blip>
          <a:stretch>
            <a:fillRect/>
          </a:stretch>
        </p:blipFill>
        <p:spPr>
          <a:xfrm rot="10800000">
            <a:off x="0" y="571500"/>
            <a:ext cx="9144000" cy="5143500"/>
          </a:xfrm>
          <a:prstGeom prst="rect">
            <a:avLst/>
          </a:prstGeom>
          <a:noFill/>
          <a:ln>
            <a:noFill/>
          </a:ln>
        </p:spPr>
      </p:pic>
      <p:sp>
        <p:nvSpPr>
          <p:cNvPr id="2375" name="Google Shape;2375;p542"/>
          <p:cNvSpPr txBox="1"/>
          <p:nvPr>
            <p:ph type="title"/>
          </p:nvPr>
        </p:nvSpPr>
        <p:spPr>
          <a:xfrm>
            <a:off x="2066850" y="1688333"/>
            <a:ext cx="5010300" cy="1734900"/>
          </a:xfrm>
          <a:prstGeom prst="rect">
            <a:avLst/>
          </a:prstGeom>
        </p:spPr>
        <p:txBody>
          <a:bodyPr anchorCtr="0" anchor="b" bIns="0" lIns="0" spcFirstLastPara="1" rIns="0" wrap="square" tIns="0">
            <a:noAutofit/>
          </a:bodyPr>
          <a:lstStyle>
            <a:lvl1pPr indent="0" lvl="0" marL="0" marR="0" algn="ctr">
              <a:lnSpc>
                <a:spcPct val="100000"/>
              </a:lnSpc>
              <a:spcBef>
                <a:spcPts val="0"/>
              </a:spcBef>
              <a:spcAft>
                <a:spcPts val="0"/>
              </a:spcAft>
              <a:buNone/>
              <a:defRPr sz="4800">
                <a:solidFill>
                  <a:schemeClr val="lt1"/>
                </a:solidFill>
              </a:defRPr>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2376" name="Google Shape;2376;p542"/>
          <p:cNvSpPr txBox="1"/>
          <p:nvPr>
            <p:ph idx="1" type="subTitle"/>
          </p:nvPr>
        </p:nvSpPr>
        <p:spPr>
          <a:xfrm>
            <a:off x="2066850" y="3592667"/>
            <a:ext cx="5010300" cy="434100"/>
          </a:xfrm>
          <a:prstGeom prst="rect">
            <a:avLst/>
          </a:prstGeom>
        </p:spPr>
        <p:txBody>
          <a:bodyPr anchorCtr="0" anchor="b" bIns="0" lIns="0" spcFirstLastPara="1" rIns="0" wrap="square" tIns="0">
            <a:noAutofit/>
          </a:bodyPr>
          <a:lstStyle>
            <a:lvl1pPr indent="0" lvl="0" marL="0" marR="0" algn="ctr">
              <a:lnSpc>
                <a:spcPct val="100000"/>
              </a:lnSpc>
              <a:spcBef>
                <a:spcPts val="0"/>
              </a:spcBef>
              <a:spcAft>
                <a:spcPts val="0"/>
              </a:spcAft>
              <a:buNone/>
              <a:defRPr sz="2000">
                <a:solidFill>
                  <a:schemeClr val="lt1"/>
                </a:solidFill>
              </a:defRPr>
            </a:lvl1pPr>
            <a:lvl2pPr indent="0" lvl="1" marL="0" marR="0" algn="ctr">
              <a:lnSpc>
                <a:spcPct val="100000"/>
              </a:lnSpc>
              <a:spcBef>
                <a:spcPts val="0"/>
              </a:spcBef>
              <a:spcAft>
                <a:spcPts val="0"/>
              </a:spcAft>
              <a:buNone/>
              <a:defRPr sz="2000">
                <a:solidFill>
                  <a:schemeClr val="lt1"/>
                </a:solidFill>
              </a:defRPr>
            </a:lvl2pPr>
            <a:lvl3pPr indent="0" lvl="2" marL="0" marR="0" algn="ctr">
              <a:lnSpc>
                <a:spcPct val="100000"/>
              </a:lnSpc>
              <a:spcBef>
                <a:spcPts val="0"/>
              </a:spcBef>
              <a:spcAft>
                <a:spcPts val="0"/>
              </a:spcAft>
              <a:buNone/>
              <a:defRPr sz="2000">
                <a:solidFill>
                  <a:schemeClr val="lt1"/>
                </a:solidFill>
              </a:defRPr>
            </a:lvl3pPr>
            <a:lvl4pPr indent="0" lvl="3" marL="0" marR="0" algn="ctr">
              <a:lnSpc>
                <a:spcPct val="100000"/>
              </a:lnSpc>
              <a:spcBef>
                <a:spcPts val="0"/>
              </a:spcBef>
              <a:spcAft>
                <a:spcPts val="0"/>
              </a:spcAft>
              <a:buNone/>
              <a:defRPr sz="2000">
                <a:solidFill>
                  <a:schemeClr val="lt1"/>
                </a:solidFill>
              </a:defRPr>
            </a:lvl4pPr>
            <a:lvl5pPr indent="0" lvl="4" marL="0" marR="0" algn="ctr">
              <a:lnSpc>
                <a:spcPct val="100000"/>
              </a:lnSpc>
              <a:spcBef>
                <a:spcPts val="0"/>
              </a:spcBef>
              <a:spcAft>
                <a:spcPts val="0"/>
              </a:spcAft>
              <a:buNone/>
              <a:defRPr sz="2000">
                <a:solidFill>
                  <a:schemeClr val="lt1"/>
                </a:solidFill>
              </a:defRPr>
            </a:lvl5pPr>
            <a:lvl6pPr indent="0" lvl="5" marL="0" marR="0" algn="ctr">
              <a:lnSpc>
                <a:spcPct val="100000"/>
              </a:lnSpc>
              <a:spcBef>
                <a:spcPts val="0"/>
              </a:spcBef>
              <a:spcAft>
                <a:spcPts val="0"/>
              </a:spcAft>
              <a:buNone/>
              <a:defRPr sz="2000">
                <a:solidFill>
                  <a:schemeClr val="lt1"/>
                </a:solidFill>
              </a:defRPr>
            </a:lvl6pPr>
            <a:lvl7pPr indent="0" lvl="6" marL="0" marR="0" algn="ctr">
              <a:lnSpc>
                <a:spcPct val="100000"/>
              </a:lnSpc>
              <a:spcBef>
                <a:spcPts val="0"/>
              </a:spcBef>
              <a:spcAft>
                <a:spcPts val="0"/>
              </a:spcAft>
              <a:buNone/>
              <a:defRPr sz="2000">
                <a:solidFill>
                  <a:schemeClr val="lt1"/>
                </a:solidFill>
              </a:defRPr>
            </a:lvl7pPr>
            <a:lvl8pPr indent="0" lvl="7" marL="0" marR="0" algn="ctr">
              <a:lnSpc>
                <a:spcPct val="100000"/>
              </a:lnSpc>
              <a:spcBef>
                <a:spcPts val="0"/>
              </a:spcBef>
              <a:spcAft>
                <a:spcPts val="0"/>
              </a:spcAft>
              <a:buNone/>
              <a:defRPr sz="2000">
                <a:solidFill>
                  <a:schemeClr val="lt1"/>
                </a:solidFill>
              </a:defRPr>
            </a:lvl8pPr>
            <a:lvl9pPr indent="0" lvl="8" marL="0" marR="0" algn="ctr">
              <a:lnSpc>
                <a:spcPct val="100000"/>
              </a:lnSpc>
              <a:spcBef>
                <a:spcPts val="0"/>
              </a:spcBef>
              <a:spcAft>
                <a:spcPts val="0"/>
              </a:spcAft>
              <a:buNone/>
              <a:defRPr sz="2000">
                <a:solidFill>
                  <a:schemeClr val="lt1"/>
                </a:solidFill>
              </a:defRPr>
            </a:lvl9pPr>
          </a:lstStyle>
          <a:p/>
        </p:txBody>
      </p:sp>
    </p:spTree>
  </p:cSld>
  <p:clrMapOvr>
    <a:masterClrMapping/>
  </p:clrMapOvr>
</p:sldLayout>
</file>

<file path=ppt/slideLayouts/slideLayout5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out logo 2 1">
  <p:cSld name="Cover without logo 2_1">
    <p:bg>
      <p:bgPr>
        <a:solidFill>
          <a:srgbClr val="07182C"/>
        </a:solidFill>
      </p:bgPr>
    </p:bg>
    <p:spTree>
      <p:nvGrpSpPr>
        <p:cNvPr id="2377" name="Shape 2377"/>
        <p:cNvGrpSpPr/>
        <p:nvPr/>
      </p:nvGrpSpPr>
      <p:grpSpPr>
        <a:xfrm>
          <a:off x="0" y="0"/>
          <a:ext cx="0" cy="0"/>
          <a:chOff x="0" y="0"/>
          <a:chExt cx="0" cy="0"/>
        </a:xfrm>
      </p:grpSpPr>
      <p:pic>
        <p:nvPicPr>
          <p:cNvPr id="2378" name="Google Shape;2378;p543" title="Mesh Holographic Gradients - Dark Gradient 22.png"/>
          <p:cNvPicPr preferRelativeResize="0"/>
          <p:nvPr/>
        </p:nvPicPr>
        <p:blipFill rotWithShape="1">
          <a:blip r:embed="rId2">
            <a:alphaModFix/>
          </a:blip>
          <a:srcRect b="0" l="0" r="0" t="0"/>
          <a:stretch/>
        </p:blipFill>
        <p:spPr>
          <a:xfrm flipH="1" rot="10800000">
            <a:off x="0" y="571500"/>
            <a:ext cx="9144003" cy="5143499"/>
          </a:xfrm>
          <a:prstGeom prst="rect">
            <a:avLst/>
          </a:prstGeom>
          <a:noFill/>
          <a:ln>
            <a:noFill/>
          </a:ln>
        </p:spPr>
      </p:pic>
      <p:pic>
        <p:nvPicPr>
          <p:cNvPr id="2379" name="Google Shape;2379;p543"/>
          <p:cNvPicPr preferRelativeResize="0"/>
          <p:nvPr/>
        </p:nvPicPr>
        <p:blipFill rotWithShape="1">
          <a:blip r:embed="rId3">
            <a:alphaModFix/>
          </a:blip>
          <a:srcRect b="0" l="0" r="0" t="0"/>
          <a:stretch/>
        </p:blipFill>
        <p:spPr>
          <a:xfrm>
            <a:off x="457200" y="4773000"/>
            <a:ext cx="316413" cy="390600"/>
          </a:xfrm>
          <a:prstGeom prst="rect">
            <a:avLst/>
          </a:prstGeom>
          <a:noFill/>
          <a:ln>
            <a:noFill/>
          </a:ln>
        </p:spPr>
      </p:pic>
      <p:sp>
        <p:nvSpPr>
          <p:cNvPr id="2380" name="Google Shape;2380;p543"/>
          <p:cNvSpPr/>
          <p:nvPr/>
        </p:nvSpPr>
        <p:spPr>
          <a:xfrm>
            <a:off x="984762" y="4877167"/>
            <a:ext cx="203100" cy="225600"/>
          </a:xfrm>
          <a:prstGeom prst="plus">
            <a:avLst>
              <a:gd fmla="val 43366" name="adj"/>
            </a:avLst>
          </a:prstGeom>
          <a:solidFill>
            <a:srgbClr val="60A5FA"/>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Lato"/>
              <a:ea typeface="Lato"/>
              <a:cs typeface="Lato"/>
              <a:sym typeface="Lato"/>
            </a:endParaRPr>
          </a:p>
        </p:txBody>
      </p:sp>
      <p:sp>
        <p:nvSpPr>
          <p:cNvPr id="2381" name="Google Shape;2381;p543"/>
          <p:cNvSpPr txBox="1"/>
          <p:nvPr/>
        </p:nvSpPr>
        <p:spPr>
          <a:xfrm>
            <a:off x="8081975" y="4933333"/>
            <a:ext cx="614100" cy="2463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lang="en" sz="1600">
                <a:solidFill>
                  <a:schemeClr val="lt1"/>
                </a:solidFill>
                <a:latin typeface="Poppins Medium"/>
                <a:ea typeface="Poppins Medium"/>
                <a:cs typeface="Poppins Medium"/>
                <a:sym typeface="Poppins Medium"/>
              </a:rPr>
              <a:t>2025</a:t>
            </a:r>
            <a:endParaRPr sz="1600">
              <a:solidFill>
                <a:schemeClr val="lt1"/>
              </a:solidFill>
              <a:latin typeface="Poppins Medium"/>
              <a:ea typeface="Poppins Medium"/>
              <a:cs typeface="Poppins Medium"/>
              <a:sym typeface="Poppins Medium"/>
            </a:endParaRPr>
          </a:p>
        </p:txBody>
      </p:sp>
      <p:sp>
        <p:nvSpPr>
          <p:cNvPr id="2382" name="Google Shape;2382;p543"/>
          <p:cNvSpPr txBox="1"/>
          <p:nvPr>
            <p:ph type="title"/>
          </p:nvPr>
        </p:nvSpPr>
        <p:spPr>
          <a:xfrm>
            <a:off x="457200" y="508000"/>
            <a:ext cx="6862800" cy="1734900"/>
          </a:xfrm>
          <a:prstGeom prst="rect">
            <a:avLst/>
          </a:prstGeom>
        </p:spPr>
        <p:txBody>
          <a:bodyPr anchorCtr="0" anchor="b"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2383" name="Google Shape;2383;p543"/>
          <p:cNvSpPr txBox="1"/>
          <p:nvPr>
            <p:ph idx="1" type="subTitle"/>
          </p:nvPr>
        </p:nvSpPr>
        <p:spPr>
          <a:xfrm>
            <a:off x="457200" y="2243000"/>
            <a:ext cx="68628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Tree>
  </p:cSld>
  <p:clrMapOvr>
    <a:masterClrMapping/>
  </p:clrMapOvr>
</p:sldLayout>
</file>

<file path=ppt/slideLayouts/slideLayout5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ncepts - horizontal">
  <p:cSld name="TITLE_AND_TWO_COLUMNS_1_1">
    <p:spTree>
      <p:nvGrpSpPr>
        <p:cNvPr id="2384" name="Shape 2384"/>
        <p:cNvGrpSpPr/>
        <p:nvPr/>
      </p:nvGrpSpPr>
      <p:grpSpPr>
        <a:xfrm>
          <a:off x="0" y="0"/>
          <a:ext cx="0" cy="0"/>
          <a:chOff x="0" y="0"/>
          <a:chExt cx="0" cy="0"/>
        </a:xfrm>
      </p:grpSpPr>
      <p:sp>
        <p:nvSpPr>
          <p:cNvPr id="2385" name="Google Shape;2385;p544"/>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sz="1400"/>
            </a:lvl1pPr>
            <a:lvl2pPr lvl="1">
              <a:buNone/>
              <a:defRPr sz="1400"/>
            </a:lvl2pPr>
            <a:lvl3pPr lvl="2">
              <a:buNone/>
              <a:defRPr sz="1400"/>
            </a:lvl3pPr>
            <a:lvl4pPr lvl="3">
              <a:buNone/>
              <a:defRPr sz="1400"/>
            </a:lvl4pPr>
            <a:lvl5pPr lvl="4">
              <a:buNone/>
              <a:defRPr sz="1400"/>
            </a:lvl5pPr>
            <a:lvl6pPr lvl="5">
              <a:buNone/>
              <a:defRPr sz="1400"/>
            </a:lvl6pPr>
            <a:lvl7pPr lvl="6">
              <a:buNone/>
              <a:defRPr sz="1400"/>
            </a:lvl7pPr>
            <a:lvl8pPr lvl="7">
              <a:buNone/>
              <a:defRPr sz="1400"/>
            </a:lvl8pPr>
            <a:lvl9pPr lvl="8">
              <a:buNone/>
              <a:defRPr sz="1400"/>
            </a:lvl9pPr>
          </a:lstStyle>
          <a:p>
            <a:pPr indent="0" lvl="0" marL="0" rtl="0" algn="l">
              <a:spcBef>
                <a:spcPts val="0"/>
              </a:spcBef>
              <a:spcAft>
                <a:spcPts val="0"/>
              </a:spcAft>
              <a:buNone/>
            </a:pPr>
            <a:fld id="{00000000-1234-1234-1234-123412341234}" type="slidenum">
              <a:rPr lang="en"/>
              <a:t>‹#›</a:t>
            </a:fld>
            <a:endParaRPr/>
          </a:p>
        </p:txBody>
      </p:sp>
      <p:sp>
        <p:nvSpPr>
          <p:cNvPr id="2386" name="Google Shape;2386;p544"/>
          <p:cNvSpPr txBox="1"/>
          <p:nvPr>
            <p:ph idx="1" type="body"/>
          </p:nvPr>
        </p:nvSpPr>
        <p:spPr>
          <a:xfrm>
            <a:off x="571500" y="2420194"/>
            <a:ext cx="1712400" cy="2659800"/>
          </a:xfrm>
          <a:prstGeom prst="rect">
            <a:avLst/>
          </a:prstGeom>
        </p:spPr>
        <p:txBody>
          <a:bodyPr anchorCtr="0" anchor="t" bIns="91425" lIns="0" spcFirstLastPara="1" rIns="182875" wrap="square" tIns="91425">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800"/>
              </a:spcBef>
              <a:spcAft>
                <a:spcPts val="0"/>
              </a:spcAft>
              <a:buSzPts val="1400"/>
              <a:buChar char="■"/>
              <a:defRPr/>
            </a:lvl3pPr>
            <a:lvl4pPr indent="-317500" lvl="3" marL="1828800">
              <a:spcBef>
                <a:spcPts val="800"/>
              </a:spcBef>
              <a:spcAft>
                <a:spcPts val="0"/>
              </a:spcAft>
              <a:buSzPts val="1400"/>
              <a:buChar char="●"/>
              <a:defRPr/>
            </a:lvl4pPr>
            <a:lvl5pPr indent="-317500" lvl="4" marL="2286000">
              <a:spcBef>
                <a:spcPts val="800"/>
              </a:spcBef>
              <a:spcAft>
                <a:spcPts val="0"/>
              </a:spcAft>
              <a:buSzPts val="1400"/>
              <a:buChar char="○"/>
              <a:defRPr/>
            </a:lvl5pPr>
            <a:lvl6pPr indent="-317500" lvl="5" marL="2743200">
              <a:spcBef>
                <a:spcPts val="800"/>
              </a:spcBef>
              <a:spcAft>
                <a:spcPts val="0"/>
              </a:spcAft>
              <a:buSzPts val="1400"/>
              <a:buChar char="■"/>
              <a:defRPr/>
            </a:lvl6pPr>
            <a:lvl7pPr indent="-317500" lvl="6" marL="3200400">
              <a:spcBef>
                <a:spcPts val="800"/>
              </a:spcBef>
              <a:spcAft>
                <a:spcPts val="0"/>
              </a:spcAft>
              <a:buSzPts val="1400"/>
              <a:buChar char="●"/>
              <a:defRPr/>
            </a:lvl7pPr>
            <a:lvl8pPr indent="-317500" lvl="7" marL="3657600">
              <a:spcBef>
                <a:spcPts val="800"/>
              </a:spcBef>
              <a:spcAft>
                <a:spcPts val="0"/>
              </a:spcAft>
              <a:buSzPts val="1400"/>
              <a:buChar char="○"/>
              <a:defRPr/>
            </a:lvl8pPr>
            <a:lvl9pPr indent="-317500" lvl="8" marL="4114800">
              <a:spcBef>
                <a:spcPts val="800"/>
              </a:spcBef>
              <a:spcAft>
                <a:spcPts val="800"/>
              </a:spcAft>
              <a:buSzPts val="1400"/>
              <a:buChar char="■"/>
              <a:defRPr/>
            </a:lvl9pPr>
          </a:lstStyle>
          <a:p/>
        </p:txBody>
      </p:sp>
      <p:sp>
        <p:nvSpPr>
          <p:cNvPr id="2387" name="Google Shape;2387;p544"/>
          <p:cNvSpPr txBox="1"/>
          <p:nvPr>
            <p:ph idx="2" type="subTitle"/>
          </p:nvPr>
        </p:nvSpPr>
        <p:spPr>
          <a:xfrm>
            <a:off x="571500" y="1905000"/>
            <a:ext cx="1712400" cy="4374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
        <p:nvSpPr>
          <p:cNvPr id="2388" name="Google Shape;2388;p544"/>
          <p:cNvSpPr txBox="1"/>
          <p:nvPr>
            <p:ph type="title"/>
          </p:nvPr>
        </p:nvSpPr>
        <p:spPr>
          <a:xfrm>
            <a:off x="571500" y="889005"/>
            <a:ext cx="4000500" cy="1016100"/>
          </a:xfrm>
          <a:prstGeom prst="rect">
            <a:avLst/>
          </a:prstGeom>
        </p:spPr>
        <p:txBody>
          <a:bodyPr anchorCtr="0" anchor="ctr" bIns="0" lIns="0" spcFirstLastPara="1" rIns="0" wrap="square" tIns="0">
            <a:normAutofit/>
          </a:bodyPr>
          <a:lstStyle>
            <a:lvl1pPr lvl="0">
              <a:spcBef>
                <a:spcPts val="0"/>
              </a:spcBef>
              <a:spcAft>
                <a:spcPts val="0"/>
              </a:spcAft>
              <a:buSzPts val="3000"/>
              <a:buNone/>
              <a:defRPr b="1"/>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389" name="Google Shape;2389;p544"/>
          <p:cNvSpPr txBox="1"/>
          <p:nvPr>
            <p:ph idx="3" type="body"/>
          </p:nvPr>
        </p:nvSpPr>
        <p:spPr>
          <a:xfrm>
            <a:off x="2667700" y="2420194"/>
            <a:ext cx="1712400" cy="2659800"/>
          </a:xfrm>
          <a:prstGeom prst="rect">
            <a:avLst/>
          </a:prstGeom>
        </p:spPr>
        <p:txBody>
          <a:bodyPr anchorCtr="0" anchor="t" bIns="91425" lIns="0" spcFirstLastPara="1" rIns="182875" wrap="square" tIns="91425">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800"/>
              </a:spcBef>
              <a:spcAft>
                <a:spcPts val="0"/>
              </a:spcAft>
              <a:buSzPts val="1400"/>
              <a:buChar char="■"/>
              <a:defRPr/>
            </a:lvl3pPr>
            <a:lvl4pPr indent="-317500" lvl="3" marL="1828800">
              <a:spcBef>
                <a:spcPts val="800"/>
              </a:spcBef>
              <a:spcAft>
                <a:spcPts val="0"/>
              </a:spcAft>
              <a:buSzPts val="1400"/>
              <a:buChar char="●"/>
              <a:defRPr/>
            </a:lvl4pPr>
            <a:lvl5pPr indent="-317500" lvl="4" marL="2286000">
              <a:spcBef>
                <a:spcPts val="800"/>
              </a:spcBef>
              <a:spcAft>
                <a:spcPts val="0"/>
              </a:spcAft>
              <a:buSzPts val="1400"/>
              <a:buChar char="○"/>
              <a:defRPr/>
            </a:lvl5pPr>
            <a:lvl6pPr indent="-317500" lvl="5" marL="2743200">
              <a:spcBef>
                <a:spcPts val="800"/>
              </a:spcBef>
              <a:spcAft>
                <a:spcPts val="0"/>
              </a:spcAft>
              <a:buSzPts val="1400"/>
              <a:buChar char="■"/>
              <a:defRPr/>
            </a:lvl6pPr>
            <a:lvl7pPr indent="-317500" lvl="6" marL="3200400">
              <a:spcBef>
                <a:spcPts val="800"/>
              </a:spcBef>
              <a:spcAft>
                <a:spcPts val="0"/>
              </a:spcAft>
              <a:buSzPts val="1400"/>
              <a:buChar char="●"/>
              <a:defRPr/>
            </a:lvl7pPr>
            <a:lvl8pPr indent="-317500" lvl="7" marL="3657600">
              <a:spcBef>
                <a:spcPts val="800"/>
              </a:spcBef>
              <a:spcAft>
                <a:spcPts val="0"/>
              </a:spcAft>
              <a:buSzPts val="1400"/>
              <a:buChar char="○"/>
              <a:defRPr/>
            </a:lvl8pPr>
            <a:lvl9pPr indent="-317500" lvl="8" marL="4114800">
              <a:spcBef>
                <a:spcPts val="800"/>
              </a:spcBef>
              <a:spcAft>
                <a:spcPts val="800"/>
              </a:spcAft>
              <a:buSzPts val="1400"/>
              <a:buChar char="■"/>
              <a:defRPr/>
            </a:lvl9pPr>
          </a:lstStyle>
          <a:p/>
        </p:txBody>
      </p:sp>
      <p:sp>
        <p:nvSpPr>
          <p:cNvPr id="2390" name="Google Shape;2390;p544"/>
          <p:cNvSpPr txBox="1"/>
          <p:nvPr>
            <p:ph idx="4" type="subTitle"/>
          </p:nvPr>
        </p:nvSpPr>
        <p:spPr>
          <a:xfrm>
            <a:off x="2667700" y="1905000"/>
            <a:ext cx="1712400" cy="4374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
        <p:nvSpPr>
          <p:cNvPr id="2391" name="Google Shape;2391;p544"/>
          <p:cNvSpPr txBox="1"/>
          <p:nvPr>
            <p:ph idx="5" type="body"/>
          </p:nvPr>
        </p:nvSpPr>
        <p:spPr>
          <a:xfrm>
            <a:off x="4763900" y="2420194"/>
            <a:ext cx="1712400" cy="2659800"/>
          </a:xfrm>
          <a:prstGeom prst="rect">
            <a:avLst/>
          </a:prstGeom>
        </p:spPr>
        <p:txBody>
          <a:bodyPr anchorCtr="0" anchor="t" bIns="91425" lIns="0" spcFirstLastPara="1" rIns="182875" wrap="square" tIns="91425">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800"/>
              </a:spcBef>
              <a:spcAft>
                <a:spcPts val="0"/>
              </a:spcAft>
              <a:buSzPts val="1400"/>
              <a:buChar char="■"/>
              <a:defRPr/>
            </a:lvl3pPr>
            <a:lvl4pPr indent="-317500" lvl="3" marL="1828800">
              <a:spcBef>
                <a:spcPts val="800"/>
              </a:spcBef>
              <a:spcAft>
                <a:spcPts val="0"/>
              </a:spcAft>
              <a:buSzPts val="1400"/>
              <a:buChar char="●"/>
              <a:defRPr/>
            </a:lvl4pPr>
            <a:lvl5pPr indent="-317500" lvl="4" marL="2286000">
              <a:spcBef>
                <a:spcPts val="800"/>
              </a:spcBef>
              <a:spcAft>
                <a:spcPts val="0"/>
              </a:spcAft>
              <a:buSzPts val="1400"/>
              <a:buChar char="○"/>
              <a:defRPr/>
            </a:lvl5pPr>
            <a:lvl6pPr indent="-317500" lvl="5" marL="2743200">
              <a:spcBef>
                <a:spcPts val="800"/>
              </a:spcBef>
              <a:spcAft>
                <a:spcPts val="0"/>
              </a:spcAft>
              <a:buSzPts val="1400"/>
              <a:buChar char="■"/>
              <a:defRPr/>
            </a:lvl6pPr>
            <a:lvl7pPr indent="-317500" lvl="6" marL="3200400">
              <a:spcBef>
                <a:spcPts val="800"/>
              </a:spcBef>
              <a:spcAft>
                <a:spcPts val="0"/>
              </a:spcAft>
              <a:buSzPts val="1400"/>
              <a:buChar char="●"/>
              <a:defRPr/>
            </a:lvl7pPr>
            <a:lvl8pPr indent="-317500" lvl="7" marL="3657600">
              <a:spcBef>
                <a:spcPts val="800"/>
              </a:spcBef>
              <a:spcAft>
                <a:spcPts val="0"/>
              </a:spcAft>
              <a:buSzPts val="1400"/>
              <a:buChar char="○"/>
              <a:defRPr/>
            </a:lvl8pPr>
            <a:lvl9pPr indent="-317500" lvl="8" marL="4114800">
              <a:spcBef>
                <a:spcPts val="800"/>
              </a:spcBef>
              <a:spcAft>
                <a:spcPts val="800"/>
              </a:spcAft>
              <a:buSzPts val="1400"/>
              <a:buChar char="■"/>
              <a:defRPr/>
            </a:lvl9pPr>
          </a:lstStyle>
          <a:p/>
        </p:txBody>
      </p:sp>
      <p:sp>
        <p:nvSpPr>
          <p:cNvPr id="2392" name="Google Shape;2392;p544"/>
          <p:cNvSpPr txBox="1"/>
          <p:nvPr>
            <p:ph idx="6" type="subTitle"/>
          </p:nvPr>
        </p:nvSpPr>
        <p:spPr>
          <a:xfrm>
            <a:off x="4763900" y="1905000"/>
            <a:ext cx="1712400" cy="4374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
        <p:nvSpPr>
          <p:cNvPr id="2393" name="Google Shape;2393;p544"/>
          <p:cNvSpPr txBox="1"/>
          <p:nvPr>
            <p:ph idx="7" type="body"/>
          </p:nvPr>
        </p:nvSpPr>
        <p:spPr>
          <a:xfrm>
            <a:off x="6860100" y="2420194"/>
            <a:ext cx="1712400" cy="2659800"/>
          </a:xfrm>
          <a:prstGeom prst="rect">
            <a:avLst/>
          </a:prstGeom>
        </p:spPr>
        <p:txBody>
          <a:bodyPr anchorCtr="0" anchor="t" bIns="91425" lIns="0" spcFirstLastPara="1" rIns="182875" wrap="square" tIns="91425">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800"/>
              </a:spcBef>
              <a:spcAft>
                <a:spcPts val="0"/>
              </a:spcAft>
              <a:buSzPts val="1400"/>
              <a:buChar char="■"/>
              <a:defRPr/>
            </a:lvl3pPr>
            <a:lvl4pPr indent="-317500" lvl="3" marL="1828800">
              <a:spcBef>
                <a:spcPts val="800"/>
              </a:spcBef>
              <a:spcAft>
                <a:spcPts val="0"/>
              </a:spcAft>
              <a:buSzPts val="1400"/>
              <a:buChar char="●"/>
              <a:defRPr/>
            </a:lvl4pPr>
            <a:lvl5pPr indent="-317500" lvl="4" marL="2286000">
              <a:spcBef>
                <a:spcPts val="800"/>
              </a:spcBef>
              <a:spcAft>
                <a:spcPts val="0"/>
              </a:spcAft>
              <a:buSzPts val="1400"/>
              <a:buChar char="○"/>
              <a:defRPr/>
            </a:lvl5pPr>
            <a:lvl6pPr indent="-317500" lvl="5" marL="2743200">
              <a:spcBef>
                <a:spcPts val="800"/>
              </a:spcBef>
              <a:spcAft>
                <a:spcPts val="0"/>
              </a:spcAft>
              <a:buSzPts val="1400"/>
              <a:buChar char="■"/>
              <a:defRPr/>
            </a:lvl6pPr>
            <a:lvl7pPr indent="-317500" lvl="6" marL="3200400">
              <a:spcBef>
                <a:spcPts val="800"/>
              </a:spcBef>
              <a:spcAft>
                <a:spcPts val="0"/>
              </a:spcAft>
              <a:buSzPts val="1400"/>
              <a:buChar char="●"/>
              <a:defRPr/>
            </a:lvl7pPr>
            <a:lvl8pPr indent="-317500" lvl="7" marL="3657600">
              <a:spcBef>
                <a:spcPts val="800"/>
              </a:spcBef>
              <a:spcAft>
                <a:spcPts val="0"/>
              </a:spcAft>
              <a:buSzPts val="1400"/>
              <a:buChar char="○"/>
              <a:defRPr/>
            </a:lvl8pPr>
            <a:lvl9pPr indent="-317500" lvl="8" marL="4114800">
              <a:spcBef>
                <a:spcPts val="800"/>
              </a:spcBef>
              <a:spcAft>
                <a:spcPts val="800"/>
              </a:spcAft>
              <a:buSzPts val="1400"/>
              <a:buChar char="■"/>
              <a:defRPr/>
            </a:lvl9pPr>
          </a:lstStyle>
          <a:p/>
        </p:txBody>
      </p:sp>
      <p:sp>
        <p:nvSpPr>
          <p:cNvPr id="2394" name="Google Shape;2394;p544"/>
          <p:cNvSpPr txBox="1"/>
          <p:nvPr>
            <p:ph idx="8" type="subTitle"/>
          </p:nvPr>
        </p:nvSpPr>
        <p:spPr>
          <a:xfrm>
            <a:off x="6860100" y="1905000"/>
            <a:ext cx="1712400" cy="4374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Tree>
  </p:cSld>
  <p:clrMapOvr>
    <a:masterClrMapping/>
  </p:clrMapOvr>
</p:sldLayout>
</file>

<file path=ppt/slideLayouts/slideLayout5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cepts - horizontal">
  <p:cSld name="TITLE_AND_TWO_COLUMNS_1_2">
    <p:spTree>
      <p:nvGrpSpPr>
        <p:cNvPr id="2395" name="Shape 2395"/>
        <p:cNvGrpSpPr/>
        <p:nvPr/>
      </p:nvGrpSpPr>
      <p:grpSpPr>
        <a:xfrm>
          <a:off x="0" y="0"/>
          <a:ext cx="0" cy="0"/>
          <a:chOff x="0" y="0"/>
          <a:chExt cx="0" cy="0"/>
        </a:xfrm>
      </p:grpSpPr>
      <p:sp>
        <p:nvSpPr>
          <p:cNvPr id="2396" name="Google Shape;2396;p545"/>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sz="1400"/>
            </a:lvl1pPr>
            <a:lvl2pPr lvl="1">
              <a:buNone/>
              <a:defRPr sz="1400"/>
            </a:lvl2pPr>
            <a:lvl3pPr lvl="2">
              <a:buNone/>
              <a:defRPr sz="1400"/>
            </a:lvl3pPr>
            <a:lvl4pPr lvl="3">
              <a:buNone/>
              <a:defRPr sz="1400"/>
            </a:lvl4pPr>
            <a:lvl5pPr lvl="4">
              <a:buNone/>
              <a:defRPr sz="1400"/>
            </a:lvl5pPr>
            <a:lvl6pPr lvl="5">
              <a:buNone/>
              <a:defRPr sz="1400"/>
            </a:lvl6pPr>
            <a:lvl7pPr lvl="6">
              <a:buNone/>
              <a:defRPr sz="1400"/>
            </a:lvl7pPr>
            <a:lvl8pPr lvl="7">
              <a:buNone/>
              <a:defRPr sz="1400"/>
            </a:lvl8pPr>
            <a:lvl9pPr lvl="8">
              <a:buNone/>
              <a:defRPr sz="1400"/>
            </a:lvl9pPr>
          </a:lstStyle>
          <a:p>
            <a:pPr indent="0" lvl="0" marL="0" rtl="0" algn="l">
              <a:spcBef>
                <a:spcPts val="0"/>
              </a:spcBef>
              <a:spcAft>
                <a:spcPts val="0"/>
              </a:spcAft>
              <a:buNone/>
            </a:pPr>
            <a:fld id="{00000000-1234-1234-1234-123412341234}" type="slidenum">
              <a:rPr lang="en"/>
              <a:t>‹#›</a:t>
            </a:fld>
            <a:endParaRPr/>
          </a:p>
        </p:txBody>
      </p:sp>
      <p:sp>
        <p:nvSpPr>
          <p:cNvPr id="2397" name="Google Shape;2397;p545"/>
          <p:cNvSpPr txBox="1"/>
          <p:nvPr>
            <p:ph idx="1" type="body"/>
          </p:nvPr>
        </p:nvSpPr>
        <p:spPr>
          <a:xfrm>
            <a:off x="571500" y="2435667"/>
            <a:ext cx="1968300" cy="26442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800"/>
              </a:spcBef>
              <a:spcAft>
                <a:spcPts val="0"/>
              </a:spcAft>
              <a:buSzPts val="1400"/>
              <a:buChar char="■"/>
              <a:defRPr/>
            </a:lvl3pPr>
            <a:lvl4pPr indent="-317500" lvl="3" marL="1828800">
              <a:spcBef>
                <a:spcPts val="800"/>
              </a:spcBef>
              <a:spcAft>
                <a:spcPts val="0"/>
              </a:spcAft>
              <a:buSzPts val="1400"/>
              <a:buChar char="●"/>
              <a:defRPr/>
            </a:lvl4pPr>
            <a:lvl5pPr indent="-317500" lvl="4" marL="2286000">
              <a:spcBef>
                <a:spcPts val="800"/>
              </a:spcBef>
              <a:spcAft>
                <a:spcPts val="0"/>
              </a:spcAft>
              <a:buSzPts val="1400"/>
              <a:buChar char="○"/>
              <a:defRPr/>
            </a:lvl5pPr>
            <a:lvl6pPr indent="-317500" lvl="5" marL="2743200">
              <a:spcBef>
                <a:spcPts val="800"/>
              </a:spcBef>
              <a:spcAft>
                <a:spcPts val="0"/>
              </a:spcAft>
              <a:buSzPts val="1400"/>
              <a:buChar char="■"/>
              <a:defRPr/>
            </a:lvl6pPr>
            <a:lvl7pPr indent="-317500" lvl="6" marL="3200400">
              <a:spcBef>
                <a:spcPts val="800"/>
              </a:spcBef>
              <a:spcAft>
                <a:spcPts val="0"/>
              </a:spcAft>
              <a:buSzPts val="1400"/>
              <a:buChar char="●"/>
              <a:defRPr/>
            </a:lvl7pPr>
            <a:lvl8pPr indent="-317500" lvl="7" marL="3657600">
              <a:spcBef>
                <a:spcPts val="800"/>
              </a:spcBef>
              <a:spcAft>
                <a:spcPts val="0"/>
              </a:spcAft>
              <a:buSzPts val="1400"/>
              <a:buChar char="○"/>
              <a:defRPr/>
            </a:lvl8pPr>
            <a:lvl9pPr indent="-317500" lvl="8" marL="4114800">
              <a:spcBef>
                <a:spcPts val="800"/>
              </a:spcBef>
              <a:spcAft>
                <a:spcPts val="800"/>
              </a:spcAft>
              <a:buSzPts val="1400"/>
              <a:buChar char="■"/>
              <a:defRPr/>
            </a:lvl9pPr>
          </a:lstStyle>
          <a:p/>
        </p:txBody>
      </p:sp>
      <p:sp>
        <p:nvSpPr>
          <p:cNvPr id="2398" name="Google Shape;2398;p545"/>
          <p:cNvSpPr txBox="1"/>
          <p:nvPr>
            <p:ph idx="2" type="body"/>
          </p:nvPr>
        </p:nvSpPr>
        <p:spPr>
          <a:xfrm>
            <a:off x="3586271" y="2435667"/>
            <a:ext cx="1980000" cy="26442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800"/>
              </a:spcBef>
              <a:spcAft>
                <a:spcPts val="0"/>
              </a:spcAft>
              <a:buSzPts val="1400"/>
              <a:buChar char="■"/>
              <a:defRPr/>
            </a:lvl3pPr>
            <a:lvl4pPr indent="-317500" lvl="3" marL="1828800">
              <a:spcBef>
                <a:spcPts val="800"/>
              </a:spcBef>
              <a:spcAft>
                <a:spcPts val="0"/>
              </a:spcAft>
              <a:buSzPts val="1400"/>
              <a:buChar char="●"/>
              <a:defRPr/>
            </a:lvl4pPr>
            <a:lvl5pPr indent="-317500" lvl="4" marL="2286000">
              <a:spcBef>
                <a:spcPts val="800"/>
              </a:spcBef>
              <a:spcAft>
                <a:spcPts val="0"/>
              </a:spcAft>
              <a:buSzPts val="1400"/>
              <a:buChar char="○"/>
              <a:defRPr/>
            </a:lvl5pPr>
            <a:lvl6pPr indent="-317500" lvl="5" marL="2743200">
              <a:spcBef>
                <a:spcPts val="800"/>
              </a:spcBef>
              <a:spcAft>
                <a:spcPts val="0"/>
              </a:spcAft>
              <a:buSzPts val="1400"/>
              <a:buChar char="■"/>
              <a:defRPr/>
            </a:lvl6pPr>
            <a:lvl7pPr indent="-317500" lvl="6" marL="3200400">
              <a:spcBef>
                <a:spcPts val="800"/>
              </a:spcBef>
              <a:spcAft>
                <a:spcPts val="0"/>
              </a:spcAft>
              <a:buSzPts val="1400"/>
              <a:buChar char="●"/>
              <a:defRPr/>
            </a:lvl7pPr>
            <a:lvl8pPr indent="-317500" lvl="7" marL="3657600">
              <a:spcBef>
                <a:spcPts val="800"/>
              </a:spcBef>
              <a:spcAft>
                <a:spcPts val="0"/>
              </a:spcAft>
              <a:buSzPts val="1400"/>
              <a:buChar char="○"/>
              <a:defRPr/>
            </a:lvl8pPr>
            <a:lvl9pPr indent="-317500" lvl="8" marL="4114800">
              <a:spcBef>
                <a:spcPts val="800"/>
              </a:spcBef>
              <a:spcAft>
                <a:spcPts val="800"/>
              </a:spcAft>
              <a:buSzPts val="1400"/>
              <a:buChar char="■"/>
              <a:defRPr/>
            </a:lvl9pPr>
          </a:lstStyle>
          <a:p/>
        </p:txBody>
      </p:sp>
      <p:sp>
        <p:nvSpPr>
          <p:cNvPr id="2399" name="Google Shape;2399;p545"/>
          <p:cNvSpPr txBox="1"/>
          <p:nvPr>
            <p:ph idx="3" type="body"/>
          </p:nvPr>
        </p:nvSpPr>
        <p:spPr>
          <a:xfrm>
            <a:off x="6604202" y="2435667"/>
            <a:ext cx="1968300" cy="26442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800"/>
              </a:spcBef>
              <a:spcAft>
                <a:spcPts val="0"/>
              </a:spcAft>
              <a:buSzPts val="1400"/>
              <a:buChar char="■"/>
              <a:defRPr/>
            </a:lvl3pPr>
            <a:lvl4pPr indent="-317500" lvl="3" marL="1828800">
              <a:spcBef>
                <a:spcPts val="800"/>
              </a:spcBef>
              <a:spcAft>
                <a:spcPts val="0"/>
              </a:spcAft>
              <a:buSzPts val="1400"/>
              <a:buChar char="●"/>
              <a:defRPr/>
            </a:lvl4pPr>
            <a:lvl5pPr indent="-317500" lvl="4" marL="2286000">
              <a:spcBef>
                <a:spcPts val="800"/>
              </a:spcBef>
              <a:spcAft>
                <a:spcPts val="0"/>
              </a:spcAft>
              <a:buSzPts val="1400"/>
              <a:buChar char="○"/>
              <a:defRPr/>
            </a:lvl5pPr>
            <a:lvl6pPr indent="-317500" lvl="5" marL="2743200">
              <a:spcBef>
                <a:spcPts val="800"/>
              </a:spcBef>
              <a:spcAft>
                <a:spcPts val="0"/>
              </a:spcAft>
              <a:buSzPts val="1400"/>
              <a:buChar char="■"/>
              <a:defRPr/>
            </a:lvl6pPr>
            <a:lvl7pPr indent="-317500" lvl="6" marL="3200400">
              <a:spcBef>
                <a:spcPts val="800"/>
              </a:spcBef>
              <a:spcAft>
                <a:spcPts val="0"/>
              </a:spcAft>
              <a:buSzPts val="1400"/>
              <a:buChar char="●"/>
              <a:defRPr/>
            </a:lvl7pPr>
            <a:lvl8pPr indent="-317500" lvl="7" marL="3657600">
              <a:spcBef>
                <a:spcPts val="800"/>
              </a:spcBef>
              <a:spcAft>
                <a:spcPts val="0"/>
              </a:spcAft>
              <a:buSzPts val="1400"/>
              <a:buChar char="○"/>
              <a:defRPr/>
            </a:lvl8pPr>
            <a:lvl9pPr indent="-317500" lvl="8" marL="4114800">
              <a:spcBef>
                <a:spcPts val="800"/>
              </a:spcBef>
              <a:spcAft>
                <a:spcPts val="800"/>
              </a:spcAft>
              <a:buSzPts val="1400"/>
              <a:buChar char="■"/>
              <a:defRPr/>
            </a:lvl9pPr>
          </a:lstStyle>
          <a:p/>
        </p:txBody>
      </p:sp>
      <p:sp>
        <p:nvSpPr>
          <p:cNvPr id="2400" name="Google Shape;2400;p545"/>
          <p:cNvSpPr txBox="1"/>
          <p:nvPr>
            <p:ph idx="4" type="subTitle"/>
          </p:nvPr>
        </p:nvSpPr>
        <p:spPr>
          <a:xfrm>
            <a:off x="579900" y="1905000"/>
            <a:ext cx="1968300" cy="398700"/>
          </a:xfrm>
          <a:prstGeom prst="rect">
            <a:avLst/>
          </a:prstGeom>
        </p:spPr>
        <p:txBody>
          <a:bodyPr anchorCtr="0" anchor="t" bIns="0" lIns="0" spcFirstLastPara="1" rIns="0" wrap="square" tIns="0">
            <a:spAutoFit/>
          </a:bodyPr>
          <a:lstStyle>
            <a:lvl1pPr lv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2pPr>
            <a:lvl3pPr lvl="2">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3pPr>
            <a:lvl4pPr lvl="3">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4pPr>
            <a:lvl5pPr lvl="4">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5pPr>
            <a:lvl6pPr lvl="5">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6pPr>
            <a:lvl7pPr lvl="6">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7pPr>
            <a:lvl8pPr lvl="7">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8pPr>
            <a:lvl9pPr lvl="8">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9pPr>
          </a:lstStyle>
          <a:p/>
        </p:txBody>
      </p:sp>
      <p:sp>
        <p:nvSpPr>
          <p:cNvPr id="2401" name="Google Shape;2401;p545"/>
          <p:cNvSpPr txBox="1"/>
          <p:nvPr>
            <p:ph idx="5" type="subTitle"/>
          </p:nvPr>
        </p:nvSpPr>
        <p:spPr>
          <a:xfrm>
            <a:off x="6598950" y="1905000"/>
            <a:ext cx="1968300" cy="398700"/>
          </a:xfrm>
          <a:prstGeom prst="rect">
            <a:avLst/>
          </a:prstGeom>
        </p:spPr>
        <p:txBody>
          <a:bodyPr anchorCtr="0" anchor="t" bIns="0" lIns="0" spcFirstLastPara="1" rIns="0" wrap="square" tIns="0">
            <a:spAutoFit/>
          </a:bodyPr>
          <a:lstStyle>
            <a:lvl1pPr lv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2pPr>
            <a:lvl3pPr lvl="2">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3pPr>
            <a:lvl4pPr lvl="3">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4pPr>
            <a:lvl5pPr lvl="4">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5pPr>
            <a:lvl6pPr lvl="5">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6pPr>
            <a:lvl7pPr lvl="6">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7pPr>
            <a:lvl8pPr lvl="7">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8pPr>
            <a:lvl9pPr lvl="8">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9pPr>
          </a:lstStyle>
          <a:p/>
        </p:txBody>
      </p:sp>
      <p:sp>
        <p:nvSpPr>
          <p:cNvPr id="2402" name="Google Shape;2402;p545"/>
          <p:cNvSpPr txBox="1"/>
          <p:nvPr>
            <p:ph idx="6" type="subTitle"/>
          </p:nvPr>
        </p:nvSpPr>
        <p:spPr>
          <a:xfrm>
            <a:off x="3597825" y="1905000"/>
            <a:ext cx="1968300" cy="398700"/>
          </a:xfrm>
          <a:prstGeom prst="rect">
            <a:avLst/>
          </a:prstGeom>
        </p:spPr>
        <p:txBody>
          <a:bodyPr anchorCtr="0" anchor="t" bIns="0" lIns="0" spcFirstLastPara="1" rIns="0" wrap="square" tIns="0">
            <a:spAutoFit/>
          </a:bodyPr>
          <a:lstStyle>
            <a:lvl1pPr lv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2pPr>
            <a:lvl3pPr lvl="2">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3pPr>
            <a:lvl4pPr lvl="3">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4pPr>
            <a:lvl5pPr lvl="4">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5pPr>
            <a:lvl6pPr lvl="5">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6pPr>
            <a:lvl7pPr lvl="6">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7pPr>
            <a:lvl8pPr lvl="7">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8pPr>
            <a:lvl9pPr lvl="8">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9pPr>
          </a:lstStyle>
          <a:p/>
        </p:txBody>
      </p:sp>
      <p:sp>
        <p:nvSpPr>
          <p:cNvPr id="2403" name="Google Shape;2403;p545"/>
          <p:cNvSpPr txBox="1"/>
          <p:nvPr>
            <p:ph type="title"/>
          </p:nvPr>
        </p:nvSpPr>
        <p:spPr>
          <a:xfrm>
            <a:off x="571500" y="889005"/>
            <a:ext cx="4000500" cy="1016100"/>
          </a:xfrm>
          <a:prstGeom prst="rect">
            <a:avLst/>
          </a:prstGeom>
        </p:spPr>
        <p:txBody>
          <a:bodyPr anchorCtr="0" anchor="ctr" bIns="0" lIns="0" spcFirstLastPara="1" rIns="0" wrap="square" tIns="0">
            <a:normAutofit/>
          </a:bodyPr>
          <a:lstStyle>
            <a:lvl1pPr lvl="0">
              <a:spcBef>
                <a:spcPts val="0"/>
              </a:spcBef>
              <a:spcAft>
                <a:spcPts val="0"/>
              </a:spcAft>
              <a:buSzPts val="3000"/>
              <a:buNone/>
              <a:defRPr b="1"/>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5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half screen">
  <p:cSld name="MAIN_POINT_1">
    <p:bg>
      <p:bgPr>
        <a:solidFill>
          <a:schemeClr val="dk2"/>
        </a:solidFill>
      </p:bgPr>
    </p:bg>
    <p:spTree>
      <p:nvGrpSpPr>
        <p:cNvPr id="2404" name="Shape 2404"/>
        <p:cNvGrpSpPr/>
        <p:nvPr/>
      </p:nvGrpSpPr>
      <p:grpSpPr>
        <a:xfrm>
          <a:off x="0" y="0"/>
          <a:ext cx="0" cy="0"/>
          <a:chOff x="0" y="0"/>
          <a:chExt cx="0" cy="0"/>
        </a:xfrm>
      </p:grpSpPr>
      <p:sp>
        <p:nvSpPr>
          <p:cNvPr id="2405" name="Google Shape;2405;p546"/>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sz="1400"/>
            </a:lvl1pPr>
            <a:lvl2pPr lvl="1">
              <a:buNone/>
              <a:defRPr sz="1400"/>
            </a:lvl2pPr>
            <a:lvl3pPr lvl="2">
              <a:buNone/>
              <a:defRPr sz="1400"/>
            </a:lvl3pPr>
            <a:lvl4pPr lvl="3">
              <a:buNone/>
              <a:defRPr sz="1400"/>
            </a:lvl4pPr>
            <a:lvl5pPr lvl="4">
              <a:buNone/>
              <a:defRPr sz="1400"/>
            </a:lvl5pPr>
            <a:lvl6pPr lvl="5">
              <a:buNone/>
              <a:defRPr sz="1400"/>
            </a:lvl6pPr>
            <a:lvl7pPr lvl="6">
              <a:buNone/>
              <a:defRPr sz="1400"/>
            </a:lvl7pPr>
            <a:lvl8pPr lvl="7">
              <a:buNone/>
              <a:defRPr sz="1400"/>
            </a:lvl8pPr>
            <a:lvl9pPr lvl="8">
              <a:buNone/>
              <a:defRPr sz="1400"/>
            </a:lvl9pPr>
          </a:lstStyle>
          <a:p>
            <a:pPr indent="0" lvl="0" marL="0" rtl="0" algn="l">
              <a:spcBef>
                <a:spcPts val="0"/>
              </a:spcBef>
              <a:spcAft>
                <a:spcPts val="0"/>
              </a:spcAft>
              <a:buNone/>
            </a:pPr>
            <a:fld id="{00000000-1234-1234-1234-123412341234}" type="slidenum">
              <a:rPr lang="en"/>
              <a:t>‹#›</a:t>
            </a:fld>
            <a:endParaRPr/>
          </a:p>
        </p:txBody>
      </p:sp>
      <p:sp>
        <p:nvSpPr>
          <p:cNvPr id="2406" name="Google Shape;2406;p546"/>
          <p:cNvSpPr txBox="1"/>
          <p:nvPr>
            <p:ph type="title"/>
          </p:nvPr>
        </p:nvSpPr>
        <p:spPr>
          <a:xfrm>
            <a:off x="571500" y="1010028"/>
            <a:ext cx="4000500" cy="4070100"/>
          </a:xfrm>
          <a:prstGeom prst="rect">
            <a:avLst/>
          </a:prstGeom>
        </p:spPr>
        <p:txBody>
          <a:bodyPr anchorCtr="0" anchor="t" bIns="0" lIns="0" spcFirstLastPara="1" rIns="0" wrap="square" tIns="0">
            <a:normAutofit/>
          </a:bodyPr>
          <a:lstStyle>
            <a:lvl1pPr lvl="0">
              <a:lnSpc>
                <a:spcPct val="100000"/>
              </a:lnSpc>
              <a:spcBef>
                <a:spcPts val="0"/>
              </a:spcBef>
              <a:spcAft>
                <a:spcPts val="0"/>
              </a:spcAft>
              <a:buClr>
                <a:schemeClr val="lt1"/>
              </a:buClr>
              <a:buSzPts val="3200"/>
              <a:buFont typeface="Poppins SemiBold"/>
              <a:buNone/>
              <a:defRPr b="0" sz="3200">
                <a:solidFill>
                  <a:schemeClr val="lt1"/>
                </a:solidFill>
                <a:latin typeface="Poppins SemiBold"/>
                <a:ea typeface="Poppins SemiBold"/>
                <a:cs typeface="Poppins SemiBold"/>
                <a:sym typeface="Poppins SemiBold"/>
              </a:defRPr>
            </a:lvl1pPr>
            <a:lvl2pPr lvl="1">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2pPr>
            <a:lvl3pPr lvl="2">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3pPr>
            <a:lvl4pPr lvl="3">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4pPr>
            <a:lvl5pPr lvl="4">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5pPr>
            <a:lvl6pPr lvl="5">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6pPr>
            <a:lvl7pPr lvl="6">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7pPr>
            <a:lvl8pPr lvl="7">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8pPr>
            <a:lvl9pPr lvl="8">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5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ist 2">
  <p:cSld name="Title and list_1">
    <p:spTree>
      <p:nvGrpSpPr>
        <p:cNvPr id="2407" name="Shape 2407"/>
        <p:cNvGrpSpPr/>
        <p:nvPr/>
      </p:nvGrpSpPr>
      <p:grpSpPr>
        <a:xfrm>
          <a:off x="0" y="0"/>
          <a:ext cx="0" cy="0"/>
          <a:chOff x="0" y="0"/>
          <a:chExt cx="0" cy="0"/>
        </a:xfrm>
      </p:grpSpPr>
      <p:sp>
        <p:nvSpPr>
          <p:cNvPr id="2408" name="Google Shape;2408;p547"/>
          <p:cNvSpPr txBox="1"/>
          <p:nvPr>
            <p:ph type="title"/>
          </p:nvPr>
        </p:nvSpPr>
        <p:spPr>
          <a:xfrm>
            <a:off x="571500" y="889000"/>
            <a:ext cx="40005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8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800">
                <a:solidFill>
                  <a:schemeClr val="dk1"/>
                </a:solidFill>
              </a:defRPr>
            </a:lvl2pPr>
            <a:lvl3pPr lvl="2" algn="l">
              <a:lnSpc>
                <a:spcPct val="115000"/>
              </a:lnSpc>
              <a:spcBef>
                <a:spcPts val="0"/>
              </a:spcBef>
              <a:spcAft>
                <a:spcPts val="0"/>
              </a:spcAft>
              <a:buClr>
                <a:schemeClr val="dk1"/>
              </a:buClr>
              <a:buSzPts val="1400"/>
              <a:buNone/>
              <a:defRPr sz="1800">
                <a:solidFill>
                  <a:schemeClr val="dk1"/>
                </a:solidFill>
              </a:defRPr>
            </a:lvl3pPr>
            <a:lvl4pPr lvl="3" algn="l">
              <a:lnSpc>
                <a:spcPct val="115000"/>
              </a:lnSpc>
              <a:spcBef>
                <a:spcPts val="0"/>
              </a:spcBef>
              <a:spcAft>
                <a:spcPts val="0"/>
              </a:spcAft>
              <a:buClr>
                <a:schemeClr val="dk1"/>
              </a:buClr>
              <a:buSzPts val="1400"/>
              <a:buNone/>
              <a:defRPr sz="1800">
                <a:solidFill>
                  <a:schemeClr val="dk1"/>
                </a:solidFill>
              </a:defRPr>
            </a:lvl4pPr>
            <a:lvl5pPr lvl="4" algn="l">
              <a:lnSpc>
                <a:spcPct val="115000"/>
              </a:lnSpc>
              <a:spcBef>
                <a:spcPts val="0"/>
              </a:spcBef>
              <a:spcAft>
                <a:spcPts val="0"/>
              </a:spcAft>
              <a:buClr>
                <a:schemeClr val="dk1"/>
              </a:buClr>
              <a:buSzPts val="1400"/>
              <a:buNone/>
              <a:defRPr sz="1800">
                <a:solidFill>
                  <a:schemeClr val="dk1"/>
                </a:solidFill>
              </a:defRPr>
            </a:lvl5pPr>
            <a:lvl6pPr lvl="5" algn="l">
              <a:lnSpc>
                <a:spcPct val="115000"/>
              </a:lnSpc>
              <a:spcBef>
                <a:spcPts val="0"/>
              </a:spcBef>
              <a:spcAft>
                <a:spcPts val="0"/>
              </a:spcAft>
              <a:buClr>
                <a:schemeClr val="dk1"/>
              </a:buClr>
              <a:buSzPts val="1400"/>
              <a:buNone/>
              <a:defRPr sz="1800">
                <a:solidFill>
                  <a:schemeClr val="dk1"/>
                </a:solidFill>
              </a:defRPr>
            </a:lvl6pPr>
            <a:lvl7pPr lvl="6" algn="l">
              <a:lnSpc>
                <a:spcPct val="115000"/>
              </a:lnSpc>
              <a:spcBef>
                <a:spcPts val="0"/>
              </a:spcBef>
              <a:spcAft>
                <a:spcPts val="0"/>
              </a:spcAft>
              <a:buClr>
                <a:schemeClr val="dk1"/>
              </a:buClr>
              <a:buSzPts val="1400"/>
              <a:buNone/>
              <a:defRPr sz="1800">
                <a:solidFill>
                  <a:schemeClr val="dk1"/>
                </a:solidFill>
              </a:defRPr>
            </a:lvl7pPr>
            <a:lvl8pPr lvl="7" algn="l">
              <a:lnSpc>
                <a:spcPct val="115000"/>
              </a:lnSpc>
              <a:spcBef>
                <a:spcPts val="0"/>
              </a:spcBef>
              <a:spcAft>
                <a:spcPts val="0"/>
              </a:spcAft>
              <a:buClr>
                <a:schemeClr val="dk1"/>
              </a:buClr>
              <a:buSzPts val="1400"/>
              <a:buNone/>
              <a:defRPr sz="1800">
                <a:solidFill>
                  <a:schemeClr val="dk1"/>
                </a:solidFill>
              </a:defRPr>
            </a:lvl8pPr>
            <a:lvl9pPr lvl="8" algn="l">
              <a:lnSpc>
                <a:spcPct val="115000"/>
              </a:lnSpc>
              <a:spcBef>
                <a:spcPts val="0"/>
              </a:spcBef>
              <a:spcAft>
                <a:spcPts val="0"/>
              </a:spcAft>
              <a:buClr>
                <a:schemeClr val="dk1"/>
              </a:buClr>
              <a:buSzPts val="1400"/>
              <a:buNone/>
              <a:defRPr sz="1800">
                <a:solidFill>
                  <a:schemeClr val="dk1"/>
                </a:solidFill>
              </a:defRPr>
            </a:lvl9pPr>
          </a:lstStyle>
          <a:p/>
        </p:txBody>
      </p:sp>
      <p:sp>
        <p:nvSpPr>
          <p:cNvPr id="2409" name="Google Shape;2409;p547"/>
          <p:cNvSpPr txBox="1"/>
          <p:nvPr>
            <p:ph idx="1" type="body"/>
          </p:nvPr>
        </p:nvSpPr>
        <p:spPr>
          <a:xfrm>
            <a:off x="571500" y="1905000"/>
            <a:ext cx="40005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
        <p:nvSpPr>
          <p:cNvPr id="2410" name="Google Shape;2410;p547"/>
          <p:cNvSpPr txBox="1"/>
          <p:nvPr>
            <p:ph idx="12" type="sldNum"/>
          </p:nvPr>
        </p:nvSpPr>
        <p:spPr>
          <a:xfrm>
            <a:off x="8572500" y="5080004"/>
            <a:ext cx="571500" cy="635100"/>
          </a:xfrm>
          <a:prstGeom prst="rect">
            <a:avLst/>
          </a:prstGeom>
          <a:noFill/>
          <a:ln>
            <a:noFill/>
          </a:ln>
        </p:spPr>
        <p:txBody>
          <a:bodyPr anchorCtr="0" anchor="t" bIns="68575" lIns="68575" spcFirstLastPara="1" rIns="68575" wrap="square" tIns="68575">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ercise">
  <p:cSld name="Exercise">
    <p:spTree>
      <p:nvGrpSpPr>
        <p:cNvPr id="2411" name="Shape 2411"/>
        <p:cNvGrpSpPr/>
        <p:nvPr/>
      </p:nvGrpSpPr>
      <p:grpSpPr>
        <a:xfrm>
          <a:off x="0" y="0"/>
          <a:ext cx="0" cy="0"/>
          <a:chOff x="0" y="0"/>
          <a:chExt cx="0" cy="0"/>
        </a:xfrm>
      </p:grpSpPr>
      <p:sp>
        <p:nvSpPr>
          <p:cNvPr id="2412" name="Google Shape;2412;p548"/>
          <p:cNvSpPr txBox="1"/>
          <p:nvPr>
            <p:ph idx="1" type="subTitle"/>
          </p:nvPr>
        </p:nvSpPr>
        <p:spPr>
          <a:xfrm>
            <a:off x="571500" y="4736333"/>
            <a:ext cx="3259200" cy="343800"/>
          </a:xfrm>
          <a:prstGeom prst="rect">
            <a:avLst/>
          </a:prstGeom>
          <a:solidFill>
            <a:schemeClr val="accent6"/>
          </a:solidFill>
          <a:ln>
            <a:noFill/>
          </a:ln>
        </p:spPr>
        <p:txBody>
          <a:bodyPr anchorCtr="0" anchor="ctr" bIns="68575" lIns="68575" spcFirstLastPara="1" rIns="68575" wrap="square" tIns="68575">
            <a:noAutofit/>
          </a:bodyPr>
          <a:lstStyle>
            <a:lvl1pPr lvl="0" algn="l">
              <a:lnSpc>
                <a:spcPct val="115000"/>
              </a:lnSpc>
              <a:spcBef>
                <a:spcPts val="0"/>
              </a:spcBef>
              <a:spcAft>
                <a:spcPts val="0"/>
              </a:spcAft>
              <a:buSzPts val="900"/>
              <a:buNone/>
              <a:defRPr sz="1000"/>
            </a:lvl1pPr>
            <a:lvl2pPr lvl="1" algn="l">
              <a:lnSpc>
                <a:spcPct val="115000"/>
              </a:lnSpc>
              <a:spcBef>
                <a:spcPts val="1000"/>
              </a:spcBef>
              <a:spcAft>
                <a:spcPts val="0"/>
              </a:spcAft>
              <a:buSzPts val="900"/>
              <a:buNone/>
              <a:defRPr/>
            </a:lvl2pPr>
            <a:lvl3pPr lvl="2" algn="l">
              <a:lnSpc>
                <a:spcPct val="115000"/>
              </a:lnSpc>
              <a:spcBef>
                <a:spcPts val="1000"/>
              </a:spcBef>
              <a:spcAft>
                <a:spcPts val="0"/>
              </a:spcAft>
              <a:buSzPts val="800"/>
              <a:buNone/>
              <a:defRPr/>
            </a:lvl3pPr>
            <a:lvl4pPr lvl="3" algn="l">
              <a:lnSpc>
                <a:spcPct val="115000"/>
              </a:lnSpc>
              <a:spcBef>
                <a:spcPts val="1000"/>
              </a:spcBef>
              <a:spcAft>
                <a:spcPts val="0"/>
              </a:spcAft>
              <a:buSzPts val="800"/>
              <a:buNone/>
              <a:defRPr/>
            </a:lvl4pPr>
            <a:lvl5pPr lvl="4" algn="l">
              <a:lnSpc>
                <a:spcPct val="115000"/>
              </a:lnSpc>
              <a:spcBef>
                <a:spcPts val="1000"/>
              </a:spcBef>
              <a:spcAft>
                <a:spcPts val="0"/>
              </a:spcAft>
              <a:buSzPts val="800"/>
              <a:buNone/>
              <a:defRPr/>
            </a:lvl5pPr>
            <a:lvl6pPr lvl="5" algn="l">
              <a:lnSpc>
                <a:spcPct val="115000"/>
              </a:lnSpc>
              <a:spcBef>
                <a:spcPts val="1000"/>
              </a:spcBef>
              <a:spcAft>
                <a:spcPts val="0"/>
              </a:spcAft>
              <a:buSzPts val="800"/>
              <a:buNone/>
              <a:defRPr/>
            </a:lvl6pPr>
            <a:lvl7pPr lvl="6" algn="l">
              <a:lnSpc>
                <a:spcPct val="115000"/>
              </a:lnSpc>
              <a:spcBef>
                <a:spcPts val="1000"/>
              </a:spcBef>
              <a:spcAft>
                <a:spcPts val="0"/>
              </a:spcAft>
              <a:buSzPts val="800"/>
              <a:buNone/>
              <a:defRPr/>
            </a:lvl7pPr>
            <a:lvl8pPr lvl="7" algn="l">
              <a:lnSpc>
                <a:spcPct val="115000"/>
              </a:lnSpc>
              <a:spcBef>
                <a:spcPts val="1000"/>
              </a:spcBef>
              <a:spcAft>
                <a:spcPts val="0"/>
              </a:spcAft>
              <a:buSzPts val="800"/>
              <a:buNone/>
              <a:defRPr/>
            </a:lvl8pPr>
            <a:lvl9pPr lvl="8" algn="l">
              <a:lnSpc>
                <a:spcPct val="115000"/>
              </a:lnSpc>
              <a:spcBef>
                <a:spcPts val="1000"/>
              </a:spcBef>
              <a:spcAft>
                <a:spcPts val="1000"/>
              </a:spcAft>
              <a:buSzPts val="800"/>
              <a:buNone/>
              <a:defRPr/>
            </a:lvl9pPr>
          </a:lstStyle>
          <a:p/>
        </p:txBody>
      </p:sp>
      <p:sp>
        <p:nvSpPr>
          <p:cNvPr id="2413" name="Google Shape;2413;p548"/>
          <p:cNvSpPr txBox="1"/>
          <p:nvPr>
            <p:ph type="title"/>
          </p:nvPr>
        </p:nvSpPr>
        <p:spPr>
          <a:xfrm>
            <a:off x="571500" y="889000"/>
            <a:ext cx="40005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b="1"/>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414" name="Google Shape;2414;p548"/>
          <p:cNvSpPr txBox="1"/>
          <p:nvPr>
            <p:ph idx="12" type="sldNum"/>
          </p:nvPr>
        </p:nvSpPr>
        <p:spPr>
          <a:xfrm>
            <a:off x="8572500" y="5080004"/>
            <a:ext cx="571500" cy="635100"/>
          </a:xfrm>
          <a:prstGeom prst="rect">
            <a:avLst/>
          </a:prstGeom>
          <a:noFill/>
          <a:ln>
            <a:noFill/>
          </a:ln>
        </p:spPr>
        <p:txBody>
          <a:bodyPr anchorCtr="0" anchor="t" bIns="68575" lIns="68575" spcFirstLastPara="1" rIns="68575" wrap="square" tIns="68575">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888">
          <p15:clr>
            <a:srgbClr val="E46962"/>
          </p15:clr>
        </p15:guide>
        <p15:guide id="2" pos="432">
          <p15:clr>
            <a:srgbClr val="E46962"/>
          </p15:clr>
        </p15:guide>
      </p15:sldGuideLst>
    </p:ext>
  </p:extLst>
</p:sldLayout>
</file>

<file path=ppt/slideLayouts/slideLayout5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bg>
      <p:bgPr>
        <a:solidFill>
          <a:schemeClr val="dk1"/>
        </a:solidFill>
      </p:bgPr>
    </p:bg>
    <p:spTree>
      <p:nvGrpSpPr>
        <p:cNvPr id="2415" name="Shape 2415"/>
        <p:cNvGrpSpPr/>
        <p:nvPr/>
      </p:nvGrpSpPr>
      <p:grpSpPr>
        <a:xfrm>
          <a:off x="0" y="0"/>
          <a:ext cx="0" cy="0"/>
          <a:chOff x="0" y="0"/>
          <a:chExt cx="0" cy="0"/>
        </a:xfrm>
      </p:grpSpPr>
      <p:sp>
        <p:nvSpPr>
          <p:cNvPr id="2416" name="Google Shape;2416;p549"/>
          <p:cNvSpPr txBox="1"/>
          <p:nvPr>
            <p:ph idx="12" type="sldNum"/>
          </p:nvPr>
        </p:nvSpPr>
        <p:spPr>
          <a:xfrm>
            <a:off x="8572500" y="5080004"/>
            <a:ext cx="571500" cy="635100"/>
          </a:xfrm>
          <a:prstGeom prst="rect">
            <a:avLst/>
          </a:prstGeom>
          <a:noFill/>
          <a:ln>
            <a:noFill/>
          </a:ln>
        </p:spPr>
        <p:txBody>
          <a:bodyPr anchorCtr="0" anchor="t" bIns="68575" lIns="68575" spcFirstLastPara="1" rIns="68575" wrap="square" tIns="68575">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2417" name="Google Shape;2417;p549"/>
          <p:cNvSpPr txBox="1"/>
          <p:nvPr>
            <p:ph type="ctrTitle"/>
          </p:nvPr>
        </p:nvSpPr>
        <p:spPr>
          <a:xfrm>
            <a:off x="1371575" y="2663089"/>
            <a:ext cx="6400800" cy="822600"/>
          </a:xfrm>
          <a:prstGeom prst="rect">
            <a:avLst/>
          </a:prstGeom>
          <a:noFill/>
          <a:ln>
            <a:noFill/>
          </a:ln>
        </p:spPr>
        <p:txBody>
          <a:bodyPr anchorCtr="0" anchor="ctr" bIns="0" lIns="0" spcFirstLastPara="1" rIns="0" wrap="square" tIns="0">
            <a:spAutoFit/>
          </a:bodyPr>
          <a:lstStyle>
            <a:lvl1pPr lvl="0" algn="ctr">
              <a:lnSpc>
                <a:spcPct val="100000"/>
              </a:lnSpc>
              <a:spcBef>
                <a:spcPts val="1000"/>
              </a:spcBef>
              <a:spcAft>
                <a:spcPts val="0"/>
              </a:spcAft>
              <a:buClr>
                <a:schemeClr val="lt1"/>
              </a:buClr>
              <a:buSzPts val="3000"/>
              <a:buNone/>
              <a:defRPr b="1" sz="4000">
                <a:solidFill>
                  <a:schemeClr val="lt1"/>
                </a:solidFill>
              </a:defRPr>
            </a:lvl1pPr>
            <a:lvl2pPr lvl="1" algn="ctr">
              <a:lnSpc>
                <a:spcPct val="100000"/>
              </a:lnSpc>
              <a:spcBef>
                <a:spcPts val="0"/>
              </a:spcBef>
              <a:spcAft>
                <a:spcPts val="0"/>
              </a:spcAft>
              <a:buClr>
                <a:schemeClr val="lt1"/>
              </a:buClr>
              <a:buSzPts val="3000"/>
              <a:buNone/>
              <a:defRPr sz="4000">
                <a:solidFill>
                  <a:schemeClr val="lt1"/>
                </a:solidFill>
              </a:defRPr>
            </a:lvl2pPr>
            <a:lvl3pPr lvl="2" algn="ctr">
              <a:lnSpc>
                <a:spcPct val="100000"/>
              </a:lnSpc>
              <a:spcBef>
                <a:spcPts val="0"/>
              </a:spcBef>
              <a:spcAft>
                <a:spcPts val="0"/>
              </a:spcAft>
              <a:buClr>
                <a:schemeClr val="lt1"/>
              </a:buClr>
              <a:buSzPts val="3000"/>
              <a:buNone/>
              <a:defRPr sz="4000">
                <a:solidFill>
                  <a:schemeClr val="lt1"/>
                </a:solidFill>
              </a:defRPr>
            </a:lvl3pPr>
            <a:lvl4pPr lvl="3" algn="ctr">
              <a:lnSpc>
                <a:spcPct val="100000"/>
              </a:lnSpc>
              <a:spcBef>
                <a:spcPts val="0"/>
              </a:spcBef>
              <a:spcAft>
                <a:spcPts val="0"/>
              </a:spcAft>
              <a:buClr>
                <a:schemeClr val="lt1"/>
              </a:buClr>
              <a:buSzPts val="3000"/>
              <a:buNone/>
              <a:defRPr sz="4000">
                <a:solidFill>
                  <a:schemeClr val="lt1"/>
                </a:solidFill>
              </a:defRPr>
            </a:lvl4pPr>
            <a:lvl5pPr lvl="4" algn="ctr">
              <a:lnSpc>
                <a:spcPct val="100000"/>
              </a:lnSpc>
              <a:spcBef>
                <a:spcPts val="0"/>
              </a:spcBef>
              <a:spcAft>
                <a:spcPts val="0"/>
              </a:spcAft>
              <a:buClr>
                <a:schemeClr val="lt1"/>
              </a:buClr>
              <a:buSzPts val="3000"/>
              <a:buNone/>
              <a:defRPr sz="4000">
                <a:solidFill>
                  <a:schemeClr val="lt1"/>
                </a:solidFill>
              </a:defRPr>
            </a:lvl5pPr>
            <a:lvl6pPr lvl="5" algn="ctr">
              <a:lnSpc>
                <a:spcPct val="100000"/>
              </a:lnSpc>
              <a:spcBef>
                <a:spcPts val="0"/>
              </a:spcBef>
              <a:spcAft>
                <a:spcPts val="0"/>
              </a:spcAft>
              <a:buClr>
                <a:schemeClr val="lt1"/>
              </a:buClr>
              <a:buSzPts val="3000"/>
              <a:buNone/>
              <a:defRPr sz="4000">
                <a:solidFill>
                  <a:schemeClr val="lt1"/>
                </a:solidFill>
              </a:defRPr>
            </a:lvl6pPr>
            <a:lvl7pPr lvl="6" algn="ctr">
              <a:lnSpc>
                <a:spcPct val="100000"/>
              </a:lnSpc>
              <a:spcBef>
                <a:spcPts val="0"/>
              </a:spcBef>
              <a:spcAft>
                <a:spcPts val="0"/>
              </a:spcAft>
              <a:buClr>
                <a:schemeClr val="lt1"/>
              </a:buClr>
              <a:buSzPts val="3000"/>
              <a:buNone/>
              <a:defRPr sz="4000">
                <a:solidFill>
                  <a:schemeClr val="lt1"/>
                </a:solidFill>
              </a:defRPr>
            </a:lvl7pPr>
            <a:lvl8pPr lvl="7" algn="ctr">
              <a:lnSpc>
                <a:spcPct val="100000"/>
              </a:lnSpc>
              <a:spcBef>
                <a:spcPts val="0"/>
              </a:spcBef>
              <a:spcAft>
                <a:spcPts val="0"/>
              </a:spcAft>
              <a:buClr>
                <a:schemeClr val="lt1"/>
              </a:buClr>
              <a:buSzPts val="3000"/>
              <a:buNone/>
              <a:defRPr sz="4000">
                <a:solidFill>
                  <a:schemeClr val="lt1"/>
                </a:solidFill>
              </a:defRPr>
            </a:lvl8pPr>
            <a:lvl9pPr lvl="8" algn="ctr">
              <a:lnSpc>
                <a:spcPct val="100000"/>
              </a:lnSpc>
              <a:spcBef>
                <a:spcPts val="0"/>
              </a:spcBef>
              <a:spcAft>
                <a:spcPts val="0"/>
              </a:spcAft>
              <a:buClr>
                <a:schemeClr val="lt1"/>
              </a:buClr>
              <a:buSzPts val="3000"/>
              <a:buNone/>
              <a:defRPr sz="4000">
                <a:solidFill>
                  <a:schemeClr val="lt1"/>
                </a:solidFill>
              </a:defRPr>
            </a:lvl9pPr>
          </a:lstStyle>
          <a:p/>
        </p:txBody>
      </p:sp>
      <p:sp>
        <p:nvSpPr>
          <p:cNvPr id="2418" name="Google Shape;2418;p549"/>
          <p:cNvSpPr txBox="1"/>
          <p:nvPr>
            <p:ph idx="1" type="subTitle"/>
          </p:nvPr>
        </p:nvSpPr>
        <p:spPr>
          <a:xfrm>
            <a:off x="1371625" y="1944000"/>
            <a:ext cx="6400800" cy="434100"/>
          </a:xfrm>
          <a:prstGeom prst="rect">
            <a:avLst/>
          </a:prstGeom>
          <a:noFill/>
          <a:ln>
            <a:noFill/>
          </a:ln>
        </p:spPr>
        <p:txBody>
          <a:bodyPr anchorCtr="0" anchor="ctr" bIns="0" lIns="0" spcFirstLastPara="1" rIns="0" wrap="square" tIns="0">
            <a:noAutofit/>
          </a:bodyPr>
          <a:lstStyle>
            <a:lvl1pPr lvl="0" algn="ctr">
              <a:lnSpc>
                <a:spcPct val="100000"/>
              </a:lnSpc>
              <a:spcBef>
                <a:spcPts val="0"/>
              </a:spcBef>
              <a:spcAft>
                <a:spcPts val="0"/>
              </a:spcAft>
              <a:buClr>
                <a:srgbClr val="97B0CE"/>
              </a:buClr>
              <a:buSzPts val="1400"/>
              <a:buFont typeface="Poppins SemiBold"/>
              <a:buNone/>
              <a:defRPr sz="1800">
                <a:solidFill>
                  <a:srgbClr val="97B0CE"/>
                </a:solidFill>
                <a:latin typeface="Poppins SemiBold"/>
                <a:ea typeface="Poppins SemiBold"/>
                <a:cs typeface="Poppins SemiBold"/>
                <a:sym typeface="Poppins SemiBold"/>
              </a:defRPr>
            </a:lvl1pPr>
            <a:lvl2pPr lvl="1" algn="ctr">
              <a:lnSpc>
                <a:spcPct val="100000"/>
              </a:lnSpc>
              <a:spcBef>
                <a:spcPts val="0"/>
              </a:spcBef>
              <a:spcAft>
                <a:spcPts val="0"/>
              </a:spcAft>
              <a:buClr>
                <a:srgbClr val="97B0CE"/>
              </a:buClr>
              <a:buSzPts val="1400"/>
              <a:buFont typeface="Poppins SemiBold"/>
              <a:buNone/>
              <a:defRPr sz="1800">
                <a:solidFill>
                  <a:srgbClr val="97B0CE"/>
                </a:solidFill>
                <a:latin typeface="Poppins SemiBold"/>
                <a:ea typeface="Poppins SemiBold"/>
                <a:cs typeface="Poppins SemiBold"/>
                <a:sym typeface="Poppins SemiBold"/>
              </a:defRPr>
            </a:lvl2pPr>
            <a:lvl3pPr lvl="2" algn="ctr">
              <a:lnSpc>
                <a:spcPct val="100000"/>
              </a:lnSpc>
              <a:spcBef>
                <a:spcPts val="0"/>
              </a:spcBef>
              <a:spcAft>
                <a:spcPts val="0"/>
              </a:spcAft>
              <a:buClr>
                <a:srgbClr val="97B0CE"/>
              </a:buClr>
              <a:buSzPts val="1400"/>
              <a:buFont typeface="Poppins SemiBold"/>
              <a:buNone/>
              <a:defRPr sz="1800">
                <a:solidFill>
                  <a:srgbClr val="97B0CE"/>
                </a:solidFill>
                <a:latin typeface="Poppins SemiBold"/>
                <a:ea typeface="Poppins SemiBold"/>
                <a:cs typeface="Poppins SemiBold"/>
                <a:sym typeface="Poppins SemiBold"/>
              </a:defRPr>
            </a:lvl3pPr>
            <a:lvl4pPr lvl="3" algn="ctr">
              <a:lnSpc>
                <a:spcPct val="100000"/>
              </a:lnSpc>
              <a:spcBef>
                <a:spcPts val="0"/>
              </a:spcBef>
              <a:spcAft>
                <a:spcPts val="0"/>
              </a:spcAft>
              <a:buClr>
                <a:srgbClr val="97B0CE"/>
              </a:buClr>
              <a:buSzPts val="1400"/>
              <a:buFont typeface="Poppins SemiBold"/>
              <a:buNone/>
              <a:defRPr sz="1800">
                <a:solidFill>
                  <a:srgbClr val="97B0CE"/>
                </a:solidFill>
                <a:latin typeface="Poppins SemiBold"/>
                <a:ea typeface="Poppins SemiBold"/>
                <a:cs typeface="Poppins SemiBold"/>
                <a:sym typeface="Poppins SemiBold"/>
              </a:defRPr>
            </a:lvl4pPr>
            <a:lvl5pPr lvl="4" algn="ctr">
              <a:lnSpc>
                <a:spcPct val="100000"/>
              </a:lnSpc>
              <a:spcBef>
                <a:spcPts val="0"/>
              </a:spcBef>
              <a:spcAft>
                <a:spcPts val="0"/>
              </a:spcAft>
              <a:buClr>
                <a:srgbClr val="97B0CE"/>
              </a:buClr>
              <a:buSzPts val="1400"/>
              <a:buFont typeface="Poppins SemiBold"/>
              <a:buNone/>
              <a:defRPr sz="1800">
                <a:solidFill>
                  <a:srgbClr val="97B0CE"/>
                </a:solidFill>
                <a:latin typeface="Poppins SemiBold"/>
                <a:ea typeface="Poppins SemiBold"/>
                <a:cs typeface="Poppins SemiBold"/>
                <a:sym typeface="Poppins SemiBold"/>
              </a:defRPr>
            </a:lvl5pPr>
            <a:lvl6pPr lvl="5" algn="ctr">
              <a:lnSpc>
                <a:spcPct val="100000"/>
              </a:lnSpc>
              <a:spcBef>
                <a:spcPts val="0"/>
              </a:spcBef>
              <a:spcAft>
                <a:spcPts val="0"/>
              </a:spcAft>
              <a:buClr>
                <a:srgbClr val="97B0CE"/>
              </a:buClr>
              <a:buSzPts val="1400"/>
              <a:buFont typeface="Poppins SemiBold"/>
              <a:buNone/>
              <a:defRPr sz="1800">
                <a:solidFill>
                  <a:srgbClr val="97B0CE"/>
                </a:solidFill>
                <a:latin typeface="Poppins SemiBold"/>
                <a:ea typeface="Poppins SemiBold"/>
                <a:cs typeface="Poppins SemiBold"/>
                <a:sym typeface="Poppins SemiBold"/>
              </a:defRPr>
            </a:lvl6pPr>
            <a:lvl7pPr lvl="6" algn="ctr">
              <a:lnSpc>
                <a:spcPct val="100000"/>
              </a:lnSpc>
              <a:spcBef>
                <a:spcPts val="0"/>
              </a:spcBef>
              <a:spcAft>
                <a:spcPts val="0"/>
              </a:spcAft>
              <a:buClr>
                <a:srgbClr val="97B0CE"/>
              </a:buClr>
              <a:buSzPts val="1400"/>
              <a:buFont typeface="Poppins SemiBold"/>
              <a:buNone/>
              <a:defRPr sz="1800">
                <a:solidFill>
                  <a:srgbClr val="97B0CE"/>
                </a:solidFill>
                <a:latin typeface="Poppins SemiBold"/>
                <a:ea typeface="Poppins SemiBold"/>
                <a:cs typeface="Poppins SemiBold"/>
                <a:sym typeface="Poppins SemiBold"/>
              </a:defRPr>
            </a:lvl7pPr>
            <a:lvl8pPr lvl="7" algn="ctr">
              <a:lnSpc>
                <a:spcPct val="100000"/>
              </a:lnSpc>
              <a:spcBef>
                <a:spcPts val="0"/>
              </a:spcBef>
              <a:spcAft>
                <a:spcPts val="0"/>
              </a:spcAft>
              <a:buClr>
                <a:srgbClr val="97B0CE"/>
              </a:buClr>
              <a:buSzPts val="1400"/>
              <a:buFont typeface="Poppins SemiBold"/>
              <a:buNone/>
              <a:defRPr sz="1800">
                <a:solidFill>
                  <a:srgbClr val="97B0CE"/>
                </a:solidFill>
                <a:latin typeface="Poppins SemiBold"/>
                <a:ea typeface="Poppins SemiBold"/>
                <a:cs typeface="Poppins SemiBold"/>
                <a:sym typeface="Poppins SemiBold"/>
              </a:defRPr>
            </a:lvl8pPr>
            <a:lvl9pPr lvl="8" algn="ctr">
              <a:lnSpc>
                <a:spcPct val="100000"/>
              </a:lnSpc>
              <a:spcBef>
                <a:spcPts val="0"/>
              </a:spcBef>
              <a:spcAft>
                <a:spcPts val="0"/>
              </a:spcAft>
              <a:buClr>
                <a:srgbClr val="97B0CE"/>
              </a:buClr>
              <a:buSzPts val="1400"/>
              <a:buFont typeface="Poppins SemiBold"/>
              <a:buNone/>
              <a:defRPr sz="1800">
                <a:solidFill>
                  <a:srgbClr val="97B0CE"/>
                </a:solidFill>
                <a:latin typeface="Poppins SemiBold"/>
                <a:ea typeface="Poppins SemiBold"/>
                <a:cs typeface="Poppins SemiBold"/>
                <a:sym typeface="Poppins SemiBold"/>
              </a:defRPr>
            </a:lvl9pPr>
          </a:lstStyle>
          <a:p/>
        </p:txBody>
      </p:sp>
    </p:spTree>
  </p:cSld>
  <p:clrMapOvr>
    <a:masterClrMapping/>
  </p:clrMapOvr>
  <p:extLst>
    <p:ext uri="{DCECCB84-F9BA-43D5-87BE-67443E8EF086}">
      <p15:sldGuideLst>
        <p15:guide id="1" pos="648">
          <p15:clr>
            <a:srgbClr val="E46962"/>
          </p15:clr>
        </p15:guide>
        <p15:guide id="2" pos="3672">
          <p15:clr>
            <a:srgbClr val="E46962"/>
          </p15:clr>
        </p15:guide>
        <p15:guide id="3" orient="horz" pos="1350">
          <p15:clr>
            <a:srgbClr val="E46962"/>
          </p15:clr>
        </p15:guide>
      </p15:sldGuideLst>
    </p:ext>
  </p:extLst>
</p:sldLayout>
</file>

<file path=ppt/slideLayouts/slideLayout5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Title and text">
    <p:spTree>
      <p:nvGrpSpPr>
        <p:cNvPr id="2419" name="Shape 2419"/>
        <p:cNvGrpSpPr/>
        <p:nvPr/>
      </p:nvGrpSpPr>
      <p:grpSpPr>
        <a:xfrm>
          <a:off x="0" y="0"/>
          <a:ext cx="0" cy="0"/>
          <a:chOff x="0" y="0"/>
          <a:chExt cx="0" cy="0"/>
        </a:xfrm>
      </p:grpSpPr>
      <p:sp>
        <p:nvSpPr>
          <p:cNvPr id="2420" name="Google Shape;2420;p550"/>
          <p:cNvSpPr txBox="1"/>
          <p:nvPr>
            <p:ph type="title"/>
          </p:nvPr>
        </p:nvSpPr>
        <p:spPr>
          <a:xfrm>
            <a:off x="571500" y="889000"/>
            <a:ext cx="40005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8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800">
                <a:solidFill>
                  <a:schemeClr val="dk1"/>
                </a:solidFill>
              </a:defRPr>
            </a:lvl2pPr>
            <a:lvl3pPr lvl="2" algn="l">
              <a:lnSpc>
                <a:spcPct val="115000"/>
              </a:lnSpc>
              <a:spcBef>
                <a:spcPts val="0"/>
              </a:spcBef>
              <a:spcAft>
                <a:spcPts val="0"/>
              </a:spcAft>
              <a:buClr>
                <a:schemeClr val="dk1"/>
              </a:buClr>
              <a:buSzPts val="1400"/>
              <a:buNone/>
              <a:defRPr sz="1800">
                <a:solidFill>
                  <a:schemeClr val="dk1"/>
                </a:solidFill>
              </a:defRPr>
            </a:lvl3pPr>
            <a:lvl4pPr lvl="3" algn="l">
              <a:lnSpc>
                <a:spcPct val="115000"/>
              </a:lnSpc>
              <a:spcBef>
                <a:spcPts val="0"/>
              </a:spcBef>
              <a:spcAft>
                <a:spcPts val="0"/>
              </a:spcAft>
              <a:buClr>
                <a:schemeClr val="dk1"/>
              </a:buClr>
              <a:buSzPts val="1400"/>
              <a:buNone/>
              <a:defRPr sz="1800">
                <a:solidFill>
                  <a:schemeClr val="dk1"/>
                </a:solidFill>
              </a:defRPr>
            </a:lvl4pPr>
            <a:lvl5pPr lvl="4" algn="l">
              <a:lnSpc>
                <a:spcPct val="115000"/>
              </a:lnSpc>
              <a:spcBef>
                <a:spcPts val="0"/>
              </a:spcBef>
              <a:spcAft>
                <a:spcPts val="0"/>
              </a:spcAft>
              <a:buClr>
                <a:schemeClr val="dk1"/>
              </a:buClr>
              <a:buSzPts val="1400"/>
              <a:buNone/>
              <a:defRPr sz="1800">
                <a:solidFill>
                  <a:schemeClr val="dk1"/>
                </a:solidFill>
              </a:defRPr>
            </a:lvl5pPr>
            <a:lvl6pPr lvl="5" algn="l">
              <a:lnSpc>
                <a:spcPct val="115000"/>
              </a:lnSpc>
              <a:spcBef>
                <a:spcPts val="0"/>
              </a:spcBef>
              <a:spcAft>
                <a:spcPts val="0"/>
              </a:spcAft>
              <a:buClr>
                <a:schemeClr val="dk1"/>
              </a:buClr>
              <a:buSzPts val="1400"/>
              <a:buNone/>
              <a:defRPr sz="1800">
                <a:solidFill>
                  <a:schemeClr val="dk1"/>
                </a:solidFill>
              </a:defRPr>
            </a:lvl6pPr>
            <a:lvl7pPr lvl="6" algn="l">
              <a:lnSpc>
                <a:spcPct val="115000"/>
              </a:lnSpc>
              <a:spcBef>
                <a:spcPts val="0"/>
              </a:spcBef>
              <a:spcAft>
                <a:spcPts val="0"/>
              </a:spcAft>
              <a:buClr>
                <a:schemeClr val="dk1"/>
              </a:buClr>
              <a:buSzPts val="1400"/>
              <a:buNone/>
              <a:defRPr sz="1800">
                <a:solidFill>
                  <a:schemeClr val="dk1"/>
                </a:solidFill>
              </a:defRPr>
            </a:lvl7pPr>
            <a:lvl8pPr lvl="7" algn="l">
              <a:lnSpc>
                <a:spcPct val="115000"/>
              </a:lnSpc>
              <a:spcBef>
                <a:spcPts val="0"/>
              </a:spcBef>
              <a:spcAft>
                <a:spcPts val="0"/>
              </a:spcAft>
              <a:buClr>
                <a:schemeClr val="dk1"/>
              </a:buClr>
              <a:buSzPts val="1400"/>
              <a:buNone/>
              <a:defRPr sz="1800">
                <a:solidFill>
                  <a:schemeClr val="dk1"/>
                </a:solidFill>
              </a:defRPr>
            </a:lvl8pPr>
            <a:lvl9pPr lvl="8" algn="l">
              <a:lnSpc>
                <a:spcPct val="115000"/>
              </a:lnSpc>
              <a:spcBef>
                <a:spcPts val="0"/>
              </a:spcBef>
              <a:spcAft>
                <a:spcPts val="0"/>
              </a:spcAft>
              <a:buClr>
                <a:schemeClr val="dk1"/>
              </a:buClr>
              <a:buSzPts val="1400"/>
              <a:buNone/>
              <a:defRPr sz="1800">
                <a:solidFill>
                  <a:schemeClr val="dk1"/>
                </a:solidFill>
              </a:defRPr>
            </a:lvl9pPr>
          </a:lstStyle>
          <a:p/>
        </p:txBody>
      </p:sp>
      <p:sp>
        <p:nvSpPr>
          <p:cNvPr id="2421" name="Google Shape;2421;p550"/>
          <p:cNvSpPr txBox="1"/>
          <p:nvPr>
            <p:ph idx="1" type="body"/>
          </p:nvPr>
        </p:nvSpPr>
        <p:spPr>
          <a:xfrm>
            <a:off x="571500" y="1905000"/>
            <a:ext cx="40005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
        <p:nvSpPr>
          <p:cNvPr id="2422" name="Google Shape;2422;p550"/>
          <p:cNvSpPr txBox="1"/>
          <p:nvPr>
            <p:ph idx="12" type="sldNum"/>
          </p:nvPr>
        </p:nvSpPr>
        <p:spPr>
          <a:xfrm>
            <a:off x="8572500" y="5080004"/>
            <a:ext cx="571500" cy="635100"/>
          </a:xfrm>
          <a:prstGeom prst="rect">
            <a:avLst/>
          </a:prstGeom>
          <a:noFill/>
          <a:ln>
            <a:noFill/>
          </a:ln>
        </p:spPr>
        <p:txBody>
          <a:bodyPr anchorCtr="0" anchor="t" bIns="68575" lIns="68575" spcFirstLastPara="1" rIns="68575" wrap="square" tIns="68575">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 header, one column">
  <p:cSld name="Sub header, one column">
    <p:spTree>
      <p:nvGrpSpPr>
        <p:cNvPr id="2423" name="Shape 2423"/>
        <p:cNvGrpSpPr/>
        <p:nvPr/>
      </p:nvGrpSpPr>
      <p:grpSpPr>
        <a:xfrm>
          <a:off x="0" y="0"/>
          <a:ext cx="0" cy="0"/>
          <a:chOff x="0" y="0"/>
          <a:chExt cx="0" cy="0"/>
        </a:xfrm>
      </p:grpSpPr>
      <p:sp>
        <p:nvSpPr>
          <p:cNvPr id="2424" name="Google Shape;2424;p551"/>
          <p:cNvSpPr txBox="1"/>
          <p:nvPr>
            <p:ph idx="1" type="subTitle"/>
          </p:nvPr>
        </p:nvSpPr>
        <p:spPr>
          <a:xfrm>
            <a:off x="571500" y="1905000"/>
            <a:ext cx="3093000" cy="1710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accent4"/>
              </a:buClr>
              <a:buSzPts val="800"/>
              <a:buFont typeface="Poppins SemiBold"/>
              <a:buNone/>
              <a:defRPr sz="1000">
                <a:solidFill>
                  <a:schemeClr val="accent4"/>
                </a:solidFill>
                <a:latin typeface="Poppins SemiBold"/>
                <a:ea typeface="Poppins SemiBold"/>
                <a:cs typeface="Poppins SemiBold"/>
                <a:sym typeface="Poppins SemiBold"/>
              </a:defRPr>
            </a:lvl1pPr>
            <a:lvl2pPr lvl="1" algn="l">
              <a:lnSpc>
                <a:spcPct val="100000"/>
              </a:lnSpc>
              <a:spcBef>
                <a:spcPts val="0"/>
              </a:spcBef>
              <a:spcAft>
                <a:spcPts val="0"/>
              </a:spcAft>
              <a:buClr>
                <a:schemeClr val="accent4"/>
              </a:buClr>
              <a:buSzPts val="900"/>
              <a:buNone/>
              <a:defRPr>
                <a:solidFill>
                  <a:schemeClr val="accent4"/>
                </a:solidFill>
              </a:defRPr>
            </a:lvl2pPr>
            <a:lvl3pPr lvl="2" algn="l">
              <a:lnSpc>
                <a:spcPct val="100000"/>
              </a:lnSpc>
              <a:spcBef>
                <a:spcPts val="0"/>
              </a:spcBef>
              <a:spcAft>
                <a:spcPts val="0"/>
              </a:spcAft>
              <a:buClr>
                <a:schemeClr val="accent4"/>
              </a:buClr>
              <a:buSzPts val="800"/>
              <a:buNone/>
              <a:defRPr>
                <a:solidFill>
                  <a:schemeClr val="accent4"/>
                </a:solidFill>
              </a:defRPr>
            </a:lvl3pPr>
            <a:lvl4pPr lvl="3" algn="l">
              <a:lnSpc>
                <a:spcPct val="100000"/>
              </a:lnSpc>
              <a:spcBef>
                <a:spcPts val="0"/>
              </a:spcBef>
              <a:spcAft>
                <a:spcPts val="0"/>
              </a:spcAft>
              <a:buClr>
                <a:schemeClr val="accent4"/>
              </a:buClr>
              <a:buSzPts val="800"/>
              <a:buNone/>
              <a:defRPr>
                <a:solidFill>
                  <a:schemeClr val="accent4"/>
                </a:solidFill>
              </a:defRPr>
            </a:lvl4pPr>
            <a:lvl5pPr lvl="4" algn="l">
              <a:lnSpc>
                <a:spcPct val="100000"/>
              </a:lnSpc>
              <a:spcBef>
                <a:spcPts val="0"/>
              </a:spcBef>
              <a:spcAft>
                <a:spcPts val="0"/>
              </a:spcAft>
              <a:buClr>
                <a:schemeClr val="accent4"/>
              </a:buClr>
              <a:buSzPts val="800"/>
              <a:buNone/>
              <a:defRPr>
                <a:solidFill>
                  <a:schemeClr val="accent4"/>
                </a:solidFill>
              </a:defRPr>
            </a:lvl5pPr>
            <a:lvl6pPr lvl="5" algn="l">
              <a:lnSpc>
                <a:spcPct val="100000"/>
              </a:lnSpc>
              <a:spcBef>
                <a:spcPts val="0"/>
              </a:spcBef>
              <a:spcAft>
                <a:spcPts val="0"/>
              </a:spcAft>
              <a:buClr>
                <a:schemeClr val="accent4"/>
              </a:buClr>
              <a:buSzPts val="800"/>
              <a:buNone/>
              <a:defRPr>
                <a:solidFill>
                  <a:schemeClr val="accent4"/>
                </a:solidFill>
              </a:defRPr>
            </a:lvl6pPr>
            <a:lvl7pPr lvl="6" algn="l">
              <a:lnSpc>
                <a:spcPct val="100000"/>
              </a:lnSpc>
              <a:spcBef>
                <a:spcPts val="0"/>
              </a:spcBef>
              <a:spcAft>
                <a:spcPts val="0"/>
              </a:spcAft>
              <a:buClr>
                <a:schemeClr val="accent4"/>
              </a:buClr>
              <a:buSzPts val="800"/>
              <a:buNone/>
              <a:defRPr>
                <a:solidFill>
                  <a:schemeClr val="accent4"/>
                </a:solidFill>
              </a:defRPr>
            </a:lvl7pPr>
            <a:lvl8pPr lvl="7" algn="l">
              <a:lnSpc>
                <a:spcPct val="100000"/>
              </a:lnSpc>
              <a:spcBef>
                <a:spcPts val="0"/>
              </a:spcBef>
              <a:spcAft>
                <a:spcPts val="0"/>
              </a:spcAft>
              <a:buClr>
                <a:schemeClr val="accent4"/>
              </a:buClr>
              <a:buSzPts val="800"/>
              <a:buNone/>
              <a:defRPr>
                <a:solidFill>
                  <a:schemeClr val="accent4"/>
                </a:solidFill>
              </a:defRPr>
            </a:lvl8pPr>
            <a:lvl9pPr lvl="8" algn="l">
              <a:lnSpc>
                <a:spcPct val="100000"/>
              </a:lnSpc>
              <a:spcBef>
                <a:spcPts val="0"/>
              </a:spcBef>
              <a:spcAft>
                <a:spcPts val="0"/>
              </a:spcAft>
              <a:buClr>
                <a:schemeClr val="accent4"/>
              </a:buClr>
              <a:buSzPts val="800"/>
              <a:buNone/>
              <a:defRPr>
                <a:solidFill>
                  <a:schemeClr val="accent4"/>
                </a:solidFill>
              </a:defRPr>
            </a:lvl9pPr>
          </a:lstStyle>
          <a:p/>
        </p:txBody>
      </p:sp>
      <p:sp>
        <p:nvSpPr>
          <p:cNvPr id="2425" name="Google Shape;2425;p551"/>
          <p:cNvSpPr txBox="1"/>
          <p:nvPr>
            <p:ph type="title"/>
          </p:nvPr>
        </p:nvSpPr>
        <p:spPr>
          <a:xfrm>
            <a:off x="571500" y="889006"/>
            <a:ext cx="40005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b="1"/>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426" name="Google Shape;2426;p551"/>
          <p:cNvSpPr txBox="1"/>
          <p:nvPr>
            <p:ph idx="2" type="body"/>
          </p:nvPr>
        </p:nvSpPr>
        <p:spPr>
          <a:xfrm>
            <a:off x="571500" y="2406917"/>
            <a:ext cx="3093000" cy="26730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SzPts val="900"/>
              <a:buChar char="●"/>
              <a:defRPr sz="1200"/>
            </a:lvl1pPr>
            <a:lvl2pPr indent="-285750" lvl="1" marL="914400" algn="l">
              <a:lnSpc>
                <a:spcPct val="115000"/>
              </a:lnSpc>
              <a:spcBef>
                <a:spcPts val="0"/>
              </a:spcBef>
              <a:spcAft>
                <a:spcPts val="0"/>
              </a:spcAft>
              <a:buSzPts val="900"/>
              <a:buChar char="○"/>
              <a:defRPr/>
            </a:lvl2pPr>
            <a:lvl3pPr indent="-279400" lvl="2" marL="1371600" algn="l">
              <a:lnSpc>
                <a:spcPct val="115000"/>
              </a:lnSpc>
              <a:spcBef>
                <a:spcPts val="1000"/>
              </a:spcBef>
              <a:spcAft>
                <a:spcPts val="0"/>
              </a:spcAft>
              <a:buSzPts val="800"/>
              <a:buChar char="■"/>
              <a:defRPr/>
            </a:lvl3pPr>
            <a:lvl4pPr indent="-279400" lvl="3" marL="1828800" algn="l">
              <a:lnSpc>
                <a:spcPct val="115000"/>
              </a:lnSpc>
              <a:spcBef>
                <a:spcPts val="1000"/>
              </a:spcBef>
              <a:spcAft>
                <a:spcPts val="0"/>
              </a:spcAft>
              <a:buSzPts val="800"/>
              <a:buChar char="●"/>
              <a:defRPr/>
            </a:lvl4pPr>
            <a:lvl5pPr indent="-279400" lvl="4" marL="2286000" algn="l">
              <a:lnSpc>
                <a:spcPct val="115000"/>
              </a:lnSpc>
              <a:spcBef>
                <a:spcPts val="1000"/>
              </a:spcBef>
              <a:spcAft>
                <a:spcPts val="0"/>
              </a:spcAft>
              <a:buSzPts val="800"/>
              <a:buChar char="○"/>
              <a:defRPr/>
            </a:lvl5pPr>
            <a:lvl6pPr indent="-279400" lvl="5" marL="2743200" algn="l">
              <a:lnSpc>
                <a:spcPct val="115000"/>
              </a:lnSpc>
              <a:spcBef>
                <a:spcPts val="1000"/>
              </a:spcBef>
              <a:spcAft>
                <a:spcPts val="0"/>
              </a:spcAft>
              <a:buSzPts val="800"/>
              <a:buChar char="■"/>
              <a:defRPr/>
            </a:lvl6pPr>
            <a:lvl7pPr indent="-279400" lvl="6" marL="3200400" algn="l">
              <a:lnSpc>
                <a:spcPct val="115000"/>
              </a:lnSpc>
              <a:spcBef>
                <a:spcPts val="1000"/>
              </a:spcBef>
              <a:spcAft>
                <a:spcPts val="0"/>
              </a:spcAft>
              <a:buSzPts val="800"/>
              <a:buChar char="●"/>
              <a:defRPr/>
            </a:lvl7pPr>
            <a:lvl8pPr indent="-279400" lvl="7" marL="3657600" algn="l">
              <a:lnSpc>
                <a:spcPct val="115000"/>
              </a:lnSpc>
              <a:spcBef>
                <a:spcPts val="1000"/>
              </a:spcBef>
              <a:spcAft>
                <a:spcPts val="0"/>
              </a:spcAft>
              <a:buSzPts val="800"/>
              <a:buChar char="○"/>
              <a:defRPr/>
            </a:lvl8pPr>
            <a:lvl9pPr indent="-279400" lvl="8" marL="4114800" algn="l">
              <a:lnSpc>
                <a:spcPct val="115000"/>
              </a:lnSpc>
              <a:spcBef>
                <a:spcPts val="1000"/>
              </a:spcBef>
              <a:spcAft>
                <a:spcPts val="1000"/>
              </a:spcAft>
              <a:buSzPts val="800"/>
              <a:buChar char="■"/>
              <a:defRPr/>
            </a:lvl9pPr>
          </a:lstStyle>
          <a:p/>
        </p:txBody>
      </p:sp>
      <p:sp>
        <p:nvSpPr>
          <p:cNvPr id="2427" name="Google Shape;2427;p551"/>
          <p:cNvSpPr txBox="1"/>
          <p:nvPr>
            <p:ph idx="12" type="sldNum"/>
          </p:nvPr>
        </p:nvSpPr>
        <p:spPr>
          <a:xfrm>
            <a:off x="8572500" y="5080004"/>
            <a:ext cx="571500" cy="635100"/>
          </a:xfrm>
          <a:prstGeom prst="rect">
            <a:avLst/>
          </a:prstGeom>
          <a:noFill/>
          <a:ln>
            <a:noFill/>
          </a:ln>
        </p:spPr>
        <p:txBody>
          <a:bodyPr anchorCtr="0" anchor="t" bIns="68575" lIns="68575" spcFirstLastPara="1" rIns="68575" wrap="square" tIns="68575">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p:cSld name="TITLE_AND_BODY_2">
    <p:spTree>
      <p:nvGrpSpPr>
        <p:cNvPr id="2428" name="Shape 2428"/>
        <p:cNvGrpSpPr/>
        <p:nvPr/>
      </p:nvGrpSpPr>
      <p:grpSpPr>
        <a:xfrm>
          <a:off x="0" y="0"/>
          <a:ext cx="0" cy="0"/>
          <a:chOff x="0" y="0"/>
          <a:chExt cx="0" cy="0"/>
        </a:xfrm>
      </p:grpSpPr>
      <p:sp>
        <p:nvSpPr>
          <p:cNvPr id="2429" name="Google Shape;2429;p552"/>
          <p:cNvSpPr txBox="1"/>
          <p:nvPr>
            <p:ph idx="12" type="sldNum"/>
          </p:nvPr>
        </p:nvSpPr>
        <p:spPr>
          <a:xfrm>
            <a:off x="8572500" y="5080004"/>
            <a:ext cx="571500" cy="635100"/>
          </a:xfrm>
          <a:prstGeom prst="rect">
            <a:avLst/>
          </a:prstGeom>
          <a:noFill/>
          <a:ln>
            <a:noFill/>
          </a:ln>
        </p:spPr>
        <p:txBody>
          <a:bodyPr anchorCtr="0" anchor="t" bIns="68575" lIns="68575" spcFirstLastPara="1" rIns="68575" wrap="square" tIns="68575">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2430" name="Google Shape;2430;p552"/>
          <p:cNvSpPr txBox="1"/>
          <p:nvPr>
            <p:ph type="title"/>
          </p:nvPr>
        </p:nvSpPr>
        <p:spPr>
          <a:xfrm>
            <a:off x="571500" y="889000"/>
            <a:ext cx="30897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8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800">
                <a:solidFill>
                  <a:schemeClr val="dk1"/>
                </a:solidFill>
              </a:defRPr>
            </a:lvl2pPr>
            <a:lvl3pPr lvl="2" algn="l">
              <a:lnSpc>
                <a:spcPct val="115000"/>
              </a:lnSpc>
              <a:spcBef>
                <a:spcPts val="0"/>
              </a:spcBef>
              <a:spcAft>
                <a:spcPts val="0"/>
              </a:spcAft>
              <a:buClr>
                <a:schemeClr val="dk1"/>
              </a:buClr>
              <a:buSzPts val="1400"/>
              <a:buNone/>
              <a:defRPr sz="1800">
                <a:solidFill>
                  <a:schemeClr val="dk1"/>
                </a:solidFill>
              </a:defRPr>
            </a:lvl3pPr>
            <a:lvl4pPr lvl="3" algn="l">
              <a:lnSpc>
                <a:spcPct val="115000"/>
              </a:lnSpc>
              <a:spcBef>
                <a:spcPts val="0"/>
              </a:spcBef>
              <a:spcAft>
                <a:spcPts val="0"/>
              </a:spcAft>
              <a:buClr>
                <a:schemeClr val="dk1"/>
              </a:buClr>
              <a:buSzPts val="1400"/>
              <a:buNone/>
              <a:defRPr sz="1800">
                <a:solidFill>
                  <a:schemeClr val="dk1"/>
                </a:solidFill>
              </a:defRPr>
            </a:lvl4pPr>
            <a:lvl5pPr lvl="4" algn="l">
              <a:lnSpc>
                <a:spcPct val="115000"/>
              </a:lnSpc>
              <a:spcBef>
                <a:spcPts val="0"/>
              </a:spcBef>
              <a:spcAft>
                <a:spcPts val="0"/>
              </a:spcAft>
              <a:buClr>
                <a:schemeClr val="dk1"/>
              </a:buClr>
              <a:buSzPts val="1400"/>
              <a:buNone/>
              <a:defRPr sz="1800">
                <a:solidFill>
                  <a:schemeClr val="dk1"/>
                </a:solidFill>
              </a:defRPr>
            </a:lvl5pPr>
            <a:lvl6pPr lvl="5" algn="l">
              <a:lnSpc>
                <a:spcPct val="115000"/>
              </a:lnSpc>
              <a:spcBef>
                <a:spcPts val="0"/>
              </a:spcBef>
              <a:spcAft>
                <a:spcPts val="0"/>
              </a:spcAft>
              <a:buClr>
                <a:schemeClr val="dk1"/>
              </a:buClr>
              <a:buSzPts val="1400"/>
              <a:buNone/>
              <a:defRPr sz="1800">
                <a:solidFill>
                  <a:schemeClr val="dk1"/>
                </a:solidFill>
              </a:defRPr>
            </a:lvl6pPr>
            <a:lvl7pPr lvl="6" algn="l">
              <a:lnSpc>
                <a:spcPct val="115000"/>
              </a:lnSpc>
              <a:spcBef>
                <a:spcPts val="0"/>
              </a:spcBef>
              <a:spcAft>
                <a:spcPts val="0"/>
              </a:spcAft>
              <a:buClr>
                <a:schemeClr val="dk1"/>
              </a:buClr>
              <a:buSzPts val="1400"/>
              <a:buNone/>
              <a:defRPr sz="1800">
                <a:solidFill>
                  <a:schemeClr val="dk1"/>
                </a:solidFill>
              </a:defRPr>
            </a:lvl7pPr>
            <a:lvl8pPr lvl="7" algn="l">
              <a:lnSpc>
                <a:spcPct val="115000"/>
              </a:lnSpc>
              <a:spcBef>
                <a:spcPts val="0"/>
              </a:spcBef>
              <a:spcAft>
                <a:spcPts val="0"/>
              </a:spcAft>
              <a:buClr>
                <a:schemeClr val="dk1"/>
              </a:buClr>
              <a:buSzPts val="1400"/>
              <a:buNone/>
              <a:defRPr sz="1800">
                <a:solidFill>
                  <a:schemeClr val="dk1"/>
                </a:solidFill>
              </a:defRPr>
            </a:lvl8pPr>
            <a:lvl9pPr lvl="8" algn="l">
              <a:lnSpc>
                <a:spcPct val="115000"/>
              </a:lnSpc>
              <a:spcBef>
                <a:spcPts val="0"/>
              </a:spcBef>
              <a:spcAft>
                <a:spcPts val="0"/>
              </a:spcAft>
              <a:buClr>
                <a:schemeClr val="dk1"/>
              </a:buClr>
              <a:buSzPts val="1400"/>
              <a:buNone/>
              <a:defRPr sz="1800">
                <a:solidFill>
                  <a:schemeClr val="dk1"/>
                </a:solidFill>
              </a:defRPr>
            </a:lvl9pPr>
          </a:lstStyle>
          <a:p/>
        </p:txBody>
      </p:sp>
      <p:sp>
        <p:nvSpPr>
          <p:cNvPr id="2431" name="Google Shape;2431;p552"/>
          <p:cNvSpPr txBox="1"/>
          <p:nvPr>
            <p:ph idx="1" type="body"/>
          </p:nvPr>
        </p:nvSpPr>
        <p:spPr>
          <a:xfrm>
            <a:off x="571500" y="1905000"/>
            <a:ext cx="30897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5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four columns 1 1">
  <p:cSld name="Content title and four columns 1 1">
    <p:spTree>
      <p:nvGrpSpPr>
        <p:cNvPr id="2432" name="Shape 2432"/>
        <p:cNvGrpSpPr/>
        <p:nvPr/>
      </p:nvGrpSpPr>
      <p:grpSpPr>
        <a:xfrm>
          <a:off x="0" y="0"/>
          <a:ext cx="0" cy="0"/>
          <a:chOff x="0" y="0"/>
          <a:chExt cx="0" cy="0"/>
        </a:xfrm>
      </p:grpSpPr>
      <p:sp>
        <p:nvSpPr>
          <p:cNvPr id="2433" name="Google Shape;2433;p553"/>
          <p:cNvSpPr txBox="1"/>
          <p:nvPr>
            <p:ph idx="12" type="sldNum"/>
          </p:nvPr>
        </p:nvSpPr>
        <p:spPr>
          <a:xfrm>
            <a:off x="8472458" y="5181353"/>
            <a:ext cx="548700" cy="437400"/>
          </a:xfrm>
          <a:prstGeom prst="rect">
            <a:avLst/>
          </a:prstGeom>
          <a:noFill/>
          <a:ln>
            <a:noFill/>
          </a:ln>
        </p:spPr>
        <p:txBody>
          <a:bodyPr anchorCtr="0" anchor="t" bIns="68575" lIns="68575" spcFirstLastPara="1" rIns="68575" wrap="square" tIns="68575">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2434" name="Google Shape;2434;p553"/>
          <p:cNvSpPr txBox="1"/>
          <p:nvPr>
            <p:ph type="title"/>
          </p:nvPr>
        </p:nvSpPr>
        <p:spPr>
          <a:xfrm>
            <a:off x="607200" y="1140611"/>
            <a:ext cx="3936000" cy="5964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b="1" sz="18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435" name="Google Shape;2435;p553"/>
          <p:cNvSpPr txBox="1"/>
          <p:nvPr>
            <p:ph idx="1" type="body"/>
          </p:nvPr>
        </p:nvSpPr>
        <p:spPr>
          <a:xfrm>
            <a:off x="607200" y="2420139"/>
            <a:ext cx="1951500" cy="24981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chemeClr val="accent1"/>
              </a:buClr>
              <a:buSzPts val="900"/>
              <a:buChar char="●"/>
              <a:defRPr sz="1200"/>
            </a:lvl1pPr>
            <a:lvl2pPr indent="-285750" lvl="1" marL="914400" algn="l">
              <a:lnSpc>
                <a:spcPct val="115000"/>
              </a:lnSpc>
              <a:spcBef>
                <a:spcPts val="0"/>
              </a:spcBef>
              <a:spcAft>
                <a:spcPts val="0"/>
              </a:spcAft>
              <a:buSzPts val="900"/>
              <a:buChar char="○"/>
              <a:defRPr/>
            </a:lvl2pPr>
            <a:lvl3pPr indent="-279400" lvl="2" marL="1371600" algn="l">
              <a:lnSpc>
                <a:spcPct val="115000"/>
              </a:lnSpc>
              <a:spcBef>
                <a:spcPts val="1000"/>
              </a:spcBef>
              <a:spcAft>
                <a:spcPts val="0"/>
              </a:spcAft>
              <a:buSzPts val="800"/>
              <a:buChar char="■"/>
              <a:defRPr/>
            </a:lvl3pPr>
            <a:lvl4pPr indent="-279400" lvl="3" marL="1828800" algn="l">
              <a:lnSpc>
                <a:spcPct val="115000"/>
              </a:lnSpc>
              <a:spcBef>
                <a:spcPts val="1000"/>
              </a:spcBef>
              <a:spcAft>
                <a:spcPts val="0"/>
              </a:spcAft>
              <a:buSzPts val="800"/>
              <a:buChar char="●"/>
              <a:defRPr/>
            </a:lvl4pPr>
            <a:lvl5pPr indent="-279400" lvl="4" marL="2286000" algn="l">
              <a:lnSpc>
                <a:spcPct val="115000"/>
              </a:lnSpc>
              <a:spcBef>
                <a:spcPts val="1000"/>
              </a:spcBef>
              <a:spcAft>
                <a:spcPts val="0"/>
              </a:spcAft>
              <a:buSzPts val="800"/>
              <a:buChar char="○"/>
              <a:defRPr/>
            </a:lvl5pPr>
            <a:lvl6pPr indent="-279400" lvl="5" marL="2743200" algn="l">
              <a:lnSpc>
                <a:spcPct val="115000"/>
              </a:lnSpc>
              <a:spcBef>
                <a:spcPts val="1000"/>
              </a:spcBef>
              <a:spcAft>
                <a:spcPts val="0"/>
              </a:spcAft>
              <a:buSzPts val="800"/>
              <a:buChar char="■"/>
              <a:defRPr/>
            </a:lvl6pPr>
            <a:lvl7pPr indent="-279400" lvl="6" marL="3200400" algn="l">
              <a:lnSpc>
                <a:spcPct val="115000"/>
              </a:lnSpc>
              <a:spcBef>
                <a:spcPts val="1000"/>
              </a:spcBef>
              <a:spcAft>
                <a:spcPts val="0"/>
              </a:spcAft>
              <a:buSzPts val="800"/>
              <a:buChar char="●"/>
              <a:defRPr/>
            </a:lvl7pPr>
            <a:lvl8pPr indent="-279400" lvl="7" marL="3657600" algn="l">
              <a:lnSpc>
                <a:spcPct val="115000"/>
              </a:lnSpc>
              <a:spcBef>
                <a:spcPts val="1000"/>
              </a:spcBef>
              <a:spcAft>
                <a:spcPts val="0"/>
              </a:spcAft>
              <a:buSzPts val="800"/>
              <a:buChar char="○"/>
              <a:defRPr/>
            </a:lvl8pPr>
            <a:lvl9pPr indent="-279400" lvl="8" marL="4114800" algn="l">
              <a:lnSpc>
                <a:spcPct val="115000"/>
              </a:lnSpc>
              <a:spcBef>
                <a:spcPts val="1000"/>
              </a:spcBef>
              <a:spcAft>
                <a:spcPts val="1000"/>
              </a:spcAft>
              <a:buSzPts val="800"/>
              <a:buChar char="■"/>
              <a:defRPr/>
            </a:lvl9pPr>
          </a:lstStyle>
          <a:p/>
        </p:txBody>
      </p:sp>
      <p:sp>
        <p:nvSpPr>
          <p:cNvPr id="2436" name="Google Shape;2436;p553"/>
          <p:cNvSpPr txBox="1"/>
          <p:nvPr>
            <p:ph idx="2" type="body"/>
          </p:nvPr>
        </p:nvSpPr>
        <p:spPr>
          <a:xfrm>
            <a:off x="2600950" y="2420139"/>
            <a:ext cx="1951500" cy="24981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chemeClr val="accent1"/>
              </a:buClr>
              <a:buSzPts val="900"/>
              <a:buChar char="●"/>
              <a:defRPr sz="1200"/>
            </a:lvl1pPr>
            <a:lvl2pPr indent="-285750" lvl="1" marL="914400" algn="l">
              <a:lnSpc>
                <a:spcPct val="115000"/>
              </a:lnSpc>
              <a:spcBef>
                <a:spcPts val="0"/>
              </a:spcBef>
              <a:spcAft>
                <a:spcPts val="0"/>
              </a:spcAft>
              <a:buSzPts val="900"/>
              <a:buChar char="○"/>
              <a:defRPr/>
            </a:lvl2pPr>
            <a:lvl3pPr indent="-279400" lvl="2" marL="1371600" algn="l">
              <a:lnSpc>
                <a:spcPct val="115000"/>
              </a:lnSpc>
              <a:spcBef>
                <a:spcPts val="1000"/>
              </a:spcBef>
              <a:spcAft>
                <a:spcPts val="0"/>
              </a:spcAft>
              <a:buSzPts val="800"/>
              <a:buChar char="■"/>
              <a:defRPr/>
            </a:lvl3pPr>
            <a:lvl4pPr indent="-279400" lvl="3" marL="1828800" algn="l">
              <a:lnSpc>
                <a:spcPct val="115000"/>
              </a:lnSpc>
              <a:spcBef>
                <a:spcPts val="1000"/>
              </a:spcBef>
              <a:spcAft>
                <a:spcPts val="0"/>
              </a:spcAft>
              <a:buSzPts val="800"/>
              <a:buChar char="●"/>
              <a:defRPr/>
            </a:lvl4pPr>
            <a:lvl5pPr indent="-279400" lvl="4" marL="2286000" algn="l">
              <a:lnSpc>
                <a:spcPct val="115000"/>
              </a:lnSpc>
              <a:spcBef>
                <a:spcPts val="1000"/>
              </a:spcBef>
              <a:spcAft>
                <a:spcPts val="0"/>
              </a:spcAft>
              <a:buSzPts val="800"/>
              <a:buChar char="○"/>
              <a:defRPr/>
            </a:lvl5pPr>
            <a:lvl6pPr indent="-279400" lvl="5" marL="2743200" algn="l">
              <a:lnSpc>
                <a:spcPct val="115000"/>
              </a:lnSpc>
              <a:spcBef>
                <a:spcPts val="1000"/>
              </a:spcBef>
              <a:spcAft>
                <a:spcPts val="0"/>
              </a:spcAft>
              <a:buSzPts val="800"/>
              <a:buChar char="■"/>
              <a:defRPr/>
            </a:lvl6pPr>
            <a:lvl7pPr indent="-279400" lvl="6" marL="3200400" algn="l">
              <a:lnSpc>
                <a:spcPct val="115000"/>
              </a:lnSpc>
              <a:spcBef>
                <a:spcPts val="1000"/>
              </a:spcBef>
              <a:spcAft>
                <a:spcPts val="0"/>
              </a:spcAft>
              <a:buSzPts val="800"/>
              <a:buChar char="●"/>
              <a:defRPr/>
            </a:lvl7pPr>
            <a:lvl8pPr indent="-279400" lvl="7" marL="3657600" algn="l">
              <a:lnSpc>
                <a:spcPct val="115000"/>
              </a:lnSpc>
              <a:spcBef>
                <a:spcPts val="1000"/>
              </a:spcBef>
              <a:spcAft>
                <a:spcPts val="0"/>
              </a:spcAft>
              <a:buSzPts val="800"/>
              <a:buChar char="○"/>
              <a:defRPr/>
            </a:lvl8pPr>
            <a:lvl9pPr indent="-279400" lvl="8" marL="4114800" algn="l">
              <a:lnSpc>
                <a:spcPct val="115000"/>
              </a:lnSpc>
              <a:spcBef>
                <a:spcPts val="1000"/>
              </a:spcBef>
              <a:spcAft>
                <a:spcPts val="1000"/>
              </a:spcAft>
              <a:buSzPts val="800"/>
              <a:buChar char="■"/>
              <a:defRPr/>
            </a:lvl9pPr>
          </a:lstStyle>
          <a:p/>
        </p:txBody>
      </p:sp>
      <p:sp>
        <p:nvSpPr>
          <p:cNvPr id="2437" name="Google Shape;2437;p553"/>
          <p:cNvSpPr txBox="1"/>
          <p:nvPr>
            <p:ph idx="3" type="body"/>
          </p:nvPr>
        </p:nvSpPr>
        <p:spPr>
          <a:xfrm>
            <a:off x="6588450" y="2420139"/>
            <a:ext cx="1951500" cy="24981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chemeClr val="accent1"/>
              </a:buClr>
              <a:buSzPts val="900"/>
              <a:buChar char="●"/>
              <a:defRPr sz="1200"/>
            </a:lvl1pPr>
            <a:lvl2pPr indent="-285750" lvl="1" marL="914400" algn="l">
              <a:lnSpc>
                <a:spcPct val="115000"/>
              </a:lnSpc>
              <a:spcBef>
                <a:spcPts val="0"/>
              </a:spcBef>
              <a:spcAft>
                <a:spcPts val="0"/>
              </a:spcAft>
              <a:buSzPts val="900"/>
              <a:buChar char="○"/>
              <a:defRPr/>
            </a:lvl2pPr>
            <a:lvl3pPr indent="-279400" lvl="2" marL="1371600" algn="l">
              <a:lnSpc>
                <a:spcPct val="115000"/>
              </a:lnSpc>
              <a:spcBef>
                <a:spcPts val="1000"/>
              </a:spcBef>
              <a:spcAft>
                <a:spcPts val="0"/>
              </a:spcAft>
              <a:buSzPts val="800"/>
              <a:buChar char="■"/>
              <a:defRPr/>
            </a:lvl3pPr>
            <a:lvl4pPr indent="-279400" lvl="3" marL="1828800" algn="l">
              <a:lnSpc>
                <a:spcPct val="115000"/>
              </a:lnSpc>
              <a:spcBef>
                <a:spcPts val="1000"/>
              </a:spcBef>
              <a:spcAft>
                <a:spcPts val="0"/>
              </a:spcAft>
              <a:buSzPts val="800"/>
              <a:buChar char="●"/>
              <a:defRPr/>
            </a:lvl4pPr>
            <a:lvl5pPr indent="-279400" lvl="4" marL="2286000" algn="l">
              <a:lnSpc>
                <a:spcPct val="115000"/>
              </a:lnSpc>
              <a:spcBef>
                <a:spcPts val="1000"/>
              </a:spcBef>
              <a:spcAft>
                <a:spcPts val="0"/>
              </a:spcAft>
              <a:buSzPts val="800"/>
              <a:buChar char="○"/>
              <a:defRPr/>
            </a:lvl5pPr>
            <a:lvl6pPr indent="-279400" lvl="5" marL="2743200" algn="l">
              <a:lnSpc>
                <a:spcPct val="115000"/>
              </a:lnSpc>
              <a:spcBef>
                <a:spcPts val="1000"/>
              </a:spcBef>
              <a:spcAft>
                <a:spcPts val="0"/>
              </a:spcAft>
              <a:buSzPts val="800"/>
              <a:buChar char="■"/>
              <a:defRPr/>
            </a:lvl6pPr>
            <a:lvl7pPr indent="-279400" lvl="6" marL="3200400" algn="l">
              <a:lnSpc>
                <a:spcPct val="115000"/>
              </a:lnSpc>
              <a:spcBef>
                <a:spcPts val="1000"/>
              </a:spcBef>
              <a:spcAft>
                <a:spcPts val="0"/>
              </a:spcAft>
              <a:buSzPts val="800"/>
              <a:buChar char="●"/>
              <a:defRPr/>
            </a:lvl7pPr>
            <a:lvl8pPr indent="-279400" lvl="7" marL="3657600" algn="l">
              <a:lnSpc>
                <a:spcPct val="115000"/>
              </a:lnSpc>
              <a:spcBef>
                <a:spcPts val="1000"/>
              </a:spcBef>
              <a:spcAft>
                <a:spcPts val="0"/>
              </a:spcAft>
              <a:buSzPts val="800"/>
              <a:buChar char="○"/>
              <a:defRPr/>
            </a:lvl8pPr>
            <a:lvl9pPr indent="-279400" lvl="8" marL="4114800" algn="l">
              <a:lnSpc>
                <a:spcPct val="115000"/>
              </a:lnSpc>
              <a:spcBef>
                <a:spcPts val="1000"/>
              </a:spcBef>
              <a:spcAft>
                <a:spcPts val="1000"/>
              </a:spcAft>
              <a:buSzPts val="800"/>
              <a:buChar char="■"/>
              <a:defRPr/>
            </a:lvl9pPr>
          </a:lstStyle>
          <a:p/>
        </p:txBody>
      </p:sp>
      <p:sp>
        <p:nvSpPr>
          <p:cNvPr id="2438" name="Google Shape;2438;p553"/>
          <p:cNvSpPr txBox="1"/>
          <p:nvPr>
            <p:ph idx="4" type="subTitle"/>
          </p:nvPr>
        </p:nvSpPr>
        <p:spPr>
          <a:xfrm>
            <a:off x="607200" y="1983973"/>
            <a:ext cx="1951500" cy="398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900"/>
              <a:buNone/>
              <a:defRPr b="1" sz="1200">
                <a:solidFill>
                  <a:schemeClr val="accent4"/>
                </a:solidFill>
              </a:defRPr>
            </a:lvl1pPr>
            <a:lvl2pPr lvl="1" algn="l">
              <a:lnSpc>
                <a:spcPct val="115000"/>
              </a:lnSpc>
              <a:spcBef>
                <a:spcPts val="1000"/>
              </a:spcBef>
              <a:spcAft>
                <a:spcPts val="0"/>
              </a:spcAft>
              <a:buSzPts val="900"/>
              <a:buNone/>
              <a:defRPr/>
            </a:lvl2pPr>
            <a:lvl3pPr lvl="2" algn="l">
              <a:lnSpc>
                <a:spcPct val="115000"/>
              </a:lnSpc>
              <a:spcBef>
                <a:spcPts val="1000"/>
              </a:spcBef>
              <a:spcAft>
                <a:spcPts val="0"/>
              </a:spcAft>
              <a:buSzPts val="800"/>
              <a:buNone/>
              <a:defRPr/>
            </a:lvl3pPr>
            <a:lvl4pPr lvl="3" algn="l">
              <a:lnSpc>
                <a:spcPct val="115000"/>
              </a:lnSpc>
              <a:spcBef>
                <a:spcPts val="1000"/>
              </a:spcBef>
              <a:spcAft>
                <a:spcPts val="0"/>
              </a:spcAft>
              <a:buSzPts val="800"/>
              <a:buNone/>
              <a:defRPr/>
            </a:lvl4pPr>
            <a:lvl5pPr lvl="4" algn="l">
              <a:lnSpc>
                <a:spcPct val="115000"/>
              </a:lnSpc>
              <a:spcBef>
                <a:spcPts val="1000"/>
              </a:spcBef>
              <a:spcAft>
                <a:spcPts val="0"/>
              </a:spcAft>
              <a:buSzPts val="800"/>
              <a:buNone/>
              <a:defRPr/>
            </a:lvl5pPr>
            <a:lvl6pPr lvl="5" algn="l">
              <a:lnSpc>
                <a:spcPct val="115000"/>
              </a:lnSpc>
              <a:spcBef>
                <a:spcPts val="1000"/>
              </a:spcBef>
              <a:spcAft>
                <a:spcPts val="0"/>
              </a:spcAft>
              <a:buSzPts val="800"/>
              <a:buNone/>
              <a:defRPr/>
            </a:lvl6pPr>
            <a:lvl7pPr lvl="6" algn="l">
              <a:lnSpc>
                <a:spcPct val="115000"/>
              </a:lnSpc>
              <a:spcBef>
                <a:spcPts val="1000"/>
              </a:spcBef>
              <a:spcAft>
                <a:spcPts val="0"/>
              </a:spcAft>
              <a:buSzPts val="800"/>
              <a:buNone/>
              <a:defRPr/>
            </a:lvl7pPr>
            <a:lvl8pPr lvl="7" algn="l">
              <a:lnSpc>
                <a:spcPct val="115000"/>
              </a:lnSpc>
              <a:spcBef>
                <a:spcPts val="1000"/>
              </a:spcBef>
              <a:spcAft>
                <a:spcPts val="0"/>
              </a:spcAft>
              <a:buSzPts val="800"/>
              <a:buNone/>
              <a:defRPr/>
            </a:lvl8pPr>
            <a:lvl9pPr lvl="8" algn="l">
              <a:lnSpc>
                <a:spcPct val="115000"/>
              </a:lnSpc>
              <a:spcBef>
                <a:spcPts val="1000"/>
              </a:spcBef>
              <a:spcAft>
                <a:spcPts val="1000"/>
              </a:spcAft>
              <a:buSzPts val="800"/>
              <a:buNone/>
              <a:defRPr/>
            </a:lvl9pPr>
          </a:lstStyle>
          <a:p/>
        </p:txBody>
      </p:sp>
      <p:sp>
        <p:nvSpPr>
          <p:cNvPr id="2439" name="Google Shape;2439;p553"/>
          <p:cNvSpPr txBox="1"/>
          <p:nvPr>
            <p:ph idx="5" type="subTitle"/>
          </p:nvPr>
        </p:nvSpPr>
        <p:spPr>
          <a:xfrm>
            <a:off x="6588450" y="1983973"/>
            <a:ext cx="1951500" cy="398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900"/>
              <a:buNone/>
              <a:defRPr b="1" sz="1200">
                <a:solidFill>
                  <a:schemeClr val="accent4"/>
                </a:solidFill>
              </a:defRPr>
            </a:lvl1pPr>
            <a:lvl2pPr lvl="1" algn="l">
              <a:lnSpc>
                <a:spcPct val="115000"/>
              </a:lnSpc>
              <a:spcBef>
                <a:spcPts val="1000"/>
              </a:spcBef>
              <a:spcAft>
                <a:spcPts val="0"/>
              </a:spcAft>
              <a:buSzPts val="900"/>
              <a:buNone/>
              <a:defRPr/>
            </a:lvl2pPr>
            <a:lvl3pPr lvl="2" algn="l">
              <a:lnSpc>
                <a:spcPct val="115000"/>
              </a:lnSpc>
              <a:spcBef>
                <a:spcPts val="1000"/>
              </a:spcBef>
              <a:spcAft>
                <a:spcPts val="0"/>
              </a:spcAft>
              <a:buSzPts val="800"/>
              <a:buNone/>
              <a:defRPr/>
            </a:lvl3pPr>
            <a:lvl4pPr lvl="3" algn="l">
              <a:lnSpc>
                <a:spcPct val="115000"/>
              </a:lnSpc>
              <a:spcBef>
                <a:spcPts val="1000"/>
              </a:spcBef>
              <a:spcAft>
                <a:spcPts val="0"/>
              </a:spcAft>
              <a:buSzPts val="800"/>
              <a:buNone/>
              <a:defRPr/>
            </a:lvl4pPr>
            <a:lvl5pPr lvl="4" algn="l">
              <a:lnSpc>
                <a:spcPct val="115000"/>
              </a:lnSpc>
              <a:spcBef>
                <a:spcPts val="1000"/>
              </a:spcBef>
              <a:spcAft>
                <a:spcPts val="0"/>
              </a:spcAft>
              <a:buSzPts val="800"/>
              <a:buNone/>
              <a:defRPr/>
            </a:lvl5pPr>
            <a:lvl6pPr lvl="5" algn="l">
              <a:lnSpc>
                <a:spcPct val="115000"/>
              </a:lnSpc>
              <a:spcBef>
                <a:spcPts val="1000"/>
              </a:spcBef>
              <a:spcAft>
                <a:spcPts val="0"/>
              </a:spcAft>
              <a:buSzPts val="800"/>
              <a:buNone/>
              <a:defRPr/>
            </a:lvl6pPr>
            <a:lvl7pPr lvl="6" algn="l">
              <a:lnSpc>
                <a:spcPct val="115000"/>
              </a:lnSpc>
              <a:spcBef>
                <a:spcPts val="1000"/>
              </a:spcBef>
              <a:spcAft>
                <a:spcPts val="0"/>
              </a:spcAft>
              <a:buSzPts val="800"/>
              <a:buNone/>
              <a:defRPr/>
            </a:lvl7pPr>
            <a:lvl8pPr lvl="7" algn="l">
              <a:lnSpc>
                <a:spcPct val="115000"/>
              </a:lnSpc>
              <a:spcBef>
                <a:spcPts val="1000"/>
              </a:spcBef>
              <a:spcAft>
                <a:spcPts val="0"/>
              </a:spcAft>
              <a:buSzPts val="800"/>
              <a:buNone/>
              <a:defRPr/>
            </a:lvl8pPr>
            <a:lvl9pPr lvl="8" algn="l">
              <a:lnSpc>
                <a:spcPct val="115000"/>
              </a:lnSpc>
              <a:spcBef>
                <a:spcPts val="1000"/>
              </a:spcBef>
              <a:spcAft>
                <a:spcPts val="1000"/>
              </a:spcAft>
              <a:buSzPts val="800"/>
              <a:buNone/>
              <a:defRPr/>
            </a:lvl9pPr>
          </a:lstStyle>
          <a:p/>
        </p:txBody>
      </p:sp>
      <p:sp>
        <p:nvSpPr>
          <p:cNvPr id="2440" name="Google Shape;2440;p553"/>
          <p:cNvSpPr txBox="1"/>
          <p:nvPr>
            <p:ph idx="6" type="subTitle"/>
          </p:nvPr>
        </p:nvSpPr>
        <p:spPr>
          <a:xfrm>
            <a:off x="2600950" y="1983973"/>
            <a:ext cx="1951500" cy="398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900"/>
              <a:buNone/>
              <a:defRPr b="1" sz="1200">
                <a:solidFill>
                  <a:schemeClr val="accent4"/>
                </a:solidFill>
              </a:defRPr>
            </a:lvl1pPr>
            <a:lvl2pPr lvl="1" algn="l">
              <a:lnSpc>
                <a:spcPct val="115000"/>
              </a:lnSpc>
              <a:spcBef>
                <a:spcPts val="1000"/>
              </a:spcBef>
              <a:spcAft>
                <a:spcPts val="0"/>
              </a:spcAft>
              <a:buSzPts val="900"/>
              <a:buNone/>
              <a:defRPr/>
            </a:lvl2pPr>
            <a:lvl3pPr lvl="2" algn="l">
              <a:lnSpc>
                <a:spcPct val="115000"/>
              </a:lnSpc>
              <a:spcBef>
                <a:spcPts val="1000"/>
              </a:spcBef>
              <a:spcAft>
                <a:spcPts val="0"/>
              </a:spcAft>
              <a:buSzPts val="800"/>
              <a:buNone/>
              <a:defRPr/>
            </a:lvl3pPr>
            <a:lvl4pPr lvl="3" algn="l">
              <a:lnSpc>
                <a:spcPct val="115000"/>
              </a:lnSpc>
              <a:spcBef>
                <a:spcPts val="1000"/>
              </a:spcBef>
              <a:spcAft>
                <a:spcPts val="0"/>
              </a:spcAft>
              <a:buSzPts val="800"/>
              <a:buNone/>
              <a:defRPr/>
            </a:lvl4pPr>
            <a:lvl5pPr lvl="4" algn="l">
              <a:lnSpc>
                <a:spcPct val="115000"/>
              </a:lnSpc>
              <a:spcBef>
                <a:spcPts val="1000"/>
              </a:spcBef>
              <a:spcAft>
                <a:spcPts val="0"/>
              </a:spcAft>
              <a:buSzPts val="800"/>
              <a:buNone/>
              <a:defRPr/>
            </a:lvl5pPr>
            <a:lvl6pPr lvl="5" algn="l">
              <a:lnSpc>
                <a:spcPct val="115000"/>
              </a:lnSpc>
              <a:spcBef>
                <a:spcPts val="1000"/>
              </a:spcBef>
              <a:spcAft>
                <a:spcPts val="0"/>
              </a:spcAft>
              <a:buSzPts val="800"/>
              <a:buNone/>
              <a:defRPr/>
            </a:lvl6pPr>
            <a:lvl7pPr lvl="6" algn="l">
              <a:lnSpc>
                <a:spcPct val="115000"/>
              </a:lnSpc>
              <a:spcBef>
                <a:spcPts val="1000"/>
              </a:spcBef>
              <a:spcAft>
                <a:spcPts val="0"/>
              </a:spcAft>
              <a:buSzPts val="800"/>
              <a:buNone/>
              <a:defRPr/>
            </a:lvl7pPr>
            <a:lvl8pPr lvl="7" algn="l">
              <a:lnSpc>
                <a:spcPct val="115000"/>
              </a:lnSpc>
              <a:spcBef>
                <a:spcPts val="1000"/>
              </a:spcBef>
              <a:spcAft>
                <a:spcPts val="0"/>
              </a:spcAft>
              <a:buSzPts val="800"/>
              <a:buNone/>
              <a:defRPr/>
            </a:lvl8pPr>
            <a:lvl9pPr lvl="8" algn="l">
              <a:lnSpc>
                <a:spcPct val="115000"/>
              </a:lnSpc>
              <a:spcBef>
                <a:spcPts val="1000"/>
              </a:spcBef>
              <a:spcAft>
                <a:spcPts val="1000"/>
              </a:spcAft>
              <a:buSzPts val="800"/>
              <a:buNone/>
              <a:defRPr/>
            </a:lvl9pPr>
          </a:lstStyle>
          <a:p/>
        </p:txBody>
      </p:sp>
      <p:sp>
        <p:nvSpPr>
          <p:cNvPr id="2441" name="Google Shape;2441;p553"/>
          <p:cNvSpPr txBox="1"/>
          <p:nvPr>
            <p:ph idx="7" type="body"/>
          </p:nvPr>
        </p:nvSpPr>
        <p:spPr>
          <a:xfrm>
            <a:off x="4594700" y="2420139"/>
            <a:ext cx="1951500" cy="24981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chemeClr val="accent1"/>
              </a:buClr>
              <a:buSzPts val="900"/>
              <a:buChar char="●"/>
              <a:defRPr sz="1200"/>
            </a:lvl1pPr>
            <a:lvl2pPr indent="-285750" lvl="1" marL="914400" algn="l">
              <a:lnSpc>
                <a:spcPct val="115000"/>
              </a:lnSpc>
              <a:spcBef>
                <a:spcPts val="0"/>
              </a:spcBef>
              <a:spcAft>
                <a:spcPts val="0"/>
              </a:spcAft>
              <a:buSzPts val="900"/>
              <a:buChar char="○"/>
              <a:defRPr/>
            </a:lvl2pPr>
            <a:lvl3pPr indent="-279400" lvl="2" marL="1371600" algn="l">
              <a:lnSpc>
                <a:spcPct val="115000"/>
              </a:lnSpc>
              <a:spcBef>
                <a:spcPts val="1000"/>
              </a:spcBef>
              <a:spcAft>
                <a:spcPts val="0"/>
              </a:spcAft>
              <a:buSzPts val="800"/>
              <a:buChar char="■"/>
              <a:defRPr/>
            </a:lvl3pPr>
            <a:lvl4pPr indent="-279400" lvl="3" marL="1828800" algn="l">
              <a:lnSpc>
                <a:spcPct val="115000"/>
              </a:lnSpc>
              <a:spcBef>
                <a:spcPts val="1000"/>
              </a:spcBef>
              <a:spcAft>
                <a:spcPts val="0"/>
              </a:spcAft>
              <a:buSzPts val="800"/>
              <a:buChar char="●"/>
              <a:defRPr/>
            </a:lvl4pPr>
            <a:lvl5pPr indent="-279400" lvl="4" marL="2286000" algn="l">
              <a:lnSpc>
                <a:spcPct val="115000"/>
              </a:lnSpc>
              <a:spcBef>
                <a:spcPts val="1000"/>
              </a:spcBef>
              <a:spcAft>
                <a:spcPts val="0"/>
              </a:spcAft>
              <a:buSzPts val="800"/>
              <a:buChar char="○"/>
              <a:defRPr/>
            </a:lvl5pPr>
            <a:lvl6pPr indent="-279400" lvl="5" marL="2743200" algn="l">
              <a:lnSpc>
                <a:spcPct val="115000"/>
              </a:lnSpc>
              <a:spcBef>
                <a:spcPts val="1000"/>
              </a:spcBef>
              <a:spcAft>
                <a:spcPts val="0"/>
              </a:spcAft>
              <a:buSzPts val="800"/>
              <a:buChar char="■"/>
              <a:defRPr/>
            </a:lvl6pPr>
            <a:lvl7pPr indent="-279400" lvl="6" marL="3200400" algn="l">
              <a:lnSpc>
                <a:spcPct val="115000"/>
              </a:lnSpc>
              <a:spcBef>
                <a:spcPts val="1000"/>
              </a:spcBef>
              <a:spcAft>
                <a:spcPts val="0"/>
              </a:spcAft>
              <a:buSzPts val="800"/>
              <a:buChar char="●"/>
              <a:defRPr/>
            </a:lvl7pPr>
            <a:lvl8pPr indent="-279400" lvl="7" marL="3657600" algn="l">
              <a:lnSpc>
                <a:spcPct val="115000"/>
              </a:lnSpc>
              <a:spcBef>
                <a:spcPts val="1000"/>
              </a:spcBef>
              <a:spcAft>
                <a:spcPts val="0"/>
              </a:spcAft>
              <a:buSzPts val="800"/>
              <a:buChar char="○"/>
              <a:defRPr/>
            </a:lvl8pPr>
            <a:lvl9pPr indent="-279400" lvl="8" marL="4114800" algn="l">
              <a:lnSpc>
                <a:spcPct val="115000"/>
              </a:lnSpc>
              <a:spcBef>
                <a:spcPts val="1000"/>
              </a:spcBef>
              <a:spcAft>
                <a:spcPts val="1000"/>
              </a:spcAft>
              <a:buSzPts val="800"/>
              <a:buChar char="■"/>
              <a:defRPr/>
            </a:lvl9pPr>
          </a:lstStyle>
          <a:p/>
        </p:txBody>
      </p:sp>
      <p:sp>
        <p:nvSpPr>
          <p:cNvPr id="2442" name="Google Shape;2442;p553"/>
          <p:cNvSpPr txBox="1"/>
          <p:nvPr>
            <p:ph idx="8" type="subTitle"/>
          </p:nvPr>
        </p:nvSpPr>
        <p:spPr>
          <a:xfrm>
            <a:off x="4594700" y="1983973"/>
            <a:ext cx="1951500" cy="398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900"/>
              <a:buNone/>
              <a:defRPr b="1" sz="1200">
                <a:solidFill>
                  <a:schemeClr val="accent4"/>
                </a:solidFill>
              </a:defRPr>
            </a:lvl1pPr>
            <a:lvl2pPr lvl="1" algn="l">
              <a:lnSpc>
                <a:spcPct val="115000"/>
              </a:lnSpc>
              <a:spcBef>
                <a:spcPts val="1000"/>
              </a:spcBef>
              <a:spcAft>
                <a:spcPts val="0"/>
              </a:spcAft>
              <a:buSzPts val="900"/>
              <a:buNone/>
              <a:defRPr/>
            </a:lvl2pPr>
            <a:lvl3pPr lvl="2" algn="l">
              <a:lnSpc>
                <a:spcPct val="115000"/>
              </a:lnSpc>
              <a:spcBef>
                <a:spcPts val="1000"/>
              </a:spcBef>
              <a:spcAft>
                <a:spcPts val="0"/>
              </a:spcAft>
              <a:buSzPts val="800"/>
              <a:buNone/>
              <a:defRPr/>
            </a:lvl3pPr>
            <a:lvl4pPr lvl="3" algn="l">
              <a:lnSpc>
                <a:spcPct val="115000"/>
              </a:lnSpc>
              <a:spcBef>
                <a:spcPts val="1000"/>
              </a:spcBef>
              <a:spcAft>
                <a:spcPts val="0"/>
              </a:spcAft>
              <a:buSzPts val="800"/>
              <a:buNone/>
              <a:defRPr/>
            </a:lvl4pPr>
            <a:lvl5pPr lvl="4" algn="l">
              <a:lnSpc>
                <a:spcPct val="115000"/>
              </a:lnSpc>
              <a:spcBef>
                <a:spcPts val="1000"/>
              </a:spcBef>
              <a:spcAft>
                <a:spcPts val="0"/>
              </a:spcAft>
              <a:buSzPts val="800"/>
              <a:buNone/>
              <a:defRPr/>
            </a:lvl5pPr>
            <a:lvl6pPr lvl="5" algn="l">
              <a:lnSpc>
                <a:spcPct val="115000"/>
              </a:lnSpc>
              <a:spcBef>
                <a:spcPts val="1000"/>
              </a:spcBef>
              <a:spcAft>
                <a:spcPts val="0"/>
              </a:spcAft>
              <a:buSzPts val="800"/>
              <a:buNone/>
              <a:defRPr/>
            </a:lvl6pPr>
            <a:lvl7pPr lvl="6" algn="l">
              <a:lnSpc>
                <a:spcPct val="115000"/>
              </a:lnSpc>
              <a:spcBef>
                <a:spcPts val="1000"/>
              </a:spcBef>
              <a:spcAft>
                <a:spcPts val="0"/>
              </a:spcAft>
              <a:buSzPts val="800"/>
              <a:buNone/>
              <a:defRPr/>
            </a:lvl7pPr>
            <a:lvl8pPr lvl="7" algn="l">
              <a:lnSpc>
                <a:spcPct val="115000"/>
              </a:lnSpc>
              <a:spcBef>
                <a:spcPts val="1000"/>
              </a:spcBef>
              <a:spcAft>
                <a:spcPts val="0"/>
              </a:spcAft>
              <a:buSzPts val="800"/>
              <a:buNone/>
              <a:defRPr/>
            </a:lvl8pPr>
            <a:lvl9pPr lvl="8" algn="l">
              <a:lnSpc>
                <a:spcPct val="115000"/>
              </a:lnSpc>
              <a:spcBef>
                <a:spcPts val="1000"/>
              </a:spcBef>
              <a:spcAft>
                <a:spcPts val="1000"/>
              </a:spcAft>
              <a:buSzPts val="800"/>
              <a:buNone/>
              <a:defRPr/>
            </a:lvl9pPr>
          </a:lstStyle>
          <a:p/>
        </p:txBody>
      </p:sp>
    </p:spTree>
  </p:cSld>
  <p:clrMapOvr>
    <a:masterClrMapping/>
  </p:clrMapOvr>
</p:sldLayout>
</file>

<file path=ppt/slideLayouts/slideLayout5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 header, two columns">
  <p:cSld name="Sub header, two columns">
    <p:spTree>
      <p:nvGrpSpPr>
        <p:cNvPr id="2443" name="Shape 2443"/>
        <p:cNvGrpSpPr/>
        <p:nvPr/>
      </p:nvGrpSpPr>
      <p:grpSpPr>
        <a:xfrm>
          <a:off x="0" y="0"/>
          <a:ext cx="0" cy="0"/>
          <a:chOff x="0" y="0"/>
          <a:chExt cx="0" cy="0"/>
        </a:xfrm>
      </p:grpSpPr>
      <p:sp>
        <p:nvSpPr>
          <p:cNvPr id="2444" name="Google Shape;2444;p554"/>
          <p:cNvSpPr txBox="1"/>
          <p:nvPr>
            <p:ph idx="12" type="sldNum"/>
          </p:nvPr>
        </p:nvSpPr>
        <p:spPr>
          <a:xfrm>
            <a:off x="8572500" y="5080004"/>
            <a:ext cx="571500" cy="635100"/>
          </a:xfrm>
          <a:prstGeom prst="rect">
            <a:avLst/>
          </a:prstGeom>
          <a:noFill/>
          <a:ln>
            <a:noFill/>
          </a:ln>
        </p:spPr>
        <p:txBody>
          <a:bodyPr anchorCtr="0" anchor="t" bIns="68575" lIns="68575" spcFirstLastPara="1" rIns="68575" wrap="square" tIns="68575">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2445" name="Google Shape;2445;p554"/>
          <p:cNvSpPr txBox="1"/>
          <p:nvPr>
            <p:ph type="title"/>
          </p:nvPr>
        </p:nvSpPr>
        <p:spPr>
          <a:xfrm>
            <a:off x="571500" y="889006"/>
            <a:ext cx="40005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b="1"/>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446" name="Google Shape;2446;p554"/>
          <p:cNvSpPr txBox="1"/>
          <p:nvPr>
            <p:ph idx="1" type="body"/>
          </p:nvPr>
        </p:nvSpPr>
        <p:spPr>
          <a:xfrm>
            <a:off x="571500" y="2406917"/>
            <a:ext cx="3093000" cy="26730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SzPts val="900"/>
              <a:buChar char="●"/>
              <a:defRPr sz="1200"/>
            </a:lvl1pPr>
            <a:lvl2pPr indent="-285750" lvl="1" marL="914400" algn="l">
              <a:lnSpc>
                <a:spcPct val="115000"/>
              </a:lnSpc>
              <a:spcBef>
                <a:spcPts val="0"/>
              </a:spcBef>
              <a:spcAft>
                <a:spcPts val="0"/>
              </a:spcAft>
              <a:buSzPts val="900"/>
              <a:buChar char="○"/>
              <a:defRPr/>
            </a:lvl2pPr>
            <a:lvl3pPr indent="-279400" lvl="2" marL="1371600" algn="l">
              <a:lnSpc>
                <a:spcPct val="115000"/>
              </a:lnSpc>
              <a:spcBef>
                <a:spcPts val="1000"/>
              </a:spcBef>
              <a:spcAft>
                <a:spcPts val="0"/>
              </a:spcAft>
              <a:buSzPts val="800"/>
              <a:buChar char="■"/>
              <a:defRPr/>
            </a:lvl3pPr>
            <a:lvl4pPr indent="-279400" lvl="3" marL="1828800" algn="l">
              <a:lnSpc>
                <a:spcPct val="115000"/>
              </a:lnSpc>
              <a:spcBef>
                <a:spcPts val="1000"/>
              </a:spcBef>
              <a:spcAft>
                <a:spcPts val="0"/>
              </a:spcAft>
              <a:buSzPts val="800"/>
              <a:buChar char="●"/>
              <a:defRPr/>
            </a:lvl4pPr>
            <a:lvl5pPr indent="-279400" lvl="4" marL="2286000" algn="l">
              <a:lnSpc>
                <a:spcPct val="115000"/>
              </a:lnSpc>
              <a:spcBef>
                <a:spcPts val="1000"/>
              </a:spcBef>
              <a:spcAft>
                <a:spcPts val="0"/>
              </a:spcAft>
              <a:buSzPts val="800"/>
              <a:buChar char="○"/>
              <a:defRPr/>
            </a:lvl5pPr>
            <a:lvl6pPr indent="-279400" lvl="5" marL="2743200" algn="l">
              <a:lnSpc>
                <a:spcPct val="115000"/>
              </a:lnSpc>
              <a:spcBef>
                <a:spcPts val="1000"/>
              </a:spcBef>
              <a:spcAft>
                <a:spcPts val="0"/>
              </a:spcAft>
              <a:buSzPts val="800"/>
              <a:buChar char="■"/>
              <a:defRPr/>
            </a:lvl6pPr>
            <a:lvl7pPr indent="-279400" lvl="6" marL="3200400" algn="l">
              <a:lnSpc>
                <a:spcPct val="115000"/>
              </a:lnSpc>
              <a:spcBef>
                <a:spcPts val="1000"/>
              </a:spcBef>
              <a:spcAft>
                <a:spcPts val="0"/>
              </a:spcAft>
              <a:buSzPts val="800"/>
              <a:buChar char="●"/>
              <a:defRPr/>
            </a:lvl7pPr>
            <a:lvl8pPr indent="-279400" lvl="7" marL="3657600" algn="l">
              <a:lnSpc>
                <a:spcPct val="115000"/>
              </a:lnSpc>
              <a:spcBef>
                <a:spcPts val="1000"/>
              </a:spcBef>
              <a:spcAft>
                <a:spcPts val="0"/>
              </a:spcAft>
              <a:buSzPts val="800"/>
              <a:buChar char="○"/>
              <a:defRPr/>
            </a:lvl8pPr>
            <a:lvl9pPr indent="-279400" lvl="8" marL="4114800" algn="l">
              <a:lnSpc>
                <a:spcPct val="115000"/>
              </a:lnSpc>
              <a:spcBef>
                <a:spcPts val="1000"/>
              </a:spcBef>
              <a:spcAft>
                <a:spcPts val="1000"/>
              </a:spcAft>
              <a:buSzPts val="800"/>
              <a:buChar char="■"/>
              <a:defRPr/>
            </a:lvl9pPr>
          </a:lstStyle>
          <a:p/>
        </p:txBody>
      </p:sp>
      <p:sp>
        <p:nvSpPr>
          <p:cNvPr id="2447" name="Google Shape;2447;p554"/>
          <p:cNvSpPr txBox="1"/>
          <p:nvPr>
            <p:ph idx="2" type="body"/>
          </p:nvPr>
        </p:nvSpPr>
        <p:spPr>
          <a:xfrm>
            <a:off x="4572000" y="2406917"/>
            <a:ext cx="3093000" cy="26730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SzPts val="900"/>
              <a:buChar char="●"/>
              <a:defRPr sz="1200"/>
            </a:lvl1pPr>
            <a:lvl2pPr indent="-285750" lvl="1" marL="914400" algn="l">
              <a:lnSpc>
                <a:spcPct val="115000"/>
              </a:lnSpc>
              <a:spcBef>
                <a:spcPts val="0"/>
              </a:spcBef>
              <a:spcAft>
                <a:spcPts val="0"/>
              </a:spcAft>
              <a:buSzPts val="900"/>
              <a:buChar char="○"/>
              <a:defRPr/>
            </a:lvl2pPr>
            <a:lvl3pPr indent="-279400" lvl="2" marL="1371600" algn="l">
              <a:lnSpc>
                <a:spcPct val="115000"/>
              </a:lnSpc>
              <a:spcBef>
                <a:spcPts val="1000"/>
              </a:spcBef>
              <a:spcAft>
                <a:spcPts val="0"/>
              </a:spcAft>
              <a:buSzPts val="800"/>
              <a:buChar char="■"/>
              <a:defRPr/>
            </a:lvl3pPr>
            <a:lvl4pPr indent="-279400" lvl="3" marL="1828800" algn="l">
              <a:lnSpc>
                <a:spcPct val="115000"/>
              </a:lnSpc>
              <a:spcBef>
                <a:spcPts val="1000"/>
              </a:spcBef>
              <a:spcAft>
                <a:spcPts val="0"/>
              </a:spcAft>
              <a:buSzPts val="800"/>
              <a:buChar char="●"/>
              <a:defRPr/>
            </a:lvl4pPr>
            <a:lvl5pPr indent="-279400" lvl="4" marL="2286000" algn="l">
              <a:lnSpc>
                <a:spcPct val="115000"/>
              </a:lnSpc>
              <a:spcBef>
                <a:spcPts val="1000"/>
              </a:spcBef>
              <a:spcAft>
                <a:spcPts val="0"/>
              </a:spcAft>
              <a:buSzPts val="800"/>
              <a:buChar char="○"/>
              <a:defRPr/>
            </a:lvl5pPr>
            <a:lvl6pPr indent="-279400" lvl="5" marL="2743200" algn="l">
              <a:lnSpc>
                <a:spcPct val="115000"/>
              </a:lnSpc>
              <a:spcBef>
                <a:spcPts val="1000"/>
              </a:spcBef>
              <a:spcAft>
                <a:spcPts val="0"/>
              </a:spcAft>
              <a:buSzPts val="800"/>
              <a:buChar char="■"/>
              <a:defRPr/>
            </a:lvl6pPr>
            <a:lvl7pPr indent="-279400" lvl="6" marL="3200400" algn="l">
              <a:lnSpc>
                <a:spcPct val="115000"/>
              </a:lnSpc>
              <a:spcBef>
                <a:spcPts val="1000"/>
              </a:spcBef>
              <a:spcAft>
                <a:spcPts val="0"/>
              </a:spcAft>
              <a:buSzPts val="800"/>
              <a:buChar char="●"/>
              <a:defRPr/>
            </a:lvl7pPr>
            <a:lvl8pPr indent="-279400" lvl="7" marL="3657600" algn="l">
              <a:lnSpc>
                <a:spcPct val="115000"/>
              </a:lnSpc>
              <a:spcBef>
                <a:spcPts val="1000"/>
              </a:spcBef>
              <a:spcAft>
                <a:spcPts val="0"/>
              </a:spcAft>
              <a:buSzPts val="800"/>
              <a:buChar char="○"/>
              <a:defRPr/>
            </a:lvl8pPr>
            <a:lvl9pPr indent="-279400" lvl="8" marL="4114800" algn="l">
              <a:lnSpc>
                <a:spcPct val="115000"/>
              </a:lnSpc>
              <a:spcBef>
                <a:spcPts val="1000"/>
              </a:spcBef>
              <a:spcAft>
                <a:spcPts val="1000"/>
              </a:spcAft>
              <a:buSzPts val="800"/>
              <a:buChar char="■"/>
              <a:defRPr/>
            </a:lvl9pPr>
          </a:lstStyle>
          <a:p/>
        </p:txBody>
      </p:sp>
      <p:sp>
        <p:nvSpPr>
          <p:cNvPr id="2448" name="Google Shape;2448;p554"/>
          <p:cNvSpPr txBox="1"/>
          <p:nvPr>
            <p:ph idx="3" type="subTitle"/>
          </p:nvPr>
        </p:nvSpPr>
        <p:spPr>
          <a:xfrm>
            <a:off x="571500" y="1905000"/>
            <a:ext cx="3093000" cy="1710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accent4"/>
              </a:buClr>
              <a:buSzPts val="800"/>
              <a:buFont typeface="Poppins SemiBold"/>
              <a:buNone/>
              <a:defRPr sz="1000">
                <a:solidFill>
                  <a:schemeClr val="accent4"/>
                </a:solidFill>
                <a:latin typeface="Poppins SemiBold"/>
                <a:ea typeface="Poppins SemiBold"/>
                <a:cs typeface="Poppins SemiBold"/>
                <a:sym typeface="Poppins SemiBold"/>
              </a:defRPr>
            </a:lvl1pPr>
            <a:lvl2pPr lvl="1" algn="l">
              <a:lnSpc>
                <a:spcPct val="100000"/>
              </a:lnSpc>
              <a:spcBef>
                <a:spcPts val="0"/>
              </a:spcBef>
              <a:spcAft>
                <a:spcPts val="0"/>
              </a:spcAft>
              <a:buClr>
                <a:schemeClr val="accent4"/>
              </a:buClr>
              <a:buSzPts val="900"/>
              <a:buNone/>
              <a:defRPr>
                <a:solidFill>
                  <a:schemeClr val="accent4"/>
                </a:solidFill>
              </a:defRPr>
            </a:lvl2pPr>
            <a:lvl3pPr lvl="2" algn="l">
              <a:lnSpc>
                <a:spcPct val="100000"/>
              </a:lnSpc>
              <a:spcBef>
                <a:spcPts val="0"/>
              </a:spcBef>
              <a:spcAft>
                <a:spcPts val="0"/>
              </a:spcAft>
              <a:buClr>
                <a:schemeClr val="accent4"/>
              </a:buClr>
              <a:buSzPts val="800"/>
              <a:buNone/>
              <a:defRPr>
                <a:solidFill>
                  <a:schemeClr val="accent4"/>
                </a:solidFill>
              </a:defRPr>
            </a:lvl3pPr>
            <a:lvl4pPr lvl="3" algn="l">
              <a:lnSpc>
                <a:spcPct val="100000"/>
              </a:lnSpc>
              <a:spcBef>
                <a:spcPts val="0"/>
              </a:spcBef>
              <a:spcAft>
                <a:spcPts val="0"/>
              </a:spcAft>
              <a:buClr>
                <a:schemeClr val="accent4"/>
              </a:buClr>
              <a:buSzPts val="800"/>
              <a:buNone/>
              <a:defRPr>
                <a:solidFill>
                  <a:schemeClr val="accent4"/>
                </a:solidFill>
              </a:defRPr>
            </a:lvl4pPr>
            <a:lvl5pPr lvl="4" algn="l">
              <a:lnSpc>
                <a:spcPct val="100000"/>
              </a:lnSpc>
              <a:spcBef>
                <a:spcPts val="0"/>
              </a:spcBef>
              <a:spcAft>
                <a:spcPts val="0"/>
              </a:spcAft>
              <a:buClr>
                <a:schemeClr val="accent4"/>
              </a:buClr>
              <a:buSzPts val="800"/>
              <a:buNone/>
              <a:defRPr>
                <a:solidFill>
                  <a:schemeClr val="accent4"/>
                </a:solidFill>
              </a:defRPr>
            </a:lvl5pPr>
            <a:lvl6pPr lvl="5" algn="l">
              <a:lnSpc>
                <a:spcPct val="100000"/>
              </a:lnSpc>
              <a:spcBef>
                <a:spcPts val="0"/>
              </a:spcBef>
              <a:spcAft>
                <a:spcPts val="0"/>
              </a:spcAft>
              <a:buClr>
                <a:schemeClr val="accent4"/>
              </a:buClr>
              <a:buSzPts val="800"/>
              <a:buNone/>
              <a:defRPr>
                <a:solidFill>
                  <a:schemeClr val="accent4"/>
                </a:solidFill>
              </a:defRPr>
            </a:lvl6pPr>
            <a:lvl7pPr lvl="6" algn="l">
              <a:lnSpc>
                <a:spcPct val="100000"/>
              </a:lnSpc>
              <a:spcBef>
                <a:spcPts val="0"/>
              </a:spcBef>
              <a:spcAft>
                <a:spcPts val="0"/>
              </a:spcAft>
              <a:buClr>
                <a:schemeClr val="accent4"/>
              </a:buClr>
              <a:buSzPts val="800"/>
              <a:buNone/>
              <a:defRPr>
                <a:solidFill>
                  <a:schemeClr val="accent4"/>
                </a:solidFill>
              </a:defRPr>
            </a:lvl7pPr>
            <a:lvl8pPr lvl="7" algn="l">
              <a:lnSpc>
                <a:spcPct val="100000"/>
              </a:lnSpc>
              <a:spcBef>
                <a:spcPts val="0"/>
              </a:spcBef>
              <a:spcAft>
                <a:spcPts val="0"/>
              </a:spcAft>
              <a:buClr>
                <a:schemeClr val="accent4"/>
              </a:buClr>
              <a:buSzPts val="800"/>
              <a:buNone/>
              <a:defRPr>
                <a:solidFill>
                  <a:schemeClr val="accent4"/>
                </a:solidFill>
              </a:defRPr>
            </a:lvl8pPr>
            <a:lvl9pPr lvl="8" algn="l">
              <a:lnSpc>
                <a:spcPct val="100000"/>
              </a:lnSpc>
              <a:spcBef>
                <a:spcPts val="0"/>
              </a:spcBef>
              <a:spcAft>
                <a:spcPts val="0"/>
              </a:spcAft>
              <a:buClr>
                <a:schemeClr val="accent4"/>
              </a:buClr>
              <a:buSzPts val="800"/>
              <a:buNone/>
              <a:defRPr>
                <a:solidFill>
                  <a:schemeClr val="accent4"/>
                </a:solidFill>
              </a:defRPr>
            </a:lvl9pPr>
          </a:lstStyle>
          <a:p/>
        </p:txBody>
      </p:sp>
      <p:sp>
        <p:nvSpPr>
          <p:cNvPr id="2449" name="Google Shape;2449;p554"/>
          <p:cNvSpPr txBox="1"/>
          <p:nvPr>
            <p:ph idx="4" type="subTitle"/>
          </p:nvPr>
        </p:nvSpPr>
        <p:spPr>
          <a:xfrm>
            <a:off x="4572000" y="1905000"/>
            <a:ext cx="3093000" cy="1710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accent4"/>
              </a:buClr>
              <a:buSzPts val="800"/>
              <a:buFont typeface="Poppins SemiBold"/>
              <a:buNone/>
              <a:defRPr sz="1000">
                <a:solidFill>
                  <a:schemeClr val="accent4"/>
                </a:solidFill>
                <a:latin typeface="Poppins SemiBold"/>
                <a:ea typeface="Poppins SemiBold"/>
                <a:cs typeface="Poppins SemiBold"/>
                <a:sym typeface="Poppins SemiBold"/>
              </a:defRPr>
            </a:lvl1pPr>
            <a:lvl2pPr lvl="1" algn="l">
              <a:lnSpc>
                <a:spcPct val="100000"/>
              </a:lnSpc>
              <a:spcBef>
                <a:spcPts val="0"/>
              </a:spcBef>
              <a:spcAft>
                <a:spcPts val="0"/>
              </a:spcAft>
              <a:buClr>
                <a:schemeClr val="accent4"/>
              </a:buClr>
              <a:buSzPts val="900"/>
              <a:buNone/>
              <a:defRPr>
                <a:solidFill>
                  <a:schemeClr val="accent4"/>
                </a:solidFill>
              </a:defRPr>
            </a:lvl2pPr>
            <a:lvl3pPr lvl="2" algn="l">
              <a:lnSpc>
                <a:spcPct val="100000"/>
              </a:lnSpc>
              <a:spcBef>
                <a:spcPts val="0"/>
              </a:spcBef>
              <a:spcAft>
                <a:spcPts val="0"/>
              </a:spcAft>
              <a:buClr>
                <a:schemeClr val="accent4"/>
              </a:buClr>
              <a:buSzPts val="800"/>
              <a:buNone/>
              <a:defRPr>
                <a:solidFill>
                  <a:schemeClr val="accent4"/>
                </a:solidFill>
              </a:defRPr>
            </a:lvl3pPr>
            <a:lvl4pPr lvl="3" algn="l">
              <a:lnSpc>
                <a:spcPct val="100000"/>
              </a:lnSpc>
              <a:spcBef>
                <a:spcPts val="0"/>
              </a:spcBef>
              <a:spcAft>
                <a:spcPts val="0"/>
              </a:spcAft>
              <a:buClr>
                <a:schemeClr val="accent4"/>
              </a:buClr>
              <a:buSzPts val="800"/>
              <a:buNone/>
              <a:defRPr>
                <a:solidFill>
                  <a:schemeClr val="accent4"/>
                </a:solidFill>
              </a:defRPr>
            </a:lvl4pPr>
            <a:lvl5pPr lvl="4" algn="l">
              <a:lnSpc>
                <a:spcPct val="100000"/>
              </a:lnSpc>
              <a:spcBef>
                <a:spcPts val="0"/>
              </a:spcBef>
              <a:spcAft>
                <a:spcPts val="0"/>
              </a:spcAft>
              <a:buClr>
                <a:schemeClr val="accent4"/>
              </a:buClr>
              <a:buSzPts val="800"/>
              <a:buNone/>
              <a:defRPr>
                <a:solidFill>
                  <a:schemeClr val="accent4"/>
                </a:solidFill>
              </a:defRPr>
            </a:lvl5pPr>
            <a:lvl6pPr lvl="5" algn="l">
              <a:lnSpc>
                <a:spcPct val="100000"/>
              </a:lnSpc>
              <a:spcBef>
                <a:spcPts val="0"/>
              </a:spcBef>
              <a:spcAft>
                <a:spcPts val="0"/>
              </a:spcAft>
              <a:buClr>
                <a:schemeClr val="accent4"/>
              </a:buClr>
              <a:buSzPts val="800"/>
              <a:buNone/>
              <a:defRPr>
                <a:solidFill>
                  <a:schemeClr val="accent4"/>
                </a:solidFill>
              </a:defRPr>
            </a:lvl6pPr>
            <a:lvl7pPr lvl="6" algn="l">
              <a:lnSpc>
                <a:spcPct val="100000"/>
              </a:lnSpc>
              <a:spcBef>
                <a:spcPts val="0"/>
              </a:spcBef>
              <a:spcAft>
                <a:spcPts val="0"/>
              </a:spcAft>
              <a:buClr>
                <a:schemeClr val="accent4"/>
              </a:buClr>
              <a:buSzPts val="800"/>
              <a:buNone/>
              <a:defRPr>
                <a:solidFill>
                  <a:schemeClr val="accent4"/>
                </a:solidFill>
              </a:defRPr>
            </a:lvl7pPr>
            <a:lvl8pPr lvl="7" algn="l">
              <a:lnSpc>
                <a:spcPct val="100000"/>
              </a:lnSpc>
              <a:spcBef>
                <a:spcPts val="0"/>
              </a:spcBef>
              <a:spcAft>
                <a:spcPts val="0"/>
              </a:spcAft>
              <a:buClr>
                <a:schemeClr val="accent4"/>
              </a:buClr>
              <a:buSzPts val="800"/>
              <a:buNone/>
              <a:defRPr>
                <a:solidFill>
                  <a:schemeClr val="accent4"/>
                </a:solidFill>
              </a:defRPr>
            </a:lvl8pPr>
            <a:lvl9pPr lvl="8" algn="l">
              <a:lnSpc>
                <a:spcPct val="100000"/>
              </a:lnSpc>
              <a:spcBef>
                <a:spcPts val="0"/>
              </a:spcBef>
              <a:spcAft>
                <a:spcPts val="0"/>
              </a:spcAft>
              <a:buClr>
                <a:schemeClr val="accent4"/>
              </a:buClr>
              <a:buSzPts val="800"/>
              <a:buNone/>
              <a:defRPr>
                <a:solidFill>
                  <a:schemeClr val="accent4"/>
                </a:solidFill>
              </a:defRPr>
            </a:lvl9pPr>
          </a:lstStyle>
          <a:p/>
        </p:txBody>
      </p:sp>
    </p:spTree>
  </p:cSld>
  <p:clrMapOvr>
    <a:masterClrMapping/>
  </p:clrMapOvr>
</p:sldLayout>
</file>

<file path=ppt/slideLayouts/slideLayout5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 picture">
  <p:cSld name="Title and text + picture">
    <p:spTree>
      <p:nvGrpSpPr>
        <p:cNvPr id="2450" name="Shape 2450"/>
        <p:cNvGrpSpPr/>
        <p:nvPr/>
      </p:nvGrpSpPr>
      <p:grpSpPr>
        <a:xfrm>
          <a:off x="0" y="0"/>
          <a:ext cx="0" cy="0"/>
          <a:chOff x="0" y="0"/>
          <a:chExt cx="0" cy="0"/>
        </a:xfrm>
      </p:grpSpPr>
      <p:sp>
        <p:nvSpPr>
          <p:cNvPr id="2451" name="Google Shape;2451;p555"/>
          <p:cNvSpPr txBox="1"/>
          <p:nvPr>
            <p:ph type="title"/>
          </p:nvPr>
        </p:nvSpPr>
        <p:spPr>
          <a:xfrm>
            <a:off x="571500" y="889000"/>
            <a:ext cx="30897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8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800">
                <a:solidFill>
                  <a:schemeClr val="dk1"/>
                </a:solidFill>
              </a:defRPr>
            </a:lvl2pPr>
            <a:lvl3pPr lvl="2" algn="l">
              <a:lnSpc>
                <a:spcPct val="115000"/>
              </a:lnSpc>
              <a:spcBef>
                <a:spcPts val="0"/>
              </a:spcBef>
              <a:spcAft>
                <a:spcPts val="0"/>
              </a:spcAft>
              <a:buClr>
                <a:schemeClr val="dk1"/>
              </a:buClr>
              <a:buSzPts val="1400"/>
              <a:buNone/>
              <a:defRPr sz="1800">
                <a:solidFill>
                  <a:schemeClr val="dk1"/>
                </a:solidFill>
              </a:defRPr>
            </a:lvl3pPr>
            <a:lvl4pPr lvl="3" algn="l">
              <a:lnSpc>
                <a:spcPct val="115000"/>
              </a:lnSpc>
              <a:spcBef>
                <a:spcPts val="0"/>
              </a:spcBef>
              <a:spcAft>
                <a:spcPts val="0"/>
              </a:spcAft>
              <a:buClr>
                <a:schemeClr val="dk1"/>
              </a:buClr>
              <a:buSzPts val="1400"/>
              <a:buNone/>
              <a:defRPr sz="1800">
                <a:solidFill>
                  <a:schemeClr val="dk1"/>
                </a:solidFill>
              </a:defRPr>
            </a:lvl4pPr>
            <a:lvl5pPr lvl="4" algn="l">
              <a:lnSpc>
                <a:spcPct val="115000"/>
              </a:lnSpc>
              <a:spcBef>
                <a:spcPts val="0"/>
              </a:spcBef>
              <a:spcAft>
                <a:spcPts val="0"/>
              </a:spcAft>
              <a:buClr>
                <a:schemeClr val="dk1"/>
              </a:buClr>
              <a:buSzPts val="1400"/>
              <a:buNone/>
              <a:defRPr sz="1800">
                <a:solidFill>
                  <a:schemeClr val="dk1"/>
                </a:solidFill>
              </a:defRPr>
            </a:lvl5pPr>
            <a:lvl6pPr lvl="5" algn="l">
              <a:lnSpc>
                <a:spcPct val="115000"/>
              </a:lnSpc>
              <a:spcBef>
                <a:spcPts val="0"/>
              </a:spcBef>
              <a:spcAft>
                <a:spcPts val="0"/>
              </a:spcAft>
              <a:buClr>
                <a:schemeClr val="dk1"/>
              </a:buClr>
              <a:buSzPts val="1400"/>
              <a:buNone/>
              <a:defRPr sz="1800">
                <a:solidFill>
                  <a:schemeClr val="dk1"/>
                </a:solidFill>
              </a:defRPr>
            </a:lvl6pPr>
            <a:lvl7pPr lvl="6" algn="l">
              <a:lnSpc>
                <a:spcPct val="115000"/>
              </a:lnSpc>
              <a:spcBef>
                <a:spcPts val="0"/>
              </a:spcBef>
              <a:spcAft>
                <a:spcPts val="0"/>
              </a:spcAft>
              <a:buClr>
                <a:schemeClr val="dk1"/>
              </a:buClr>
              <a:buSzPts val="1400"/>
              <a:buNone/>
              <a:defRPr sz="1800">
                <a:solidFill>
                  <a:schemeClr val="dk1"/>
                </a:solidFill>
              </a:defRPr>
            </a:lvl7pPr>
            <a:lvl8pPr lvl="7" algn="l">
              <a:lnSpc>
                <a:spcPct val="115000"/>
              </a:lnSpc>
              <a:spcBef>
                <a:spcPts val="0"/>
              </a:spcBef>
              <a:spcAft>
                <a:spcPts val="0"/>
              </a:spcAft>
              <a:buClr>
                <a:schemeClr val="dk1"/>
              </a:buClr>
              <a:buSzPts val="1400"/>
              <a:buNone/>
              <a:defRPr sz="1800">
                <a:solidFill>
                  <a:schemeClr val="dk1"/>
                </a:solidFill>
              </a:defRPr>
            </a:lvl8pPr>
            <a:lvl9pPr lvl="8" algn="l">
              <a:lnSpc>
                <a:spcPct val="115000"/>
              </a:lnSpc>
              <a:spcBef>
                <a:spcPts val="0"/>
              </a:spcBef>
              <a:spcAft>
                <a:spcPts val="0"/>
              </a:spcAft>
              <a:buClr>
                <a:schemeClr val="dk1"/>
              </a:buClr>
              <a:buSzPts val="1400"/>
              <a:buNone/>
              <a:defRPr sz="1800">
                <a:solidFill>
                  <a:schemeClr val="dk1"/>
                </a:solidFill>
              </a:defRPr>
            </a:lvl9pPr>
          </a:lstStyle>
          <a:p/>
        </p:txBody>
      </p:sp>
      <p:sp>
        <p:nvSpPr>
          <p:cNvPr id="2452" name="Google Shape;2452;p555"/>
          <p:cNvSpPr/>
          <p:nvPr>
            <p:ph idx="2" type="pic"/>
          </p:nvPr>
        </p:nvSpPr>
        <p:spPr>
          <a:xfrm>
            <a:off x="5011488" y="1069667"/>
            <a:ext cx="3218100" cy="3218100"/>
          </a:xfrm>
          <a:prstGeom prst="roundRect">
            <a:avLst>
              <a:gd fmla="val 1254" name="adj"/>
            </a:avLst>
          </a:prstGeom>
          <a:noFill/>
          <a:ln>
            <a:noFill/>
          </a:ln>
        </p:spPr>
      </p:sp>
      <p:sp>
        <p:nvSpPr>
          <p:cNvPr id="2453" name="Google Shape;2453;p555"/>
          <p:cNvSpPr txBox="1"/>
          <p:nvPr>
            <p:ph idx="1" type="body"/>
          </p:nvPr>
        </p:nvSpPr>
        <p:spPr>
          <a:xfrm>
            <a:off x="571500" y="1905000"/>
            <a:ext cx="30897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
        <p:nvSpPr>
          <p:cNvPr id="2454" name="Google Shape;2454;p555"/>
          <p:cNvSpPr txBox="1"/>
          <p:nvPr>
            <p:ph idx="12" type="sldNum"/>
          </p:nvPr>
        </p:nvSpPr>
        <p:spPr>
          <a:xfrm>
            <a:off x="8572500" y="5080004"/>
            <a:ext cx="571500" cy="635100"/>
          </a:xfrm>
          <a:prstGeom prst="rect">
            <a:avLst/>
          </a:prstGeom>
          <a:noFill/>
          <a:ln>
            <a:noFill/>
          </a:ln>
        </p:spPr>
        <p:txBody>
          <a:bodyPr anchorCtr="0" anchor="t" bIns="68575" lIns="68575" spcFirstLastPara="1" rIns="68575" wrap="square" tIns="68575">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888">
          <p15:clr>
            <a:srgbClr val="E46962"/>
          </p15:clr>
        </p15:guide>
      </p15:sldGuideLst>
    </p:ext>
  </p:extLst>
</p:sldLayout>
</file>

<file path=ppt/slideLayouts/slideLayout5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2455" name="Shape 2455"/>
        <p:cNvGrpSpPr/>
        <p:nvPr/>
      </p:nvGrpSpPr>
      <p:grpSpPr>
        <a:xfrm>
          <a:off x="0" y="0"/>
          <a:ext cx="0" cy="0"/>
          <a:chOff x="0" y="0"/>
          <a:chExt cx="0" cy="0"/>
        </a:xfrm>
      </p:grpSpPr>
      <p:sp>
        <p:nvSpPr>
          <p:cNvPr id="2456" name="Google Shape;2456;p556"/>
          <p:cNvSpPr txBox="1"/>
          <p:nvPr>
            <p:ph idx="12" type="sldNum"/>
          </p:nvPr>
        </p:nvSpPr>
        <p:spPr>
          <a:xfrm>
            <a:off x="8572500" y="5080004"/>
            <a:ext cx="571500" cy="635100"/>
          </a:xfrm>
          <a:prstGeom prst="rect">
            <a:avLst/>
          </a:prstGeom>
          <a:noFill/>
          <a:ln>
            <a:noFill/>
          </a:ln>
        </p:spPr>
        <p:txBody>
          <a:bodyPr anchorCtr="0" anchor="t" bIns="68575" lIns="68575" spcFirstLastPara="1" rIns="68575" wrap="square" tIns="68575">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2457" name="Google Shape;2457;p556"/>
          <p:cNvSpPr txBox="1"/>
          <p:nvPr>
            <p:ph type="title"/>
          </p:nvPr>
        </p:nvSpPr>
        <p:spPr>
          <a:xfrm>
            <a:off x="571500" y="889000"/>
            <a:ext cx="80010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b="1"/>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Tree>
  </p:cSld>
  <p:clrMapOvr>
    <a:masterClrMapping/>
  </p:clrMapOvr>
</p:sldLayout>
</file>

<file path=ppt/slideLayouts/slideLayout5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1">
  <p:cSld name="TITLE_AND_BODY_3">
    <p:spTree>
      <p:nvGrpSpPr>
        <p:cNvPr id="2458" name="Shape 2458"/>
        <p:cNvGrpSpPr/>
        <p:nvPr/>
      </p:nvGrpSpPr>
      <p:grpSpPr>
        <a:xfrm>
          <a:off x="0" y="0"/>
          <a:ext cx="0" cy="0"/>
          <a:chOff x="0" y="0"/>
          <a:chExt cx="0" cy="0"/>
        </a:xfrm>
      </p:grpSpPr>
      <p:sp>
        <p:nvSpPr>
          <p:cNvPr id="2459" name="Google Shape;2459;p557"/>
          <p:cNvSpPr txBox="1"/>
          <p:nvPr>
            <p:ph idx="12" type="sldNum"/>
          </p:nvPr>
        </p:nvSpPr>
        <p:spPr>
          <a:xfrm>
            <a:off x="8572500" y="5080004"/>
            <a:ext cx="571500" cy="635100"/>
          </a:xfrm>
          <a:prstGeom prst="rect">
            <a:avLst/>
          </a:prstGeom>
          <a:noFill/>
          <a:ln>
            <a:noFill/>
          </a:ln>
        </p:spPr>
        <p:txBody>
          <a:bodyPr anchorCtr="0" anchor="t" bIns="68575" lIns="68575" spcFirstLastPara="1" rIns="68575" wrap="square" tIns="68575">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2460" name="Google Shape;2460;p557"/>
          <p:cNvSpPr txBox="1"/>
          <p:nvPr>
            <p:ph type="title"/>
          </p:nvPr>
        </p:nvSpPr>
        <p:spPr>
          <a:xfrm>
            <a:off x="571500" y="889000"/>
            <a:ext cx="30897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8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800">
                <a:solidFill>
                  <a:schemeClr val="dk1"/>
                </a:solidFill>
              </a:defRPr>
            </a:lvl2pPr>
            <a:lvl3pPr lvl="2" algn="l">
              <a:lnSpc>
                <a:spcPct val="115000"/>
              </a:lnSpc>
              <a:spcBef>
                <a:spcPts val="0"/>
              </a:spcBef>
              <a:spcAft>
                <a:spcPts val="0"/>
              </a:spcAft>
              <a:buClr>
                <a:schemeClr val="dk1"/>
              </a:buClr>
              <a:buSzPts val="1400"/>
              <a:buNone/>
              <a:defRPr sz="1800">
                <a:solidFill>
                  <a:schemeClr val="dk1"/>
                </a:solidFill>
              </a:defRPr>
            </a:lvl3pPr>
            <a:lvl4pPr lvl="3" algn="l">
              <a:lnSpc>
                <a:spcPct val="115000"/>
              </a:lnSpc>
              <a:spcBef>
                <a:spcPts val="0"/>
              </a:spcBef>
              <a:spcAft>
                <a:spcPts val="0"/>
              </a:spcAft>
              <a:buClr>
                <a:schemeClr val="dk1"/>
              </a:buClr>
              <a:buSzPts val="1400"/>
              <a:buNone/>
              <a:defRPr sz="1800">
                <a:solidFill>
                  <a:schemeClr val="dk1"/>
                </a:solidFill>
              </a:defRPr>
            </a:lvl4pPr>
            <a:lvl5pPr lvl="4" algn="l">
              <a:lnSpc>
                <a:spcPct val="115000"/>
              </a:lnSpc>
              <a:spcBef>
                <a:spcPts val="0"/>
              </a:spcBef>
              <a:spcAft>
                <a:spcPts val="0"/>
              </a:spcAft>
              <a:buClr>
                <a:schemeClr val="dk1"/>
              </a:buClr>
              <a:buSzPts val="1400"/>
              <a:buNone/>
              <a:defRPr sz="1800">
                <a:solidFill>
                  <a:schemeClr val="dk1"/>
                </a:solidFill>
              </a:defRPr>
            </a:lvl5pPr>
            <a:lvl6pPr lvl="5" algn="l">
              <a:lnSpc>
                <a:spcPct val="115000"/>
              </a:lnSpc>
              <a:spcBef>
                <a:spcPts val="0"/>
              </a:spcBef>
              <a:spcAft>
                <a:spcPts val="0"/>
              </a:spcAft>
              <a:buClr>
                <a:schemeClr val="dk1"/>
              </a:buClr>
              <a:buSzPts val="1400"/>
              <a:buNone/>
              <a:defRPr sz="1800">
                <a:solidFill>
                  <a:schemeClr val="dk1"/>
                </a:solidFill>
              </a:defRPr>
            </a:lvl6pPr>
            <a:lvl7pPr lvl="6" algn="l">
              <a:lnSpc>
                <a:spcPct val="115000"/>
              </a:lnSpc>
              <a:spcBef>
                <a:spcPts val="0"/>
              </a:spcBef>
              <a:spcAft>
                <a:spcPts val="0"/>
              </a:spcAft>
              <a:buClr>
                <a:schemeClr val="dk1"/>
              </a:buClr>
              <a:buSzPts val="1400"/>
              <a:buNone/>
              <a:defRPr sz="1800">
                <a:solidFill>
                  <a:schemeClr val="dk1"/>
                </a:solidFill>
              </a:defRPr>
            </a:lvl7pPr>
            <a:lvl8pPr lvl="7" algn="l">
              <a:lnSpc>
                <a:spcPct val="115000"/>
              </a:lnSpc>
              <a:spcBef>
                <a:spcPts val="0"/>
              </a:spcBef>
              <a:spcAft>
                <a:spcPts val="0"/>
              </a:spcAft>
              <a:buClr>
                <a:schemeClr val="dk1"/>
              </a:buClr>
              <a:buSzPts val="1400"/>
              <a:buNone/>
              <a:defRPr sz="1800">
                <a:solidFill>
                  <a:schemeClr val="dk1"/>
                </a:solidFill>
              </a:defRPr>
            </a:lvl8pPr>
            <a:lvl9pPr lvl="8" algn="l">
              <a:lnSpc>
                <a:spcPct val="115000"/>
              </a:lnSpc>
              <a:spcBef>
                <a:spcPts val="0"/>
              </a:spcBef>
              <a:spcAft>
                <a:spcPts val="0"/>
              </a:spcAft>
              <a:buClr>
                <a:schemeClr val="dk1"/>
              </a:buClr>
              <a:buSzPts val="1400"/>
              <a:buNone/>
              <a:defRPr sz="1800">
                <a:solidFill>
                  <a:schemeClr val="dk1"/>
                </a:solidFill>
              </a:defRPr>
            </a:lvl9pPr>
          </a:lstStyle>
          <a:p/>
        </p:txBody>
      </p:sp>
      <p:sp>
        <p:nvSpPr>
          <p:cNvPr id="2461" name="Google Shape;2461;p557"/>
          <p:cNvSpPr txBox="1"/>
          <p:nvPr>
            <p:ph idx="1" type="body"/>
          </p:nvPr>
        </p:nvSpPr>
        <p:spPr>
          <a:xfrm>
            <a:off x="571500" y="1905000"/>
            <a:ext cx="30897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5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spTree>
      <p:nvGrpSpPr>
        <p:cNvPr id="2462" name="Shape 2462"/>
        <p:cNvGrpSpPr/>
        <p:nvPr/>
      </p:nvGrpSpPr>
      <p:grpSpPr>
        <a:xfrm>
          <a:off x="0" y="0"/>
          <a:ext cx="0" cy="0"/>
          <a:chOff x="0" y="0"/>
          <a:chExt cx="0" cy="0"/>
        </a:xfrm>
      </p:grpSpPr>
      <p:sp>
        <p:nvSpPr>
          <p:cNvPr id="2463" name="Google Shape;2463;p558"/>
          <p:cNvSpPr txBox="1"/>
          <p:nvPr>
            <p:ph idx="12" type="sldNum"/>
          </p:nvPr>
        </p:nvSpPr>
        <p:spPr>
          <a:xfrm>
            <a:off x="8572500" y="5080004"/>
            <a:ext cx="571500" cy="635100"/>
          </a:xfrm>
          <a:prstGeom prst="rect">
            <a:avLst/>
          </a:prstGeom>
          <a:noFill/>
          <a:ln>
            <a:noFill/>
          </a:ln>
        </p:spPr>
        <p:txBody>
          <a:bodyPr anchorCtr="0" anchor="t" bIns="68575" lIns="68575" spcFirstLastPara="1" rIns="68575" wrap="square" tIns="68575">
            <a:noAutofit/>
          </a:bodyPr>
          <a:lstStyle>
            <a:lvl1pPr indent="0" lvl="0" marL="0" algn="l">
              <a:buClr>
                <a:schemeClr val="accent4"/>
              </a:buClr>
              <a:buSzPts val="900"/>
              <a:buFont typeface="Arial"/>
              <a:buNone/>
              <a:defRPr sz="900">
                <a:solidFill>
                  <a:schemeClr val="accent4"/>
                </a:solidFill>
                <a:latin typeface="Arial"/>
                <a:ea typeface="Arial"/>
                <a:cs typeface="Arial"/>
                <a:sym typeface="Arial"/>
              </a:defRPr>
            </a:lvl1pPr>
            <a:lvl2pPr indent="0" lvl="1" marL="0" algn="l">
              <a:buClr>
                <a:schemeClr val="accent4"/>
              </a:buClr>
              <a:buSzPts val="900"/>
              <a:buFont typeface="Arial"/>
              <a:buNone/>
              <a:defRPr sz="900">
                <a:solidFill>
                  <a:schemeClr val="accent4"/>
                </a:solidFill>
                <a:latin typeface="Arial"/>
                <a:ea typeface="Arial"/>
                <a:cs typeface="Arial"/>
                <a:sym typeface="Arial"/>
              </a:defRPr>
            </a:lvl2pPr>
            <a:lvl3pPr indent="0" lvl="2" marL="0" algn="l">
              <a:buClr>
                <a:schemeClr val="accent4"/>
              </a:buClr>
              <a:buSzPts val="900"/>
              <a:buFont typeface="Arial"/>
              <a:buNone/>
              <a:defRPr sz="900">
                <a:solidFill>
                  <a:schemeClr val="accent4"/>
                </a:solidFill>
                <a:latin typeface="Arial"/>
                <a:ea typeface="Arial"/>
                <a:cs typeface="Arial"/>
                <a:sym typeface="Arial"/>
              </a:defRPr>
            </a:lvl3pPr>
            <a:lvl4pPr indent="0" lvl="3" marL="0" algn="l">
              <a:buClr>
                <a:schemeClr val="accent4"/>
              </a:buClr>
              <a:buSzPts val="900"/>
              <a:buFont typeface="Arial"/>
              <a:buNone/>
              <a:defRPr sz="900">
                <a:solidFill>
                  <a:schemeClr val="accent4"/>
                </a:solidFill>
                <a:latin typeface="Arial"/>
                <a:ea typeface="Arial"/>
                <a:cs typeface="Arial"/>
                <a:sym typeface="Arial"/>
              </a:defRPr>
            </a:lvl4pPr>
            <a:lvl5pPr indent="0" lvl="4" marL="0" algn="l">
              <a:buClr>
                <a:schemeClr val="accent4"/>
              </a:buClr>
              <a:buSzPts val="900"/>
              <a:buFont typeface="Arial"/>
              <a:buNone/>
              <a:defRPr sz="900">
                <a:solidFill>
                  <a:schemeClr val="accent4"/>
                </a:solidFill>
                <a:latin typeface="Arial"/>
                <a:ea typeface="Arial"/>
                <a:cs typeface="Arial"/>
                <a:sym typeface="Arial"/>
              </a:defRPr>
            </a:lvl5pPr>
            <a:lvl6pPr indent="0" lvl="5" marL="0" algn="l">
              <a:buClr>
                <a:schemeClr val="accent4"/>
              </a:buClr>
              <a:buSzPts val="900"/>
              <a:buFont typeface="Arial"/>
              <a:buNone/>
              <a:defRPr sz="900">
                <a:solidFill>
                  <a:schemeClr val="accent4"/>
                </a:solidFill>
                <a:latin typeface="Arial"/>
                <a:ea typeface="Arial"/>
                <a:cs typeface="Arial"/>
                <a:sym typeface="Arial"/>
              </a:defRPr>
            </a:lvl6pPr>
            <a:lvl7pPr indent="0" lvl="6" marL="0" algn="l">
              <a:buClr>
                <a:schemeClr val="accent4"/>
              </a:buClr>
              <a:buSzPts val="900"/>
              <a:buFont typeface="Arial"/>
              <a:buNone/>
              <a:defRPr sz="900">
                <a:solidFill>
                  <a:schemeClr val="accent4"/>
                </a:solidFill>
                <a:latin typeface="Arial"/>
                <a:ea typeface="Arial"/>
                <a:cs typeface="Arial"/>
                <a:sym typeface="Arial"/>
              </a:defRPr>
            </a:lvl7pPr>
            <a:lvl8pPr indent="0" lvl="7" marL="0" algn="l">
              <a:buClr>
                <a:schemeClr val="accent4"/>
              </a:buClr>
              <a:buSzPts val="900"/>
              <a:buFont typeface="Arial"/>
              <a:buNone/>
              <a:defRPr sz="900">
                <a:solidFill>
                  <a:schemeClr val="accent4"/>
                </a:solidFill>
                <a:latin typeface="Arial"/>
                <a:ea typeface="Arial"/>
                <a:cs typeface="Arial"/>
                <a:sym typeface="Arial"/>
              </a:defRPr>
            </a:lvl8pPr>
            <a:lvl9pPr indent="0" lvl="8" marL="0" algn="l">
              <a:buClr>
                <a:schemeClr val="accent4"/>
              </a:buClr>
              <a:buSzPts val="900"/>
              <a:buFont typeface="Arial"/>
              <a:buNone/>
              <a:defRPr sz="900">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2464" name="Google Shape;2464;p558"/>
          <p:cNvSpPr txBox="1"/>
          <p:nvPr>
            <p:ph type="title"/>
          </p:nvPr>
        </p:nvSpPr>
        <p:spPr>
          <a:xfrm>
            <a:off x="571500" y="889000"/>
            <a:ext cx="80010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b="1"/>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Tree>
  </p:cSld>
  <p:clrMapOvr>
    <a:masterClrMapping/>
  </p:clrMapOvr>
</p:sldLayout>
</file>

<file path=ppt/slideLayouts/slideLayout5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bullet point 2 1">
  <p:cSld name="Chapter title and bullet point 2 1">
    <p:spTree>
      <p:nvGrpSpPr>
        <p:cNvPr id="2465" name="Shape 2465"/>
        <p:cNvGrpSpPr/>
        <p:nvPr/>
      </p:nvGrpSpPr>
      <p:grpSpPr>
        <a:xfrm>
          <a:off x="0" y="0"/>
          <a:ext cx="0" cy="0"/>
          <a:chOff x="0" y="0"/>
          <a:chExt cx="0" cy="0"/>
        </a:xfrm>
      </p:grpSpPr>
      <p:sp>
        <p:nvSpPr>
          <p:cNvPr id="2466" name="Google Shape;2466;p559"/>
          <p:cNvSpPr txBox="1"/>
          <p:nvPr>
            <p:ph type="title"/>
          </p:nvPr>
        </p:nvSpPr>
        <p:spPr>
          <a:xfrm>
            <a:off x="607200" y="1111921"/>
            <a:ext cx="3936000" cy="5988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b="1" sz="20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467" name="Google Shape;2467;p559"/>
          <p:cNvSpPr txBox="1"/>
          <p:nvPr>
            <p:ph idx="1" type="body"/>
          </p:nvPr>
        </p:nvSpPr>
        <p:spPr>
          <a:xfrm>
            <a:off x="607200" y="1739278"/>
            <a:ext cx="4607400" cy="33804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SzPts val="900"/>
              <a:buChar char="●"/>
              <a:defRPr sz="1200"/>
            </a:lvl1pPr>
            <a:lvl2pPr indent="-285750" lvl="1" marL="914400" algn="l">
              <a:lnSpc>
                <a:spcPct val="115000"/>
              </a:lnSpc>
              <a:spcBef>
                <a:spcPts val="1000"/>
              </a:spcBef>
              <a:spcAft>
                <a:spcPts val="0"/>
              </a:spcAft>
              <a:buSzPts val="900"/>
              <a:buChar char="○"/>
              <a:defRPr/>
            </a:lvl2pPr>
            <a:lvl3pPr indent="-279400" lvl="2" marL="1371600" algn="l">
              <a:lnSpc>
                <a:spcPct val="115000"/>
              </a:lnSpc>
              <a:spcBef>
                <a:spcPts val="1000"/>
              </a:spcBef>
              <a:spcAft>
                <a:spcPts val="0"/>
              </a:spcAft>
              <a:buSzPts val="800"/>
              <a:buChar char="■"/>
              <a:defRPr/>
            </a:lvl3pPr>
            <a:lvl4pPr indent="-279400" lvl="3" marL="1828800" algn="l">
              <a:lnSpc>
                <a:spcPct val="115000"/>
              </a:lnSpc>
              <a:spcBef>
                <a:spcPts val="1000"/>
              </a:spcBef>
              <a:spcAft>
                <a:spcPts val="0"/>
              </a:spcAft>
              <a:buSzPts val="800"/>
              <a:buChar char="●"/>
              <a:defRPr/>
            </a:lvl4pPr>
            <a:lvl5pPr indent="-279400" lvl="4" marL="2286000" algn="l">
              <a:lnSpc>
                <a:spcPct val="115000"/>
              </a:lnSpc>
              <a:spcBef>
                <a:spcPts val="1000"/>
              </a:spcBef>
              <a:spcAft>
                <a:spcPts val="0"/>
              </a:spcAft>
              <a:buSzPts val="800"/>
              <a:buChar char="○"/>
              <a:defRPr/>
            </a:lvl5pPr>
            <a:lvl6pPr indent="-279400" lvl="5" marL="2743200" algn="l">
              <a:lnSpc>
                <a:spcPct val="115000"/>
              </a:lnSpc>
              <a:spcBef>
                <a:spcPts val="1000"/>
              </a:spcBef>
              <a:spcAft>
                <a:spcPts val="0"/>
              </a:spcAft>
              <a:buSzPts val="800"/>
              <a:buChar char="■"/>
              <a:defRPr/>
            </a:lvl6pPr>
            <a:lvl7pPr indent="-279400" lvl="6" marL="3200400" algn="l">
              <a:lnSpc>
                <a:spcPct val="115000"/>
              </a:lnSpc>
              <a:spcBef>
                <a:spcPts val="1000"/>
              </a:spcBef>
              <a:spcAft>
                <a:spcPts val="0"/>
              </a:spcAft>
              <a:buSzPts val="800"/>
              <a:buChar char="●"/>
              <a:defRPr/>
            </a:lvl7pPr>
            <a:lvl8pPr indent="-279400" lvl="7" marL="3657600" algn="l">
              <a:lnSpc>
                <a:spcPct val="115000"/>
              </a:lnSpc>
              <a:spcBef>
                <a:spcPts val="1000"/>
              </a:spcBef>
              <a:spcAft>
                <a:spcPts val="0"/>
              </a:spcAft>
              <a:buSzPts val="800"/>
              <a:buChar char="○"/>
              <a:defRPr/>
            </a:lvl8pPr>
            <a:lvl9pPr indent="-279400" lvl="8" marL="4114800" algn="l">
              <a:lnSpc>
                <a:spcPct val="115000"/>
              </a:lnSpc>
              <a:spcBef>
                <a:spcPts val="1000"/>
              </a:spcBef>
              <a:spcAft>
                <a:spcPts val="1000"/>
              </a:spcAft>
              <a:buSzPts val="800"/>
              <a:buChar char="■"/>
              <a:defRPr/>
            </a:lvl9pPr>
          </a:lstStyle>
          <a:p/>
        </p:txBody>
      </p:sp>
    </p:spTree>
  </p:cSld>
  <p:clrMapOvr>
    <a:masterClrMapping/>
  </p:clrMapOvr>
</p:sldLayout>
</file>

<file path=ppt/slideLayouts/slideLayout5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2">
  <p:cSld name="TITLE_AND_BODY_4">
    <p:spTree>
      <p:nvGrpSpPr>
        <p:cNvPr id="2468" name="Shape 2468"/>
        <p:cNvGrpSpPr/>
        <p:nvPr/>
      </p:nvGrpSpPr>
      <p:grpSpPr>
        <a:xfrm>
          <a:off x="0" y="0"/>
          <a:ext cx="0" cy="0"/>
          <a:chOff x="0" y="0"/>
          <a:chExt cx="0" cy="0"/>
        </a:xfrm>
      </p:grpSpPr>
      <p:sp>
        <p:nvSpPr>
          <p:cNvPr id="2469" name="Google Shape;2469;p560"/>
          <p:cNvSpPr txBox="1"/>
          <p:nvPr>
            <p:ph idx="12" type="sldNum"/>
          </p:nvPr>
        </p:nvSpPr>
        <p:spPr>
          <a:xfrm>
            <a:off x="8572500" y="5080004"/>
            <a:ext cx="571500" cy="635100"/>
          </a:xfrm>
          <a:prstGeom prst="rect">
            <a:avLst/>
          </a:prstGeom>
          <a:noFill/>
          <a:ln>
            <a:noFill/>
          </a:ln>
        </p:spPr>
        <p:txBody>
          <a:bodyPr anchorCtr="0" anchor="t" bIns="68575" lIns="68575" spcFirstLastPara="1" rIns="68575" wrap="square" tIns="68575">
            <a:noAutofit/>
          </a:bodyPr>
          <a:lstStyle>
            <a:lvl1pPr indent="0" lvl="0" marL="0" algn="l">
              <a:buClr>
                <a:schemeClr val="accent4"/>
              </a:buClr>
              <a:buSzPts val="900"/>
              <a:buFont typeface="Arial"/>
              <a:buNone/>
              <a:defRPr sz="900">
                <a:solidFill>
                  <a:schemeClr val="accent4"/>
                </a:solidFill>
                <a:latin typeface="Arial"/>
                <a:ea typeface="Arial"/>
                <a:cs typeface="Arial"/>
                <a:sym typeface="Arial"/>
              </a:defRPr>
            </a:lvl1pPr>
            <a:lvl2pPr indent="0" lvl="1" marL="0" algn="l">
              <a:buClr>
                <a:schemeClr val="accent4"/>
              </a:buClr>
              <a:buSzPts val="900"/>
              <a:buFont typeface="Arial"/>
              <a:buNone/>
              <a:defRPr sz="900">
                <a:solidFill>
                  <a:schemeClr val="accent4"/>
                </a:solidFill>
                <a:latin typeface="Arial"/>
                <a:ea typeface="Arial"/>
                <a:cs typeface="Arial"/>
                <a:sym typeface="Arial"/>
              </a:defRPr>
            </a:lvl2pPr>
            <a:lvl3pPr indent="0" lvl="2" marL="0" algn="l">
              <a:buClr>
                <a:schemeClr val="accent4"/>
              </a:buClr>
              <a:buSzPts val="900"/>
              <a:buFont typeface="Arial"/>
              <a:buNone/>
              <a:defRPr sz="900">
                <a:solidFill>
                  <a:schemeClr val="accent4"/>
                </a:solidFill>
                <a:latin typeface="Arial"/>
                <a:ea typeface="Arial"/>
                <a:cs typeface="Arial"/>
                <a:sym typeface="Arial"/>
              </a:defRPr>
            </a:lvl3pPr>
            <a:lvl4pPr indent="0" lvl="3" marL="0" algn="l">
              <a:buClr>
                <a:schemeClr val="accent4"/>
              </a:buClr>
              <a:buSzPts val="900"/>
              <a:buFont typeface="Arial"/>
              <a:buNone/>
              <a:defRPr sz="900">
                <a:solidFill>
                  <a:schemeClr val="accent4"/>
                </a:solidFill>
                <a:latin typeface="Arial"/>
                <a:ea typeface="Arial"/>
                <a:cs typeface="Arial"/>
                <a:sym typeface="Arial"/>
              </a:defRPr>
            </a:lvl4pPr>
            <a:lvl5pPr indent="0" lvl="4" marL="0" algn="l">
              <a:buClr>
                <a:schemeClr val="accent4"/>
              </a:buClr>
              <a:buSzPts val="900"/>
              <a:buFont typeface="Arial"/>
              <a:buNone/>
              <a:defRPr sz="900">
                <a:solidFill>
                  <a:schemeClr val="accent4"/>
                </a:solidFill>
                <a:latin typeface="Arial"/>
                <a:ea typeface="Arial"/>
                <a:cs typeface="Arial"/>
                <a:sym typeface="Arial"/>
              </a:defRPr>
            </a:lvl5pPr>
            <a:lvl6pPr indent="0" lvl="5" marL="0" algn="l">
              <a:buClr>
                <a:schemeClr val="accent4"/>
              </a:buClr>
              <a:buSzPts val="900"/>
              <a:buFont typeface="Arial"/>
              <a:buNone/>
              <a:defRPr sz="900">
                <a:solidFill>
                  <a:schemeClr val="accent4"/>
                </a:solidFill>
                <a:latin typeface="Arial"/>
                <a:ea typeface="Arial"/>
                <a:cs typeface="Arial"/>
                <a:sym typeface="Arial"/>
              </a:defRPr>
            </a:lvl6pPr>
            <a:lvl7pPr indent="0" lvl="6" marL="0" algn="l">
              <a:buClr>
                <a:schemeClr val="accent4"/>
              </a:buClr>
              <a:buSzPts val="900"/>
              <a:buFont typeface="Arial"/>
              <a:buNone/>
              <a:defRPr sz="900">
                <a:solidFill>
                  <a:schemeClr val="accent4"/>
                </a:solidFill>
                <a:latin typeface="Arial"/>
                <a:ea typeface="Arial"/>
                <a:cs typeface="Arial"/>
                <a:sym typeface="Arial"/>
              </a:defRPr>
            </a:lvl7pPr>
            <a:lvl8pPr indent="0" lvl="7" marL="0" algn="l">
              <a:buClr>
                <a:schemeClr val="accent4"/>
              </a:buClr>
              <a:buSzPts val="900"/>
              <a:buFont typeface="Arial"/>
              <a:buNone/>
              <a:defRPr sz="900">
                <a:solidFill>
                  <a:schemeClr val="accent4"/>
                </a:solidFill>
                <a:latin typeface="Arial"/>
                <a:ea typeface="Arial"/>
                <a:cs typeface="Arial"/>
                <a:sym typeface="Arial"/>
              </a:defRPr>
            </a:lvl8pPr>
            <a:lvl9pPr indent="0" lvl="8" marL="0" algn="l">
              <a:buClr>
                <a:schemeClr val="accent4"/>
              </a:buClr>
              <a:buSzPts val="900"/>
              <a:buFont typeface="Arial"/>
              <a:buNone/>
              <a:defRPr sz="900">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2470" name="Google Shape;2470;p560"/>
          <p:cNvSpPr txBox="1"/>
          <p:nvPr>
            <p:ph type="title"/>
          </p:nvPr>
        </p:nvSpPr>
        <p:spPr>
          <a:xfrm>
            <a:off x="571500" y="889000"/>
            <a:ext cx="30897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8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800">
                <a:solidFill>
                  <a:schemeClr val="dk1"/>
                </a:solidFill>
              </a:defRPr>
            </a:lvl2pPr>
            <a:lvl3pPr lvl="2" algn="l">
              <a:lnSpc>
                <a:spcPct val="115000"/>
              </a:lnSpc>
              <a:spcBef>
                <a:spcPts val="0"/>
              </a:spcBef>
              <a:spcAft>
                <a:spcPts val="0"/>
              </a:spcAft>
              <a:buClr>
                <a:schemeClr val="dk1"/>
              </a:buClr>
              <a:buSzPts val="1400"/>
              <a:buNone/>
              <a:defRPr sz="1800">
                <a:solidFill>
                  <a:schemeClr val="dk1"/>
                </a:solidFill>
              </a:defRPr>
            </a:lvl3pPr>
            <a:lvl4pPr lvl="3" algn="l">
              <a:lnSpc>
                <a:spcPct val="115000"/>
              </a:lnSpc>
              <a:spcBef>
                <a:spcPts val="0"/>
              </a:spcBef>
              <a:spcAft>
                <a:spcPts val="0"/>
              </a:spcAft>
              <a:buClr>
                <a:schemeClr val="dk1"/>
              </a:buClr>
              <a:buSzPts val="1400"/>
              <a:buNone/>
              <a:defRPr sz="1800">
                <a:solidFill>
                  <a:schemeClr val="dk1"/>
                </a:solidFill>
              </a:defRPr>
            </a:lvl4pPr>
            <a:lvl5pPr lvl="4" algn="l">
              <a:lnSpc>
                <a:spcPct val="115000"/>
              </a:lnSpc>
              <a:spcBef>
                <a:spcPts val="0"/>
              </a:spcBef>
              <a:spcAft>
                <a:spcPts val="0"/>
              </a:spcAft>
              <a:buClr>
                <a:schemeClr val="dk1"/>
              </a:buClr>
              <a:buSzPts val="1400"/>
              <a:buNone/>
              <a:defRPr sz="1800">
                <a:solidFill>
                  <a:schemeClr val="dk1"/>
                </a:solidFill>
              </a:defRPr>
            </a:lvl5pPr>
            <a:lvl6pPr lvl="5" algn="l">
              <a:lnSpc>
                <a:spcPct val="115000"/>
              </a:lnSpc>
              <a:spcBef>
                <a:spcPts val="0"/>
              </a:spcBef>
              <a:spcAft>
                <a:spcPts val="0"/>
              </a:spcAft>
              <a:buClr>
                <a:schemeClr val="dk1"/>
              </a:buClr>
              <a:buSzPts val="1400"/>
              <a:buNone/>
              <a:defRPr sz="1800">
                <a:solidFill>
                  <a:schemeClr val="dk1"/>
                </a:solidFill>
              </a:defRPr>
            </a:lvl6pPr>
            <a:lvl7pPr lvl="6" algn="l">
              <a:lnSpc>
                <a:spcPct val="115000"/>
              </a:lnSpc>
              <a:spcBef>
                <a:spcPts val="0"/>
              </a:spcBef>
              <a:spcAft>
                <a:spcPts val="0"/>
              </a:spcAft>
              <a:buClr>
                <a:schemeClr val="dk1"/>
              </a:buClr>
              <a:buSzPts val="1400"/>
              <a:buNone/>
              <a:defRPr sz="1800">
                <a:solidFill>
                  <a:schemeClr val="dk1"/>
                </a:solidFill>
              </a:defRPr>
            </a:lvl7pPr>
            <a:lvl8pPr lvl="7" algn="l">
              <a:lnSpc>
                <a:spcPct val="115000"/>
              </a:lnSpc>
              <a:spcBef>
                <a:spcPts val="0"/>
              </a:spcBef>
              <a:spcAft>
                <a:spcPts val="0"/>
              </a:spcAft>
              <a:buClr>
                <a:schemeClr val="dk1"/>
              </a:buClr>
              <a:buSzPts val="1400"/>
              <a:buNone/>
              <a:defRPr sz="1800">
                <a:solidFill>
                  <a:schemeClr val="dk1"/>
                </a:solidFill>
              </a:defRPr>
            </a:lvl8pPr>
            <a:lvl9pPr lvl="8" algn="l">
              <a:lnSpc>
                <a:spcPct val="115000"/>
              </a:lnSpc>
              <a:spcBef>
                <a:spcPts val="0"/>
              </a:spcBef>
              <a:spcAft>
                <a:spcPts val="0"/>
              </a:spcAft>
              <a:buClr>
                <a:schemeClr val="dk1"/>
              </a:buClr>
              <a:buSzPts val="1400"/>
              <a:buNone/>
              <a:defRPr sz="1800">
                <a:solidFill>
                  <a:schemeClr val="dk1"/>
                </a:solidFill>
              </a:defRPr>
            </a:lvl9pPr>
          </a:lstStyle>
          <a:p/>
        </p:txBody>
      </p:sp>
      <p:sp>
        <p:nvSpPr>
          <p:cNvPr id="2471" name="Google Shape;2471;p560"/>
          <p:cNvSpPr txBox="1"/>
          <p:nvPr>
            <p:ph idx="1" type="body"/>
          </p:nvPr>
        </p:nvSpPr>
        <p:spPr>
          <a:xfrm>
            <a:off x="571500" y="1905000"/>
            <a:ext cx="30897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5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3">
  <p:cSld name="TITLE_AND_BODY_5">
    <p:spTree>
      <p:nvGrpSpPr>
        <p:cNvPr id="2472" name="Shape 2472"/>
        <p:cNvGrpSpPr/>
        <p:nvPr/>
      </p:nvGrpSpPr>
      <p:grpSpPr>
        <a:xfrm>
          <a:off x="0" y="0"/>
          <a:ext cx="0" cy="0"/>
          <a:chOff x="0" y="0"/>
          <a:chExt cx="0" cy="0"/>
        </a:xfrm>
      </p:grpSpPr>
      <p:sp>
        <p:nvSpPr>
          <p:cNvPr id="2473" name="Google Shape;2473;p561"/>
          <p:cNvSpPr txBox="1"/>
          <p:nvPr>
            <p:ph idx="12" type="sldNum"/>
          </p:nvPr>
        </p:nvSpPr>
        <p:spPr>
          <a:xfrm>
            <a:off x="8572500" y="5080004"/>
            <a:ext cx="571500" cy="635100"/>
          </a:xfrm>
          <a:prstGeom prst="rect">
            <a:avLst/>
          </a:prstGeom>
          <a:noFill/>
          <a:ln>
            <a:noFill/>
          </a:ln>
        </p:spPr>
        <p:txBody>
          <a:bodyPr anchorCtr="0" anchor="t" bIns="68575" lIns="68575" spcFirstLastPara="1" rIns="68575" wrap="square" tIns="68575">
            <a:noAutofit/>
          </a:bodyPr>
          <a:lstStyle>
            <a:lvl1pPr indent="0" lvl="0" marL="0" marR="0" algn="l">
              <a:lnSpc>
                <a:spcPct val="100000"/>
              </a:lnSpc>
              <a:spcBef>
                <a:spcPts val="0"/>
              </a:spcBef>
              <a:spcAft>
                <a:spcPts val="0"/>
              </a:spcAft>
              <a:buClr>
                <a:srgbClr val="85859F"/>
              </a:buClr>
              <a:buSzPts val="900"/>
              <a:buFont typeface="Arial"/>
              <a:buNone/>
              <a:defRPr b="0" i="0" sz="900" u="none" cap="none" strike="noStrike">
                <a:solidFill>
                  <a:srgbClr val="85859F"/>
                </a:solidFill>
                <a:latin typeface="Arial"/>
                <a:ea typeface="Arial"/>
                <a:cs typeface="Arial"/>
                <a:sym typeface="Arial"/>
              </a:defRPr>
            </a:lvl1pPr>
            <a:lvl2pPr indent="0" lvl="1" marL="0" marR="0" algn="l">
              <a:lnSpc>
                <a:spcPct val="100000"/>
              </a:lnSpc>
              <a:spcBef>
                <a:spcPts val="0"/>
              </a:spcBef>
              <a:spcAft>
                <a:spcPts val="0"/>
              </a:spcAft>
              <a:buClr>
                <a:srgbClr val="85859F"/>
              </a:buClr>
              <a:buSzPts val="900"/>
              <a:buFont typeface="Arial"/>
              <a:buNone/>
              <a:defRPr b="0" i="0" sz="900" u="none" cap="none" strike="noStrike">
                <a:solidFill>
                  <a:srgbClr val="85859F"/>
                </a:solidFill>
                <a:latin typeface="Arial"/>
                <a:ea typeface="Arial"/>
                <a:cs typeface="Arial"/>
                <a:sym typeface="Arial"/>
              </a:defRPr>
            </a:lvl2pPr>
            <a:lvl3pPr indent="0" lvl="2" marL="0" marR="0" algn="l">
              <a:lnSpc>
                <a:spcPct val="100000"/>
              </a:lnSpc>
              <a:spcBef>
                <a:spcPts val="0"/>
              </a:spcBef>
              <a:spcAft>
                <a:spcPts val="0"/>
              </a:spcAft>
              <a:buClr>
                <a:srgbClr val="85859F"/>
              </a:buClr>
              <a:buSzPts val="900"/>
              <a:buFont typeface="Arial"/>
              <a:buNone/>
              <a:defRPr b="0" i="0" sz="900" u="none" cap="none" strike="noStrike">
                <a:solidFill>
                  <a:srgbClr val="85859F"/>
                </a:solidFill>
                <a:latin typeface="Arial"/>
                <a:ea typeface="Arial"/>
                <a:cs typeface="Arial"/>
                <a:sym typeface="Arial"/>
              </a:defRPr>
            </a:lvl3pPr>
            <a:lvl4pPr indent="0" lvl="3" marL="0" marR="0" algn="l">
              <a:lnSpc>
                <a:spcPct val="100000"/>
              </a:lnSpc>
              <a:spcBef>
                <a:spcPts val="0"/>
              </a:spcBef>
              <a:spcAft>
                <a:spcPts val="0"/>
              </a:spcAft>
              <a:buClr>
                <a:srgbClr val="85859F"/>
              </a:buClr>
              <a:buSzPts val="900"/>
              <a:buFont typeface="Arial"/>
              <a:buNone/>
              <a:defRPr b="0" i="0" sz="900" u="none" cap="none" strike="noStrike">
                <a:solidFill>
                  <a:srgbClr val="85859F"/>
                </a:solidFill>
                <a:latin typeface="Arial"/>
                <a:ea typeface="Arial"/>
                <a:cs typeface="Arial"/>
                <a:sym typeface="Arial"/>
              </a:defRPr>
            </a:lvl4pPr>
            <a:lvl5pPr indent="0" lvl="4" marL="0" marR="0" algn="l">
              <a:lnSpc>
                <a:spcPct val="100000"/>
              </a:lnSpc>
              <a:spcBef>
                <a:spcPts val="0"/>
              </a:spcBef>
              <a:spcAft>
                <a:spcPts val="0"/>
              </a:spcAft>
              <a:buClr>
                <a:srgbClr val="85859F"/>
              </a:buClr>
              <a:buSzPts val="900"/>
              <a:buFont typeface="Arial"/>
              <a:buNone/>
              <a:defRPr b="0" i="0" sz="900" u="none" cap="none" strike="noStrike">
                <a:solidFill>
                  <a:srgbClr val="85859F"/>
                </a:solidFill>
                <a:latin typeface="Arial"/>
                <a:ea typeface="Arial"/>
                <a:cs typeface="Arial"/>
                <a:sym typeface="Arial"/>
              </a:defRPr>
            </a:lvl5pPr>
            <a:lvl6pPr indent="0" lvl="5" marL="0" marR="0" algn="l">
              <a:lnSpc>
                <a:spcPct val="100000"/>
              </a:lnSpc>
              <a:spcBef>
                <a:spcPts val="0"/>
              </a:spcBef>
              <a:spcAft>
                <a:spcPts val="0"/>
              </a:spcAft>
              <a:buClr>
                <a:srgbClr val="85859F"/>
              </a:buClr>
              <a:buSzPts val="900"/>
              <a:buFont typeface="Arial"/>
              <a:buNone/>
              <a:defRPr b="0" i="0" sz="900" u="none" cap="none" strike="noStrike">
                <a:solidFill>
                  <a:srgbClr val="85859F"/>
                </a:solidFill>
                <a:latin typeface="Arial"/>
                <a:ea typeface="Arial"/>
                <a:cs typeface="Arial"/>
                <a:sym typeface="Arial"/>
              </a:defRPr>
            </a:lvl6pPr>
            <a:lvl7pPr indent="0" lvl="6" marL="0" marR="0" algn="l">
              <a:lnSpc>
                <a:spcPct val="100000"/>
              </a:lnSpc>
              <a:spcBef>
                <a:spcPts val="0"/>
              </a:spcBef>
              <a:spcAft>
                <a:spcPts val="0"/>
              </a:spcAft>
              <a:buClr>
                <a:srgbClr val="85859F"/>
              </a:buClr>
              <a:buSzPts val="900"/>
              <a:buFont typeface="Arial"/>
              <a:buNone/>
              <a:defRPr b="0" i="0" sz="900" u="none" cap="none" strike="noStrike">
                <a:solidFill>
                  <a:srgbClr val="85859F"/>
                </a:solidFill>
                <a:latin typeface="Arial"/>
                <a:ea typeface="Arial"/>
                <a:cs typeface="Arial"/>
                <a:sym typeface="Arial"/>
              </a:defRPr>
            </a:lvl7pPr>
            <a:lvl8pPr indent="0" lvl="7" marL="0" marR="0" algn="l">
              <a:lnSpc>
                <a:spcPct val="100000"/>
              </a:lnSpc>
              <a:spcBef>
                <a:spcPts val="0"/>
              </a:spcBef>
              <a:spcAft>
                <a:spcPts val="0"/>
              </a:spcAft>
              <a:buClr>
                <a:srgbClr val="85859F"/>
              </a:buClr>
              <a:buSzPts val="900"/>
              <a:buFont typeface="Arial"/>
              <a:buNone/>
              <a:defRPr b="0" i="0" sz="900" u="none" cap="none" strike="noStrike">
                <a:solidFill>
                  <a:srgbClr val="85859F"/>
                </a:solidFill>
                <a:latin typeface="Arial"/>
                <a:ea typeface="Arial"/>
                <a:cs typeface="Arial"/>
                <a:sym typeface="Arial"/>
              </a:defRPr>
            </a:lvl8pPr>
            <a:lvl9pPr indent="0" lvl="8" marL="0" marR="0" algn="l">
              <a:lnSpc>
                <a:spcPct val="100000"/>
              </a:lnSpc>
              <a:spcBef>
                <a:spcPts val="0"/>
              </a:spcBef>
              <a:spcAft>
                <a:spcPts val="0"/>
              </a:spcAft>
              <a:buClr>
                <a:srgbClr val="85859F"/>
              </a:buClr>
              <a:buSzPts val="900"/>
              <a:buFont typeface="Arial"/>
              <a:buNone/>
              <a:defRPr b="0" i="0" sz="900" u="none" cap="none" strike="noStrike">
                <a:solidFill>
                  <a:srgbClr val="85859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2474" name="Google Shape;2474;p561"/>
          <p:cNvSpPr txBox="1"/>
          <p:nvPr>
            <p:ph type="title"/>
          </p:nvPr>
        </p:nvSpPr>
        <p:spPr>
          <a:xfrm>
            <a:off x="571500" y="889000"/>
            <a:ext cx="30897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8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800">
                <a:solidFill>
                  <a:schemeClr val="dk1"/>
                </a:solidFill>
              </a:defRPr>
            </a:lvl2pPr>
            <a:lvl3pPr lvl="2" algn="l">
              <a:lnSpc>
                <a:spcPct val="115000"/>
              </a:lnSpc>
              <a:spcBef>
                <a:spcPts val="0"/>
              </a:spcBef>
              <a:spcAft>
                <a:spcPts val="0"/>
              </a:spcAft>
              <a:buClr>
                <a:schemeClr val="dk1"/>
              </a:buClr>
              <a:buSzPts val="1400"/>
              <a:buNone/>
              <a:defRPr sz="1800">
                <a:solidFill>
                  <a:schemeClr val="dk1"/>
                </a:solidFill>
              </a:defRPr>
            </a:lvl3pPr>
            <a:lvl4pPr lvl="3" algn="l">
              <a:lnSpc>
                <a:spcPct val="115000"/>
              </a:lnSpc>
              <a:spcBef>
                <a:spcPts val="0"/>
              </a:spcBef>
              <a:spcAft>
                <a:spcPts val="0"/>
              </a:spcAft>
              <a:buClr>
                <a:schemeClr val="dk1"/>
              </a:buClr>
              <a:buSzPts val="1400"/>
              <a:buNone/>
              <a:defRPr sz="1800">
                <a:solidFill>
                  <a:schemeClr val="dk1"/>
                </a:solidFill>
              </a:defRPr>
            </a:lvl4pPr>
            <a:lvl5pPr lvl="4" algn="l">
              <a:lnSpc>
                <a:spcPct val="115000"/>
              </a:lnSpc>
              <a:spcBef>
                <a:spcPts val="0"/>
              </a:spcBef>
              <a:spcAft>
                <a:spcPts val="0"/>
              </a:spcAft>
              <a:buClr>
                <a:schemeClr val="dk1"/>
              </a:buClr>
              <a:buSzPts val="1400"/>
              <a:buNone/>
              <a:defRPr sz="1800">
                <a:solidFill>
                  <a:schemeClr val="dk1"/>
                </a:solidFill>
              </a:defRPr>
            </a:lvl5pPr>
            <a:lvl6pPr lvl="5" algn="l">
              <a:lnSpc>
                <a:spcPct val="115000"/>
              </a:lnSpc>
              <a:spcBef>
                <a:spcPts val="0"/>
              </a:spcBef>
              <a:spcAft>
                <a:spcPts val="0"/>
              </a:spcAft>
              <a:buClr>
                <a:schemeClr val="dk1"/>
              </a:buClr>
              <a:buSzPts val="1400"/>
              <a:buNone/>
              <a:defRPr sz="1800">
                <a:solidFill>
                  <a:schemeClr val="dk1"/>
                </a:solidFill>
              </a:defRPr>
            </a:lvl6pPr>
            <a:lvl7pPr lvl="6" algn="l">
              <a:lnSpc>
                <a:spcPct val="115000"/>
              </a:lnSpc>
              <a:spcBef>
                <a:spcPts val="0"/>
              </a:spcBef>
              <a:spcAft>
                <a:spcPts val="0"/>
              </a:spcAft>
              <a:buClr>
                <a:schemeClr val="dk1"/>
              </a:buClr>
              <a:buSzPts val="1400"/>
              <a:buNone/>
              <a:defRPr sz="1800">
                <a:solidFill>
                  <a:schemeClr val="dk1"/>
                </a:solidFill>
              </a:defRPr>
            </a:lvl7pPr>
            <a:lvl8pPr lvl="7" algn="l">
              <a:lnSpc>
                <a:spcPct val="115000"/>
              </a:lnSpc>
              <a:spcBef>
                <a:spcPts val="0"/>
              </a:spcBef>
              <a:spcAft>
                <a:spcPts val="0"/>
              </a:spcAft>
              <a:buClr>
                <a:schemeClr val="dk1"/>
              </a:buClr>
              <a:buSzPts val="1400"/>
              <a:buNone/>
              <a:defRPr sz="1800">
                <a:solidFill>
                  <a:schemeClr val="dk1"/>
                </a:solidFill>
              </a:defRPr>
            </a:lvl8pPr>
            <a:lvl9pPr lvl="8" algn="l">
              <a:lnSpc>
                <a:spcPct val="115000"/>
              </a:lnSpc>
              <a:spcBef>
                <a:spcPts val="0"/>
              </a:spcBef>
              <a:spcAft>
                <a:spcPts val="0"/>
              </a:spcAft>
              <a:buClr>
                <a:schemeClr val="dk1"/>
              </a:buClr>
              <a:buSzPts val="1400"/>
              <a:buNone/>
              <a:defRPr sz="1800">
                <a:solidFill>
                  <a:schemeClr val="dk1"/>
                </a:solidFill>
              </a:defRPr>
            </a:lvl9pPr>
          </a:lstStyle>
          <a:p/>
        </p:txBody>
      </p:sp>
      <p:sp>
        <p:nvSpPr>
          <p:cNvPr id="2475" name="Google Shape;2475;p561"/>
          <p:cNvSpPr txBox="1"/>
          <p:nvPr>
            <p:ph idx="1" type="body"/>
          </p:nvPr>
        </p:nvSpPr>
        <p:spPr>
          <a:xfrm>
            <a:off x="571500" y="1905000"/>
            <a:ext cx="30897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5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3">
    <p:spTree>
      <p:nvGrpSpPr>
        <p:cNvPr id="2476" name="Shape 2476"/>
        <p:cNvGrpSpPr/>
        <p:nvPr/>
      </p:nvGrpSpPr>
      <p:grpSpPr>
        <a:xfrm>
          <a:off x="0" y="0"/>
          <a:ext cx="0" cy="0"/>
          <a:chOff x="0" y="0"/>
          <a:chExt cx="0" cy="0"/>
        </a:xfrm>
      </p:grpSpPr>
      <p:sp>
        <p:nvSpPr>
          <p:cNvPr id="2477" name="Google Shape;2477;p562"/>
          <p:cNvSpPr txBox="1"/>
          <p:nvPr>
            <p:ph idx="12" type="sldNum"/>
          </p:nvPr>
        </p:nvSpPr>
        <p:spPr>
          <a:xfrm>
            <a:off x="8572500" y="5080004"/>
            <a:ext cx="571500" cy="635100"/>
          </a:xfrm>
          <a:prstGeom prst="rect">
            <a:avLst/>
          </a:prstGeom>
          <a:noFill/>
          <a:ln>
            <a:noFill/>
          </a:ln>
        </p:spPr>
        <p:txBody>
          <a:bodyPr anchorCtr="0" anchor="t" bIns="68575" lIns="68575" spcFirstLastPara="1" rIns="68575" wrap="square" tIns="68575">
            <a:noAutofit/>
          </a:bodyPr>
          <a:lstStyle>
            <a:lvl1pPr indent="0" lvl="0" marL="0" marR="0" algn="l">
              <a:lnSpc>
                <a:spcPct val="100000"/>
              </a:lnSpc>
              <a:spcBef>
                <a:spcPts val="0"/>
              </a:spcBef>
              <a:spcAft>
                <a:spcPts val="0"/>
              </a:spcAft>
              <a:buClr>
                <a:srgbClr val="85859F"/>
              </a:buClr>
              <a:buSzPts val="900"/>
              <a:buFont typeface="Arial"/>
              <a:buNone/>
              <a:defRPr b="0" i="0" sz="900" u="none" cap="none" strike="noStrike">
                <a:solidFill>
                  <a:srgbClr val="85859F"/>
                </a:solidFill>
                <a:latin typeface="Arial"/>
                <a:ea typeface="Arial"/>
                <a:cs typeface="Arial"/>
                <a:sym typeface="Arial"/>
              </a:defRPr>
            </a:lvl1pPr>
            <a:lvl2pPr indent="0" lvl="1" marL="0" marR="0" algn="l">
              <a:lnSpc>
                <a:spcPct val="100000"/>
              </a:lnSpc>
              <a:spcBef>
                <a:spcPts val="0"/>
              </a:spcBef>
              <a:spcAft>
                <a:spcPts val="0"/>
              </a:spcAft>
              <a:buClr>
                <a:srgbClr val="85859F"/>
              </a:buClr>
              <a:buSzPts val="900"/>
              <a:buFont typeface="Arial"/>
              <a:buNone/>
              <a:defRPr b="0" i="0" sz="900" u="none" cap="none" strike="noStrike">
                <a:solidFill>
                  <a:srgbClr val="85859F"/>
                </a:solidFill>
                <a:latin typeface="Arial"/>
                <a:ea typeface="Arial"/>
                <a:cs typeface="Arial"/>
                <a:sym typeface="Arial"/>
              </a:defRPr>
            </a:lvl2pPr>
            <a:lvl3pPr indent="0" lvl="2" marL="0" marR="0" algn="l">
              <a:lnSpc>
                <a:spcPct val="100000"/>
              </a:lnSpc>
              <a:spcBef>
                <a:spcPts val="0"/>
              </a:spcBef>
              <a:spcAft>
                <a:spcPts val="0"/>
              </a:spcAft>
              <a:buClr>
                <a:srgbClr val="85859F"/>
              </a:buClr>
              <a:buSzPts val="900"/>
              <a:buFont typeface="Arial"/>
              <a:buNone/>
              <a:defRPr b="0" i="0" sz="900" u="none" cap="none" strike="noStrike">
                <a:solidFill>
                  <a:srgbClr val="85859F"/>
                </a:solidFill>
                <a:latin typeface="Arial"/>
                <a:ea typeface="Arial"/>
                <a:cs typeface="Arial"/>
                <a:sym typeface="Arial"/>
              </a:defRPr>
            </a:lvl3pPr>
            <a:lvl4pPr indent="0" lvl="3" marL="0" marR="0" algn="l">
              <a:lnSpc>
                <a:spcPct val="100000"/>
              </a:lnSpc>
              <a:spcBef>
                <a:spcPts val="0"/>
              </a:spcBef>
              <a:spcAft>
                <a:spcPts val="0"/>
              </a:spcAft>
              <a:buClr>
                <a:srgbClr val="85859F"/>
              </a:buClr>
              <a:buSzPts val="900"/>
              <a:buFont typeface="Arial"/>
              <a:buNone/>
              <a:defRPr b="0" i="0" sz="900" u="none" cap="none" strike="noStrike">
                <a:solidFill>
                  <a:srgbClr val="85859F"/>
                </a:solidFill>
                <a:latin typeface="Arial"/>
                <a:ea typeface="Arial"/>
                <a:cs typeface="Arial"/>
                <a:sym typeface="Arial"/>
              </a:defRPr>
            </a:lvl4pPr>
            <a:lvl5pPr indent="0" lvl="4" marL="0" marR="0" algn="l">
              <a:lnSpc>
                <a:spcPct val="100000"/>
              </a:lnSpc>
              <a:spcBef>
                <a:spcPts val="0"/>
              </a:spcBef>
              <a:spcAft>
                <a:spcPts val="0"/>
              </a:spcAft>
              <a:buClr>
                <a:srgbClr val="85859F"/>
              </a:buClr>
              <a:buSzPts val="900"/>
              <a:buFont typeface="Arial"/>
              <a:buNone/>
              <a:defRPr b="0" i="0" sz="900" u="none" cap="none" strike="noStrike">
                <a:solidFill>
                  <a:srgbClr val="85859F"/>
                </a:solidFill>
                <a:latin typeface="Arial"/>
                <a:ea typeface="Arial"/>
                <a:cs typeface="Arial"/>
                <a:sym typeface="Arial"/>
              </a:defRPr>
            </a:lvl5pPr>
            <a:lvl6pPr indent="0" lvl="5" marL="0" marR="0" algn="l">
              <a:lnSpc>
                <a:spcPct val="100000"/>
              </a:lnSpc>
              <a:spcBef>
                <a:spcPts val="0"/>
              </a:spcBef>
              <a:spcAft>
                <a:spcPts val="0"/>
              </a:spcAft>
              <a:buClr>
                <a:srgbClr val="85859F"/>
              </a:buClr>
              <a:buSzPts val="900"/>
              <a:buFont typeface="Arial"/>
              <a:buNone/>
              <a:defRPr b="0" i="0" sz="900" u="none" cap="none" strike="noStrike">
                <a:solidFill>
                  <a:srgbClr val="85859F"/>
                </a:solidFill>
                <a:latin typeface="Arial"/>
                <a:ea typeface="Arial"/>
                <a:cs typeface="Arial"/>
                <a:sym typeface="Arial"/>
              </a:defRPr>
            </a:lvl6pPr>
            <a:lvl7pPr indent="0" lvl="6" marL="0" marR="0" algn="l">
              <a:lnSpc>
                <a:spcPct val="100000"/>
              </a:lnSpc>
              <a:spcBef>
                <a:spcPts val="0"/>
              </a:spcBef>
              <a:spcAft>
                <a:spcPts val="0"/>
              </a:spcAft>
              <a:buClr>
                <a:srgbClr val="85859F"/>
              </a:buClr>
              <a:buSzPts val="900"/>
              <a:buFont typeface="Arial"/>
              <a:buNone/>
              <a:defRPr b="0" i="0" sz="900" u="none" cap="none" strike="noStrike">
                <a:solidFill>
                  <a:srgbClr val="85859F"/>
                </a:solidFill>
                <a:latin typeface="Arial"/>
                <a:ea typeface="Arial"/>
                <a:cs typeface="Arial"/>
                <a:sym typeface="Arial"/>
              </a:defRPr>
            </a:lvl7pPr>
            <a:lvl8pPr indent="0" lvl="7" marL="0" marR="0" algn="l">
              <a:lnSpc>
                <a:spcPct val="100000"/>
              </a:lnSpc>
              <a:spcBef>
                <a:spcPts val="0"/>
              </a:spcBef>
              <a:spcAft>
                <a:spcPts val="0"/>
              </a:spcAft>
              <a:buClr>
                <a:srgbClr val="85859F"/>
              </a:buClr>
              <a:buSzPts val="900"/>
              <a:buFont typeface="Arial"/>
              <a:buNone/>
              <a:defRPr b="0" i="0" sz="900" u="none" cap="none" strike="noStrike">
                <a:solidFill>
                  <a:srgbClr val="85859F"/>
                </a:solidFill>
                <a:latin typeface="Arial"/>
                <a:ea typeface="Arial"/>
                <a:cs typeface="Arial"/>
                <a:sym typeface="Arial"/>
              </a:defRPr>
            </a:lvl8pPr>
            <a:lvl9pPr indent="0" lvl="8" marL="0" marR="0" algn="l">
              <a:lnSpc>
                <a:spcPct val="100000"/>
              </a:lnSpc>
              <a:spcBef>
                <a:spcPts val="0"/>
              </a:spcBef>
              <a:spcAft>
                <a:spcPts val="0"/>
              </a:spcAft>
              <a:buClr>
                <a:srgbClr val="85859F"/>
              </a:buClr>
              <a:buSzPts val="900"/>
              <a:buFont typeface="Arial"/>
              <a:buNone/>
              <a:defRPr b="0" i="0" sz="900" u="none" cap="none" strike="noStrike">
                <a:solidFill>
                  <a:srgbClr val="85859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2478" name="Google Shape;2478;p562"/>
          <p:cNvSpPr txBox="1"/>
          <p:nvPr>
            <p:ph type="title"/>
          </p:nvPr>
        </p:nvSpPr>
        <p:spPr>
          <a:xfrm>
            <a:off x="571500" y="889000"/>
            <a:ext cx="80010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b="1"/>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Tree>
  </p:cSld>
  <p:clrMapOvr>
    <a:masterClrMapping/>
  </p:clrMapOvr>
</p:sldLayout>
</file>

<file path=ppt/slideLayouts/slideLayout5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Cover">
  <p:cSld name="Section Cover_1">
    <p:bg>
      <p:bgPr>
        <a:solidFill>
          <a:schemeClr val="dk1"/>
        </a:solidFill>
      </p:bgPr>
    </p:bg>
    <p:spTree>
      <p:nvGrpSpPr>
        <p:cNvPr id="2479" name="Shape 2479"/>
        <p:cNvGrpSpPr/>
        <p:nvPr/>
      </p:nvGrpSpPr>
      <p:grpSpPr>
        <a:xfrm>
          <a:off x="0" y="0"/>
          <a:ext cx="0" cy="0"/>
          <a:chOff x="0" y="0"/>
          <a:chExt cx="0" cy="0"/>
        </a:xfrm>
      </p:grpSpPr>
      <p:sp>
        <p:nvSpPr>
          <p:cNvPr id="2480" name="Google Shape;2480;p563"/>
          <p:cNvSpPr txBox="1"/>
          <p:nvPr>
            <p:ph type="title"/>
          </p:nvPr>
        </p:nvSpPr>
        <p:spPr>
          <a:xfrm>
            <a:off x="905175" y="889000"/>
            <a:ext cx="7333800" cy="633900"/>
          </a:xfrm>
          <a:prstGeom prst="rect">
            <a:avLst/>
          </a:prstGeom>
          <a:noFill/>
          <a:ln>
            <a:noFill/>
          </a:ln>
        </p:spPr>
        <p:txBody>
          <a:bodyPr anchorCtr="0" anchor="ctr" bIns="0" lIns="0" spcFirstLastPara="1" rIns="0" wrap="square" tIns="0">
            <a:spAutoFit/>
          </a:bodyPr>
          <a:lstStyle>
            <a:lvl1pPr lvl="0" algn="l">
              <a:lnSpc>
                <a:spcPct val="115000"/>
              </a:lnSpc>
              <a:spcBef>
                <a:spcPts val="0"/>
              </a:spcBef>
              <a:spcAft>
                <a:spcPts val="0"/>
              </a:spcAft>
              <a:buClr>
                <a:schemeClr val="lt1"/>
              </a:buClr>
              <a:buSzPts val="2400"/>
              <a:buNone/>
              <a:defRPr b="1" sz="3200">
                <a:solidFill>
                  <a:schemeClr val="lt1"/>
                </a:solidFill>
              </a:defRPr>
            </a:lvl1pPr>
            <a:lvl2pPr lvl="1" algn="l">
              <a:lnSpc>
                <a:spcPct val="115000"/>
              </a:lnSpc>
              <a:spcBef>
                <a:spcPts val="0"/>
              </a:spcBef>
              <a:spcAft>
                <a:spcPts val="0"/>
              </a:spcAft>
              <a:buClr>
                <a:schemeClr val="lt1"/>
              </a:buClr>
              <a:buSzPts val="1400"/>
              <a:buNone/>
              <a:defRPr>
                <a:solidFill>
                  <a:schemeClr val="lt1"/>
                </a:solidFill>
              </a:defRPr>
            </a:lvl2pPr>
            <a:lvl3pPr lvl="2" algn="l">
              <a:lnSpc>
                <a:spcPct val="115000"/>
              </a:lnSpc>
              <a:spcBef>
                <a:spcPts val="0"/>
              </a:spcBef>
              <a:spcAft>
                <a:spcPts val="0"/>
              </a:spcAft>
              <a:buClr>
                <a:schemeClr val="lt1"/>
              </a:buClr>
              <a:buSzPts val="1400"/>
              <a:buNone/>
              <a:defRPr>
                <a:solidFill>
                  <a:schemeClr val="lt1"/>
                </a:solidFill>
              </a:defRPr>
            </a:lvl3pPr>
            <a:lvl4pPr lvl="3" algn="l">
              <a:lnSpc>
                <a:spcPct val="115000"/>
              </a:lnSpc>
              <a:spcBef>
                <a:spcPts val="0"/>
              </a:spcBef>
              <a:spcAft>
                <a:spcPts val="0"/>
              </a:spcAft>
              <a:buClr>
                <a:schemeClr val="lt1"/>
              </a:buClr>
              <a:buSzPts val="1400"/>
              <a:buNone/>
              <a:defRPr>
                <a:solidFill>
                  <a:schemeClr val="lt1"/>
                </a:solidFill>
              </a:defRPr>
            </a:lvl4pPr>
            <a:lvl5pPr lvl="4" algn="l">
              <a:lnSpc>
                <a:spcPct val="115000"/>
              </a:lnSpc>
              <a:spcBef>
                <a:spcPts val="0"/>
              </a:spcBef>
              <a:spcAft>
                <a:spcPts val="0"/>
              </a:spcAft>
              <a:buClr>
                <a:schemeClr val="lt1"/>
              </a:buClr>
              <a:buSzPts val="1400"/>
              <a:buNone/>
              <a:defRPr>
                <a:solidFill>
                  <a:schemeClr val="lt1"/>
                </a:solidFill>
              </a:defRPr>
            </a:lvl5pPr>
            <a:lvl6pPr lvl="5" algn="l">
              <a:lnSpc>
                <a:spcPct val="115000"/>
              </a:lnSpc>
              <a:spcBef>
                <a:spcPts val="0"/>
              </a:spcBef>
              <a:spcAft>
                <a:spcPts val="0"/>
              </a:spcAft>
              <a:buClr>
                <a:schemeClr val="lt1"/>
              </a:buClr>
              <a:buSzPts val="1400"/>
              <a:buNone/>
              <a:defRPr>
                <a:solidFill>
                  <a:schemeClr val="lt1"/>
                </a:solidFill>
              </a:defRPr>
            </a:lvl6pPr>
            <a:lvl7pPr lvl="6" algn="l">
              <a:lnSpc>
                <a:spcPct val="115000"/>
              </a:lnSpc>
              <a:spcBef>
                <a:spcPts val="0"/>
              </a:spcBef>
              <a:spcAft>
                <a:spcPts val="0"/>
              </a:spcAft>
              <a:buClr>
                <a:schemeClr val="lt1"/>
              </a:buClr>
              <a:buSzPts val="1400"/>
              <a:buNone/>
              <a:defRPr>
                <a:solidFill>
                  <a:schemeClr val="lt1"/>
                </a:solidFill>
              </a:defRPr>
            </a:lvl7pPr>
            <a:lvl8pPr lvl="7" algn="l">
              <a:lnSpc>
                <a:spcPct val="115000"/>
              </a:lnSpc>
              <a:spcBef>
                <a:spcPts val="0"/>
              </a:spcBef>
              <a:spcAft>
                <a:spcPts val="0"/>
              </a:spcAft>
              <a:buClr>
                <a:schemeClr val="lt1"/>
              </a:buClr>
              <a:buSzPts val="1400"/>
              <a:buNone/>
              <a:defRPr>
                <a:solidFill>
                  <a:schemeClr val="lt1"/>
                </a:solidFill>
              </a:defRPr>
            </a:lvl8pPr>
            <a:lvl9pPr lvl="8" algn="l">
              <a:lnSpc>
                <a:spcPct val="115000"/>
              </a:lnSpc>
              <a:spcBef>
                <a:spcPts val="0"/>
              </a:spcBef>
              <a:spcAft>
                <a:spcPts val="0"/>
              </a:spcAft>
              <a:buClr>
                <a:schemeClr val="lt1"/>
              </a:buClr>
              <a:buSzPts val="1400"/>
              <a:buNone/>
              <a:defRPr>
                <a:solidFill>
                  <a:schemeClr val="lt1"/>
                </a:solidFill>
              </a:defRPr>
            </a:lvl9pPr>
          </a:lstStyle>
          <a:p/>
        </p:txBody>
      </p:sp>
    </p:spTree>
  </p:cSld>
  <p:clrMapOvr>
    <a:masterClrMapping/>
  </p:clrMapOvr>
</p:sldLayout>
</file>

<file path=ppt/slideLayouts/slideLayout5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p:cSld name="Text + Image_1">
    <p:spTree>
      <p:nvGrpSpPr>
        <p:cNvPr id="2481" name="Shape 2481"/>
        <p:cNvGrpSpPr/>
        <p:nvPr/>
      </p:nvGrpSpPr>
      <p:grpSpPr>
        <a:xfrm>
          <a:off x="0" y="0"/>
          <a:ext cx="0" cy="0"/>
          <a:chOff x="0" y="0"/>
          <a:chExt cx="0" cy="0"/>
        </a:xfrm>
      </p:grpSpPr>
      <p:sp>
        <p:nvSpPr>
          <p:cNvPr id="2482" name="Google Shape;2482;p564"/>
          <p:cNvSpPr txBox="1"/>
          <p:nvPr>
            <p:ph idx="1" type="body"/>
          </p:nvPr>
        </p:nvSpPr>
        <p:spPr>
          <a:xfrm>
            <a:off x="571500" y="1905000"/>
            <a:ext cx="37719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SzPts val="900"/>
              <a:buFont typeface="Lato"/>
              <a:buChar char="●"/>
              <a:defRPr sz="1200">
                <a:latin typeface="Lato"/>
                <a:ea typeface="Lato"/>
                <a:cs typeface="Lato"/>
                <a:sym typeface="Lato"/>
              </a:defRPr>
            </a:lvl1pPr>
            <a:lvl2pPr indent="-285750" lvl="1" marL="914400" algn="l">
              <a:lnSpc>
                <a:spcPct val="115000"/>
              </a:lnSpc>
              <a:spcBef>
                <a:spcPts val="1000"/>
              </a:spcBef>
              <a:spcAft>
                <a:spcPts val="0"/>
              </a:spcAft>
              <a:buSzPts val="900"/>
              <a:buFont typeface="Lato"/>
              <a:buChar char="○"/>
              <a:defRPr sz="1200">
                <a:latin typeface="Lato"/>
                <a:ea typeface="Lato"/>
                <a:cs typeface="Lato"/>
                <a:sym typeface="Lato"/>
              </a:defRPr>
            </a:lvl2pPr>
            <a:lvl3pPr indent="-279400" lvl="2" marL="1371600" algn="l">
              <a:lnSpc>
                <a:spcPct val="115000"/>
              </a:lnSpc>
              <a:spcBef>
                <a:spcPts val="1000"/>
              </a:spcBef>
              <a:spcAft>
                <a:spcPts val="0"/>
              </a:spcAft>
              <a:buSzPts val="800"/>
              <a:buFont typeface="Lato"/>
              <a:buChar char="■"/>
              <a:defRPr sz="1000">
                <a:latin typeface="Lato"/>
                <a:ea typeface="Lato"/>
                <a:cs typeface="Lato"/>
                <a:sym typeface="Lato"/>
              </a:defRPr>
            </a:lvl3pPr>
            <a:lvl4pPr indent="-279400" lvl="3" marL="1828800" algn="l">
              <a:lnSpc>
                <a:spcPct val="115000"/>
              </a:lnSpc>
              <a:spcBef>
                <a:spcPts val="1000"/>
              </a:spcBef>
              <a:spcAft>
                <a:spcPts val="0"/>
              </a:spcAft>
              <a:buSzPts val="800"/>
              <a:buFont typeface="Lato"/>
              <a:buChar char="●"/>
              <a:defRPr sz="1000">
                <a:latin typeface="Lato"/>
                <a:ea typeface="Lato"/>
                <a:cs typeface="Lato"/>
                <a:sym typeface="Lato"/>
              </a:defRPr>
            </a:lvl4pPr>
            <a:lvl5pPr indent="-279400" lvl="4" marL="2286000" algn="l">
              <a:lnSpc>
                <a:spcPct val="115000"/>
              </a:lnSpc>
              <a:spcBef>
                <a:spcPts val="1000"/>
              </a:spcBef>
              <a:spcAft>
                <a:spcPts val="0"/>
              </a:spcAft>
              <a:buSzPts val="800"/>
              <a:buFont typeface="Lato"/>
              <a:buChar char="○"/>
              <a:defRPr sz="1000">
                <a:latin typeface="Lato"/>
                <a:ea typeface="Lato"/>
                <a:cs typeface="Lato"/>
                <a:sym typeface="Lato"/>
              </a:defRPr>
            </a:lvl5pPr>
            <a:lvl6pPr indent="-279400" lvl="5" marL="2743200" algn="l">
              <a:lnSpc>
                <a:spcPct val="115000"/>
              </a:lnSpc>
              <a:spcBef>
                <a:spcPts val="1000"/>
              </a:spcBef>
              <a:spcAft>
                <a:spcPts val="0"/>
              </a:spcAft>
              <a:buSzPts val="800"/>
              <a:buFont typeface="Lato"/>
              <a:buChar char="■"/>
              <a:defRPr sz="1000">
                <a:latin typeface="Lato"/>
                <a:ea typeface="Lato"/>
                <a:cs typeface="Lato"/>
                <a:sym typeface="Lato"/>
              </a:defRPr>
            </a:lvl6pPr>
            <a:lvl7pPr indent="-279400" lvl="6" marL="3200400" algn="l">
              <a:lnSpc>
                <a:spcPct val="115000"/>
              </a:lnSpc>
              <a:spcBef>
                <a:spcPts val="1000"/>
              </a:spcBef>
              <a:spcAft>
                <a:spcPts val="0"/>
              </a:spcAft>
              <a:buSzPts val="800"/>
              <a:buFont typeface="Lato"/>
              <a:buChar char="●"/>
              <a:defRPr sz="1000">
                <a:latin typeface="Lato"/>
                <a:ea typeface="Lato"/>
                <a:cs typeface="Lato"/>
                <a:sym typeface="Lato"/>
              </a:defRPr>
            </a:lvl7pPr>
            <a:lvl8pPr indent="-279400" lvl="7" marL="3657600" algn="l">
              <a:lnSpc>
                <a:spcPct val="115000"/>
              </a:lnSpc>
              <a:spcBef>
                <a:spcPts val="1000"/>
              </a:spcBef>
              <a:spcAft>
                <a:spcPts val="0"/>
              </a:spcAft>
              <a:buSzPts val="800"/>
              <a:buFont typeface="Lato"/>
              <a:buChar char="○"/>
              <a:defRPr sz="1000">
                <a:latin typeface="Lato"/>
                <a:ea typeface="Lato"/>
                <a:cs typeface="Lato"/>
                <a:sym typeface="Lato"/>
              </a:defRPr>
            </a:lvl8pPr>
            <a:lvl9pPr indent="-279400" lvl="8" marL="4114800" algn="l">
              <a:lnSpc>
                <a:spcPct val="115000"/>
              </a:lnSpc>
              <a:spcBef>
                <a:spcPts val="1000"/>
              </a:spcBef>
              <a:spcAft>
                <a:spcPts val="1000"/>
              </a:spcAft>
              <a:buSzPts val="800"/>
              <a:buFont typeface="Lato"/>
              <a:buChar char="■"/>
              <a:defRPr sz="1000">
                <a:latin typeface="Lato"/>
                <a:ea typeface="Lato"/>
                <a:cs typeface="Lato"/>
                <a:sym typeface="Lato"/>
              </a:defRPr>
            </a:lvl9pPr>
          </a:lstStyle>
          <a:p/>
        </p:txBody>
      </p:sp>
      <p:sp>
        <p:nvSpPr>
          <p:cNvPr id="2483" name="Google Shape;2483;p564"/>
          <p:cNvSpPr/>
          <p:nvPr>
            <p:ph idx="2" type="pic"/>
          </p:nvPr>
        </p:nvSpPr>
        <p:spPr>
          <a:xfrm>
            <a:off x="4572000" y="1905000"/>
            <a:ext cx="4000500" cy="3174900"/>
          </a:xfrm>
          <a:prstGeom prst="roundRect">
            <a:avLst>
              <a:gd fmla="val 1254" name="adj"/>
            </a:avLst>
          </a:prstGeom>
          <a:noFill/>
          <a:ln>
            <a:noFill/>
          </a:ln>
        </p:spPr>
      </p:sp>
      <p:sp>
        <p:nvSpPr>
          <p:cNvPr id="2484" name="Google Shape;2484;p564"/>
          <p:cNvSpPr txBox="1"/>
          <p:nvPr>
            <p:ph type="title"/>
          </p:nvPr>
        </p:nvSpPr>
        <p:spPr>
          <a:xfrm>
            <a:off x="571500" y="1186500"/>
            <a:ext cx="8001000" cy="3669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500"/>
              <a:buNone/>
              <a:defRPr sz="2000"/>
            </a:lvl1pPr>
            <a:lvl2pPr lvl="1" algn="l">
              <a:lnSpc>
                <a:spcPct val="115000"/>
              </a:lnSpc>
              <a:spcBef>
                <a:spcPts val="0"/>
              </a:spcBef>
              <a:spcAft>
                <a:spcPts val="0"/>
              </a:spcAft>
              <a:buSzPts val="1500"/>
              <a:buNone/>
              <a:defRPr sz="2000"/>
            </a:lvl2pPr>
            <a:lvl3pPr lvl="2" algn="l">
              <a:lnSpc>
                <a:spcPct val="115000"/>
              </a:lnSpc>
              <a:spcBef>
                <a:spcPts val="0"/>
              </a:spcBef>
              <a:spcAft>
                <a:spcPts val="0"/>
              </a:spcAft>
              <a:buSzPts val="1500"/>
              <a:buNone/>
              <a:defRPr sz="2000"/>
            </a:lvl3pPr>
            <a:lvl4pPr lvl="3" algn="l">
              <a:lnSpc>
                <a:spcPct val="115000"/>
              </a:lnSpc>
              <a:spcBef>
                <a:spcPts val="0"/>
              </a:spcBef>
              <a:spcAft>
                <a:spcPts val="0"/>
              </a:spcAft>
              <a:buSzPts val="1500"/>
              <a:buNone/>
              <a:defRPr sz="2000"/>
            </a:lvl4pPr>
            <a:lvl5pPr lvl="4" algn="l">
              <a:lnSpc>
                <a:spcPct val="115000"/>
              </a:lnSpc>
              <a:spcBef>
                <a:spcPts val="0"/>
              </a:spcBef>
              <a:spcAft>
                <a:spcPts val="0"/>
              </a:spcAft>
              <a:buSzPts val="1500"/>
              <a:buNone/>
              <a:defRPr sz="2000"/>
            </a:lvl5pPr>
            <a:lvl6pPr lvl="5" algn="l">
              <a:lnSpc>
                <a:spcPct val="115000"/>
              </a:lnSpc>
              <a:spcBef>
                <a:spcPts val="0"/>
              </a:spcBef>
              <a:spcAft>
                <a:spcPts val="0"/>
              </a:spcAft>
              <a:buSzPts val="1500"/>
              <a:buNone/>
              <a:defRPr sz="2000"/>
            </a:lvl6pPr>
            <a:lvl7pPr lvl="6" algn="l">
              <a:lnSpc>
                <a:spcPct val="115000"/>
              </a:lnSpc>
              <a:spcBef>
                <a:spcPts val="0"/>
              </a:spcBef>
              <a:spcAft>
                <a:spcPts val="0"/>
              </a:spcAft>
              <a:buSzPts val="1500"/>
              <a:buNone/>
              <a:defRPr sz="2000"/>
            </a:lvl7pPr>
            <a:lvl8pPr lvl="7" algn="l">
              <a:lnSpc>
                <a:spcPct val="115000"/>
              </a:lnSpc>
              <a:spcBef>
                <a:spcPts val="0"/>
              </a:spcBef>
              <a:spcAft>
                <a:spcPts val="0"/>
              </a:spcAft>
              <a:buSzPts val="1500"/>
              <a:buNone/>
              <a:defRPr sz="2000"/>
            </a:lvl8pPr>
            <a:lvl9pPr lvl="8" algn="l">
              <a:lnSpc>
                <a:spcPct val="115000"/>
              </a:lnSpc>
              <a:spcBef>
                <a:spcPts val="0"/>
              </a:spcBef>
              <a:spcAft>
                <a:spcPts val="0"/>
              </a:spcAft>
              <a:buSzPts val="1500"/>
              <a:buNone/>
              <a:defRPr sz="2000"/>
            </a:lvl9pPr>
          </a:lstStyle>
          <a:p/>
        </p:txBody>
      </p:sp>
      <p:sp>
        <p:nvSpPr>
          <p:cNvPr id="2485" name="Google Shape;2485;p564"/>
          <p:cNvSpPr txBox="1"/>
          <p:nvPr>
            <p:ph idx="3" type="subTitle"/>
          </p:nvPr>
        </p:nvSpPr>
        <p:spPr>
          <a:xfrm>
            <a:off x="571500" y="903181"/>
            <a:ext cx="4000500" cy="177000"/>
          </a:xfrm>
          <a:prstGeom prst="rect">
            <a:avLst/>
          </a:prstGeom>
          <a:noFill/>
          <a:ln>
            <a:noFill/>
          </a:ln>
        </p:spPr>
        <p:txBody>
          <a:bodyPr anchorCtr="0" anchor="ctr" bIns="0" lIns="0" spcFirstLastPara="1" rIns="0" wrap="square" tIns="0">
            <a:spAutoFit/>
          </a:bodyPr>
          <a:lstStyle>
            <a:lvl1pPr lvl="0" algn="l">
              <a:lnSpc>
                <a:spcPct val="115000"/>
              </a:lnSpc>
              <a:spcBef>
                <a:spcPts val="0"/>
              </a:spcBef>
              <a:spcAft>
                <a:spcPts val="0"/>
              </a:spcAft>
              <a:buClr>
                <a:schemeClr val="lt2"/>
              </a:buClr>
              <a:buSzPts val="900"/>
              <a:buNone/>
              <a:defRPr b="1">
                <a:solidFill>
                  <a:schemeClr val="lt2"/>
                </a:solidFill>
              </a:defRPr>
            </a:lvl1pPr>
            <a:lvl2pPr lvl="1" algn="l">
              <a:lnSpc>
                <a:spcPct val="115000"/>
              </a:lnSpc>
              <a:spcBef>
                <a:spcPts val="1000"/>
              </a:spcBef>
              <a:spcAft>
                <a:spcPts val="0"/>
              </a:spcAft>
              <a:buClr>
                <a:schemeClr val="lt2"/>
              </a:buClr>
              <a:buSzPts val="900"/>
              <a:buNone/>
              <a:defRPr/>
            </a:lvl2pPr>
            <a:lvl3pPr lvl="2" algn="l">
              <a:lnSpc>
                <a:spcPct val="115000"/>
              </a:lnSpc>
              <a:spcBef>
                <a:spcPts val="1000"/>
              </a:spcBef>
              <a:spcAft>
                <a:spcPts val="0"/>
              </a:spcAft>
              <a:buClr>
                <a:schemeClr val="lt2"/>
              </a:buClr>
              <a:buSzPts val="800"/>
              <a:buNone/>
              <a:defRPr/>
            </a:lvl3pPr>
            <a:lvl4pPr lvl="3" algn="l">
              <a:lnSpc>
                <a:spcPct val="115000"/>
              </a:lnSpc>
              <a:spcBef>
                <a:spcPts val="1000"/>
              </a:spcBef>
              <a:spcAft>
                <a:spcPts val="0"/>
              </a:spcAft>
              <a:buClr>
                <a:schemeClr val="lt2"/>
              </a:buClr>
              <a:buSzPts val="800"/>
              <a:buNone/>
              <a:defRPr/>
            </a:lvl4pPr>
            <a:lvl5pPr lvl="4" algn="l">
              <a:lnSpc>
                <a:spcPct val="115000"/>
              </a:lnSpc>
              <a:spcBef>
                <a:spcPts val="1000"/>
              </a:spcBef>
              <a:spcAft>
                <a:spcPts val="0"/>
              </a:spcAft>
              <a:buClr>
                <a:schemeClr val="lt2"/>
              </a:buClr>
              <a:buSzPts val="800"/>
              <a:buNone/>
              <a:defRPr/>
            </a:lvl5pPr>
            <a:lvl6pPr lvl="5" algn="l">
              <a:lnSpc>
                <a:spcPct val="115000"/>
              </a:lnSpc>
              <a:spcBef>
                <a:spcPts val="1000"/>
              </a:spcBef>
              <a:spcAft>
                <a:spcPts val="0"/>
              </a:spcAft>
              <a:buClr>
                <a:schemeClr val="lt2"/>
              </a:buClr>
              <a:buSzPts val="800"/>
              <a:buNone/>
              <a:defRPr/>
            </a:lvl6pPr>
            <a:lvl7pPr lvl="6" algn="l">
              <a:lnSpc>
                <a:spcPct val="115000"/>
              </a:lnSpc>
              <a:spcBef>
                <a:spcPts val="1000"/>
              </a:spcBef>
              <a:spcAft>
                <a:spcPts val="0"/>
              </a:spcAft>
              <a:buClr>
                <a:schemeClr val="lt2"/>
              </a:buClr>
              <a:buSzPts val="800"/>
              <a:buNone/>
              <a:defRPr/>
            </a:lvl7pPr>
            <a:lvl8pPr lvl="7" algn="l">
              <a:lnSpc>
                <a:spcPct val="115000"/>
              </a:lnSpc>
              <a:spcBef>
                <a:spcPts val="1000"/>
              </a:spcBef>
              <a:spcAft>
                <a:spcPts val="0"/>
              </a:spcAft>
              <a:buClr>
                <a:schemeClr val="lt2"/>
              </a:buClr>
              <a:buSzPts val="800"/>
              <a:buNone/>
              <a:defRPr/>
            </a:lvl8pPr>
            <a:lvl9pPr lvl="8" algn="l">
              <a:lnSpc>
                <a:spcPct val="115000"/>
              </a:lnSpc>
              <a:spcBef>
                <a:spcPts val="1000"/>
              </a:spcBef>
              <a:spcAft>
                <a:spcPts val="1000"/>
              </a:spcAft>
              <a:buClr>
                <a:schemeClr val="lt2"/>
              </a:buClr>
              <a:buSzPts val="800"/>
              <a:buNone/>
              <a:defRPr/>
            </a:lvl9pPr>
          </a:lstStyle>
          <a:p/>
        </p:txBody>
      </p:sp>
    </p:spTree>
  </p:cSld>
  <p:clrMapOvr>
    <a:masterClrMapping/>
  </p:clrMapOvr>
</p:sldLayout>
</file>

<file path=ppt/slideLayouts/slideLayout5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dy 2 Columns ">
  <p:cSld name="Body 2 Columns _1">
    <p:spTree>
      <p:nvGrpSpPr>
        <p:cNvPr id="2486" name="Shape 2486"/>
        <p:cNvGrpSpPr/>
        <p:nvPr/>
      </p:nvGrpSpPr>
      <p:grpSpPr>
        <a:xfrm>
          <a:off x="0" y="0"/>
          <a:ext cx="0" cy="0"/>
          <a:chOff x="0" y="0"/>
          <a:chExt cx="0" cy="0"/>
        </a:xfrm>
      </p:grpSpPr>
      <p:sp>
        <p:nvSpPr>
          <p:cNvPr id="2487" name="Google Shape;2487;p565"/>
          <p:cNvSpPr txBox="1"/>
          <p:nvPr>
            <p:ph idx="1" type="body"/>
          </p:nvPr>
        </p:nvSpPr>
        <p:spPr>
          <a:xfrm>
            <a:off x="571500" y="1905000"/>
            <a:ext cx="38838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SzPts val="900"/>
              <a:buChar char="●"/>
              <a:defRPr/>
            </a:lvl1pPr>
            <a:lvl2pPr indent="-285750" lvl="1" marL="914400" algn="l">
              <a:lnSpc>
                <a:spcPct val="115000"/>
              </a:lnSpc>
              <a:spcBef>
                <a:spcPts val="1000"/>
              </a:spcBef>
              <a:spcAft>
                <a:spcPts val="0"/>
              </a:spcAft>
              <a:buSzPts val="900"/>
              <a:buChar char="○"/>
              <a:defRPr/>
            </a:lvl2pPr>
            <a:lvl3pPr indent="-279400" lvl="2" marL="1371600" algn="l">
              <a:lnSpc>
                <a:spcPct val="115000"/>
              </a:lnSpc>
              <a:spcBef>
                <a:spcPts val="1000"/>
              </a:spcBef>
              <a:spcAft>
                <a:spcPts val="0"/>
              </a:spcAft>
              <a:buSzPts val="800"/>
              <a:buChar char="■"/>
              <a:defRPr/>
            </a:lvl3pPr>
            <a:lvl4pPr indent="-279400" lvl="3" marL="1828800" algn="l">
              <a:lnSpc>
                <a:spcPct val="115000"/>
              </a:lnSpc>
              <a:spcBef>
                <a:spcPts val="1000"/>
              </a:spcBef>
              <a:spcAft>
                <a:spcPts val="0"/>
              </a:spcAft>
              <a:buSzPts val="800"/>
              <a:buChar char="●"/>
              <a:defRPr/>
            </a:lvl4pPr>
            <a:lvl5pPr indent="-279400" lvl="4" marL="2286000" algn="l">
              <a:lnSpc>
                <a:spcPct val="115000"/>
              </a:lnSpc>
              <a:spcBef>
                <a:spcPts val="1000"/>
              </a:spcBef>
              <a:spcAft>
                <a:spcPts val="0"/>
              </a:spcAft>
              <a:buSzPts val="800"/>
              <a:buChar char="○"/>
              <a:defRPr/>
            </a:lvl5pPr>
            <a:lvl6pPr indent="-279400" lvl="5" marL="2743200" algn="l">
              <a:lnSpc>
                <a:spcPct val="115000"/>
              </a:lnSpc>
              <a:spcBef>
                <a:spcPts val="1000"/>
              </a:spcBef>
              <a:spcAft>
                <a:spcPts val="0"/>
              </a:spcAft>
              <a:buSzPts val="800"/>
              <a:buChar char="■"/>
              <a:defRPr/>
            </a:lvl6pPr>
            <a:lvl7pPr indent="-279400" lvl="6" marL="3200400" algn="l">
              <a:lnSpc>
                <a:spcPct val="115000"/>
              </a:lnSpc>
              <a:spcBef>
                <a:spcPts val="1000"/>
              </a:spcBef>
              <a:spcAft>
                <a:spcPts val="0"/>
              </a:spcAft>
              <a:buSzPts val="800"/>
              <a:buChar char="●"/>
              <a:defRPr/>
            </a:lvl7pPr>
            <a:lvl8pPr indent="-279400" lvl="7" marL="3657600" algn="l">
              <a:lnSpc>
                <a:spcPct val="115000"/>
              </a:lnSpc>
              <a:spcBef>
                <a:spcPts val="1000"/>
              </a:spcBef>
              <a:spcAft>
                <a:spcPts val="0"/>
              </a:spcAft>
              <a:buSzPts val="800"/>
              <a:buChar char="○"/>
              <a:defRPr/>
            </a:lvl8pPr>
            <a:lvl9pPr indent="-279400" lvl="8" marL="4114800" algn="l">
              <a:lnSpc>
                <a:spcPct val="115000"/>
              </a:lnSpc>
              <a:spcBef>
                <a:spcPts val="1000"/>
              </a:spcBef>
              <a:spcAft>
                <a:spcPts val="1000"/>
              </a:spcAft>
              <a:buSzPts val="800"/>
              <a:buChar char="■"/>
              <a:defRPr/>
            </a:lvl9pPr>
          </a:lstStyle>
          <a:p/>
        </p:txBody>
      </p:sp>
      <p:sp>
        <p:nvSpPr>
          <p:cNvPr id="2488" name="Google Shape;2488;p565"/>
          <p:cNvSpPr txBox="1"/>
          <p:nvPr>
            <p:ph idx="2" type="body"/>
          </p:nvPr>
        </p:nvSpPr>
        <p:spPr>
          <a:xfrm>
            <a:off x="4688700" y="1905000"/>
            <a:ext cx="38838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SzPts val="900"/>
              <a:buChar char="●"/>
              <a:defRPr/>
            </a:lvl1pPr>
            <a:lvl2pPr indent="-285750" lvl="1" marL="914400" algn="l">
              <a:lnSpc>
                <a:spcPct val="115000"/>
              </a:lnSpc>
              <a:spcBef>
                <a:spcPts val="1000"/>
              </a:spcBef>
              <a:spcAft>
                <a:spcPts val="0"/>
              </a:spcAft>
              <a:buSzPts val="900"/>
              <a:buChar char="○"/>
              <a:defRPr/>
            </a:lvl2pPr>
            <a:lvl3pPr indent="-279400" lvl="2" marL="1371600" algn="l">
              <a:lnSpc>
                <a:spcPct val="115000"/>
              </a:lnSpc>
              <a:spcBef>
                <a:spcPts val="1000"/>
              </a:spcBef>
              <a:spcAft>
                <a:spcPts val="0"/>
              </a:spcAft>
              <a:buSzPts val="800"/>
              <a:buChar char="■"/>
              <a:defRPr/>
            </a:lvl3pPr>
            <a:lvl4pPr indent="-279400" lvl="3" marL="1828800" algn="l">
              <a:lnSpc>
                <a:spcPct val="115000"/>
              </a:lnSpc>
              <a:spcBef>
                <a:spcPts val="1000"/>
              </a:spcBef>
              <a:spcAft>
                <a:spcPts val="0"/>
              </a:spcAft>
              <a:buSzPts val="800"/>
              <a:buChar char="●"/>
              <a:defRPr/>
            </a:lvl4pPr>
            <a:lvl5pPr indent="-279400" lvl="4" marL="2286000" algn="l">
              <a:lnSpc>
                <a:spcPct val="115000"/>
              </a:lnSpc>
              <a:spcBef>
                <a:spcPts val="1000"/>
              </a:spcBef>
              <a:spcAft>
                <a:spcPts val="0"/>
              </a:spcAft>
              <a:buSzPts val="800"/>
              <a:buChar char="○"/>
              <a:defRPr/>
            </a:lvl5pPr>
            <a:lvl6pPr indent="-279400" lvl="5" marL="2743200" algn="l">
              <a:lnSpc>
                <a:spcPct val="115000"/>
              </a:lnSpc>
              <a:spcBef>
                <a:spcPts val="1000"/>
              </a:spcBef>
              <a:spcAft>
                <a:spcPts val="0"/>
              </a:spcAft>
              <a:buSzPts val="800"/>
              <a:buChar char="■"/>
              <a:defRPr/>
            </a:lvl6pPr>
            <a:lvl7pPr indent="-279400" lvl="6" marL="3200400" algn="l">
              <a:lnSpc>
                <a:spcPct val="115000"/>
              </a:lnSpc>
              <a:spcBef>
                <a:spcPts val="1000"/>
              </a:spcBef>
              <a:spcAft>
                <a:spcPts val="0"/>
              </a:spcAft>
              <a:buSzPts val="800"/>
              <a:buChar char="●"/>
              <a:defRPr/>
            </a:lvl7pPr>
            <a:lvl8pPr indent="-279400" lvl="7" marL="3657600" algn="l">
              <a:lnSpc>
                <a:spcPct val="115000"/>
              </a:lnSpc>
              <a:spcBef>
                <a:spcPts val="1000"/>
              </a:spcBef>
              <a:spcAft>
                <a:spcPts val="0"/>
              </a:spcAft>
              <a:buSzPts val="800"/>
              <a:buChar char="○"/>
              <a:defRPr/>
            </a:lvl8pPr>
            <a:lvl9pPr indent="-279400" lvl="8" marL="4114800" algn="l">
              <a:lnSpc>
                <a:spcPct val="115000"/>
              </a:lnSpc>
              <a:spcBef>
                <a:spcPts val="1000"/>
              </a:spcBef>
              <a:spcAft>
                <a:spcPts val="1000"/>
              </a:spcAft>
              <a:buSzPts val="800"/>
              <a:buChar char="■"/>
              <a:defRPr/>
            </a:lvl9pPr>
          </a:lstStyle>
          <a:p/>
        </p:txBody>
      </p:sp>
      <p:sp>
        <p:nvSpPr>
          <p:cNvPr id="2489" name="Google Shape;2489;p565"/>
          <p:cNvSpPr txBox="1"/>
          <p:nvPr>
            <p:ph type="title"/>
          </p:nvPr>
        </p:nvSpPr>
        <p:spPr>
          <a:xfrm>
            <a:off x="571500" y="1186500"/>
            <a:ext cx="8001000" cy="3669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500"/>
              <a:buNone/>
              <a:defRPr sz="2000"/>
            </a:lvl1pPr>
            <a:lvl2pPr lvl="1" algn="l">
              <a:lnSpc>
                <a:spcPct val="115000"/>
              </a:lnSpc>
              <a:spcBef>
                <a:spcPts val="0"/>
              </a:spcBef>
              <a:spcAft>
                <a:spcPts val="0"/>
              </a:spcAft>
              <a:buSzPts val="1500"/>
              <a:buNone/>
              <a:defRPr sz="2000"/>
            </a:lvl2pPr>
            <a:lvl3pPr lvl="2" algn="l">
              <a:lnSpc>
                <a:spcPct val="115000"/>
              </a:lnSpc>
              <a:spcBef>
                <a:spcPts val="0"/>
              </a:spcBef>
              <a:spcAft>
                <a:spcPts val="0"/>
              </a:spcAft>
              <a:buSzPts val="1500"/>
              <a:buNone/>
              <a:defRPr sz="2000"/>
            </a:lvl3pPr>
            <a:lvl4pPr lvl="3" algn="l">
              <a:lnSpc>
                <a:spcPct val="115000"/>
              </a:lnSpc>
              <a:spcBef>
                <a:spcPts val="0"/>
              </a:spcBef>
              <a:spcAft>
                <a:spcPts val="0"/>
              </a:spcAft>
              <a:buSzPts val="1500"/>
              <a:buNone/>
              <a:defRPr sz="2000"/>
            </a:lvl4pPr>
            <a:lvl5pPr lvl="4" algn="l">
              <a:lnSpc>
                <a:spcPct val="115000"/>
              </a:lnSpc>
              <a:spcBef>
                <a:spcPts val="0"/>
              </a:spcBef>
              <a:spcAft>
                <a:spcPts val="0"/>
              </a:spcAft>
              <a:buSzPts val="1500"/>
              <a:buNone/>
              <a:defRPr sz="2000"/>
            </a:lvl5pPr>
            <a:lvl6pPr lvl="5" algn="l">
              <a:lnSpc>
                <a:spcPct val="115000"/>
              </a:lnSpc>
              <a:spcBef>
                <a:spcPts val="0"/>
              </a:spcBef>
              <a:spcAft>
                <a:spcPts val="0"/>
              </a:spcAft>
              <a:buSzPts val="1500"/>
              <a:buNone/>
              <a:defRPr sz="2000"/>
            </a:lvl6pPr>
            <a:lvl7pPr lvl="6" algn="l">
              <a:lnSpc>
                <a:spcPct val="115000"/>
              </a:lnSpc>
              <a:spcBef>
                <a:spcPts val="0"/>
              </a:spcBef>
              <a:spcAft>
                <a:spcPts val="0"/>
              </a:spcAft>
              <a:buSzPts val="1500"/>
              <a:buNone/>
              <a:defRPr sz="2000"/>
            </a:lvl7pPr>
            <a:lvl8pPr lvl="7" algn="l">
              <a:lnSpc>
                <a:spcPct val="115000"/>
              </a:lnSpc>
              <a:spcBef>
                <a:spcPts val="0"/>
              </a:spcBef>
              <a:spcAft>
                <a:spcPts val="0"/>
              </a:spcAft>
              <a:buSzPts val="1500"/>
              <a:buNone/>
              <a:defRPr sz="2000"/>
            </a:lvl8pPr>
            <a:lvl9pPr lvl="8" algn="l">
              <a:lnSpc>
                <a:spcPct val="115000"/>
              </a:lnSpc>
              <a:spcBef>
                <a:spcPts val="0"/>
              </a:spcBef>
              <a:spcAft>
                <a:spcPts val="0"/>
              </a:spcAft>
              <a:buSzPts val="1500"/>
              <a:buNone/>
              <a:defRPr sz="2000"/>
            </a:lvl9pPr>
          </a:lstStyle>
          <a:p/>
        </p:txBody>
      </p:sp>
      <p:sp>
        <p:nvSpPr>
          <p:cNvPr id="2490" name="Google Shape;2490;p565"/>
          <p:cNvSpPr txBox="1"/>
          <p:nvPr>
            <p:ph idx="3" type="subTitle"/>
          </p:nvPr>
        </p:nvSpPr>
        <p:spPr>
          <a:xfrm>
            <a:off x="571500" y="903181"/>
            <a:ext cx="4000500" cy="177000"/>
          </a:xfrm>
          <a:prstGeom prst="rect">
            <a:avLst/>
          </a:prstGeom>
          <a:noFill/>
          <a:ln>
            <a:noFill/>
          </a:ln>
        </p:spPr>
        <p:txBody>
          <a:bodyPr anchorCtr="0" anchor="ctr" bIns="0" lIns="0" spcFirstLastPara="1" rIns="0" wrap="square" tIns="0">
            <a:spAutoFit/>
          </a:bodyPr>
          <a:lstStyle>
            <a:lvl1pPr lvl="0" algn="l">
              <a:lnSpc>
                <a:spcPct val="115000"/>
              </a:lnSpc>
              <a:spcBef>
                <a:spcPts val="0"/>
              </a:spcBef>
              <a:spcAft>
                <a:spcPts val="0"/>
              </a:spcAft>
              <a:buClr>
                <a:schemeClr val="lt2"/>
              </a:buClr>
              <a:buSzPts val="900"/>
              <a:buNone/>
              <a:defRPr b="1">
                <a:solidFill>
                  <a:schemeClr val="lt2"/>
                </a:solidFill>
              </a:defRPr>
            </a:lvl1pPr>
            <a:lvl2pPr lvl="1" algn="l">
              <a:lnSpc>
                <a:spcPct val="115000"/>
              </a:lnSpc>
              <a:spcBef>
                <a:spcPts val="1000"/>
              </a:spcBef>
              <a:spcAft>
                <a:spcPts val="0"/>
              </a:spcAft>
              <a:buClr>
                <a:schemeClr val="lt2"/>
              </a:buClr>
              <a:buSzPts val="900"/>
              <a:buNone/>
              <a:defRPr/>
            </a:lvl2pPr>
            <a:lvl3pPr lvl="2" algn="l">
              <a:lnSpc>
                <a:spcPct val="115000"/>
              </a:lnSpc>
              <a:spcBef>
                <a:spcPts val="1000"/>
              </a:spcBef>
              <a:spcAft>
                <a:spcPts val="0"/>
              </a:spcAft>
              <a:buClr>
                <a:schemeClr val="lt2"/>
              </a:buClr>
              <a:buSzPts val="800"/>
              <a:buNone/>
              <a:defRPr/>
            </a:lvl3pPr>
            <a:lvl4pPr lvl="3" algn="l">
              <a:lnSpc>
                <a:spcPct val="115000"/>
              </a:lnSpc>
              <a:spcBef>
                <a:spcPts val="1000"/>
              </a:spcBef>
              <a:spcAft>
                <a:spcPts val="0"/>
              </a:spcAft>
              <a:buClr>
                <a:schemeClr val="lt2"/>
              </a:buClr>
              <a:buSzPts val="800"/>
              <a:buNone/>
              <a:defRPr/>
            </a:lvl4pPr>
            <a:lvl5pPr lvl="4" algn="l">
              <a:lnSpc>
                <a:spcPct val="115000"/>
              </a:lnSpc>
              <a:spcBef>
                <a:spcPts val="1000"/>
              </a:spcBef>
              <a:spcAft>
                <a:spcPts val="0"/>
              </a:spcAft>
              <a:buClr>
                <a:schemeClr val="lt2"/>
              </a:buClr>
              <a:buSzPts val="800"/>
              <a:buNone/>
              <a:defRPr/>
            </a:lvl5pPr>
            <a:lvl6pPr lvl="5" algn="l">
              <a:lnSpc>
                <a:spcPct val="115000"/>
              </a:lnSpc>
              <a:spcBef>
                <a:spcPts val="1000"/>
              </a:spcBef>
              <a:spcAft>
                <a:spcPts val="0"/>
              </a:spcAft>
              <a:buClr>
                <a:schemeClr val="lt2"/>
              </a:buClr>
              <a:buSzPts val="800"/>
              <a:buNone/>
              <a:defRPr/>
            </a:lvl6pPr>
            <a:lvl7pPr lvl="6" algn="l">
              <a:lnSpc>
                <a:spcPct val="115000"/>
              </a:lnSpc>
              <a:spcBef>
                <a:spcPts val="1000"/>
              </a:spcBef>
              <a:spcAft>
                <a:spcPts val="0"/>
              </a:spcAft>
              <a:buClr>
                <a:schemeClr val="lt2"/>
              </a:buClr>
              <a:buSzPts val="800"/>
              <a:buNone/>
              <a:defRPr/>
            </a:lvl7pPr>
            <a:lvl8pPr lvl="7" algn="l">
              <a:lnSpc>
                <a:spcPct val="115000"/>
              </a:lnSpc>
              <a:spcBef>
                <a:spcPts val="1000"/>
              </a:spcBef>
              <a:spcAft>
                <a:spcPts val="0"/>
              </a:spcAft>
              <a:buClr>
                <a:schemeClr val="lt2"/>
              </a:buClr>
              <a:buSzPts val="800"/>
              <a:buNone/>
              <a:defRPr/>
            </a:lvl8pPr>
            <a:lvl9pPr lvl="8" algn="l">
              <a:lnSpc>
                <a:spcPct val="115000"/>
              </a:lnSpc>
              <a:spcBef>
                <a:spcPts val="1000"/>
              </a:spcBef>
              <a:spcAft>
                <a:spcPts val="1000"/>
              </a:spcAft>
              <a:buClr>
                <a:schemeClr val="lt2"/>
              </a:buClr>
              <a:buSzPts val="800"/>
              <a:buNone/>
              <a:defRPr/>
            </a:lvl9pPr>
          </a:lstStyle>
          <a:p/>
        </p:txBody>
      </p:sp>
    </p:spTree>
  </p:cSld>
  <p:clrMapOvr>
    <a:masterClrMapping/>
  </p:clrMapOvr>
</p:sldLayout>
</file>

<file path=ppt/slideLayouts/slideLayout5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ullet points 1">
  <p:cSld name="Title and bullet points_1">
    <p:spTree>
      <p:nvGrpSpPr>
        <p:cNvPr id="2491" name="Shape 2491"/>
        <p:cNvGrpSpPr/>
        <p:nvPr/>
      </p:nvGrpSpPr>
      <p:grpSpPr>
        <a:xfrm>
          <a:off x="0" y="0"/>
          <a:ext cx="0" cy="0"/>
          <a:chOff x="0" y="0"/>
          <a:chExt cx="0" cy="0"/>
        </a:xfrm>
      </p:grpSpPr>
      <p:sp>
        <p:nvSpPr>
          <p:cNvPr id="2492" name="Google Shape;2492;p566"/>
          <p:cNvSpPr txBox="1"/>
          <p:nvPr>
            <p:ph type="title"/>
          </p:nvPr>
        </p:nvSpPr>
        <p:spPr>
          <a:xfrm>
            <a:off x="571500" y="889000"/>
            <a:ext cx="40005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8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800">
                <a:solidFill>
                  <a:schemeClr val="dk1"/>
                </a:solidFill>
              </a:defRPr>
            </a:lvl2pPr>
            <a:lvl3pPr lvl="2" algn="l">
              <a:lnSpc>
                <a:spcPct val="115000"/>
              </a:lnSpc>
              <a:spcBef>
                <a:spcPts val="0"/>
              </a:spcBef>
              <a:spcAft>
                <a:spcPts val="0"/>
              </a:spcAft>
              <a:buClr>
                <a:schemeClr val="dk1"/>
              </a:buClr>
              <a:buSzPts val="1400"/>
              <a:buNone/>
              <a:defRPr sz="1800">
                <a:solidFill>
                  <a:schemeClr val="dk1"/>
                </a:solidFill>
              </a:defRPr>
            </a:lvl3pPr>
            <a:lvl4pPr lvl="3" algn="l">
              <a:lnSpc>
                <a:spcPct val="115000"/>
              </a:lnSpc>
              <a:spcBef>
                <a:spcPts val="0"/>
              </a:spcBef>
              <a:spcAft>
                <a:spcPts val="0"/>
              </a:spcAft>
              <a:buClr>
                <a:schemeClr val="dk1"/>
              </a:buClr>
              <a:buSzPts val="1400"/>
              <a:buNone/>
              <a:defRPr sz="1800">
                <a:solidFill>
                  <a:schemeClr val="dk1"/>
                </a:solidFill>
              </a:defRPr>
            </a:lvl4pPr>
            <a:lvl5pPr lvl="4" algn="l">
              <a:lnSpc>
                <a:spcPct val="115000"/>
              </a:lnSpc>
              <a:spcBef>
                <a:spcPts val="0"/>
              </a:spcBef>
              <a:spcAft>
                <a:spcPts val="0"/>
              </a:spcAft>
              <a:buClr>
                <a:schemeClr val="dk1"/>
              </a:buClr>
              <a:buSzPts val="1400"/>
              <a:buNone/>
              <a:defRPr sz="1800">
                <a:solidFill>
                  <a:schemeClr val="dk1"/>
                </a:solidFill>
              </a:defRPr>
            </a:lvl5pPr>
            <a:lvl6pPr lvl="5" algn="l">
              <a:lnSpc>
                <a:spcPct val="115000"/>
              </a:lnSpc>
              <a:spcBef>
                <a:spcPts val="0"/>
              </a:spcBef>
              <a:spcAft>
                <a:spcPts val="0"/>
              </a:spcAft>
              <a:buClr>
                <a:schemeClr val="dk1"/>
              </a:buClr>
              <a:buSzPts val="1400"/>
              <a:buNone/>
              <a:defRPr sz="1800">
                <a:solidFill>
                  <a:schemeClr val="dk1"/>
                </a:solidFill>
              </a:defRPr>
            </a:lvl6pPr>
            <a:lvl7pPr lvl="6" algn="l">
              <a:lnSpc>
                <a:spcPct val="115000"/>
              </a:lnSpc>
              <a:spcBef>
                <a:spcPts val="0"/>
              </a:spcBef>
              <a:spcAft>
                <a:spcPts val="0"/>
              </a:spcAft>
              <a:buClr>
                <a:schemeClr val="dk1"/>
              </a:buClr>
              <a:buSzPts val="1400"/>
              <a:buNone/>
              <a:defRPr sz="1800">
                <a:solidFill>
                  <a:schemeClr val="dk1"/>
                </a:solidFill>
              </a:defRPr>
            </a:lvl7pPr>
            <a:lvl8pPr lvl="7" algn="l">
              <a:lnSpc>
                <a:spcPct val="115000"/>
              </a:lnSpc>
              <a:spcBef>
                <a:spcPts val="0"/>
              </a:spcBef>
              <a:spcAft>
                <a:spcPts val="0"/>
              </a:spcAft>
              <a:buClr>
                <a:schemeClr val="dk1"/>
              </a:buClr>
              <a:buSzPts val="1400"/>
              <a:buNone/>
              <a:defRPr sz="1800">
                <a:solidFill>
                  <a:schemeClr val="dk1"/>
                </a:solidFill>
              </a:defRPr>
            </a:lvl8pPr>
            <a:lvl9pPr lvl="8" algn="l">
              <a:lnSpc>
                <a:spcPct val="115000"/>
              </a:lnSpc>
              <a:spcBef>
                <a:spcPts val="0"/>
              </a:spcBef>
              <a:spcAft>
                <a:spcPts val="0"/>
              </a:spcAft>
              <a:buClr>
                <a:schemeClr val="dk1"/>
              </a:buClr>
              <a:buSzPts val="1400"/>
              <a:buNone/>
              <a:defRPr sz="1800">
                <a:solidFill>
                  <a:schemeClr val="dk1"/>
                </a:solidFill>
              </a:defRPr>
            </a:lvl9pPr>
          </a:lstStyle>
          <a:p/>
        </p:txBody>
      </p:sp>
      <p:sp>
        <p:nvSpPr>
          <p:cNvPr id="2493" name="Google Shape;2493;p566"/>
          <p:cNvSpPr txBox="1"/>
          <p:nvPr>
            <p:ph idx="1" type="body"/>
          </p:nvPr>
        </p:nvSpPr>
        <p:spPr>
          <a:xfrm>
            <a:off x="571500" y="1905000"/>
            <a:ext cx="40005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
        <p:nvSpPr>
          <p:cNvPr id="2494" name="Google Shape;2494;p566"/>
          <p:cNvSpPr txBox="1"/>
          <p:nvPr>
            <p:ph idx="12" type="sldNum"/>
          </p:nvPr>
        </p:nvSpPr>
        <p:spPr>
          <a:xfrm>
            <a:off x="8572500" y="5080004"/>
            <a:ext cx="571500" cy="635100"/>
          </a:xfrm>
          <a:prstGeom prst="rect">
            <a:avLst/>
          </a:prstGeom>
          <a:noFill/>
          <a:ln>
            <a:noFill/>
          </a:ln>
        </p:spPr>
        <p:txBody>
          <a:bodyPr anchorCtr="0" anchor="t" bIns="68575" lIns="68575" spcFirstLastPara="1" rIns="68575" wrap="square" tIns="68575">
            <a:noAutofit/>
          </a:bodyPr>
          <a:lstStyle>
            <a:lvl1pPr indent="0" lvl="0" marL="0" marR="0" algn="l">
              <a:buClr>
                <a:schemeClr val="accent4"/>
              </a:buClr>
              <a:buSzPts val="900"/>
              <a:buFont typeface="Arial"/>
              <a:buNone/>
              <a:defRPr sz="900">
                <a:solidFill>
                  <a:schemeClr val="accent4"/>
                </a:solidFill>
                <a:latin typeface="Arial"/>
                <a:ea typeface="Arial"/>
                <a:cs typeface="Arial"/>
                <a:sym typeface="Arial"/>
              </a:defRPr>
            </a:lvl1pPr>
            <a:lvl2pPr indent="0" lvl="1" marL="0" marR="0" algn="l">
              <a:buClr>
                <a:schemeClr val="accent4"/>
              </a:buClr>
              <a:buSzPts val="900"/>
              <a:buFont typeface="Arial"/>
              <a:buNone/>
              <a:defRPr sz="900">
                <a:solidFill>
                  <a:schemeClr val="accent4"/>
                </a:solidFill>
                <a:latin typeface="Arial"/>
                <a:ea typeface="Arial"/>
                <a:cs typeface="Arial"/>
                <a:sym typeface="Arial"/>
              </a:defRPr>
            </a:lvl2pPr>
            <a:lvl3pPr indent="0" lvl="2" marL="0" marR="0" algn="l">
              <a:buClr>
                <a:schemeClr val="accent4"/>
              </a:buClr>
              <a:buSzPts val="900"/>
              <a:buFont typeface="Arial"/>
              <a:buNone/>
              <a:defRPr sz="900">
                <a:solidFill>
                  <a:schemeClr val="accent4"/>
                </a:solidFill>
                <a:latin typeface="Arial"/>
                <a:ea typeface="Arial"/>
                <a:cs typeface="Arial"/>
                <a:sym typeface="Arial"/>
              </a:defRPr>
            </a:lvl3pPr>
            <a:lvl4pPr indent="0" lvl="3" marL="0" marR="0" algn="l">
              <a:buClr>
                <a:schemeClr val="accent4"/>
              </a:buClr>
              <a:buSzPts val="900"/>
              <a:buFont typeface="Arial"/>
              <a:buNone/>
              <a:defRPr sz="900">
                <a:solidFill>
                  <a:schemeClr val="accent4"/>
                </a:solidFill>
                <a:latin typeface="Arial"/>
                <a:ea typeface="Arial"/>
                <a:cs typeface="Arial"/>
                <a:sym typeface="Arial"/>
              </a:defRPr>
            </a:lvl4pPr>
            <a:lvl5pPr indent="0" lvl="4" marL="0" marR="0" algn="l">
              <a:buClr>
                <a:schemeClr val="accent4"/>
              </a:buClr>
              <a:buSzPts val="900"/>
              <a:buFont typeface="Arial"/>
              <a:buNone/>
              <a:defRPr sz="900">
                <a:solidFill>
                  <a:schemeClr val="accent4"/>
                </a:solidFill>
                <a:latin typeface="Arial"/>
                <a:ea typeface="Arial"/>
                <a:cs typeface="Arial"/>
                <a:sym typeface="Arial"/>
              </a:defRPr>
            </a:lvl5pPr>
            <a:lvl6pPr indent="0" lvl="5" marL="0" marR="0" algn="l">
              <a:buClr>
                <a:schemeClr val="accent4"/>
              </a:buClr>
              <a:buSzPts val="900"/>
              <a:buFont typeface="Arial"/>
              <a:buNone/>
              <a:defRPr sz="900">
                <a:solidFill>
                  <a:schemeClr val="accent4"/>
                </a:solidFill>
                <a:latin typeface="Arial"/>
                <a:ea typeface="Arial"/>
                <a:cs typeface="Arial"/>
                <a:sym typeface="Arial"/>
              </a:defRPr>
            </a:lvl6pPr>
            <a:lvl7pPr indent="0" lvl="6" marL="0" marR="0" algn="l">
              <a:buClr>
                <a:schemeClr val="accent4"/>
              </a:buClr>
              <a:buSzPts val="900"/>
              <a:buFont typeface="Arial"/>
              <a:buNone/>
              <a:defRPr sz="900">
                <a:solidFill>
                  <a:schemeClr val="accent4"/>
                </a:solidFill>
                <a:latin typeface="Arial"/>
                <a:ea typeface="Arial"/>
                <a:cs typeface="Arial"/>
                <a:sym typeface="Arial"/>
              </a:defRPr>
            </a:lvl7pPr>
            <a:lvl8pPr indent="0" lvl="7" marL="0" marR="0" algn="l">
              <a:buClr>
                <a:schemeClr val="accent4"/>
              </a:buClr>
              <a:buSzPts val="900"/>
              <a:buFont typeface="Arial"/>
              <a:buNone/>
              <a:defRPr sz="900">
                <a:solidFill>
                  <a:schemeClr val="accent4"/>
                </a:solidFill>
                <a:latin typeface="Arial"/>
                <a:ea typeface="Arial"/>
                <a:cs typeface="Arial"/>
                <a:sym typeface="Arial"/>
              </a:defRPr>
            </a:lvl8pPr>
            <a:lvl9pPr indent="0" lvl="8" marL="0" marR="0" algn="l">
              <a:buClr>
                <a:schemeClr val="accent4"/>
              </a:buClr>
              <a:buSzPts val="900"/>
              <a:buFont typeface="Arial"/>
              <a:buNone/>
              <a:defRPr sz="900">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1">
  <p:cSld name="Title + Subtitle_1">
    <p:spTree>
      <p:nvGrpSpPr>
        <p:cNvPr id="2495" name="Shape 2495"/>
        <p:cNvGrpSpPr/>
        <p:nvPr/>
      </p:nvGrpSpPr>
      <p:grpSpPr>
        <a:xfrm>
          <a:off x="0" y="0"/>
          <a:ext cx="0" cy="0"/>
          <a:chOff x="0" y="0"/>
          <a:chExt cx="0" cy="0"/>
        </a:xfrm>
      </p:grpSpPr>
      <p:sp>
        <p:nvSpPr>
          <p:cNvPr id="2496" name="Google Shape;2496;p567"/>
          <p:cNvSpPr txBox="1"/>
          <p:nvPr>
            <p:ph type="title"/>
          </p:nvPr>
        </p:nvSpPr>
        <p:spPr>
          <a:xfrm>
            <a:off x="571500" y="1186500"/>
            <a:ext cx="8001000" cy="3669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2497" name="Google Shape;2497;p567"/>
          <p:cNvSpPr txBox="1"/>
          <p:nvPr>
            <p:ph idx="1" type="subTitle"/>
          </p:nvPr>
        </p:nvSpPr>
        <p:spPr>
          <a:xfrm>
            <a:off x="571500" y="889000"/>
            <a:ext cx="4000500" cy="205200"/>
          </a:xfrm>
          <a:prstGeom prst="rect">
            <a:avLst/>
          </a:prstGeom>
          <a:noFill/>
          <a:ln>
            <a:noFill/>
          </a:ln>
        </p:spPr>
        <p:txBody>
          <a:bodyPr anchorCtr="0" anchor="ctr" bIns="0" lIns="0" spcFirstLastPara="1" rIns="0" wrap="square" tIns="0">
            <a:spAutoFit/>
          </a:bodyPr>
          <a:lstStyle>
            <a:lvl1pPr lvl="0" algn="l">
              <a:lnSpc>
                <a:spcPct val="115000"/>
              </a:lnSpc>
              <a:spcBef>
                <a:spcPts val="0"/>
              </a:spcBef>
              <a:spcAft>
                <a:spcPts val="0"/>
              </a:spcAft>
              <a:buClr>
                <a:schemeClr val="lt2"/>
              </a:buClr>
              <a:buSzPts val="1200"/>
              <a:buNone/>
              <a:defRPr b="1">
                <a:solidFill>
                  <a:schemeClr val="lt2"/>
                </a:solidFill>
              </a:defRPr>
            </a:lvl1pPr>
            <a:lvl2pPr lvl="1" algn="l">
              <a:lnSpc>
                <a:spcPct val="115000"/>
              </a:lnSpc>
              <a:spcBef>
                <a:spcPts val="1000"/>
              </a:spcBef>
              <a:spcAft>
                <a:spcPts val="0"/>
              </a:spcAft>
              <a:buClr>
                <a:schemeClr val="lt2"/>
              </a:buClr>
              <a:buSzPts val="1200"/>
              <a:buNone/>
              <a:defRPr/>
            </a:lvl2pPr>
            <a:lvl3pPr lvl="2" algn="l">
              <a:lnSpc>
                <a:spcPct val="115000"/>
              </a:lnSpc>
              <a:spcBef>
                <a:spcPts val="1000"/>
              </a:spcBef>
              <a:spcAft>
                <a:spcPts val="0"/>
              </a:spcAft>
              <a:buClr>
                <a:schemeClr val="lt2"/>
              </a:buClr>
              <a:buSzPts val="1000"/>
              <a:buNone/>
              <a:defRPr/>
            </a:lvl3pPr>
            <a:lvl4pPr lvl="3" algn="l">
              <a:lnSpc>
                <a:spcPct val="115000"/>
              </a:lnSpc>
              <a:spcBef>
                <a:spcPts val="1000"/>
              </a:spcBef>
              <a:spcAft>
                <a:spcPts val="0"/>
              </a:spcAft>
              <a:buClr>
                <a:schemeClr val="lt2"/>
              </a:buClr>
              <a:buSzPts val="1000"/>
              <a:buNone/>
              <a:defRPr/>
            </a:lvl4pPr>
            <a:lvl5pPr lvl="4" algn="l">
              <a:lnSpc>
                <a:spcPct val="115000"/>
              </a:lnSpc>
              <a:spcBef>
                <a:spcPts val="1000"/>
              </a:spcBef>
              <a:spcAft>
                <a:spcPts val="0"/>
              </a:spcAft>
              <a:buClr>
                <a:schemeClr val="lt2"/>
              </a:buClr>
              <a:buSzPts val="1000"/>
              <a:buNone/>
              <a:defRPr/>
            </a:lvl5pPr>
            <a:lvl6pPr lvl="5" algn="l">
              <a:lnSpc>
                <a:spcPct val="115000"/>
              </a:lnSpc>
              <a:spcBef>
                <a:spcPts val="1000"/>
              </a:spcBef>
              <a:spcAft>
                <a:spcPts val="0"/>
              </a:spcAft>
              <a:buClr>
                <a:schemeClr val="lt2"/>
              </a:buClr>
              <a:buSzPts val="1000"/>
              <a:buNone/>
              <a:defRPr/>
            </a:lvl6pPr>
            <a:lvl7pPr lvl="6" algn="l">
              <a:lnSpc>
                <a:spcPct val="115000"/>
              </a:lnSpc>
              <a:spcBef>
                <a:spcPts val="1000"/>
              </a:spcBef>
              <a:spcAft>
                <a:spcPts val="0"/>
              </a:spcAft>
              <a:buClr>
                <a:schemeClr val="lt2"/>
              </a:buClr>
              <a:buSzPts val="1000"/>
              <a:buNone/>
              <a:defRPr/>
            </a:lvl7pPr>
            <a:lvl8pPr lvl="7" algn="l">
              <a:lnSpc>
                <a:spcPct val="115000"/>
              </a:lnSpc>
              <a:spcBef>
                <a:spcPts val="1000"/>
              </a:spcBef>
              <a:spcAft>
                <a:spcPts val="0"/>
              </a:spcAft>
              <a:buClr>
                <a:schemeClr val="lt2"/>
              </a:buClr>
              <a:buSzPts val="1000"/>
              <a:buNone/>
              <a:defRPr/>
            </a:lvl8pPr>
            <a:lvl9pPr lvl="8" algn="l">
              <a:lnSpc>
                <a:spcPct val="115000"/>
              </a:lnSpc>
              <a:spcBef>
                <a:spcPts val="1000"/>
              </a:spcBef>
              <a:spcAft>
                <a:spcPts val="1000"/>
              </a:spcAft>
              <a:buClr>
                <a:schemeClr val="lt2"/>
              </a:buClr>
              <a:buSzPts val="1000"/>
              <a:buNone/>
              <a:defRPr/>
            </a:lvl9pPr>
          </a:lstStyle>
          <a:p/>
        </p:txBody>
      </p:sp>
    </p:spTree>
  </p:cSld>
  <p:clrMapOvr>
    <a:masterClrMapping/>
  </p:clrMapOvr>
</p:sldLayout>
</file>

<file path=ppt/slideLayouts/slideLayout5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lf screen quote">
  <p:cSld name="Half screen quote">
    <p:spTree>
      <p:nvGrpSpPr>
        <p:cNvPr id="2498" name="Shape 2498"/>
        <p:cNvGrpSpPr/>
        <p:nvPr/>
      </p:nvGrpSpPr>
      <p:grpSpPr>
        <a:xfrm>
          <a:off x="0" y="0"/>
          <a:ext cx="0" cy="0"/>
          <a:chOff x="0" y="0"/>
          <a:chExt cx="0" cy="0"/>
        </a:xfrm>
      </p:grpSpPr>
      <p:sp>
        <p:nvSpPr>
          <p:cNvPr id="2499" name="Google Shape;2499;p568"/>
          <p:cNvSpPr txBox="1"/>
          <p:nvPr>
            <p:ph type="title"/>
          </p:nvPr>
        </p:nvSpPr>
        <p:spPr>
          <a:xfrm>
            <a:off x="5139900" y="2026361"/>
            <a:ext cx="3089700" cy="2754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Clr>
                <a:schemeClr val="lt1"/>
              </a:buClr>
              <a:buSzPts val="1100"/>
              <a:buFont typeface="Poppins SemiBold"/>
              <a:buNone/>
              <a:defRPr b="0" sz="1400">
                <a:solidFill>
                  <a:schemeClr val="l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lt1"/>
              </a:buClr>
              <a:buSzPts val="1100"/>
              <a:buFont typeface="Poppins SemiBold"/>
              <a:buNone/>
              <a:defRPr sz="1400">
                <a:solidFill>
                  <a:schemeClr val="l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lt1"/>
              </a:buClr>
              <a:buSzPts val="1100"/>
              <a:buFont typeface="Poppins SemiBold"/>
              <a:buNone/>
              <a:defRPr sz="1400">
                <a:solidFill>
                  <a:schemeClr val="l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lt1"/>
              </a:buClr>
              <a:buSzPts val="1100"/>
              <a:buFont typeface="Poppins SemiBold"/>
              <a:buNone/>
              <a:defRPr sz="1400">
                <a:solidFill>
                  <a:schemeClr val="l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lt1"/>
              </a:buClr>
              <a:buSzPts val="1100"/>
              <a:buFont typeface="Poppins SemiBold"/>
              <a:buNone/>
              <a:defRPr sz="1400">
                <a:solidFill>
                  <a:schemeClr val="l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lt1"/>
              </a:buClr>
              <a:buSzPts val="1100"/>
              <a:buFont typeface="Poppins SemiBold"/>
              <a:buNone/>
              <a:defRPr sz="1400">
                <a:solidFill>
                  <a:schemeClr val="l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lt1"/>
              </a:buClr>
              <a:buSzPts val="1100"/>
              <a:buFont typeface="Poppins SemiBold"/>
              <a:buNone/>
              <a:defRPr sz="1400">
                <a:solidFill>
                  <a:schemeClr val="l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lt1"/>
              </a:buClr>
              <a:buSzPts val="1100"/>
              <a:buFont typeface="Poppins SemiBold"/>
              <a:buNone/>
              <a:defRPr sz="1400">
                <a:solidFill>
                  <a:schemeClr val="l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lt1"/>
              </a:buClr>
              <a:buSzPts val="1100"/>
              <a:buFont typeface="Poppins SemiBold"/>
              <a:buNone/>
              <a:defRPr sz="1400">
                <a:solidFill>
                  <a:schemeClr val="lt1"/>
                </a:solidFill>
                <a:latin typeface="Poppins SemiBold"/>
                <a:ea typeface="Poppins SemiBold"/>
                <a:cs typeface="Poppins SemiBold"/>
                <a:sym typeface="Poppins SemiBold"/>
              </a:defRPr>
            </a:lvl9pPr>
          </a:lstStyle>
          <a:p/>
        </p:txBody>
      </p:sp>
      <p:sp>
        <p:nvSpPr>
          <p:cNvPr id="2500" name="Google Shape;2500;p568"/>
          <p:cNvSpPr txBox="1"/>
          <p:nvPr>
            <p:ph idx="2" type="title"/>
          </p:nvPr>
        </p:nvSpPr>
        <p:spPr>
          <a:xfrm>
            <a:off x="571500" y="889000"/>
            <a:ext cx="30897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8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800">
                <a:solidFill>
                  <a:schemeClr val="dk1"/>
                </a:solidFill>
              </a:defRPr>
            </a:lvl2pPr>
            <a:lvl3pPr lvl="2" algn="l">
              <a:lnSpc>
                <a:spcPct val="115000"/>
              </a:lnSpc>
              <a:spcBef>
                <a:spcPts val="0"/>
              </a:spcBef>
              <a:spcAft>
                <a:spcPts val="0"/>
              </a:spcAft>
              <a:buClr>
                <a:schemeClr val="dk1"/>
              </a:buClr>
              <a:buSzPts val="1400"/>
              <a:buNone/>
              <a:defRPr sz="1800">
                <a:solidFill>
                  <a:schemeClr val="dk1"/>
                </a:solidFill>
              </a:defRPr>
            </a:lvl3pPr>
            <a:lvl4pPr lvl="3" algn="l">
              <a:lnSpc>
                <a:spcPct val="115000"/>
              </a:lnSpc>
              <a:spcBef>
                <a:spcPts val="0"/>
              </a:spcBef>
              <a:spcAft>
                <a:spcPts val="0"/>
              </a:spcAft>
              <a:buClr>
                <a:schemeClr val="dk1"/>
              </a:buClr>
              <a:buSzPts val="1400"/>
              <a:buNone/>
              <a:defRPr sz="1800">
                <a:solidFill>
                  <a:schemeClr val="dk1"/>
                </a:solidFill>
              </a:defRPr>
            </a:lvl4pPr>
            <a:lvl5pPr lvl="4" algn="l">
              <a:lnSpc>
                <a:spcPct val="115000"/>
              </a:lnSpc>
              <a:spcBef>
                <a:spcPts val="0"/>
              </a:spcBef>
              <a:spcAft>
                <a:spcPts val="0"/>
              </a:spcAft>
              <a:buClr>
                <a:schemeClr val="dk1"/>
              </a:buClr>
              <a:buSzPts val="1400"/>
              <a:buNone/>
              <a:defRPr sz="1800">
                <a:solidFill>
                  <a:schemeClr val="dk1"/>
                </a:solidFill>
              </a:defRPr>
            </a:lvl5pPr>
            <a:lvl6pPr lvl="5" algn="l">
              <a:lnSpc>
                <a:spcPct val="115000"/>
              </a:lnSpc>
              <a:spcBef>
                <a:spcPts val="0"/>
              </a:spcBef>
              <a:spcAft>
                <a:spcPts val="0"/>
              </a:spcAft>
              <a:buClr>
                <a:schemeClr val="dk1"/>
              </a:buClr>
              <a:buSzPts val="1400"/>
              <a:buNone/>
              <a:defRPr sz="1800">
                <a:solidFill>
                  <a:schemeClr val="dk1"/>
                </a:solidFill>
              </a:defRPr>
            </a:lvl6pPr>
            <a:lvl7pPr lvl="6" algn="l">
              <a:lnSpc>
                <a:spcPct val="115000"/>
              </a:lnSpc>
              <a:spcBef>
                <a:spcPts val="0"/>
              </a:spcBef>
              <a:spcAft>
                <a:spcPts val="0"/>
              </a:spcAft>
              <a:buClr>
                <a:schemeClr val="dk1"/>
              </a:buClr>
              <a:buSzPts val="1400"/>
              <a:buNone/>
              <a:defRPr sz="1800">
                <a:solidFill>
                  <a:schemeClr val="dk1"/>
                </a:solidFill>
              </a:defRPr>
            </a:lvl7pPr>
            <a:lvl8pPr lvl="7" algn="l">
              <a:lnSpc>
                <a:spcPct val="115000"/>
              </a:lnSpc>
              <a:spcBef>
                <a:spcPts val="0"/>
              </a:spcBef>
              <a:spcAft>
                <a:spcPts val="0"/>
              </a:spcAft>
              <a:buClr>
                <a:schemeClr val="dk1"/>
              </a:buClr>
              <a:buSzPts val="1400"/>
              <a:buNone/>
              <a:defRPr sz="1800">
                <a:solidFill>
                  <a:schemeClr val="dk1"/>
                </a:solidFill>
              </a:defRPr>
            </a:lvl8pPr>
            <a:lvl9pPr lvl="8" algn="l">
              <a:lnSpc>
                <a:spcPct val="115000"/>
              </a:lnSpc>
              <a:spcBef>
                <a:spcPts val="0"/>
              </a:spcBef>
              <a:spcAft>
                <a:spcPts val="0"/>
              </a:spcAft>
              <a:buClr>
                <a:schemeClr val="dk1"/>
              </a:buClr>
              <a:buSzPts val="1400"/>
              <a:buNone/>
              <a:defRPr sz="1800">
                <a:solidFill>
                  <a:schemeClr val="dk1"/>
                </a:solidFill>
              </a:defRPr>
            </a:lvl9pPr>
          </a:lstStyle>
          <a:p/>
        </p:txBody>
      </p:sp>
      <p:sp>
        <p:nvSpPr>
          <p:cNvPr id="2501" name="Google Shape;2501;p568"/>
          <p:cNvSpPr txBox="1"/>
          <p:nvPr>
            <p:ph idx="1" type="body"/>
          </p:nvPr>
        </p:nvSpPr>
        <p:spPr>
          <a:xfrm>
            <a:off x="571500" y="1905000"/>
            <a:ext cx="30897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
        <p:nvSpPr>
          <p:cNvPr id="2502" name="Google Shape;2502;p568"/>
          <p:cNvSpPr txBox="1"/>
          <p:nvPr>
            <p:ph idx="3" type="title"/>
          </p:nvPr>
        </p:nvSpPr>
        <p:spPr>
          <a:xfrm>
            <a:off x="5139900" y="4564667"/>
            <a:ext cx="3089700" cy="1968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Clr>
                <a:schemeClr val="lt1"/>
              </a:buClr>
              <a:buSzPts val="800"/>
              <a:buFont typeface="Poppins SemiBold"/>
              <a:buNone/>
              <a:defRPr b="0" sz="1000">
                <a:solidFill>
                  <a:schemeClr val="l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lt1"/>
              </a:buClr>
              <a:buSzPts val="800"/>
              <a:buFont typeface="Poppins SemiBold"/>
              <a:buNone/>
              <a:defRPr sz="1000">
                <a:solidFill>
                  <a:schemeClr val="l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lt1"/>
              </a:buClr>
              <a:buSzPts val="800"/>
              <a:buFont typeface="Poppins SemiBold"/>
              <a:buNone/>
              <a:defRPr sz="1000">
                <a:solidFill>
                  <a:schemeClr val="l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lt1"/>
              </a:buClr>
              <a:buSzPts val="800"/>
              <a:buFont typeface="Poppins SemiBold"/>
              <a:buNone/>
              <a:defRPr sz="1000">
                <a:solidFill>
                  <a:schemeClr val="l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lt1"/>
              </a:buClr>
              <a:buSzPts val="800"/>
              <a:buFont typeface="Poppins SemiBold"/>
              <a:buNone/>
              <a:defRPr sz="1000">
                <a:solidFill>
                  <a:schemeClr val="l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lt1"/>
              </a:buClr>
              <a:buSzPts val="800"/>
              <a:buFont typeface="Poppins SemiBold"/>
              <a:buNone/>
              <a:defRPr sz="1000">
                <a:solidFill>
                  <a:schemeClr val="l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lt1"/>
              </a:buClr>
              <a:buSzPts val="800"/>
              <a:buFont typeface="Poppins SemiBold"/>
              <a:buNone/>
              <a:defRPr sz="1000">
                <a:solidFill>
                  <a:schemeClr val="l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lt1"/>
              </a:buClr>
              <a:buSzPts val="800"/>
              <a:buFont typeface="Poppins SemiBold"/>
              <a:buNone/>
              <a:defRPr sz="1000">
                <a:solidFill>
                  <a:schemeClr val="l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lt1"/>
              </a:buClr>
              <a:buSzPts val="800"/>
              <a:buFont typeface="Poppins SemiBold"/>
              <a:buNone/>
              <a:defRPr sz="1000">
                <a:solidFill>
                  <a:schemeClr val="lt1"/>
                </a:solidFill>
                <a:latin typeface="Poppins SemiBold"/>
                <a:ea typeface="Poppins SemiBold"/>
                <a:cs typeface="Poppins SemiBold"/>
                <a:sym typeface="Poppins SemiBold"/>
              </a:defRPr>
            </a:lvl9pPr>
          </a:lstStyle>
          <a:p/>
        </p:txBody>
      </p:sp>
      <p:sp>
        <p:nvSpPr>
          <p:cNvPr id="2503" name="Google Shape;2503;p568"/>
          <p:cNvSpPr txBox="1"/>
          <p:nvPr>
            <p:ph idx="4" type="body"/>
          </p:nvPr>
        </p:nvSpPr>
        <p:spPr>
          <a:xfrm>
            <a:off x="5139900" y="4822333"/>
            <a:ext cx="3089700" cy="257700"/>
          </a:xfrm>
          <a:prstGeom prst="rect">
            <a:avLst/>
          </a:prstGeom>
          <a:noFill/>
          <a:ln>
            <a:noFill/>
          </a:ln>
        </p:spPr>
        <p:txBody>
          <a:bodyPr anchorCtr="0" anchor="t" bIns="0" lIns="0" spcFirstLastPara="1" rIns="0" wrap="square" tIns="0">
            <a:noAutofit/>
          </a:bodyPr>
          <a:lstStyle>
            <a:lvl1pPr indent="-279400" lvl="0" marL="457200" algn="l">
              <a:lnSpc>
                <a:spcPct val="115000"/>
              </a:lnSpc>
              <a:spcBef>
                <a:spcPts val="0"/>
              </a:spcBef>
              <a:spcAft>
                <a:spcPts val="0"/>
              </a:spcAft>
              <a:buClr>
                <a:schemeClr val="lt1"/>
              </a:buClr>
              <a:buSzPts val="800"/>
              <a:buFont typeface="Lato"/>
              <a:buChar char="●"/>
              <a:defRPr sz="1000">
                <a:solidFill>
                  <a:schemeClr val="lt1"/>
                </a:solidFill>
                <a:latin typeface="Lato"/>
                <a:ea typeface="Lato"/>
                <a:cs typeface="Lato"/>
                <a:sym typeface="Lato"/>
              </a:defRPr>
            </a:lvl1pPr>
            <a:lvl2pPr indent="-279400" lvl="1" marL="914400" algn="l">
              <a:lnSpc>
                <a:spcPct val="115000"/>
              </a:lnSpc>
              <a:spcBef>
                <a:spcPts val="1000"/>
              </a:spcBef>
              <a:spcAft>
                <a:spcPts val="0"/>
              </a:spcAft>
              <a:buClr>
                <a:schemeClr val="lt1"/>
              </a:buClr>
              <a:buSzPts val="800"/>
              <a:buFont typeface="Lato"/>
              <a:buChar char="○"/>
              <a:defRPr sz="1000">
                <a:solidFill>
                  <a:schemeClr val="lt1"/>
                </a:solidFill>
                <a:latin typeface="Lato"/>
                <a:ea typeface="Lato"/>
                <a:cs typeface="Lato"/>
                <a:sym typeface="Lato"/>
              </a:defRPr>
            </a:lvl2pPr>
            <a:lvl3pPr indent="-279400" lvl="2" marL="1371600" algn="l">
              <a:lnSpc>
                <a:spcPct val="115000"/>
              </a:lnSpc>
              <a:spcBef>
                <a:spcPts val="1000"/>
              </a:spcBef>
              <a:spcAft>
                <a:spcPts val="0"/>
              </a:spcAft>
              <a:buClr>
                <a:schemeClr val="lt1"/>
              </a:buClr>
              <a:buSzPts val="800"/>
              <a:buFont typeface="Lato"/>
              <a:buChar char="■"/>
              <a:defRPr>
                <a:solidFill>
                  <a:schemeClr val="lt1"/>
                </a:solidFill>
                <a:latin typeface="Lato"/>
                <a:ea typeface="Lato"/>
                <a:cs typeface="Lato"/>
                <a:sym typeface="Lato"/>
              </a:defRPr>
            </a:lvl3pPr>
            <a:lvl4pPr indent="-279400" lvl="3" marL="1828800" algn="l">
              <a:lnSpc>
                <a:spcPct val="115000"/>
              </a:lnSpc>
              <a:spcBef>
                <a:spcPts val="1000"/>
              </a:spcBef>
              <a:spcAft>
                <a:spcPts val="0"/>
              </a:spcAft>
              <a:buClr>
                <a:schemeClr val="lt1"/>
              </a:buClr>
              <a:buSzPts val="800"/>
              <a:buFont typeface="Lato"/>
              <a:buChar char="●"/>
              <a:defRPr>
                <a:solidFill>
                  <a:schemeClr val="lt1"/>
                </a:solidFill>
                <a:latin typeface="Lato"/>
                <a:ea typeface="Lato"/>
                <a:cs typeface="Lato"/>
                <a:sym typeface="Lato"/>
              </a:defRPr>
            </a:lvl4pPr>
            <a:lvl5pPr indent="-279400" lvl="4" marL="2286000" algn="l">
              <a:lnSpc>
                <a:spcPct val="115000"/>
              </a:lnSpc>
              <a:spcBef>
                <a:spcPts val="1000"/>
              </a:spcBef>
              <a:spcAft>
                <a:spcPts val="0"/>
              </a:spcAft>
              <a:buClr>
                <a:schemeClr val="lt1"/>
              </a:buClr>
              <a:buSzPts val="800"/>
              <a:buFont typeface="Lato"/>
              <a:buChar char="○"/>
              <a:defRPr>
                <a:solidFill>
                  <a:schemeClr val="lt1"/>
                </a:solidFill>
                <a:latin typeface="Lato"/>
                <a:ea typeface="Lato"/>
                <a:cs typeface="Lato"/>
                <a:sym typeface="Lato"/>
              </a:defRPr>
            </a:lvl5pPr>
            <a:lvl6pPr indent="-279400" lvl="5" marL="2743200" algn="l">
              <a:lnSpc>
                <a:spcPct val="115000"/>
              </a:lnSpc>
              <a:spcBef>
                <a:spcPts val="1000"/>
              </a:spcBef>
              <a:spcAft>
                <a:spcPts val="0"/>
              </a:spcAft>
              <a:buClr>
                <a:schemeClr val="lt1"/>
              </a:buClr>
              <a:buSzPts val="800"/>
              <a:buFont typeface="Lato"/>
              <a:buChar char="■"/>
              <a:defRPr>
                <a:solidFill>
                  <a:schemeClr val="lt1"/>
                </a:solidFill>
                <a:latin typeface="Lato"/>
                <a:ea typeface="Lato"/>
                <a:cs typeface="Lato"/>
                <a:sym typeface="Lato"/>
              </a:defRPr>
            </a:lvl6pPr>
            <a:lvl7pPr indent="-279400" lvl="6" marL="3200400" algn="l">
              <a:lnSpc>
                <a:spcPct val="115000"/>
              </a:lnSpc>
              <a:spcBef>
                <a:spcPts val="1000"/>
              </a:spcBef>
              <a:spcAft>
                <a:spcPts val="0"/>
              </a:spcAft>
              <a:buClr>
                <a:schemeClr val="lt1"/>
              </a:buClr>
              <a:buSzPts val="800"/>
              <a:buFont typeface="Lato"/>
              <a:buChar char="●"/>
              <a:defRPr>
                <a:solidFill>
                  <a:schemeClr val="lt1"/>
                </a:solidFill>
                <a:latin typeface="Lato"/>
                <a:ea typeface="Lato"/>
                <a:cs typeface="Lato"/>
                <a:sym typeface="Lato"/>
              </a:defRPr>
            </a:lvl7pPr>
            <a:lvl8pPr indent="-279400" lvl="7" marL="3657600" algn="l">
              <a:lnSpc>
                <a:spcPct val="115000"/>
              </a:lnSpc>
              <a:spcBef>
                <a:spcPts val="1000"/>
              </a:spcBef>
              <a:spcAft>
                <a:spcPts val="0"/>
              </a:spcAft>
              <a:buClr>
                <a:schemeClr val="lt1"/>
              </a:buClr>
              <a:buSzPts val="800"/>
              <a:buFont typeface="Lato"/>
              <a:buChar char="○"/>
              <a:defRPr>
                <a:solidFill>
                  <a:schemeClr val="lt1"/>
                </a:solidFill>
                <a:latin typeface="Lato"/>
                <a:ea typeface="Lato"/>
                <a:cs typeface="Lato"/>
                <a:sym typeface="Lato"/>
              </a:defRPr>
            </a:lvl8pPr>
            <a:lvl9pPr indent="-279400" lvl="8" marL="4114800" algn="l">
              <a:lnSpc>
                <a:spcPct val="115000"/>
              </a:lnSpc>
              <a:spcBef>
                <a:spcPts val="1000"/>
              </a:spcBef>
              <a:spcAft>
                <a:spcPts val="1000"/>
              </a:spcAft>
              <a:buClr>
                <a:schemeClr val="lt1"/>
              </a:buClr>
              <a:buSzPts val="800"/>
              <a:buFont typeface="Lato"/>
              <a:buChar char="■"/>
              <a:defRPr>
                <a:solidFill>
                  <a:schemeClr val="lt1"/>
                </a:solidFill>
                <a:latin typeface="Lato"/>
                <a:ea typeface="Lato"/>
                <a:cs typeface="Lato"/>
                <a:sym typeface="Lato"/>
              </a:defRPr>
            </a:lvl9pPr>
          </a:lstStyle>
          <a:p/>
        </p:txBody>
      </p:sp>
      <p:sp>
        <p:nvSpPr>
          <p:cNvPr id="2504" name="Google Shape;2504;p568"/>
          <p:cNvSpPr txBox="1"/>
          <p:nvPr>
            <p:ph idx="12" type="sldNum"/>
          </p:nvPr>
        </p:nvSpPr>
        <p:spPr>
          <a:xfrm>
            <a:off x="8572500" y="5080004"/>
            <a:ext cx="571500" cy="635100"/>
          </a:xfrm>
          <a:prstGeom prst="rect">
            <a:avLst/>
          </a:prstGeom>
          <a:noFill/>
          <a:ln>
            <a:noFill/>
          </a:ln>
        </p:spPr>
        <p:txBody>
          <a:bodyPr anchorCtr="0" anchor="t" bIns="68575" lIns="68575" spcFirstLastPara="1" rIns="68575" wrap="square" tIns="68575">
            <a:noAutofit/>
          </a:bodyPr>
          <a:lstStyle>
            <a:lvl1pPr indent="0" lvl="0" marL="0" algn="l">
              <a:buClr>
                <a:schemeClr val="accent4"/>
              </a:buClr>
              <a:buSzPts val="900"/>
              <a:buFont typeface="Arial"/>
              <a:buNone/>
              <a:defRPr sz="900">
                <a:solidFill>
                  <a:schemeClr val="accent4"/>
                </a:solidFill>
                <a:latin typeface="Arial"/>
                <a:ea typeface="Arial"/>
                <a:cs typeface="Arial"/>
                <a:sym typeface="Arial"/>
              </a:defRPr>
            </a:lvl1pPr>
            <a:lvl2pPr indent="0" lvl="1" marL="0" algn="l">
              <a:buClr>
                <a:schemeClr val="accent4"/>
              </a:buClr>
              <a:buSzPts val="900"/>
              <a:buFont typeface="Arial"/>
              <a:buNone/>
              <a:defRPr sz="900">
                <a:solidFill>
                  <a:schemeClr val="accent4"/>
                </a:solidFill>
                <a:latin typeface="Arial"/>
                <a:ea typeface="Arial"/>
                <a:cs typeface="Arial"/>
                <a:sym typeface="Arial"/>
              </a:defRPr>
            </a:lvl2pPr>
            <a:lvl3pPr indent="0" lvl="2" marL="0" algn="l">
              <a:buClr>
                <a:schemeClr val="accent4"/>
              </a:buClr>
              <a:buSzPts val="900"/>
              <a:buFont typeface="Arial"/>
              <a:buNone/>
              <a:defRPr sz="900">
                <a:solidFill>
                  <a:schemeClr val="accent4"/>
                </a:solidFill>
                <a:latin typeface="Arial"/>
                <a:ea typeface="Arial"/>
                <a:cs typeface="Arial"/>
                <a:sym typeface="Arial"/>
              </a:defRPr>
            </a:lvl3pPr>
            <a:lvl4pPr indent="0" lvl="3" marL="0" algn="l">
              <a:buClr>
                <a:schemeClr val="accent4"/>
              </a:buClr>
              <a:buSzPts val="900"/>
              <a:buFont typeface="Arial"/>
              <a:buNone/>
              <a:defRPr sz="900">
                <a:solidFill>
                  <a:schemeClr val="accent4"/>
                </a:solidFill>
                <a:latin typeface="Arial"/>
                <a:ea typeface="Arial"/>
                <a:cs typeface="Arial"/>
                <a:sym typeface="Arial"/>
              </a:defRPr>
            </a:lvl4pPr>
            <a:lvl5pPr indent="0" lvl="4" marL="0" algn="l">
              <a:buClr>
                <a:schemeClr val="accent4"/>
              </a:buClr>
              <a:buSzPts val="900"/>
              <a:buFont typeface="Arial"/>
              <a:buNone/>
              <a:defRPr sz="900">
                <a:solidFill>
                  <a:schemeClr val="accent4"/>
                </a:solidFill>
                <a:latin typeface="Arial"/>
                <a:ea typeface="Arial"/>
                <a:cs typeface="Arial"/>
                <a:sym typeface="Arial"/>
              </a:defRPr>
            </a:lvl5pPr>
            <a:lvl6pPr indent="0" lvl="5" marL="0" algn="l">
              <a:buClr>
                <a:schemeClr val="accent4"/>
              </a:buClr>
              <a:buSzPts val="900"/>
              <a:buFont typeface="Arial"/>
              <a:buNone/>
              <a:defRPr sz="900">
                <a:solidFill>
                  <a:schemeClr val="accent4"/>
                </a:solidFill>
                <a:latin typeface="Arial"/>
                <a:ea typeface="Arial"/>
                <a:cs typeface="Arial"/>
                <a:sym typeface="Arial"/>
              </a:defRPr>
            </a:lvl6pPr>
            <a:lvl7pPr indent="0" lvl="6" marL="0" algn="l">
              <a:buClr>
                <a:schemeClr val="accent4"/>
              </a:buClr>
              <a:buSzPts val="900"/>
              <a:buFont typeface="Arial"/>
              <a:buNone/>
              <a:defRPr sz="900">
                <a:solidFill>
                  <a:schemeClr val="accent4"/>
                </a:solidFill>
                <a:latin typeface="Arial"/>
                <a:ea typeface="Arial"/>
                <a:cs typeface="Arial"/>
                <a:sym typeface="Arial"/>
              </a:defRPr>
            </a:lvl7pPr>
            <a:lvl8pPr indent="0" lvl="7" marL="0" algn="l">
              <a:buClr>
                <a:schemeClr val="accent4"/>
              </a:buClr>
              <a:buSzPts val="900"/>
              <a:buFont typeface="Arial"/>
              <a:buNone/>
              <a:defRPr sz="900">
                <a:solidFill>
                  <a:schemeClr val="accent4"/>
                </a:solidFill>
                <a:latin typeface="Arial"/>
                <a:ea typeface="Arial"/>
                <a:cs typeface="Arial"/>
                <a:sym typeface="Arial"/>
              </a:defRPr>
            </a:lvl8pPr>
            <a:lvl9pPr indent="0" lvl="8" marL="0" algn="l">
              <a:buClr>
                <a:schemeClr val="accent4"/>
              </a:buClr>
              <a:buSzPts val="900"/>
              <a:buFont typeface="Arial"/>
              <a:buNone/>
              <a:defRPr sz="900">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432">
          <p15:clr>
            <a:srgbClr val="E46962"/>
          </p15:clr>
        </p15:guide>
        <p15:guide id="2" pos="3888">
          <p15:clr>
            <a:srgbClr val="E46962"/>
          </p15:clr>
        </p15:guide>
      </p15:sldGuideLst>
    </p:ext>
  </p:extLst>
</p:sldLayout>
</file>

<file path=ppt/slideLayouts/slideLayout5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etitor characteristics">
  <p:cSld name="CUSTOM_19_2">
    <p:bg>
      <p:bgPr>
        <a:solidFill>
          <a:schemeClr val="accent5"/>
        </a:solidFill>
      </p:bgPr>
    </p:bg>
    <p:spTree>
      <p:nvGrpSpPr>
        <p:cNvPr id="2505" name="Shape 2505"/>
        <p:cNvGrpSpPr/>
        <p:nvPr/>
      </p:nvGrpSpPr>
      <p:grpSpPr>
        <a:xfrm>
          <a:off x="0" y="0"/>
          <a:ext cx="0" cy="0"/>
          <a:chOff x="0" y="0"/>
          <a:chExt cx="0" cy="0"/>
        </a:xfrm>
      </p:grpSpPr>
      <p:sp>
        <p:nvSpPr>
          <p:cNvPr id="2506" name="Google Shape;2506;p569"/>
          <p:cNvSpPr/>
          <p:nvPr/>
        </p:nvSpPr>
        <p:spPr>
          <a:xfrm>
            <a:off x="6766675" y="313611"/>
            <a:ext cx="2099700" cy="3342300"/>
          </a:xfrm>
          <a:prstGeom prst="roundRect">
            <a:avLst>
              <a:gd fmla="val 11954"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400">
              <a:solidFill>
                <a:schemeClr val="lt1"/>
              </a:solidFill>
              <a:latin typeface="Arimo"/>
              <a:ea typeface="Arimo"/>
              <a:cs typeface="Arimo"/>
              <a:sym typeface="Arimo"/>
            </a:endParaRPr>
          </a:p>
        </p:txBody>
      </p:sp>
      <p:sp>
        <p:nvSpPr>
          <p:cNvPr id="2507" name="Google Shape;2507;p569"/>
          <p:cNvSpPr/>
          <p:nvPr/>
        </p:nvSpPr>
        <p:spPr>
          <a:xfrm>
            <a:off x="277425" y="3793361"/>
            <a:ext cx="3513600" cy="1608600"/>
          </a:xfrm>
          <a:prstGeom prst="roundRect">
            <a:avLst>
              <a:gd fmla="val 1567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400">
              <a:solidFill>
                <a:schemeClr val="lt1"/>
              </a:solidFill>
              <a:latin typeface="Arimo"/>
              <a:ea typeface="Arimo"/>
              <a:cs typeface="Arimo"/>
              <a:sym typeface="Arimo"/>
            </a:endParaRPr>
          </a:p>
        </p:txBody>
      </p:sp>
      <p:sp>
        <p:nvSpPr>
          <p:cNvPr id="2508" name="Google Shape;2508;p569"/>
          <p:cNvSpPr/>
          <p:nvPr/>
        </p:nvSpPr>
        <p:spPr>
          <a:xfrm>
            <a:off x="5298000" y="2048333"/>
            <a:ext cx="1350600" cy="1608600"/>
          </a:xfrm>
          <a:prstGeom prst="roundRect">
            <a:avLst>
              <a:gd fmla="val 20704"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1100"/>
              <a:buNone/>
            </a:pPr>
            <a:r>
              <a:t/>
            </a:r>
            <a:endParaRPr sz="1700">
              <a:solidFill>
                <a:schemeClr val="lt2"/>
              </a:solidFill>
              <a:latin typeface="Arimo"/>
              <a:ea typeface="Arimo"/>
              <a:cs typeface="Arimo"/>
              <a:sym typeface="Arimo"/>
            </a:endParaRPr>
          </a:p>
        </p:txBody>
      </p:sp>
      <p:sp>
        <p:nvSpPr>
          <p:cNvPr id="2509" name="Google Shape;2509;p569"/>
          <p:cNvSpPr/>
          <p:nvPr/>
        </p:nvSpPr>
        <p:spPr>
          <a:xfrm rot="-5400000">
            <a:off x="5545975" y="2324944"/>
            <a:ext cx="629700" cy="867300"/>
          </a:xfrm>
          <a:prstGeom prst="round2SameRect">
            <a:avLst>
              <a:gd fmla="val 49749"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400">
              <a:solidFill>
                <a:schemeClr val="lt2"/>
              </a:solidFill>
              <a:latin typeface="Arimo"/>
              <a:ea typeface="Arimo"/>
              <a:cs typeface="Arimo"/>
              <a:sym typeface="Arimo"/>
            </a:endParaRPr>
          </a:p>
        </p:txBody>
      </p:sp>
      <p:sp>
        <p:nvSpPr>
          <p:cNvPr id="2510" name="Google Shape;2510;p569"/>
          <p:cNvSpPr/>
          <p:nvPr/>
        </p:nvSpPr>
        <p:spPr>
          <a:xfrm>
            <a:off x="5426850" y="2437861"/>
            <a:ext cx="1092900" cy="637200"/>
          </a:xfrm>
          <a:prstGeom prst="roundRect">
            <a:avLst>
              <a:gd fmla="val 50000"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300">
              <a:solidFill>
                <a:schemeClr val="lt2"/>
              </a:solidFill>
              <a:latin typeface="Arimo"/>
              <a:ea typeface="Arimo"/>
              <a:cs typeface="Arimo"/>
              <a:sym typeface="Arimo"/>
            </a:endParaRPr>
          </a:p>
        </p:txBody>
      </p:sp>
      <p:sp>
        <p:nvSpPr>
          <p:cNvPr id="2511" name="Google Shape;2511;p569"/>
          <p:cNvSpPr/>
          <p:nvPr>
            <p:ph idx="2" type="pic"/>
          </p:nvPr>
        </p:nvSpPr>
        <p:spPr>
          <a:xfrm>
            <a:off x="3910200" y="3786750"/>
            <a:ext cx="3486300" cy="1608600"/>
          </a:xfrm>
          <a:prstGeom prst="roundRect">
            <a:avLst>
              <a:gd fmla="val 16397" name="adj"/>
            </a:avLst>
          </a:prstGeom>
          <a:noFill/>
          <a:ln>
            <a:noFill/>
          </a:ln>
        </p:spPr>
      </p:sp>
      <p:sp>
        <p:nvSpPr>
          <p:cNvPr id="2512" name="Google Shape;2512;p569"/>
          <p:cNvSpPr/>
          <p:nvPr>
            <p:ph idx="3" type="pic"/>
          </p:nvPr>
        </p:nvSpPr>
        <p:spPr>
          <a:xfrm>
            <a:off x="277500" y="308333"/>
            <a:ext cx="2765700" cy="3348600"/>
          </a:xfrm>
          <a:prstGeom prst="roundRect">
            <a:avLst>
              <a:gd fmla="val 8721" name="adj"/>
            </a:avLst>
          </a:prstGeom>
          <a:noFill/>
          <a:ln>
            <a:noFill/>
          </a:ln>
        </p:spPr>
      </p:sp>
      <p:sp>
        <p:nvSpPr>
          <p:cNvPr id="2513" name="Google Shape;2513;p569"/>
          <p:cNvSpPr/>
          <p:nvPr>
            <p:ph idx="4" type="pic"/>
          </p:nvPr>
        </p:nvSpPr>
        <p:spPr>
          <a:xfrm>
            <a:off x="3161225" y="308333"/>
            <a:ext cx="1350600" cy="1608600"/>
          </a:xfrm>
          <a:prstGeom prst="roundRect">
            <a:avLst>
              <a:gd fmla="val 15267" name="adj"/>
            </a:avLst>
          </a:prstGeom>
          <a:noFill/>
          <a:ln>
            <a:noFill/>
          </a:ln>
        </p:spPr>
      </p:sp>
      <p:sp>
        <p:nvSpPr>
          <p:cNvPr id="2514" name="Google Shape;2514;p569"/>
          <p:cNvSpPr/>
          <p:nvPr>
            <p:ph idx="5" type="pic"/>
          </p:nvPr>
        </p:nvSpPr>
        <p:spPr>
          <a:xfrm>
            <a:off x="6883575" y="443944"/>
            <a:ext cx="1866000" cy="3083400"/>
          </a:xfrm>
          <a:prstGeom prst="roundRect">
            <a:avLst>
              <a:gd fmla="val 9097" name="adj"/>
            </a:avLst>
          </a:prstGeom>
          <a:noFill/>
          <a:ln>
            <a:noFill/>
          </a:ln>
        </p:spPr>
      </p:sp>
      <p:sp>
        <p:nvSpPr>
          <p:cNvPr id="2515" name="Google Shape;2515;p569"/>
          <p:cNvSpPr/>
          <p:nvPr>
            <p:ph idx="6" type="pic"/>
          </p:nvPr>
        </p:nvSpPr>
        <p:spPr>
          <a:xfrm>
            <a:off x="7516025" y="3786333"/>
            <a:ext cx="1350600" cy="1608600"/>
          </a:xfrm>
          <a:prstGeom prst="roundRect">
            <a:avLst>
              <a:gd fmla="val 16397" name="adj"/>
            </a:avLst>
          </a:prstGeom>
          <a:noFill/>
          <a:ln>
            <a:noFill/>
          </a:ln>
        </p:spPr>
      </p:sp>
      <p:sp>
        <p:nvSpPr>
          <p:cNvPr id="2516" name="Google Shape;2516;p569"/>
          <p:cNvSpPr/>
          <p:nvPr>
            <p:ph idx="7" type="pic"/>
          </p:nvPr>
        </p:nvSpPr>
        <p:spPr>
          <a:xfrm>
            <a:off x="394425" y="3920528"/>
            <a:ext cx="3279600" cy="1354200"/>
          </a:xfrm>
          <a:prstGeom prst="roundRect">
            <a:avLst>
              <a:gd fmla="val 11412" name="adj"/>
            </a:avLst>
          </a:prstGeom>
          <a:noFill/>
          <a:ln>
            <a:noFill/>
          </a:ln>
        </p:spPr>
      </p:sp>
      <p:sp>
        <p:nvSpPr>
          <p:cNvPr id="2517" name="Google Shape;2517;p569"/>
          <p:cNvSpPr/>
          <p:nvPr/>
        </p:nvSpPr>
        <p:spPr>
          <a:xfrm>
            <a:off x="3161225" y="2047333"/>
            <a:ext cx="2018700" cy="16086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400">
              <a:solidFill>
                <a:schemeClr val="lt1"/>
              </a:solidFill>
              <a:latin typeface="Arimo"/>
              <a:ea typeface="Arimo"/>
              <a:cs typeface="Arimo"/>
              <a:sym typeface="Arimo"/>
            </a:endParaRPr>
          </a:p>
        </p:txBody>
      </p:sp>
      <p:sp>
        <p:nvSpPr>
          <p:cNvPr id="2518" name="Google Shape;2518;p569"/>
          <p:cNvSpPr/>
          <p:nvPr/>
        </p:nvSpPr>
        <p:spPr>
          <a:xfrm>
            <a:off x="4629850" y="310334"/>
            <a:ext cx="2018700" cy="16086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400">
              <a:solidFill>
                <a:schemeClr val="dk1"/>
              </a:solidFill>
              <a:latin typeface="Arimo"/>
              <a:ea typeface="Arimo"/>
              <a:cs typeface="Arimo"/>
              <a:sym typeface="Arimo"/>
            </a:endParaRPr>
          </a:p>
        </p:txBody>
      </p:sp>
      <p:cxnSp>
        <p:nvCxnSpPr>
          <p:cNvPr id="2519" name="Google Shape;2519;p569"/>
          <p:cNvCxnSpPr>
            <a:stCxn id="2517" idx="1"/>
            <a:endCxn id="2517" idx="3"/>
          </p:cNvCxnSpPr>
          <p:nvPr/>
        </p:nvCxnSpPr>
        <p:spPr>
          <a:xfrm>
            <a:off x="3161225" y="2851633"/>
            <a:ext cx="2018700" cy="0"/>
          </a:xfrm>
          <a:prstGeom prst="straightConnector1">
            <a:avLst/>
          </a:prstGeom>
          <a:noFill/>
          <a:ln cap="flat" cmpd="sng" w="9525">
            <a:solidFill>
              <a:schemeClr val="accent3"/>
            </a:solidFill>
            <a:prstDash val="solid"/>
            <a:round/>
            <a:headEnd len="med" w="med" type="none"/>
            <a:tailEnd len="med" w="med" type="none"/>
          </a:ln>
        </p:spPr>
      </p:cxnSp>
      <p:sp>
        <p:nvSpPr>
          <p:cNvPr id="2520" name="Google Shape;2520;p569"/>
          <p:cNvSpPr txBox="1"/>
          <p:nvPr>
            <p:ph idx="1" type="subTitle"/>
          </p:nvPr>
        </p:nvSpPr>
        <p:spPr>
          <a:xfrm>
            <a:off x="394425" y="4505722"/>
            <a:ext cx="3279600" cy="637200"/>
          </a:xfrm>
          <a:prstGeom prst="rect">
            <a:avLst/>
          </a:prstGeom>
        </p:spPr>
        <p:txBody>
          <a:bodyPr anchorCtr="0" anchor="b" bIns="0" lIns="91425" spcFirstLastPara="1" rIns="91425" wrap="square" tIns="0">
            <a:spAutoFit/>
          </a:bodyPr>
          <a:lstStyle>
            <a:lvl1pPr lvl="0">
              <a:lnSpc>
                <a:spcPct val="90000"/>
              </a:lnSpc>
              <a:spcBef>
                <a:spcPts val="0"/>
              </a:spcBef>
              <a:spcAft>
                <a:spcPts val="0"/>
              </a:spcAft>
              <a:buNone/>
              <a:defRPr>
                <a:solidFill>
                  <a:schemeClr val="lt1"/>
                </a:solidFill>
                <a:latin typeface="Arimo"/>
                <a:ea typeface="Arimo"/>
                <a:cs typeface="Arimo"/>
                <a:sym typeface="Arimo"/>
              </a:defRPr>
            </a:lvl1pPr>
            <a:lvl2pPr lvl="1">
              <a:lnSpc>
                <a:spcPct val="90000"/>
              </a:lnSpc>
              <a:spcBef>
                <a:spcPts val="800"/>
              </a:spcBef>
              <a:spcAft>
                <a:spcPts val="0"/>
              </a:spcAft>
              <a:buNone/>
              <a:defRPr sz="1500">
                <a:solidFill>
                  <a:schemeClr val="lt1"/>
                </a:solidFill>
                <a:latin typeface="Arimo"/>
                <a:ea typeface="Arimo"/>
                <a:cs typeface="Arimo"/>
                <a:sym typeface="Arimo"/>
              </a:defRPr>
            </a:lvl2pPr>
            <a:lvl3pPr lvl="2">
              <a:lnSpc>
                <a:spcPct val="90000"/>
              </a:lnSpc>
              <a:spcBef>
                <a:spcPts val="800"/>
              </a:spcBef>
              <a:spcAft>
                <a:spcPts val="0"/>
              </a:spcAft>
              <a:buNone/>
              <a:defRPr sz="1500">
                <a:solidFill>
                  <a:schemeClr val="lt1"/>
                </a:solidFill>
                <a:latin typeface="Arimo"/>
                <a:ea typeface="Arimo"/>
                <a:cs typeface="Arimo"/>
                <a:sym typeface="Arimo"/>
              </a:defRPr>
            </a:lvl3pPr>
            <a:lvl4pPr lvl="3">
              <a:lnSpc>
                <a:spcPct val="90000"/>
              </a:lnSpc>
              <a:spcBef>
                <a:spcPts val="800"/>
              </a:spcBef>
              <a:spcAft>
                <a:spcPts val="0"/>
              </a:spcAft>
              <a:buNone/>
              <a:defRPr sz="1500">
                <a:solidFill>
                  <a:schemeClr val="lt1"/>
                </a:solidFill>
                <a:latin typeface="Arimo"/>
                <a:ea typeface="Arimo"/>
                <a:cs typeface="Arimo"/>
                <a:sym typeface="Arimo"/>
              </a:defRPr>
            </a:lvl4pPr>
            <a:lvl5pPr lvl="4">
              <a:lnSpc>
                <a:spcPct val="90000"/>
              </a:lnSpc>
              <a:spcBef>
                <a:spcPts val="800"/>
              </a:spcBef>
              <a:spcAft>
                <a:spcPts val="0"/>
              </a:spcAft>
              <a:buNone/>
              <a:defRPr sz="1500">
                <a:solidFill>
                  <a:schemeClr val="lt1"/>
                </a:solidFill>
                <a:latin typeface="Arimo"/>
                <a:ea typeface="Arimo"/>
                <a:cs typeface="Arimo"/>
                <a:sym typeface="Arimo"/>
              </a:defRPr>
            </a:lvl5pPr>
            <a:lvl6pPr lvl="5">
              <a:lnSpc>
                <a:spcPct val="90000"/>
              </a:lnSpc>
              <a:spcBef>
                <a:spcPts val="800"/>
              </a:spcBef>
              <a:spcAft>
                <a:spcPts val="0"/>
              </a:spcAft>
              <a:buNone/>
              <a:defRPr sz="1500">
                <a:solidFill>
                  <a:schemeClr val="lt1"/>
                </a:solidFill>
                <a:latin typeface="Arimo"/>
                <a:ea typeface="Arimo"/>
                <a:cs typeface="Arimo"/>
                <a:sym typeface="Arimo"/>
              </a:defRPr>
            </a:lvl6pPr>
            <a:lvl7pPr lvl="6">
              <a:lnSpc>
                <a:spcPct val="90000"/>
              </a:lnSpc>
              <a:spcBef>
                <a:spcPts val="800"/>
              </a:spcBef>
              <a:spcAft>
                <a:spcPts val="0"/>
              </a:spcAft>
              <a:buNone/>
              <a:defRPr sz="1500">
                <a:solidFill>
                  <a:schemeClr val="lt1"/>
                </a:solidFill>
                <a:latin typeface="Arimo"/>
                <a:ea typeface="Arimo"/>
                <a:cs typeface="Arimo"/>
                <a:sym typeface="Arimo"/>
              </a:defRPr>
            </a:lvl7pPr>
            <a:lvl8pPr lvl="7">
              <a:lnSpc>
                <a:spcPct val="90000"/>
              </a:lnSpc>
              <a:spcBef>
                <a:spcPts val="800"/>
              </a:spcBef>
              <a:spcAft>
                <a:spcPts val="0"/>
              </a:spcAft>
              <a:buNone/>
              <a:defRPr sz="1500">
                <a:solidFill>
                  <a:schemeClr val="lt1"/>
                </a:solidFill>
                <a:latin typeface="Arimo"/>
                <a:ea typeface="Arimo"/>
                <a:cs typeface="Arimo"/>
                <a:sym typeface="Arimo"/>
              </a:defRPr>
            </a:lvl8pPr>
            <a:lvl9pPr lvl="8">
              <a:lnSpc>
                <a:spcPct val="90000"/>
              </a:lnSpc>
              <a:spcBef>
                <a:spcPts val="800"/>
              </a:spcBef>
              <a:spcAft>
                <a:spcPts val="800"/>
              </a:spcAft>
              <a:buNone/>
              <a:defRPr sz="1500">
                <a:solidFill>
                  <a:schemeClr val="lt1"/>
                </a:solidFill>
                <a:latin typeface="Arimo"/>
                <a:ea typeface="Arimo"/>
                <a:cs typeface="Arimo"/>
                <a:sym typeface="Arimo"/>
              </a:defRPr>
            </a:lvl9pPr>
          </a:lstStyle>
          <a:p/>
        </p:txBody>
      </p:sp>
      <p:sp>
        <p:nvSpPr>
          <p:cNvPr id="2521" name="Google Shape;2521;p569"/>
          <p:cNvSpPr txBox="1"/>
          <p:nvPr>
            <p:ph idx="8" type="subTitle"/>
          </p:nvPr>
        </p:nvSpPr>
        <p:spPr>
          <a:xfrm>
            <a:off x="6883575" y="673194"/>
            <a:ext cx="1866000" cy="637200"/>
          </a:xfrm>
          <a:prstGeom prst="rect">
            <a:avLst/>
          </a:prstGeom>
        </p:spPr>
        <p:txBody>
          <a:bodyPr anchorCtr="0" anchor="ctr" bIns="0" lIns="91425" spcFirstLastPara="1" rIns="91425" wrap="square" tIns="0">
            <a:spAutoFit/>
          </a:bodyPr>
          <a:lstStyle>
            <a:lvl1pPr lvl="0" algn="ctr">
              <a:lnSpc>
                <a:spcPct val="90000"/>
              </a:lnSpc>
              <a:spcBef>
                <a:spcPts val="0"/>
              </a:spcBef>
              <a:spcAft>
                <a:spcPts val="0"/>
              </a:spcAft>
              <a:buNone/>
              <a:defRPr>
                <a:solidFill>
                  <a:schemeClr val="lt2"/>
                </a:solidFill>
                <a:latin typeface="Arimo"/>
                <a:ea typeface="Arimo"/>
                <a:cs typeface="Arimo"/>
                <a:sym typeface="Arimo"/>
              </a:defRPr>
            </a:lvl1pPr>
            <a:lvl2pPr lvl="1">
              <a:lnSpc>
                <a:spcPct val="90000"/>
              </a:lnSpc>
              <a:spcBef>
                <a:spcPts val="800"/>
              </a:spcBef>
              <a:spcAft>
                <a:spcPts val="0"/>
              </a:spcAft>
              <a:buNone/>
              <a:defRPr sz="1500">
                <a:solidFill>
                  <a:schemeClr val="lt2"/>
                </a:solidFill>
                <a:latin typeface="Arimo"/>
                <a:ea typeface="Arimo"/>
                <a:cs typeface="Arimo"/>
                <a:sym typeface="Arimo"/>
              </a:defRPr>
            </a:lvl2pPr>
            <a:lvl3pPr lvl="2">
              <a:lnSpc>
                <a:spcPct val="90000"/>
              </a:lnSpc>
              <a:spcBef>
                <a:spcPts val="800"/>
              </a:spcBef>
              <a:spcAft>
                <a:spcPts val="0"/>
              </a:spcAft>
              <a:buNone/>
              <a:defRPr sz="1500">
                <a:solidFill>
                  <a:schemeClr val="lt2"/>
                </a:solidFill>
                <a:latin typeface="Arimo"/>
                <a:ea typeface="Arimo"/>
                <a:cs typeface="Arimo"/>
                <a:sym typeface="Arimo"/>
              </a:defRPr>
            </a:lvl3pPr>
            <a:lvl4pPr lvl="3">
              <a:lnSpc>
                <a:spcPct val="90000"/>
              </a:lnSpc>
              <a:spcBef>
                <a:spcPts val="800"/>
              </a:spcBef>
              <a:spcAft>
                <a:spcPts val="0"/>
              </a:spcAft>
              <a:buNone/>
              <a:defRPr sz="1500">
                <a:solidFill>
                  <a:schemeClr val="lt2"/>
                </a:solidFill>
                <a:latin typeface="Arimo"/>
                <a:ea typeface="Arimo"/>
                <a:cs typeface="Arimo"/>
                <a:sym typeface="Arimo"/>
              </a:defRPr>
            </a:lvl4pPr>
            <a:lvl5pPr lvl="4">
              <a:lnSpc>
                <a:spcPct val="90000"/>
              </a:lnSpc>
              <a:spcBef>
                <a:spcPts val="800"/>
              </a:spcBef>
              <a:spcAft>
                <a:spcPts val="0"/>
              </a:spcAft>
              <a:buNone/>
              <a:defRPr sz="1500">
                <a:solidFill>
                  <a:schemeClr val="lt2"/>
                </a:solidFill>
                <a:latin typeface="Arimo"/>
                <a:ea typeface="Arimo"/>
                <a:cs typeface="Arimo"/>
                <a:sym typeface="Arimo"/>
              </a:defRPr>
            </a:lvl5pPr>
            <a:lvl6pPr lvl="5">
              <a:lnSpc>
                <a:spcPct val="90000"/>
              </a:lnSpc>
              <a:spcBef>
                <a:spcPts val="800"/>
              </a:spcBef>
              <a:spcAft>
                <a:spcPts val="0"/>
              </a:spcAft>
              <a:buNone/>
              <a:defRPr sz="1500">
                <a:solidFill>
                  <a:schemeClr val="lt2"/>
                </a:solidFill>
                <a:latin typeface="Arimo"/>
                <a:ea typeface="Arimo"/>
                <a:cs typeface="Arimo"/>
                <a:sym typeface="Arimo"/>
              </a:defRPr>
            </a:lvl6pPr>
            <a:lvl7pPr lvl="6">
              <a:lnSpc>
                <a:spcPct val="90000"/>
              </a:lnSpc>
              <a:spcBef>
                <a:spcPts val="800"/>
              </a:spcBef>
              <a:spcAft>
                <a:spcPts val="0"/>
              </a:spcAft>
              <a:buNone/>
              <a:defRPr sz="1500">
                <a:solidFill>
                  <a:schemeClr val="lt2"/>
                </a:solidFill>
                <a:latin typeface="Arimo"/>
                <a:ea typeface="Arimo"/>
                <a:cs typeface="Arimo"/>
                <a:sym typeface="Arimo"/>
              </a:defRPr>
            </a:lvl7pPr>
            <a:lvl8pPr lvl="7">
              <a:lnSpc>
                <a:spcPct val="90000"/>
              </a:lnSpc>
              <a:spcBef>
                <a:spcPts val="800"/>
              </a:spcBef>
              <a:spcAft>
                <a:spcPts val="0"/>
              </a:spcAft>
              <a:buNone/>
              <a:defRPr sz="1500">
                <a:solidFill>
                  <a:schemeClr val="lt2"/>
                </a:solidFill>
                <a:latin typeface="Arimo"/>
                <a:ea typeface="Arimo"/>
                <a:cs typeface="Arimo"/>
                <a:sym typeface="Arimo"/>
              </a:defRPr>
            </a:lvl8pPr>
            <a:lvl9pPr lvl="8">
              <a:lnSpc>
                <a:spcPct val="90000"/>
              </a:lnSpc>
              <a:spcBef>
                <a:spcPts val="800"/>
              </a:spcBef>
              <a:spcAft>
                <a:spcPts val="800"/>
              </a:spcAft>
              <a:buNone/>
              <a:defRPr sz="1500">
                <a:solidFill>
                  <a:schemeClr val="lt2"/>
                </a:solidFill>
                <a:latin typeface="Arimo"/>
                <a:ea typeface="Arimo"/>
                <a:cs typeface="Arimo"/>
                <a:sym typeface="Arimo"/>
              </a:defRPr>
            </a:lvl9pPr>
          </a:lstStyle>
          <a:p/>
        </p:txBody>
      </p:sp>
      <p:sp>
        <p:nvSpPr>
          <p:cNvPr id="2522" name="Google Shape;2522;p569"/>
          <p:cNvSpPr txBox="1"/>
          <p:nvPr>
            <p:ph idx="9" type="subTitle"/>
          </p:nvPr>
        </p:nvSpPr>
        <p:spPr>
          <a:xfrm>
            <a:off x="3910200" y="4199083"/>
            <a:ext cx="3486300" cy="783900"/>
          </a:xfrm>
          <a:prstGeom prst="rect">
            <a:avLst/>
          </a:prstGeom>
        </p:spPr>
        <p:txBody>
          <a:bodyPr anchorCtr="0" anchor="ctr" bIns="0" lIns="91425" spcFirstLastPara="1" rIns="91425" wrap="square" tIns="0">
            <a:spAutoFit/>
          </a:bodyPr>
          <a:lstStyle>
            <a:lvl1pPr lvl="0" algn="ctr">
              <a:lnSpc>
                <a:spcPct val="90000"/>
              </a:lnSpc>
              <a:spcBef>
                <a:spcPts val="0"/>
              </a:spcBef>
              <a:spcAft>
                <a:spcPts val="0"/>
              </a:spcAft>
              <a:buNone/>
              <a:defRPr sz="2400">
                <a:solidFill>
                  <a:schemeClr val="lt2"/>
                </a:solidFill>
                <a:latin typeface="Arimo"/>
                <a:ea typeface="Arimo"/>
                <a:cs typeface="Arimo"/>
                <a:sym typeface="Arimo"/>
              </a:defRPr>
            </a:lvl1pPr>
            <a:lvl2pPr lvl="1" algn="ctr">
              <a:lnSpc>
                <a:spcPct val="90000"/>
              </a:lnSpc>
              <a:spcBef>
                <a:spcPts val="800"/>
              </a:spcBef>
              <a:spcAft>
                <a:spcPts val="0"/>
              </a:spcAft>
              <a:buNone/>
              <a:defRPr sz="2500">
                <a:solidFill>
                  <a:schemeClr val="lt2"/>
                </a:solidFill>
                <a:latin typeface="Arimo"/>
                <a:ea typeface="Arimo"/>
                <a:cs typeface="Arimo"/>
                <a:sym typeface="Arimo"/>
              </a:defRPr>
            </a:lvl2pPr>
            <a:lvl3pPr lvl="2" algn="ctr">
              <a:lnSpc>
                <a:spcPct val="90000"/>
              </a:lnSpc>
              <a:spcBef>
                <a:spcPts val="800"/>
              </a:spcBef>
              <a:spcAft>
                <a:spcPts val="0"/>
              </a:spcAft>
              <a:buNone/>
              <a:defRPr sz="2500">
                <a:solidFill>
                  <a:schemeClr val="lt2"/>
                </a:solidFill>
                <a:latin typeface="Arimo"/>
                <a:ea typeface="Arimo"/>
                <a:cs typeface="Arimo"/>
                <a:sym typeface="Arimo"/>
              </a:defRPr>
            </a:lvl3pPr>
            <a:lvl4pPr lvl="3" algn="ctr">
              <a:lnSpc>
                <a:spcPct val="90000"/>
              </a:lnSpc>
              <a:spcBef>
                <a:spcPts val="800"/>
              </a:spcBef>
              <a:spcAft>
                <a:spcPts val="0"/>
              </a:spcAft>
              <a:buNone/>
              <a:defRPr sz="2500">
                <a:solidFill>
                  <a:schemeClr val="lt2"/>
                </a:solidFill>
                <a:latin typeface="Arimo"/>
                <a:ea typeface="Arimo"/>
                <a:cs typeface="Arimo"/>
                <a:sym typeface="Arimo"/>
              </a:defRPr>
            </a:lvl4pPr>
            <a:lvl5pPr lvl="4" algn="ctr">
              <a:lnSpc>
                <a:spcPct val="90000"/>
              </a:lnSpc>
              <a:spcBef>
                <a:spcPts val="800"/>
              </a:spcBef>
              <a:spcAft>
                <a:spcPts val="0"/>
              </a:spcAft>
              <a:buNone/>
              <a:defRPr sz="2500">
                <a:solidFill>
                  <a:schemeClr val="lt2"/>
                </a:solidFill>
                <a:latin typeface="Arimo"/>
                <a:ea typeface="Arimo"/>
                <a:cs typeface="Arimo"/>
                <a:sym typeface="Arimo"/>
              </a:defRPr>
            </a:lvl5pPr>
            <a:lvl6pPr lvl="5" algn="ctr">
              <a:lnSpc>
                <a:spcPct val="90000"/>
              </a:lnSpc>
              <a:spcBef>
                <a:spcPts val="800"/>
              </a:spcBef>
              <a:spcAft>
                <a:spcPts val="0"/>
              </a:spcAft>
              <a:buNone/>
              <a:defRPr sz="2500">
                <a:solidFill>
                  <a:schemeClr val="lt2"/>
                </a:solidFill>
                <a:latin typeface="Arimo"/>
                <a:ea typeface="Arimo"/>
                <a:cs typeface="Arimo"/>
                <a:sym typeface="Arimo"/>
              </a:defRPr>
            </a:lvl6pPr>
            <a:lvl7pPr lvl="6" algn="ctr">
              <a:lnSpc>
                <a:spcPct val="90000"/>
              </a:lnSpc>
              <a:spcBef>
                <a:spcPts val="800"/>
              </a:spcBef>
              <a:spcAft>
                <a:spcPts val="0"/>
              </a:spcAft>
              <a:buNone/>
              <a:defRPr sz="2500">
                <a:solidFill>
                  <a:schemeClr val="lt2"/>
                </a:solidFill>
                <a:latin typeface="Arimo"/>
                <a:ea typeface="Arimo"/>
                <a:cs typeface="Arimo"/>
                <a:sym typeface="Arimo"/>
              </a:defRPr>
            </a:lvl7pPr>
            <a:lvl8pPr lvl="7" algn="ctr">
              <a:lnSpc>
                <a:spcPct val="90000"/>
              </a:lnSpc>
              <a:spcBef>
                <a:spcPts val="800"/>
              </a:spcBef>
              <a:spcAft>
                <a:spcPts val="0"/>
              </a:spcAft>
              <a:buNone/>
              <a:defRPr sz="2500">
                <a:solidFill>
                  <a:schemeClr val="lt2"/>
                </a:solidFill>
                <a:latin typeface="Arimo"/>
                <a:ea typeface="Arimo"/>
                <a:cs typeface="Arimo"/>
                <a:sym typeface="Arimo"/>
              </a:defRPr>
            </a:lvl8pPr>
            <a:lvl9pPr lvl="8" algn="ctr">
              <a:lnSpc>
                <a:spcPct val="90000"/>
              </a:lnSpc>
              <a:spcBef>
                <a:spcPts val="800"/>
              </a:spcBef>
              <a:spcAft>
                <a:spcPts val="800"/>
              </a:spcAft>
              <a:buNone/>
              <a:defRPr sz="2500">
                <a:solidFill>
                  <a:schemeClr val="lt2"/>
                </a:solidFill>
                <a:latin typeface="Arimo"/>
                <a:ea typeface="Arimo"/>
                <a:cs typeface="Arimo"/>
                <a:sym typeface="Arimo"/>
              </a:defRPr>
            </a:lvl9pPr>
          </a:lstStyle>
          <a:p/>
        </p:txBody>
      </p:sp>
      <p:sp>
        <p:nvSpPr>
          <p:cNvPr id="2523" name="Google Shape;2523;p569"/>
          <p:cNvSpPr txBox="1"/>
          <p:nvPr>
            <p:ph idx="13" type="subTitle"/>
          </p:nvPr>
        </p:nvSpPr>
        <p:spPr>
          <a:xfrm>
            <a:off x="291075" y="2857500"/>
            <a:ext cx="2765700" cy="783900"/>
          </a:xfrm>
          <a:prstGeom prst="rect">
            <a:avLst/>
          </a:prstGeom>
        </p:spPr>
        <p:txBody>
          <a:bodyPr anchorCtr="0" anchor="b" bIns="0" lIns="91425" spcFirstLastPara="1" rIns="91425" wrap="square" tIns="0">
            <a:spAutoFit/>
          </a:bodyPr>
          <a:lstStyle>
            <a:lvl1pPr lvl="0">
              <a:lnSpc>
                <a:spcPct val="90000"/>
              </a:lnSpc>
              <a:spcBef>
                <a:spcPts val="0"/>
              </a:spcBef>
              <a:spcAft>
                <a:spcPts val="0"/>
              </a:spcAft>
              <a:buNone/>
              <a:defRPr sz="2400">
                <a:solidFill>
                  <a:schemeClr val="lt1"/>
                </a:solidFill>
                <a:latin typeface="Arimo"/>
                <a:ea typeface="Arimo"/>
                <a:cs typeface="Arimo"/>
                <a:sym typeface="Arimo"/>
              </a:defRPr>
            </a:lvl1pPr>
            <a:lvl2pPr lvl="1">
              <a:lnSpc>
                <a:spcPct val="90000"/>
              </a:lnSpc>
              <a:spcBef>
                <a:spcPts val="800"/>
              </a:spcBef>
              <a:spcAft>
                <a:spcPts val="0"/>
              </a:spcAft>
              <a:buNone/>
              <a:defRPr sz="2500">
                <a:solidFill>
                  <a:schemeClr val="lt1"/>
                </a:solidFill>
                <a:latin typeface="Arimo"/>
                <a:ea typeface="Arimo"/>
                <a:cs typeface="Arimo"/>
                <a:sym typeface="Arimo"/>
              </a:defRPr>
            </a:lvl2pPr>
            <a:lvl3pPr lvl="2">
              <a:lnSpc>
                <a:spcPct val="90000"/>
              </a:lnSpc>
              <a:spcBef>
                <a:spcPts val="800"/>
              </a:spcBef>
              <a:spcAft>
                <a:spcPts val="0"/>
              </a:spcAft>
              <a:buNone/>
              <a:defRPr sz="2500">
                <a:solidFill>
                  <a:schemeClr val="lt1"/>
                </a:solidFill>
                <a:latin typeface="Arimo"/>
                <a:ea typeface="Arimo"/>
                <a:cs typeface="Arimo"/>
                <a:sym typeface="Arimo"/>
              </a:defRPr>
            </a:lvl3pPr>
            <a:lvl4pPr lvl="3">
              <a:lnSpc>
                <a:spcPct val="90000"/>
              </a:lnSpc>
              <a:spcBef>
                <a:spcPts val="800"/>
              </a:spcBef>
              <a:spcAft>
                <a:spcPts val="0"/>
              </a:spcAft>
              <a:buNone/>
              <a:defRPr sz="2500">
                <a:solidFill>
                  <a:schemeClr val="lt1"/>
                </a:solidFill>
                <a:latin typeface="Arimo"/>
                <a:ea typeface="Arimo"/>
                <a:cs typeface="Arimo"/>
                <a:sym typeface="Arimo"/>
              </a:defRPr>
            </a:lvl4pPr>
            <a:lvl5pPr lvl="4">
              <a:lnSpc>
                <a:spcPct val="90000"/>
              </a:lnSpc>
              <a:spcBef>
                <a:spcPts val="800"/>
              </a:spcBef>
              <a:spcAft>
                <a:spcPts val="0"/>
              </a:spcAft>
              <a:buNone/>
              <a:defRPr sz="2500">
                <a:solidFill>
                  <a:schemeClr val="lt1"/>
                </a:solidFill>
                <a:latin typeface="Arimo"/>
                <a:ea typeface="Arimo"/>
                <a:cs typeface="Arimo"/>
                <a:sym typeface="Arimo"/>
              </a:defRPr>
            </a:lvl5pPr>
            <a:lvl6pPr lvl="5">
              <a:lnSpc>
                <a:spcPct val="90000"/>
              </a:lnSpc>
              <a:spcBef>
                <a:spcPts val="800"/>
              </a:spcBef>
              <a:spcAft>
                <a:spcPts val="0"/>
              </a:spcAft>
              <a:buNone/>
              <a:defRPr sz="2500">
                <a:solidFill>
                  <a:schemeClr val="lt1"/>
                </a:solidFill>
                <a:latin typeface="Arimo"/>
                <a:ea typeface="Arimo"/>
                <a:cs typeface="Arimo"/>
                <a:sym typeface="Arimo"/>
              </a:defRPr>
            </a:lvl6pPr>
            <a:lvl7pPr lvl="6">
              <a:lnSpc>
                <a:spcPct val="90000"/>
              </a:lnSpc>
              <a:spcBef>
                <a:spcPts val="800"/>
              </a:spcBef>
              <a:spcAft>
                <a:spcPts val="0"/>
              </a:spcAft>
              <a:buNone/>
              <a:defRPr sz="2500">
                <a:solidFill>
                  <a:schemeClr val="lt1"/>
                </a:solidFill>
                <a:latin typeface="Arimo"/>
                <a:ea typeface="Arimo"/>
                <a:cs typeface="Arimo"/>
                <a:sym typeface="Arimo"/>
              </a:defRPr>
            </a:lvl7pPr>
            <a:lvl8pPr lvl="7">
              <a:lnSpc>
                <a:spcPct val="90000"/>
              </a:lnSpc>
              <a:spcBef>
                <a:spcPts val="800"/>
              </a:spcBef>
              <a:spcAft>
                <a:spcPts val="0"/>
              </a:spcAft>
              <a:buNone/>
              <a:defRPr sz="2500">
                <a:solidFill>
                  <a:schemeClr val="lt1"/>
                </a:solidFill>
                <a:latin typeface="Arimo"/>
                <a:ea typeface="Arimo"/>
                <a:cs typeface="Arimo"/>
                <a:sym typeface="Arimo"/>
              </a:defRPr>
            </a:lvl8pPr>
            <a:lvl9pPr lvl="8">
              <a:lnSpc>
                <a:spcPct val="90000"/>
              </a:lnSpc>
              <a:spcBef>
                <a:spcPts val="800"/>
              </a:spcBef>
              <a:spcAft>
                <a:spcPts val="800"/>
              </a:spcAft>
              <a:buNone/>
              <a:defRPr sz="2500">
                <a:solidFill>
                  <a:schemeClr val="lt1"/>
                </a:solidFill>
                <a:latin typeface="Arimo"/>
                <a:ea typeface="Arimo"/>
                <a:cs typeface="Arimo"/>
                <a:sym typeface="Arimo"/>
              </a:defRPr>
            </a:lvl9pPr>
          </a:lstStyle>
          <a:p/>
        </p:txBody>
      </p:sp>
      <p:sp>
        <p:nvSpPr>
          <p:cNvPr id="2524" name="Google Shape;2524;p569"/>
          <p:cNvSpPr txBox="1"/>
          <p:nvPr>
            <p:ph idx="14" type="subTitle"/>
          </p:nvPr>
        </p:nvSpPr>
        <p:spPr>
          <a:xfrm>
            <a:off x="4629850" y="771557"/>
            <a:ext cx="2018700" cy="629700"/>
          </a:xfrm>
          <a:prstGeom prst="rect">
            <a:avLst/>
          </a:prstGeom>
        </p:spPr>
        <p:txBody>
          <a:bodyPr anchorCtr="0" anchor="ctr" bIns="0" lIns="91425" spcFirstLastPara="1" rIns="91425" wrap="square" tIns="0">
            <a:spAutoFit/>
          </a:bodyPr>
          <a:lstStyle>
            <a:lvl1pPr lvl="0" algn="ctr">
              <a:lnSpc>
                <a:spcPct val="90000"/>
              </a:lnSpc>
              <a:spcBef>
                <a:spcPts val="0"/>
              </a:spcBef>
              <a:spcAft>
                <a:spcPts val="0"/>
              </a:spcAft>
              <a:buNone/>
              <a:defRPr sz="1800">
                <a:latin typeface="Arimo"/>
                <a:ea typeface="Arimo"/>
                <a:cs typeface="Arimo"/>
                <a:sym typeface="Arimo"/>
              </a:defRPr>
            </a:lvl1pPr>
            <a:lvl2pPr lvl="1" algn="ctr">
              <a:lnSpc>
                <a:spcPct val="90000"/>
              </a:lnSpc>
              <a:spcBef>
                <a:spcPts val="800"/>
              </a:spcBef>
              <a:spcAft>
                <a:spcPts val="0"/>
              </a:spcAft>
              <a:buNone/>
              <a:defRPr sz="2500">
                <a:latin typeface="Arimo"/>
                <a:ea typeface="Arimo"/>
                <a:cs typeface="Arimo"/>
                <a:sym typeface="Arimo"/>
              </a:defRPr>
            </a:lvl2pPr>
            <a:lvl3pPr lvl="2" algn="ctr">
              <a:lnSpc>
                <a:spcPct val="90000"/>
              </a:lnSpc>
              <a:spcBef>
                <a:spcPts val="800"/>
              </a:spcBef>
              <a:spcAft>
                <a:spcPts val="0"/>
              </a:spcAft>
              <a:buNone/>
              <a:defRPr sz="2500">
                <a:latin typeface="Arimo"/>
                <a:ea typeface="Arimo"/>
                <a:cs typeface="Arimo"/>
                <a:sym typeface="Arimo"/>
              </a:defRPr>
            </a:lvl3pPr>
            <a:lvl4pPr lvl="3" algn="ctr">
              <a:lnSpc>
                <a:spcPct val="90000"/>
              </a:lnSpc>
              <a:spcBef>
                <a:spcPts val="800"/>
              </a:spcBef>
              <a:spcAft>
                <a:spcPts val="0"/>
              </a:spcAft>
              <a:buNone/>
              <a:defRPr sz="2500">
                <a:latin typeface="Arimo"/>
                <a:ea typeface="Arimo"/>
                <a:cs typeface="Arimo"/>
                <a:sym typeface="Arimo"/>
              </a:defRPr>
            </a:lvl4pPr>
            <a:lvl5pPr lvl="4" algn="ctr">
              <a:lnSpc>
                <a:spcPct val="90000"/>
              </a:lnSpc>
              <a:spcBef>
                <a:spcPts val="800"/>
              </a:spcBef>
              <a:spcAft>
                <a:spcPts val="0"/>
              </a:spcAft>
              <a:buNone/>
              <a:defRPr sz="2500">
                <a:latin typeface="Arimo"/>
                <a:ea typeface="Arimo"/>
                <a:cs typeface="Arimo"/>
                <a:sym typeface="Arimo"/>
              </a:defRPr>
            </a:lvl5pPr>
            <a:lvl6pPr lvl="5" algn="ctr">
              <a:lnSpc>
                <a:spcPct val="90000"/>
              </a:lnSpc>
              <a:spcBef>
                <a:spcPts val="800"/>
              </a:spcBef>
              <a:spcAft>
                <a:spcPts val="0"/>
              </a:spcAft>
              <a:buNone/>
              <a:defRPr sz="2500">
                <a:latin typeface="Arimo"/>
                <a:ea typeface="Arimo"/>
                <a:cs typeface="Arimo"/>
                <a:sym typeface="Arimo"/>
              </a:defRPr>
            </a:lvl6pPr>
            <a:lvl7pPr lvl="6" algn="ctr">
              <a:lnSpc>
                <a:spcPct val="90000"/>
              </a:lnSpc>
              <a:spcBef>
                <a:spcPts val="800"/>
              </a:spcBef>
              <a:spcAft>
                <a:spcPts val="0"/>
              </a:spcAft>
              <a:buNone/>
              <a:defRPr sz="2500">
                <a:latin typeface="Arimo"/>
                <a:ea typeface="Arimo"/>
                <a:cs typeface="Arimo"/>
                <a:sym typeface="Arimo"/>
              </a:defRPr>
            </a:lvl7pPr>
            <a:lvl8pPr lvl="7" algn="ctr">
              <a:lnSpc>
                <a:spcPct val="90000"/>
              </a:lnSpc>
              <a:spcBef>
                <a:spcPts val="800"/>
              </a:spcBef>
              <a:spcAft>
                <a:spcPts val="0"/>
              </a:spcAft>
              <a:buNone/>
              <a:defRPr sz="2500">
                <a:latin typeface="Arimo"/>
                <a:ea typeface="Arimo"/>
                <a:cs typeface="Arimo"/>
                <a:sym typeface="Arimo"/>
              </a:defRPr>
            </a:lvl8pPr>
            <a:lvl9pPr lvl="8" algn="ctr">
              <a:lnSpc>
                <a:spcPct val="90000"/>
              </a:lnSpc>
              <a:spcBef>
                <a:spcPts val="800"/>
              </a:spcBef>
              <a:spcAft>
                <a:spcPts val="800"/>
              </a:spcAft>
              <a:buNone/>
              <a:defRPr sz="2500">
                <a:latin typeface="Arimo"/>
                <a:ea typeface="Arimo"/>
                <a:cs typeface="Arimo"/>
                <a:sym typeface="Arimo"/>
              </a:defRPr>
            </a:lvl9pPr>
          </a:lstStyle>
          <a:p/>
        </p:txBody>
      </p:sp>
      <p:sp>
        <p:nvSpPr>
          <p:cNvPr id="2525" name="Google Shape;2525;p569"/>
          <p:cNvSpPr txBox="1"/>
          <p:nvPr>
            <p:ph idx="15" type="subTitle"/>
          </p:nvPr>
        </p:nvSpPr>
        <p:spPr>
          <a:xfrm>
            <a:off x="4629900" y="1544978"/>
            <a:ext cx="2018700" cy="249000"/>
          </a:xfrm>
          <a:prstGeom prst="rect">
            <a:avLst/>
          </a:prstGeom>
        </p:spPr>
        <p:txBody>
          <a:bodyPr anchorCtr="0" anchor="b" bIns="0" lIns="91425" spcFirstLastPara="1" rIns="91425" wrap="square" tIns="0">
            <a:spAutoFit/>
          </a:bodyPr>
          <a:lstStyle>
            <a:lvl1pPr lvl="0" algn="ctr">
              <a:lnSpc>
                <a:spcPct val="90000"/>
              </a:lnSpc>
              <a:spcBef>
                <a:spcPts val="0"/>
              </a:spcBef>
              <a:spcAft>
                <a:spcPts val="0"/>
              </a:spcAft>
              <a:buNone/>
              <a:defRPr sz="1000" u="sng"/>
            </a:lvl1pPr>
            <a:lvl2pPr lvl="1" algn="ctr">
              <a:lnSpc>
                <a:spcPct val="90000"/>
              </a:lnSpc>
              <a:spcBef>
                <a:spcPts val="800"/>
              </a:spcBef>
              <a:spcAft>
                <a:spcPts val="0"/>
              </a:spcAft>
              <a:buNone/>
              <a:defRPr sz="2700">
                <a:latin typeface="Arimo"/>
                <a:ea typeface="Arimo"/>
                <a:cs typeface="Arimo"/>
                <a:sym typeface="Arimo"/>
              </a:defRPr>
            </a:lvl2pPr>
            <a:lvl3pPr lvl="2" algn="ctr">
              <a:lnSpc>
                <a:spcPct val="90000"/>
              </a:lnSpc>
              <a:spcBef>
                <a:spcPts val="800"/>
              </a:spcBef>
              <a:spcAft>
                <a:spcPts val="0"/>
              </a:spcAft>
              <a:buNone/>
              <a:defRPr sz="2700">
                <a:latin typeface="Arimo"/>
                <a:ea typeface="Arimo"/>
                <a:cs typeface="Arimo"/>
                <a:sym typeface="Arimo"/>
              </a:defRPr>
            </a:lvl3pPr>
            <a:lvl4pPr lvl="3" algn="ctr">
              <a:lnSpc>
                <a:spcPct val="90000"/>
              </a:lnSpc>
              <a:spcBef>
                <a:spcPts val="800"/>
              </a:spcBef>
              <a:spcAft>
                <a:spcPts val="0"/>
              </a:spcAft>
              <a:buNone/>
              <a:defRPr sz="2700">
                <a:latin typeface="Arimo"/>
                <a:ea typeface="Arimo"/>
                <a:cs typeface="Arimo"/>
                <a:sym typeface="Arimo"/>
              </a:defRPr>
            </a:lvl4pPr>
            <a:lvl5pPr lvl="4" algn="ctr">
              <a:lnSpc>
                <a:spcPct val="90000"/>
              </a:lnSpc>
              <a:spcBef>
                <a:spcPts val="800"/>
              </a:spcBef>
              <a:spcAft>
                <a:spcPts val="0"/>
              </a:spcAft>
              <a:buNone/>
              <a:defRPr sz="2700">
                <a:latin typeface="Arimo"/>
                <a:ea typeface="Arimo"/>
                <a:cs typeface="Arimo"/>
                <a:sym typeface="Arimo"/>
              </a:defRPr>
            </a:lvl5pPr>
            <a:lvl6pPr lvl="5" algn="ctr">
              <a:lnSpc>
                <a:spcPct val="90000"/>
              </a:lnSpc>
              <a:spcBef>
                <a:spcPts val="800"/>
              </a:spcBef>
              <a:spcAft>
                <a:spcPts val="0"/>
              </a:spcAft>
              <a:buNone/>
              <a:defRPr sz="2700">
                <a:latin typeface="Arimo"/>
                <a:ea typeface="Arimo"/>
                <a:cs typeface="Arimo"/>
                <a:sym typeface="Arimo"/>
              </a:defRPr>
            </a:lvl6pPr>
            <a:lvl7pPr lvl="6" algn="ctr">
              <a:lnSpc>
                <a:spcPct val="90000"/>
              </a:lnSpc>
              <a:spcBef>
                <a:spcPts val="800"/>
              </a:spcBef>
              <a:spcAft>
                <a:spcPts val="0"/>
              </a:spcAft>
              <a:buNone/>
              <a:defRPr sz="2700">
                <a:latin typeface="Arimo"/>
                <a:ea typeface="Arimo"/>
                <a:cs typeface="Arimo"/>
                <a:sym typeface="Arimo"/>
              </a:defRPr>
            </a:lvl7pPr>
            <a:lvl8pPr lvl="7" algn="ctr">
              <a:lnSpc>
                <a:spcPct val="90000"/>
              </a:lnSpc>
              <a:spcBef>
                <a:spcPts val="800"/>
              </a:spcBef>
              <a:spcAft>
                <a:spcPts val="0"/>
              </a:spcAft>
              <a:buNone/>
              <a:defRPr sz="2700">
                <a:latin typeface="Arimo"/>
                <a:ea typeface="Arimo"/>
                <a:cs typeface="Arimo"/>
                <a:sym typeface="Arimo"/>
              </a:defRPr>
            </a:lvl8pPr>
            <a:lvl9pPr lvl="8" algn="ctr">
              <a:lnSpc>
                <a:spcPct val="90000"/>
              </a:lnSpc>
              <a:spcBef>
                <a:spcPts val="800"/>
              </a:spcBef>
              <a:spcAft>
                <a:spcPts val="800"/>
              </a:spcAft>
              <a:buNone/>
              <a:defRPr sz="2700">
                <a:latin typeface="Arimo"/>
                <a:ea typeface="Arimo"/>
                <a:cs typeface="Arimo"/>
                <a:sym typeface="Arimo"/>
              </a:defRPr>
            </a:lvl9pPr>
          </a:lstStyle>
          <a:p/>
        </p:txBody>
      </p:sp>
      <p:sp>
        <p:nvSpPr>
          <p:cNvPr id="2526" name="Google Shape;2526;p569"/>
          <p:cNvSpPr txBox="1"/>
          <p:nvPr>
            <p:ph idx="16" type="subTitle"/>
          </p:nvPr>
        </p:nvSpPr>
        <p:spPr>
          <a:xfrm>
            <a:off x="3596775" y="2546667"/>
            <a:ext cx="1507500" cy="249000"/>
          </a:xfrm>
          <a:prstGeom prst="rect">
            <a:avLst/>
          </a:prstGeom>
        </p:spPr>
        <p:txBody>
          <a:bodyPr anchorCtr="0" anchor="b" bIns="0" lIns="91425" spcFirstLastPara="1" rIns="91425" wrap="square" tIns="0">
            <a:spAutoFit/>
          </a:bodyPr>
          <a:lstStyle>
            <a:lvl1pPr lvl="0">
              <a:lnSpc>
                <a:spcPct val="90000"/>
              </a:lnSpc>
              <a:spcBef>
                <a:spcPts val="0"/>
              </a:spcBef>
              <a:spcAft>
                <a:spcPts val="0"/>
              </a:spcAft>
              <a:buNone/>
              <a:defRPr sz="1000">
                <a:solidFill>
                  <a:schemeClr val="lt2"/>
                </a:solidFill>
              </a:defRPr>
            </a:lvl1pPr>
            <a:lvl2pPr lvl="1" algn="ctr">
              <a:lnSpc>
                <a:spcPct val="90000"/>
              </a:lnSpc>
              <a:spcBef>
                <a:spcPts val="800"/>
              </a:spcBef>
              <a:spcAft>
                <a:spcPts val="0"/>
              </a:spcAft>
              <a:buNone/>
              <a:defRPr sz="2700">
                <a:solidFill>
                  <a:schemeClr val="lt2"/>
                </a:solidFill>
                <a:latin typeface="Arimo"/>
                <a:ea typeface="Arimo"/>
                <a:cs typeface="Arimo"/>
                <a:sym typeface="Arimo"/>
              </a:defRPr>
            </a:lvl2pPr>
            <a:lvl3pPr lvl="2" algn="ctr">
              <a:lnSpc>
                <a:spcPct val="90000"/>
              </a:lnSpc>
              <a:spcBef>
                <a:spcPts val="800"/>
              </a:spcBef>
              <a:spcAft>
                <a:spcPts val="0"/>
              </a:spcAft>
              <a:buNone/>
              <a:defRPr sz="2700">
                <a:solidFill>
                  <a:schemeClr val="lt2"/>
                </a:solidFill>
                <a:latin typeface="Arimo"/>
                <a:ea typeface="Arimo"/>
                <a:cs typeface="Arimo"/>
                <a:sym typeface="Arimo"/>
              </a:defRPr>
            </a:lvl3pPr>
            <a:lvl4pPr lvl="3" algn="ctr">
              <a:lnSpc>
                <a:spcPct val="90000"/>
              </a:lnSpc>
              <a:spcBef>
                <a:spcPts val="800"/>
              </a:spcBef>
              <a:spcAft>
                <a:spcPts val="0"/>
              </a:spcAft>
              <a:buNone/>
              <a:defRPr sz="2700">
                <a:solidFill>
                  <a:schemeClr val="lt2"/>
                </a:solidFill>
                <a:latin typeface="Arimo"/>
                <a:ea typeface="Arimo"/>
                <a:cs typeface="Arimo"/>
                <a:sym typeface="Arimo"/>
              </a:defRPr>
            </a:lvl4pPr>
            <a:lvl5pPr lvl="4" algn="ctr">
              <a:lnSpc>
                <a:spcPct val="90000"/>
              </a:lnSpc>
              <a:spcBef>
                <a:spcPts val="800"/>
              </a:spcBef>
              <a:spcAft>
                <a:spcPts val="0"/>
              </a:spcAft>
              <a:buNone/>
              <a:defRPr sz="2700">
                <a:solidFill>
                  <a:schemeClr val="lt2"/>
                </a:solidFill>
                <a:latin typeface="Arimo"/>
                <a:ea typeface="Arimo"/>
                <a:cs typeface="Arimo"/>
                <a:sym typeface="Arimo"/>
              </a:defRPr>
            </a:lvl5pPr>
            <a:lvl6pPr lvl="5" algn="ctr">
              <a:lnSpc>
                <a:spcPct val="90000"/>
              </a:lnSpc>
              <a:spcBef>
                <a:spcPts val="800"/>
              </a:spcBef>
              <a:spcAft>
                <a:spcPts val="0"/>
              </a:spcAft>
              <a:buNone/>
              <a:defRPr sz="2700">
                <a:solidFill>
                  <a:schemeClr val="lt2"/>
                </a:solidFill>
                <a:latin typeface="Arimo"/>
                <a:ea typeface="Arimo"/>
                <a:cs typeface="Arimo"/>
                <a:sym typeface="Arimo"/>
              </a:defRPr>
            </a:lvl6pPr>
            <a:lvl7pPr lvl="6" algn="ctr">
              <a:lnSpc>
                <a:spcPct val="90000"/>
              </a:lnSpc>
              <a:spcBef>
                <a:spcPts val="800"/>
              </a:spcBef>
              <a:spcAft>
                <a:spcPts val="0"/>
              </a:spcAft>
              <a:buNone/>
              <a:defRPr sz="2700">
                <a:solidFill>
                  <a:schemeClr val="lt2"/>
                </a:solidFill>
                <a:latin typeface="Arimo"/>
                <a:ea typeface="Arimo"/>
                <a:cs typeface="Arimo"/>
                <a:sym typeface="Arimo"/>
              </a:defRPr>
            </a:lvl7pPr>
            <a:lvl8pPr lvl="7" algn="ctr">
              <a:lnSpc>
                <a:spcPct val="90000"/>
              </a:lnSpc>
              <a:spcBef>
                <a:spcPts val="800"/>
              </a:spcBef>
              <a:spcAft>
                <a:spcPts val="0"/>
              </a:spcAft>
              <a:buNone/>
              <a:defRPr sz="2700">
                <a:solidFill>
                  <a:schemeClr val="lt2"/>
                </a:solidFill>
                <a:latin typeface="Arimo"/>
                <a:ea typeface="Arimo"/>
                <a:cs typeface="Arimo"/>
                <a:sym typeface="Arimo"/>
              </a:defRPr>
            </a:lvl8pPr>
            <a:lvl9pPr lvl="8" algn="ctr">
              <a:lnSpc>
                <a:spcPct val="90000"/>
              </a:lnSpc>
              <a:spcBef>
                <a:spcPts val="800"/>
              </a:spcBef>
              <a:spcAft>
                <a:spcPts val="800"/>
              </a:spcAft>
              <a:buNone/>
              <a:defRPr sz="2700">
                <a:solidFill>
                  <a:schemeClr val="lt2"/>
                </a:solidFill>
                <a:latin typeface="Arimo"/>
                <a:ea typeface="Arimo"/>
                <a:cs typeface="Arimo"/>
                <a:sym typeface="Arimo"/>
              </a:defRPr>
            </a:lvl9pPr>
          </a:lstStyle>
          <a:p/>
        </p:txBody>
      </p:sp>
      <p:sp>
        <p:nvSpPr>
          <p:cNvPr id="2527" name="Google Shape;2527;p569"/>
          <p:cNvSpPr txBox="1"/>
          <p:nvPr>
            <p:ph idx="17" type="subTitle"/>
          </p:nvPr>
        </p:nvSpPr>
        <p:spPr>
          <a:xfrm>
            <a:off x="3596775" y="3330389"/>
            <a:ext cx="1507500" cy="249000"/>
          </a:xfrm>
          <a:prstGeom prst="rect">
            <a:avLst/>
          </a:prstGeom>
        </p:spPr>
        <p:txBody>
          <a:bodyPr anchorCtr="0" anchor="b" bIns="0" lIns="91425" spcFirstLastPara="1" rIns="91425" wrap="square" tIns="0">
            <a:spAutoFit/>
          </a:bodyPr>
          <a:lstStyle>
            <a:lvl1pPr lvl="0">
              <a:lnSpc>
                <a:spcPct val="90000"/>
              </a:lnSpc>
              <a:spcBef>
                <a:spcPts val="0"/>
              </a:spcBef>
              <a:spcAft>
                <a:spcPts val="0"/>
              </a:spcAft>
              <a:buNone/>
              <a:defRPr sz="1000">
                <a:solidFill>
                  <a:schemeClr val="lt2"/>
                </a:solidFill>
              </a:defRPr>
            </a:lvl1pPr>
            <a:lvl2pPr lvl="1" algn="ctr">
              <a:lnSpc>
                <a:spcPct val="90000"/>
              </a:lnSpc>
              <a:spcBef>
                <a:spcPts val="800"/>
              </a:spcBef>
              <a:spcAft>
                <a:spcPts val="0"/>
              </a:spcAft>
              <a:buNone/>
              <a:defRPr sz="2700">
                <a:solidFill>
                  <a:schemeClr val="lt2"/>
                </a:solidFill>
                <a:latin typeface="Arimo"/>
                <a:ea typeface="Arimo"/>
                <a:cs typeface="Arimo"/>
                <a:sym typeface="Arimo"/>
              </a:defRPr>
            </a:lvl2pPr>
            <a:lvl3pPr lvl="2" algn="ctr">
              <a:lnSpc>
                <a:spcPct val="90000"/>
              </a:lnSpc>
              <a:spcBef>
                <a:spcPts val="800"/>
              </a:spcBef>
              <a:spcAft>
                <a:spcPts val="0"/>
              </a:spcAft>
              <a:buNone/>
              <a:defRPr sz="2700">
                <a:solidFill>
                  <a:schemeClr val="lt2"/>
                </a:solidFill>
                <a:latin typeface="Arimo"/>
                <a:ea typeface="Arimo"/>
                <a:cs typeface="Arimo"/>
                <a:sym typeface="Arimo"/>
              </a:defRPr>
            </a:lvl3pPr>
            <a:lvl4pPr lvl="3" algn="ctr">
              <a:lnSpc>
                <a:spcPct val="90000"/>
              </a:lnSpc>
              <a:spcBef>
                <a:spcPts val="800"/>
              </a:spcBef>
              <a:spcAft>
                <a:spcPts val="0"/>
              </a:spcAft>
              <a:buNone/>
              <a:defRPr sz="2700">
                <a:solidFill>
                  <a:schemeClr val="lt2"/>
                </a:solidFill>
                <a:latin typeface="Arimo"/>
                <a:ea typeface="Arimo"/>
                <a:cs typeface="Arimo"/>
                <a:sym typeface="Arimo"/>
              </a:defRPr>
            </a:lvl4pPr>
            <a:lvl5pPr lvl="4" algn="ctr">
              <a:lnSpc>
                <a:spcPct val="90000"/>
              </a:lnSpc>
              <a:spcBef>
                <a:spcPts val="800"/>
              </a:spcBef>
              <a:spcAft>
                <a:spcPts val="0"/>
              </a:spcAft>
              <a:buNone/>
              <a:defRPr sz="2700">
                <a:solidFill>
                  <a:schemeClr val="lt2"/>
                </a:solidFill>
                <a:latin typeface="Arimo"/>
                <a:ea typeface="Arimo"/>
                <a:cs typeface="Arimo"/>
                <a:sym typeface="Arimo"/>
              </a:defRPr>
            </a:lvl5pPr>
            <a:lvl6pPr lvl="5" algn="ctr">
              <a:lnSpc>
                <a:spcPct val="90000"/>
              </a:lnSpc>
              <a:spcBef>
                <a:spcPts val="800"/>
              </a:spcBef>
              <a:spcAft>
                <a:spcPts val="0"/>
              </a:spcAft>
              <a:buNone/>
              <a:defRPr sz="2700">
                <a:solidFill>
                  <a:schemeClr val="lt2"/>
                </a:solidFill>
                <a:latin typeface="Arimo"/>
                <a:ea typeface="Arimo"/>
                <a:cs typeface="Arimo"/>
                <a:sym typeface="Arimo"/>
              </a:defRPr>
            </a:lvl6pPr>
            <a:lvl7pPr lvl="6" algn="ctr">
              <a:lnSpc>
                <a:spcPct val="90000"/>
              </a:lnSpc>
              <a:spcBef>
                <a:spcPts val="800"/>
              </a:spcBef>
              <a:spcAft>
                <a:spcPts val="0"/>
              </a:spcAft>
              <a:buNone/>
              <a:defRPr sz="2700">
                <a:solidFill>
                  <a:schemeClr val="lt2"/>
                </a:solidFill>
                <a:latin typeface="Arimo"/>
                <a:ea typeface="Arimo"/>
                <a:cs typeface="Arimo"/>
                <a:sym typeface="Arimo"/>
              </a:defRPr>
            </a:lvl7pPr>
            <a:lvl8pPr lvl="7" algn="ctr">
              <a:lnSpc>
                <a:spcPct val="90000"/>
              </a:lnSpc>
              <a:spcBef>
                <a:spcPts val="800"/>
              </a:spcBef>
              <a:spcAft>
                <a:spcPts val="0"/>
              </a:spcAft>
              <a:buNone/>
              <a:defRPr sz="2700">
                <a:solidFill>
                  <a:schemeClr val="lt2"/>
                </a:solidFill>
                <a:latin typeface="Arimo"/>
                <a:ea typeface="Arimo"/>
                <a:cs typeface="Arimo"/>
                <a:sym typeface="Arimo"/>
              </a:defRPr>
            </a:lvl8pPr>
            <a:lvl9pPr lvl="8" algn="ctr">
              <a:lnSpc>
                <a:spcPct val="90000"/>
              </a:lnSpc>
              <a:spcBef>
                <a:spcPts val="800"/>
              </a:spcBef>
              <a:spcAft>
                <a:spcPts val="800"/>
              </a:spcAft>
              <a:buNone/>
              <a:defRPr sz="2700">
                <a:solidFill>
                  <a:schemeClr val="lt2"/>
                </a:solidFill>
                <a:latin typeface="Arimo"/>
                <a:ea typeface="Arimo"/>
                <a:cs typeface="Arimo"/>
                <a:sym typeface="Arimo"/>
              </a:defRPr>
            </a:lvl9pPr>
          </a:lstStyle>
          <a:p/>
        </p:txBody>
      </p:sp>
      <p:sp>
        <p:nvSpPr>
          <p:cNvPr id="2528" name="Google Shape;2528;p569"/>
          <p:cNvSpPr txBox="1"/>
          <p:nvPr>
            <p:ph idx="18" type="subTitle"/>
          </p:nvPr>
        </p:nvSpPr>
        <p:spPr>
          <a:xfrm>
            <a:off x="3596675" y="2149444"/>
            <a:ext cx="1507500" cy="397200"/>
          </a:xfrm>
          <a:prstGeom prst="rect">
            <a:avLst/>
          </a:prstGeom>
        </p:spPr>
        <p:txBody>
          <a:bodyPr anchorCtr="0" anchor="b" bIns="0" lIns="91425" spcFirstLastPara="1" rIns="91425" wrap="square" tIns="0">
            <a:spAutoFit/>
          </a:bodyPr>
          <a:lstStyle>
            <a:lvl1pPr lvl="0">
              <a:lnSpc>
                <a:spcPct val="90000"/>
              </a:lnSpc>
              <a:spcBef>
                <a:spcPts val="0"/>
              </a:spcBef>
              <a:spcAft>
                <a:spcPts val="0"/>
              </a:spcAft>
              <a:buNone/>
              <a:defRPr sz="1800">
                <a:solidFill>
                  <a:schemeClr val="lt2"/>
                </a:solidFill>
                <a:latin typeface="Arimo"/>
                <a:ea typeface="Arimo"/>
                <a:cs typeface="Arimo"/>
                <a:sym typeface="Arimo"/>
              </a:defRPr>
            </a:lvl1pPr>
            <a:lvl2pPr lvl="1" algn="ctr">
              <a:lnSpc>
                <a:spcPct val="90000"/>
              </a:lnSpc>
              <a:spcBef>
                <a:spcPts val="800"/>
              </a:spcBef>
              <a:spcAft>
                <a:spcPts val="0"/>
              </a:spcAft>
              <a:buNone/>
              <a:defRPr sz="2500">
                <a:solidFill>
                  <a:schemeClr val="lt2"/>
                </a:solidFill>
                <a:latin typeface="Arimo"/>
                <a:ea typeface="Arimo"/>
                <a:cs typeface="Arimo"/>
                <a:sym typeface="Arimo"/>
              </a:defRPr>
            </a:lvl2pPr>
            <a:lvl3pPr lvl="2" algn="ctr">
              <a:lnSpc>
                <a:spcPct val="90000"/>
              </a:lnSpc>
              <a:spcBef>
                <a:spcPts val="800"/>
              </a:spcBef>
              <a:spcAft>
                <a:spcPts val="0"/>
              </a:spcAft>
              <a:buNone/>
              <a:defRPr sz="2500">
                <a:solidFill>
                  <a:schemeClr val="lt2"/>
                </a:solidFill>
                <a:latin typeface="Arimo"/>
                <a:ea typeface="Arimo"/>
                <a:cs typeface="Arimo"/>
                <a:sym typeface="Arimo"/>
              </a:defRPr>
            </a:lvl3pPr>
            <a:lvl4pPr lvl="3" algn="ctr">
              <a:lnSpc>
                <a:spcPct val="90000"/>
              </a:lnSpc>
              <a:spcBef>
                <a:spcPts val="800"/>
              </a:spcBef>
              <a:spcAft>
                <a:spcPts val="0"/>
              </a:spcAft>
              <a:buNone/>
              <a:defRPr sz="2500">
                <a:solidFill>
                  <a:schemeClr val="lt2"/>
                </a:solidFill>
                <a:latin typeface="Arimo"/>
                <a:ea typeface="Arimo"/>
                <a:cs typeface="Arimo"/>
                <a:sym typeface="Arimo"/>
              </a:defRPr>
            </a:lvl4pPr>
            <a:lvl5pPr lvl="4" algn="ctr">
              <a:lnSpc>
                <a:spcPct val="90000"/>
              </a:lnSpc>
              <a:spcBef>
                <a:spcPts val="800"/>
              </a:spcBef>
              <a:spcAft>
                <a:spcPts val="0"/>
              </a:spcAft>
              <a:buNone/>
              <a:defRPr sz="2500">
                <a:solidFill>
                  <a:schemeClr val="lt2"/>
                </a:solidFill>
                <a:latin typeface="Arimo"/>
                <a:ea typeface="Arimo"/>
                <a:cs typeface="Arimo"/>
                <a:sym typeface="Arimo"/>
              </a:defRPr>
            </a:lvl5pPr>
            <a:lvl6pPr lvl="5" algn="ctr">
              <a:lnSpc>
                <a:spcPct val="90000"/>
              </a:lnSpc>
              <a:spcBef>
                <a:spcPts val="800"/>
              </a:spcBef>
              <a:spcAft>
                <a:spcPts val="0"/>
              </a:spcAft>
              <a:buNone/>
              <a:defRPr sz="2500">
                <a:solidFill>
                  <a:schemeClr val="lt2"/>
                </a:solidFill>
                <a:latin typeface="Arimo"/>
                <a:ea typeface="Arimo"/>
                <a:cs typeface="Arimo"/>
                <a:sym typeface="Arimo"/>
              </a:defRPr>
            </a:lvl6pPr>
            <a:lvl7pPr lvl="6" algn="ctr">
              <a:lnSpc>
                <a:spcPct val="90000"/>
              </a:lnSpc>
              <a:spcBef>
                <a:spcPts val="800"/>
              </a:spcBef>
              <a:spcAft>
                <a:spcPts val="0"/>
              </a:spcAft>
              <a:buNone/>
              <a:defRPr sz="2500">
                <a:solidFill>
                  <a:schemeClr val="lt2"/>
                </a:solidFill>
                <a:latin typeface="Arimo"/>
                <a:ea typeface="Arimo"/>
                <a:cs typeface="Arimo"/>
                <a:sym typeface="Arimo"/>
              </a:defRPr>
            </a:lvl7pPr>
            <a:lvl8pPr lvl="7" algn="ctr">
              <a:lnSpc>
                <a:spcPct val="90000"/>
              </a:lnSpc>
              <a:spcBef>
                <a:spcPts val="800"/>
              </a:spcBef>
              <a:spcAft>
                <a:spcPts val="0"/>
              </a:spcAft>
              <a:buNone/>
              <a:defRPr sz="2500">
                <a:solidFill>
                  <a:schemeClr val="lt2"/>
                </a:solidFill>
                <a:latin typeface="Arimo"/>
                <a:ea typeface="Arimo"/>
                <a:cs typeface="Arimo"/>
                <a:sym typeface="Arimo"/>
              </a:defRPr>
            </a:lvl8pPr>
            <a:lvl9pPr lvl="8" algn="ctr">
              <a:lnSpc>
                <a:spcPct val="90000"/>
              </a:lnSpc>
              <a:spcBef>
                <a:spcPts val="800"/>
              </a:spcBef>
              <a:spcAft>
                <a:spcPts val="800"/>
              </a:spcAft>
              <a:buNone/>
              <a:defRPr sz="2500">
                <a:solidFill>
                  <a:schemeClr val="lt2"/>
                </a:solidFill>
                <a:latin typeface="Arimo"/>
                <a:ea typeface="Arimo"/>
                <a:cs typeface="Arimo"/>
                <a:sym typeface="Arimo"/>
              </a:defRPr>
            </a:lvl9pPr>
          </a:lstStyle>
          <a:p/>
        </p:txBody>
      </p:sp>
      <p:sp>
        <p:nvSpPr>
          <p:cNvPr id="2529" name="Google Shape;2529;p569"/>
          <p:cNvSpPr txBox="1"/>
          <p:nvPr>
            <p:ph idx="19" type="subTitle"/>
          </p:nvPr>
        </p:nvSpPr>
        <p:spPr>
          <a:xfrm>
            <a:off x="3596775" y="2909125"/>
            <a:ext cx="1507500" cy="397200"/>
          </a:xfrm>
          <a:prstGeom prst="rect">
            <a:avLst/>
          </a:prstGeom>
        </p:spPr>
        <p:txBody>
          <a:bodyPr anchorCtr="0" anchor="b" bIns="0" lIns="91425" spcFirstLastPara="1" rIns="91425" wrap="square" tIns="0">
            <a:spAutoFit/>
          </a:bodyPr>
          <a:lstStyle>
            <a:lvl1pPr lvl="0">
              <a:lnSpc>
                <a:spcPct val="90000"/>
              </a:lnSpc>
              <a:spcBef>
                <a:spcPts val="0"/>
              </a:spcBef>
              <a:spcAft>
                <a:spcPts val="0"/>
              </a:spcAft>
              <a:buNone/>
              <a:defRPr sz="1800">
                <a:solidFill>
                  <a:schemeClr val="lt2"/>
                </a:solidFill>
                <a:latin typeface="Arimo"/>
                <a:ea typeface="Arimo"/>
                <a:cs typeface="Arimo"/>
                <a:sym typeface="Arimo"/>
              </a:defRPr>
            </a:lvl1pPr>
            <a:lvl2pPr lvl="1" algn="ctr">
              <a:lnSpc>
                <a:spcPct val="90000"/>
              </a:lnSpc>
              <a:spcBef>
                <a:spcPts val="800"/>
              </a:spcBef>
              <a:spcAft>
                <a:spcPts val="0"/>
              </a:spcAft>
              <a:buNone/>
              <a:defRPr sz="2500">
                <a:solidFill>
                  <a:schemeClr val="lt2"/>
                </a:solidFill>
                <a:latin typeface="Arimo"/>
                <a:ea typeface="Arimo"/>
                <a:cs typeface="Arimo"/>
                <a:sym typeface="Arimo"/>
              </a:defRPr>
            </a:lvl2pPr>
            <a:lvl3pPr lvl="2" algn="ctr">
              <a:lnSpc>
                <a:spcPct val="90000"/>
              </a:lnSpc>
              <a:spcBef>
                <a:spcPts val="800"/>
              </a:spcBef>
              <a:spcAft>
                <a:spcPts val="0"/>
              </a:spcAft>
              <a:buNone/>
              <a:defRPr sz="2500">
                <a:solidFill>
                  <a:schemeClr val="lt2"/>
                </a:solidFill>
                <a:latin typeface="Arimo"/>
                <a:ea typeface="Arimo"/>
                <a:cs typeface="Arimo"/>
                <a:sym typeface="Arimo"/>
              </a:defRPr>
            </a:lvl3pPr>
            <a:lvl4pPr lvl="3" algn="ctr">
              <a:lnSpc>
                <a:spcPct val="90000"/>
              </a:lnSpc>
              <a:spcBef>
                <a:spcPts val="800"/>
              </a:spcBef>
              <a:spcAft>
                <a:spcPts val="0"/>
              </a:spcAft>
              <a:buNone/>
              <a:defRPr sz="2500">
                <a:solidFill>
                  <a:schemeClr val="lt2"/>
                </a:solidFill>
                <a:latin typeface="Arimo"/>
                <a:ea typeface="Arimo"/>
                <a:cs typeface="Arimo"/>
                <a:sym typeface="Arimo"/>
              </a:defRPr>
            </a:lvl4pPr>
            <a:lvl5pPr lvl="4" algn="ctr">
              <a:lnSpc>
                <a:spcPct val="90000"/>
              </a:lnSpc>
              <a:spcBef>
                <a:spcPts val="800"/>
              </a:spcBef>
              <a:spcAft>
                <a:spcPts val="0"/>
              </a:spcAft>
              <a:buNone/>
              <a:defRPr sz="2500">
                <a:solidFill>
                  <a:schemeClr val="lt2"/>
                </a:solidFill>
                <a:latin typeface="Arimo"/>
                <a:ea typeface="Arimo"/>
                <a:cs typeface="Arimo"/>
                <a:sym typeface="Arimo"/>
              </a:defRPr>
            </a:lvl5pPr>
            <a:lvl6pPr lvl="5" algn="ctr">
              <a:lnSpc>
                <a:spcPct val="90000"/>
              </a:lnSpc>
              <a:spcBef>
                <a:spcPts val="800"/>
              </a:spcBef>
              <a:spcAft>
                <a:spcPts val="0"/>
              </a:spcAft>
              <a:buNone/>
              <a:defRPr sz="2500">
                <a:solidFill>
                  <a:schemeClr val="lt2"/>
                </a:solidFill>
                <a:latin typeface="Arimo"/>
                <a:ea typeface="Arimo"/>
                <a:cs typeface="Arimo"/>
                <a:sym typeface="Arimo"/>
              </a:defRPr>
            </a:lvl6pPr>
            <a:lvl7pPr lvl="6" algn="ctr">
              <a:lnSpc>
                <a:spcPct val="90000"/>
              </a:lnSpc>
              <a:spcBef>
                <a:spcPts val="800"/>
              </a:spcBef>
              <a:spcAft>
                <a:spcPts val="0"/>
              </a:spcAft>
              <a:buNone/>
              <a:defRPr sz="2500">
                <a:solidFill>
                  <a:schemeClr val="lt2"/>
                </a:solidFill>
                <a:latin typeface="Arimo"/>
                <a:ea typeface="Arimo"/>
                <a:cs typeface="Arimo"/>
                <a:sym typeface="Arimo"/>
              </a:defRPr>
            </a:lvl7pPr>
            <a:lvl8pPr lvl="7" algn="ctr">
              <a:lnSpc>
                <a:spcPct val="90000"/>
              </a:lnSpc>
              <a:spcBef>
                <a:spcPts val="800"/>
              </a:spcBef>
              <a:spcAft>
                <a:spcPts val="0"/>
              </a:spcAft>
              <a:buNone/>
              <a:defRPr sz="2500">
                <a:solidFill>
                  <a:schemeClr val="lt2"/>
                </a:solidFill>
                <a:latin typeface="Arimo"/>
                <a:ea typeface="Arimo"/>
                <a:cs typeface="Arimo"/>
                <a:sym typeface="Arimo"/>
              </a:defRPr>
            </a:lvl8pPr>
            <a:lvl9pPr lvl="8" algn="ctr">
              <a:lnSpc>
                <a:spcPct val="90000"/>
              </a:lnSpc>
              <a:spcBef>
                <a:spcPts val="800"/>
              </a:spcBef>
              <a:spcAft>
                <a:spcPts val="800"/>
              </a:spcAft>
              <a:buNone/>
              <a:defRPr sz="2500">
                <a:solidFill>
                  <a:schemeClr val="lt2"/>
                </a:solidFill>
                <a:latin typeface="Arimo"/>
                <a:ea typeface="Arimo"/>
                <a:cs typeface="Arimo"/>
                <a:sym typeface="Arimo"/>
              </a:defRPr>
            </a:lvl9pPr>
          </a:lstStyle>
          <a:p/>
        </p:txBody>
      </p:sp>
      <p:sp>
        <p:nvSpPr>
          <p:cNvPr id="2530" name="Google Shape;2530;p569"/>
          <p:cNvSpPr txBox="1"/>
          <p:nvPr>
            <p:ph idx="20" type="subTitle"/>
          </p:nvPr>
        </p:nvSpPr>
        <p:spPr>
          <a:xfrm>
            <a:off x="5297950" y="3206222"/>
            <a:ext cx="1350600" cy="321000"/>
          </a:xfrm>
          <a:prstGeom prst="rect">
            <a:avLst/>
          </a:prstGeom>
        </p:spPr>
        <p:txBody>
          <a:bodyPr anchorCtr="0" anchor="ctr" bIns="0" lIns="91425" spcFirstLastPara="1" rIns="91425" wrap="square" tIns="0">
            <a:spAutoFit/>
          </a:bodyPr>
          <a:lstStyle>
            <a:lvl1pPr lvl="0" algn="ctr">
              <a:spcBef>
                <a:spcPts val="0"/>
              </a:spcBef>
              <a:spcAft>
                <a:spcPts val="0"/>
              </a:spcAft>
              <a:buNone/>
              <a:defRPr sz="1000" u="sng">
                <a:solidFill>
                  <a:schemeClr val="lt2"/>
                </a:solidFill>
              </a:defRPr>
            </a:lvl1pPr>
            <a:lvl2pPr lvl="1" algn="ctr">
              <a:spcBef>
                <a:spcPts val="800"/>
              </a:spcBef>
              <a:spcAft>
                <a:spcPts val="0"/>
              </a:spcAft>
              <a:buNone/>
              <a:defRPr sz="1000">
                <a:solidFill>
                  <a:schemeClr val="lt2"/>
                </a:solidFill>
                <a:latin typeface="Arimo"/>
                <a:ea typeface="Arimo"/>
                <a:cs typeface="Arimo"/>
                <a:sym typeface="Arimo"/>
              </a:defRPr>
            </a:lvl2pPr>
            <a:lvl3pPr lvl="2" algn="ctr">
              <a:spcBef>
                <a:spcPts val="800"/>
              </a:spcBef>
              <a:spcAft>
                <a:spcPts val="0"/>
              </a:spcAft>
              <a:buNone/>
              <a:defRPr sz="1000">
                <a:solidFill>
                  <a:schemeClr val="lt2"/>
                </a:solidFill>
                <a:latin typeface="Arimo"/>
                <a:ea typeface="Arimo"/>
                <a:cs typeface="Arimo"/>
                <a:sym typeface="Arimo"/>
              </a:defRPr>
            </a:lvl3pPr>
            <a:lvl4pPr lvl="3" algn="ctr">
              <a:spcBef>
                <a:spcPts val="800"/>
              </a:spcBef>
              <a:spcAft>
                <a:spcPts val="0"/>
              </a:spcAft>
              <a:buNone/>
              <a:defRPr sz="1000">
                <a:solidFill>
                  <a:schemeClr val="lt2"/>
                </a:solidFill>
                <a:latin typeface="Arimo"/>
                <a:ea typeface="Arimo"/>
                <a:cs typeface="Arimo"/>
                <a:sym typeface="Arimo"/>
              </a:defRPr>
            </a:lvl4pPr>
            <a:lvl5pPr lvl="4" algn="ctr">
              <a:spcBef>
                <a:spcPts val="800"/>
              </a:spcBef>
              <a:spcAft>
                <a:spcPts val="0"/>
              </a:spcAft>
              <a:buNone/>
              <a:defRPr sz="1000">
                <a:solidFill>
                  <a:schemeClr val="lt2"/>
                </a:solidFill>
                <a:latin typeface="Arimo"/>
                <a:ea typeface="Arimo"/>
                <a:cs typeface="Arimo"/>
                <a:sym typeface="Arimo"/>
              </a:defRPr>
            </a:lvl5pPr>
            <a:lvl6pPr lvl="5" algn="ctr">
              <a:spcBef>
                <a:spcPts val="800"/>
              </a:spcBef>
              <a:spcAft>
                <a:spcPts val="0"/>
              </a:spcAft>
              <a:buNone/>
              <a:defRPr sz="1000">
                <a:solidFill>
                  <a:schemeClr val="lt2"/>
                </a:solidFill>
                <a:latin typeface="Arimo"/>
                <a:ea typeface="Arimo"/>
                <a:cs typeface="Arimo"/>
                <a:sym typeface="Arimo"/>
              </a:defRPr>
            </a:lvl6pPr>
            <a:lvl7pPr lvl="6" algn="ctr">
              <a:spcBef>
                <a:spcPts val="800"/>
              </a:spcBef>
              <a:spcAft>
                <a:spcPts val="0"/>
              </a:spcAft>
              <a:buNone/>
              <a:defRPr sz="1000">
                <a:solidFill>
                  <a:schemeClr val="lt2"/>
                </a:solidFill>
                <a:latin typeface="Arimo"/>
                <a:ea typeface="Arimo"/>
                <a:cs typeface="Arimo"/>
                <a:sym typeface="Arimo"/>
              </a:defRPr>
            </a:lvl7pPr>
            <a:lvl8pPr lvl="7" algn="ctr">
              <a:spcBef>
                <a:spcPts val="800"/>
              </a:spcBef>
              <a:spcAft>
                <a:spcPts val="0"/>
              </a:spcAft>
              <a:buNone/>
              <a:defRPr sz="1000">
                <a:solidFill>
                  <a:schemeClr val="lt2"/>
                </a:solidFill>
                <a:latin typeface="Arimo"/>
                <a:ea typeface="Arimo"/>
                <a:cs typeface="Arimo"/>
                <a:sym typeface="Arimo"/>
              </a:defRPr>
            </a:lvl8pPr>
            <a:lvl9pPr lvl="8" algn="ctr">
              <a:spcBef>
                <a:spcPts val="800"/>
              </a:spcBef>
              <a:spcAft>
                <a:spcPts val="800"/>
              </a:spcAft>
              <a:buNone/>
              <a:defRPr sz="1000">
                <a:solidFill>
                  <a:schemeClr val="lt2"/>
                </a:solidFill>
                <a:latin typeface="Arimo"/>
                <a:ea typeface="Arimo"/>
                <a:cs typeface="Arimo"/>
                <a:sym typeface="Arimo"/>
              </a:defRPr>
            </a:lvl9pPr>
          </a:lstStyle>
          <a:p/>
        </p:txBody>
      </p:sp>
      <p:sp>
        <p:nvSpPr>
          <p:cNvPr id="2531" name="Google Shape;2531;p569"/>
          <p:cNvSpPr txBox="1"/>
          <p:nvPr>
            <p:ph idx="12" type="sldNum"/>
          </p:nvPr>
        </p:nvSpPr>
        <p:spPr>
          <a:xfrm>
            <a:off x="8208648" y="5277667"/>
            <a:ext cx="657900" cy="2133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2532" name="Google Shape;2532;p569"/>
          <p:cNvSpPr txBox="1"/>
          <p:nvPr>
            <p:ph idx="21" type="subTitle"/>
          </p:nvPr>
        </p:nvSpPr>
        <p:spPr>
          <a:xfrm>
            <a:off x="5426775" y="2460861"/>
            <a:ext cx="1092900" cy="629700"/>
          </a:xfrm>
          <a:prstGeom prst="rect">
            <a:avLst/>
          </a:prstGeom>
        </p:spPr>
        <p:txBody>
          <a:bodyPr anchorCtr="0" anchor="ctr" bIns="91425" lIns="91425" spcFirstLastPara="1" rIns="91425" wrap="square" tIns="91425">
            <a:spAutoFit/>
          </a:bodyPr>
          <a:lstStyle>
            <a:lvl1pPr lvl="0" algn="ctr">
              <a:spcBef>
                <a:spcPts val="0"/>
              </a:spcBef>
              <a:spcAft>
                <a:spcPts val="0"/>
              </a:spcAft>
              <a:buNone/>
              <a:defRPr sz="2000">
                <a:solidFill>
                  <a:schemeClr val="lt2"/>
                </a:solidFill>
                <a:latin typeface="Arimo"/>
                <a:ea typeface="Arimo"/>
                <a:cs typeface="Arimo"/>
                <a:sym typeface="Arimo"/>
              </a:defRPr>
            </a:lvl1pPr>
            <a:lvl2pPr lvl="1" algn="ctr">
              <a:lnSpc>
                <a:spcPct val="90000"/>
              </a:lnSpc>
              <a:spcBef>
                <a:spcPts val="800"/>
              </a:spcBef>
              <a:spcAft>
                <a:spcPts val="0"/>
              </a:spcAft>
              <a:buNone/>
              <a:defRPr sz="2500">
                <a:solidFill>
                  <a:schemeClr val="lt2"/>
                </a:solidFill>
                <a:latin typeface="Arimo"/>
                <a:ea typeface="Arimo"/>
                <a:cs typeface="Arimo"/>
                <a:sym typeface="Arimo"/>
              </a:defRPr>
            </a:lvl2pPr>
            <a:lvl3pPr lvl="2" algn="ctr">
              <a:lnSpc>
                <a:spcPct val="90000"/>
              </a:lnSpc>
              <a:spcBef>
                <a:spcPts val="800"/>
              </a:spcBef>
              <a:spcAft>
                <a:spcPts val="0"/>
              </a:spcAft>
              <a:buNone/>
              <a:defRPr sz="2500">
                <a:solidFill>
                  <a:schemeClr val="lt2"/>
                </a:solidFill>
                <a:latin typeface="Arimo"/>
                <a:ea typeface="Arimo"/>
                <a:cs typeface="Arimo"/>
                <a:sym typeface="Arimo"/>
              </a:defRPr>
            </a:lvl3pPr>
            <a:lvl4pPr lvl="3" algn="ctr">
              <a:lnSpc>
                <a:spcPct val="90000"/>
              </a:lnSpc>
              <a:spcBef>
                <a:spcPts val="800"/>
              </a:spcBef>
              <a:spcAft>
                <a:spcPts val="0"/>
              </a:spcAft>
              <a:buNone/>
              <a:defRPr sz="2500">
                <a:solidFill>
                  <a:schemeClr val="lt2"/>
                </a:solidFill>
                <a:latin typeface="Arimo"/>
                <a:ea typeface="Arimo"/>
                <a:cs typeface="Arimo"/>
                <a:sym typeface="Arimo"/>
              </a:defRPr>
            </a:lvl4pPr>
            <a:lvl5pPr lvl="4" algn="ctr">
              <a:lnSpc>
                <a:spcPct val="90000"/>
              </a:lnSpc>
              <a:spcBef>
                <a:spcPts val="800"/>
              </a:spcBef>
              <a:spcAft>
                <a:spcPts val="0"/>
              </a:spcAft>
              <a:buNone/>
              <a:defRPr sz="2500">
                <a:solidFill>
                  <a:schemeClr val="lt2"/>
                </a:solidFill>
                <a:latin typeface="Arimo"/>
                <a:ea typeface="Arimo"/>
                <a:cs typeface="Arimo"/>
                <a:sym typeface="Arimo"/>
              </a:defRPr>
            </a:lvl5pPr>
            <a:lvl6pPr lvl="5" algn="ctr">
              <a:lnSpc>
                <a:spcPct val="90000"/>
              </a:lnSpc>
              <a:spcBef>
                <a:spcPts val="800"/>
              </a:spcBef>
              <a:spcAft>
                <a:spcPts val="0"/>
              </a:spcAft>
              <a:buNone/>
              <a:defRPr sz="2500">
                <a:solidFill>
                  <a:schemeClr val="lt2"/>
                </a:solidFill>
                <a:latin typeface="Arimo"/>
                <a:ea typeface="Arimo"/>
                <a:cs typeface="Arimo"/>
                <a:sym typeface="Arimo"/>
              </a:defRPr>
            </a:lvl6pPr>
            <a:lvl7pPr lvl="6" algn="ctr">
              <a:lnSpc>
                <a:spcPct val="90000"/>
              </a:lnSpc>
              <a:spcBef>
                <a:spcPts val="800"/>
              </a:spcBef>
              <a:spcAft>
                <a:spcPts val="0"/>
              </a:spcAft>
              <a:buNone/>
              <a:defRPr sz="2500">
                <a:solidFill>
                  <a:schemeClr val="lt2"/>
                </a:solidFill>
                <a:latin typeface="Arimo"/>
                <a:ea typeface="Arimo"/>
                <a:cs typeface="Arimo"/>
                <a:sym typeface="Arimo"/>
              </a:defRPr>
            </a:lvl7pPr>
            <a:lvl8pPr lvl="7" algn="ctr">
              <a:lnSpc>
                <a:spcPct val="90000"/>
              </a:lnSpc>
              <a:spcBef>
                <a:spcPts val="800"/>
              </a:spcBef>
              <a:spcAft>
                <a:spcPts val="0"/>
              </a:spcAft>
              <a:buNone/>
              <a:defRPr sz="2500">
                <a:solidFill>
                  <a:schemeClr val="lt2"/>
                </a:solidFill>
                <a:latin typeface="Arimo"/>
                <a:ea typeface="Arimo"/>
                <a:cs typeface="Arimo"/>
                <a:sym typeface="Arimo"/>
              </a:defRPr>
            </a:lvl8pPr>
            <a:lvl9pPr lvl="8" algn="ctr">
              <a:lnSpc>
                <a:spcPct val="90000"/>
              </a:lnSpc>
              <a:spcBef>
                <a:spcPts val="800"/>
              </a:spcBef>
              <a:spcAft>
                <a:spcPts val="800"/>
              </a:spcAft>
              <a:buNone/>
              <a:defRPr sz="2500">
                <a:solidFill>
                  <a:schemeClr val="lt2"/>
                </a:solidFill>
                <a:latin typeface="Arimo"/>
                <a:ea typeface="Arimo"/>
                <a:cs typeface="Arimo"/>
                <a:sym typeface="Arimo"/>
              </a:defRPr>
            </a:lvl9pPr>
          </a:lstStyle>
          <a:p/>
        </p:txBody>
      </p:sp>
    </p:spTree>
  </p:cSld>
  <p:clrMapOvr>
    <a:masterClrMapping/>
  </p:clrMapOvr>
</p:sldLayout>
</file>

<file path=ppt/slideLayouts/slideLayout5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oals &amp; Outcomes">
  <p:cSld name="MAIN_POINT_2">
    <p:bg>
      <p:bgPr>
        <a:solidFill>
          <a:schemeClr val="dk1"/>
        </a:solidFill>
      </p:bgPr>
    </p:bg>
    <p:spTree>
      <p:nvGrpSpPr>
        <p:cNvPr id="2533" name="Shape 2533"/>
        <p:cNvGrpSpPr/>
        <p:nvPr/>
      </p:nvGrpSpPr>
      <p:grpSpPr>
        <a:xfrm>
          <a:off x="0" y="0"/>
          <a:ext cx="0" cy="0"/>
          <a:chOff x="0" y="0"/>
          <a:chExt cx="0" cy="0"/>
        </a:xfrm>
      </p:grpSpPr>
      <p:sp>
        <p:nvSpPr>
          <p:cNvPr id="2534" name="Google Shape;2534;p570"/>
          <p:cNvSpPr txBox="1"/>
          <p:nvPr>
            <p:ph idx="1" type="body"/>
          </p:nvPr>
        </p:nvSpPr>
        <p:spPr>
          <a:xfrm>
            <a:off x="228600" y="5230417"/>
            <a:ext cx="2936700" cy="484800"/>
          </a:xfrm>
          <a:prstGeom prst="rect">
            <a:avLst/>
          </a:prstGeom>
        </p:spPr>
        <p:txBody>
          <a:bodyPr anchorCtr="0" anchor="ctr" bIns="0" lIns="0" spcFirstLastPara="1" rIns="0" wrap="square" tIns="0">
            <a:spAutoFit/>
          </a:bodyPr>
          <a:lstStyle>
            <a:lvl1pPr indent="-317500" lvl="0" marL="457200">
              <a:spcBef>
                <a:spcPts val="0"/>
              </a:spcBef>
              <a:spcAft>
                <a:spcPts val="0"/>
              </a:spcAft>
              <a:buClr>
                <a:schemeClr val="lt1"/>
              </a:buClr>
              <a:buSzPts val="1400"/>
              <a:buChar char="●"/>
              <a:defRPr>
                <a:solidFill>
                  <a:schemeClr val="lt1"/>
                </a:solidFill>
              </a:defRPr>
            </a:lvl1pPr>
            <a:lvl2pPr indent="-317500" lvl="1" marL="914400">
              <a:spcBef>
                <a:spcPts val="800"/>
              </a:spcBef>
              <a:spcAft>
                <a:spcPts val="0"/>
              </a:spcAft>
              <a:buClr>
                <a:schemeClr val="lt1"/>
              </a:buClr>
              <a:buSzPts val="1400"/>
              <a:buChar char="○"/>
              <a:defRPr>
                <a:solidFill>
                  <a:schemeClr val="lt1"/>
                </a:solidFill>
              </a:defRPr>
            </a:lvl2pPr>
            <a:lvl3pPr indent="-317500" lvl="2" marL="1371600">
              <a:spcBef>
                <a:spcPts val="800"/>
              </a:spcBef>
              <a:spcAft>
                <a:spcPts val="0"/>
              </a:spcAft>
              <a:buClr>
                <a:schemeClr val="lt1"/>
              </a:buClr>
              <a:buSzPts val="1400"/>
              <a:buChar char="■"/>
              <a:defRPr>
                <a:solidFill>
                  <a:schemeClr val="lt1"/>
                </a:solidFill>
              </a:defRPr>
            </a:lvl3pPr>
            <a:lvl4pPr indent="-317500" lvl="3" marL="1828800">
              <a:spcBef>
                <a:spcPts val="800"/>
              </a:spcBef>
              <a:spcAft>
                <a:spcPts val="0"/>
              </a:spcAft>
              <a:buClr>
                <a:schemeClr val="lt1"/>
              </a:buClr>
              <a:buSzPts val="1400"/>
              <a:buChar char="●"/>
              <a:defRPr>
                <a:solidFill>
                  <a:schemeClr val="lt1"/>
                </a:solidFill>
              </a:defRPr>
            </a:lvl4pPr>
            <a:lvl5pPr indent="-317500" lvl="4" marL="2286000">
              <a:spcBef>
                <a:spcPts val="800"/>
              </a:spcBef>
              <a:spcAft>
                <a:spcPts val="0"/>
              </a:spcAft>
              <a:buClr>
                <a:schemeClr val="lt1"/>
              </a:buClr>
              <a:buSzPts val="1400"/>
              <a:buChar char="○"/>
              <a:defRPr>
                <a:solidFill>
                  <a:schemeClr val="lt1"/>
                </a:solidFill>
              </a:defRPr>
            </a:lvl5pPr>
            <a:lvl6pPr indent="-317500" lvl="5" marL="2743200">
              <a:spcBef>
                <a:spcPts val="800"/>
              </a:spcBef>
              <a:spcAft>
                <a:spcPts val="0"/>
              </a:spcAft>
              <a:buClr>
                <a:schemeClr val="lt1"/>
              </a:buClr>
              <a:buSzPts val="1400"/>
              <a:buChar char="■"/>
              <a:defRPr>
                <a:solidFill>
                  <a:schemeClr val="lt1"/>
                </a:solidFill>
              </a:defRPr>
            </a:lvl6pPr>
            <a:lvl7pPr indent="-317500" lvl="6" marL="3200400">
              <a:spcBef>
                <a:spcPts val="800"/>
              </a:spcBef>
              <a:spcAft>
                <a:spcPts val="0"/>
              </a:spcAft>
              <a:buClr>
                <a:schemeClr val="lt1"/>
              </a:buClr>
              <a:buSzPts val="1400"/>
              <a:buChar char="●"/>
              <a:defRPr>
                <a:solidFill>
                  <a:schemeClr val="lt1"/>
                </a:solidFill>
              </a:defRPr>
            </a:lvl7pPr>
            <a:lvl8pPr indent="-317500" lvl="7" marL="3657600">
              <a:spcBef>
                <a:spcPts val="800"/>
              </a:spcBef>
              <a:spcAft>
                <a:spcPts val="0"/>
              </a:spcAft>
              <a:buClr>
                <a:schemeClr val="lt1"/>
              </a:buClr>
              <a:buSzPts val="1400"/>
              <a:buChar char="○"/>
              <a:defRPr>
                <a:solidFill>
                  <a:schemeClr val="lt1"/>
                </a:solidFill>
              </a:defRPr>
            </a:lvl8pPr>
            <a:lvl9pPr indent="-317500" lvl="8" marL="4114800">
              <a:spcBef>
                <a:spcPts val="800"/>
              </a:spcBef>
              <a:spcAft>
                <a:spcPts val="800"/>
              </a:spcAft>
              <a:buClr>
                <a:schemeClr val="lt1"/>
              </a:buClr>
              <a:buSzPts val="1400"/>
              <a:buChar char="■"/>
              <a:defRPr>
                <a:solidFill>
                  <a:schemeClr val="lt1"/>
                </a:solidFill>
              </a:defRPr>
            </a:lvl9pPr>
          </a:lstStyle>
          <a:p/>
        </p:txBody>
      </p:sp>
      <p:sp>
        <p:nvSpPr>
          <p:cNvPr id="2535" name="Google Shape;2535;p570"/>
          <p:cNvSpPr txBox="1"/>
          <p:nvPr>
            <p:ph idx="2" type="subTitle"/>
          </p:nvPr>
        </p:nvSpPr>
        <p:spPr>
          <a:xfrm>
            <a:off x="538050" y="440972"/>
            <a:ext cx="3582000" cy="330000"/>
          </a:xfrm>
          <a:prstGeom prst="rect">
            <a:avLst/>
          </a:prstGeom>
        </p:spPr>
        <p:txBody>
          <a:bodyPr anchorCtr="0" anchor="t" bIns="0" lIns="0" spcFirstLastPara="1" rIns="0" wrap="square" tIns="0">
            <a:spAutoFit/>
          </a:bodyPr>
          <a:lstStyle>
            <a:lvl1pPr lvl="0">
              <a:spcBef>
                <a:spcPts val="0"/>
              </a:spcBef>
              <a:spcAft>
                <a:spcPts val="0"/>
              </a:spcAft>
              <a:buSzPts val="1800"/>
              <a:buNone/>
              <a:defRPr sz="1800"/>
            </a:lvl1pPr>
            <a:lvl2pPr lvl="1">
              <a:spcBef>
                <a:spcPts val="800"/>
              </a:spcBef>
              <a:spcAft>
                <a:spcPts val="0"/>
              </a:spcAft>
              <a:buSzPts val="1400"/>
              <a:buNone/>
              <a:defRPr/>
            </a:lvl2pPr>
            <a:lvl3pPr lvl="2">
              <a:spcBef>
                <a:spcPts val="800"/>
              </a:spcBef>
              <a:spcAft>
                <a:spcPts val="0"/>
              </a:spcAft>
              <a:buSzPts val="1400"/>
              <a:buNone/>
              <a:defRPr/>
            </a:lvl3pPr>
            <a:lvl4pPr lvl="3">
              <a:spcBef>
                <a:spcPts val="800"/>
              </a:spcBef>
              <a:spcAft>
                <a:spcPts val="0"/>
              </a:spcAft>
              <a:buSzPts val="1400"/>
              <a:buNone/>
              <a:defRPr/>
            </a:lvl4pPr>
            <a:lvl5pPr lvl="4">
              <a:spcBef>
                <a:spcPts val="800"/>
              </a:spcBef>
              <a:spcAft>
                <a:spcPts val="0"/>
              </a:spcAft>
              <a:buSzPts val="1400"/>
              <a:buNone/>
              <a:defRPr/>
            </a:lvl5pPr>
            <a:lvl6pPr lvl="5">
              <a:spcBef>
                <a:spcPts val="800"/>
              </a:spcBef>
              <a:spcAft>
                <a:spcPts val="0"/>
              </a:spcAft>
              <a:buSzPts val="1400"/>
              <a:buNone/>
              <a:defRPr/>
            </a:lvl6pPr>
            <a:lvl7pPr lvl="6">
              <a:spcBef>
                <a:spcPts val="800"/>
              </a:spcBef>
              <a:spcAft>
                <a:spcPts val="0"/>
              </a:spcAft>
              <a:buSzPts val="1400"/>
              <a:buNone/>
              <a:defRPr/>
            </a:lvl7pPr>
            <a:lvl8pPr lvl="7">
              <a:spcBef>
                <a:spcPts val="800"/>
              </a:spcBef>
              <a:spcAft>
                <a:spcPts val="0"/>
              </a:spcAft>
              <a:buSzPts val="1400"/>
              <a:buNone/>
              <a:defRPr/>
            </a:lvl8pPr>
            <a:lvl9pPr lvl="8">
              <a:spcBef>
                <a:spcPts val="800"/>
              </a:spcBef>
              <a:spcAft>
                <a:spcPts val="800"/>
              </a:spcAft>
              <a:buSzPts val="1400"/>
              <a:buNone/>
              <a:defRPr/>
            </a:lvl9pPr>
          </a:lstStyle>
          <a:p/>
        </p:txBody>
      </p:sp>
      <p:sp>
        <p:nvSpPr>
          <p:cNvPr id="2536" name="Google Shape;2536;p570"/>
          <p:cNvSpPr txBox="1"/>
          <p:nvPr>
            <p:ph idx="3" type="body"/>
          </p:nvPr>
        </p:nvSpPr>
        <p:spPr>
          <a:xfrm>
            <a:off x="538050" y="770835"/>
            <a:ext cx="3582000" cy="4848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a:lvl1pPr>
            <a:lvl2pPr indent="-317500" lvl="1" marL="914400">
              <a:spcBef>
                <a:spcPts val="800"/>
              </a:spcBef>
              <a:spcAft>
                <a:spcPts val="0"/>
              </a:spcAft>
              <a:buSzPts val="1400"/>
              <a:buChar char="○"/>
              <a:defRPr/>
            </a:lvl2pPr>
            <a:lvl3pPr indent="-317500" lvl="2" marL="1371600">
              <a:spcBef>
                <a:spcPts val="800"/>
              </a:spcBef>
              <a:spcAft>
                <a:spcPts val="0"/>
              </a:spcAft>
              <a:buSzPts val="1400"/>
              <a:buChar char="■"/>
              <a:defRPr/>
            </a:lvl3pPr>
            <a:lvl4pPr indent="-317500" lvl="3" marL="1828800">
              <a:spcBef>
                <a:spcPts val="800"/>
              </a:spcBef>
              <a:spcAft>
                <a:spcPts val="0"/>
              </a:spcAft>
              <a:buSzPts val="1400"/>
              <a:buChar char="●"/>
              <a:defRPr/>
            </a:lvl4pPr>
            <a:lvl5pPr indent="-317500" lvl="4" marL="2286000">
              <a:spcBef>
                <a:spcPts val="800"/>
              </a:spcBef>
              <a:spcAft>
                <a:spcPts val="0"/>
              </a:spcAft>
              <a:buSzPts val="1400"/>
              <a:buChar char="○"/>
              <a:defRPr/>
            </a:lvl5pPr>
            <a:lvl6pPr indent="-317500" lvl="5" marL="2743200">
              <a:spcBef>
                <a:spcPts val="800"/>
              </a:spcBef>
              <a:spcAft>
                <a:spcPts val="0"/>
              </a:spcAft>
              <a:buSzPts val="1400"/>
              <a:buChar char="■"/>
              <a:defRPr/>
            </a:lvl6pPr>
            <a:lvl7pPr indent="-317500" lvl="6" marL="3200400">
              <a:spcBef>
                <a:spcPts val="800"/>
              </a:spcBef>
              <a:spcAft>
                <a:spcPts val="0"/>
              </a:spcAft>
              <a:buSzPts val="1400"/>
              <a:buChar char="●"/>
              <a:defRPr/>
            </a:lvl7pPr>
            <a:lvl8pPr indent="-317500" lvl="7" marL="3657600">
              <a:spcBef>
                <a:spcPts val="800"/>
              </a:spcBef>
              <a:spcAft>
                <a:spcPts val="0"/>
              </a:spcAft>
              <a:buSzPts val="1400"/>
              <a:buChar char="○"/>
              <a:defRPr/>
            </a:lvl8pPr>
            <a:lvl9pPr indent="-317500" lvl="8" marL="4114800">
              <a:spcBef>
                <a:spcPts val="800"/>
              </a:spcBef>
              <a:spcAft>
                <a:spcPts val="800"/>
              </a:spcAft>
              <a:buSzPts val="1400"/>
              <a:buChar char="■"/>
              <a:defRPr/>
            </a:lvl9pPr>
          </a:lstStyle>
          <a:p/>
        </p:txBody>
      </p:sp>
      <p:sp>
        <p:nvSpPr>
          <p:cNvPr id="2537" name="Google Shape;2537;p570"/>
          <p:cNvSpPr txBox="1"/>
          <p:nvPr>
            <p:ph type="title"/>
          </p:nvPr>
        </p:nvSpPr>
        <p:spPr>
          <a:xfrm>
            <a:off x="393700" y="4369583"/>
            <a:ext cx="3582000" cy="7056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4800"/>
              <a:buNone/>
              <a:defRPr sz="4800"/>
            </a:lvl1pPr>
            <a:lvl2pPr lvl="1">
              <a:lnSpc>
                <a:spcPct val="80000"/>
              </a:lnSpc>
              <a:spcBef>
                <a:spcPts val="0"/>
              </a:spcBef>
              <a:spcAft>
                <a:spcPts val="0"/>
              </a:spcAft>
              <a:buSzPts val="4800"/>
              <a:buNone/>
              <a:defRPr sz="4800"/>
            </a:lvl2pPr>
            <a:lvl3pPr lvl="2">
              <a:lnSpc>
                <a:spcPct val="80000"/>
              </a:lnSpc>
              <a:spcBef>
                <a:spcPts val="0"/>
              </a:spcBef>
              <a:spcAft>
                <a:spcPts val="0"/>
              </a:spcAft>
              <a:buSzPts val="4800"/>
              <a:buNone/>
              <a:defRPr sz="4800"/>
            </a:lvl3pPr>
            <a:lvl4pPr lvl="3">
              <a:lnSpc>
                <a:spcPct val="80000"/>
              </a:lnSpc>
              <a:spcBef>
                <a:spcPts val="0"/>
              </a:spcBef>
              <a:spcAft>
                <a:spcPts val="0"/>
              </a:spcAft>
              <a:buSzPts val="4800"/>
              <a:buNone/>
              <a:defRPr sz="4800"/>
            </a:lvl4pPr>
            <a:lvl5pPr lvl="4">
              <a:lnSpc>
                <a:spcPct val="80000"/>
              </a:lnSpc>
              <a:spcBef>
                <a:spcPts val="0"/>
              </a:spcBef>
              <a:spcAft>
                <a:spcPts val="0"/>
              </a:spcAft>
              <a:buSzPts val="4800"/>
              <a:buNone/>
              <a:defRPr sz="4800"/>
            </a:lvl5pPr>
            <a:lvl6pPr lvl="5">
              <a:lnSpc>
                <a:spcPct val="80000"/>
              </a:lnSpc>
              <a:spcBef>
                <a:spcPts val="0"/>
              </a:spcBef>
              <a:spcAft>
                <a:spcPts val="0"/>
              </a:spcAft>
              <a:buSzPts val="4800"/>
              <a:buNone/>
              <a:defRPr sz="4800"/>
            </a:lvl6pPr>
            <a:lvl7pPr lvl="6">
              <a:lnSpc>
                <a:spcPct val="80000"/>
              </a:lnSpc>
              <a:spcBef>
                <a:spcPts val="0"/>
              </a:spcBef>
              <a:spcAft>
                <a:spcPts val="0"/>
              </a:spcAft>
              <a:buSzPts val="4800"/>
              <a:buNone/>
              <a:defRPr sz="4800"/>
            </a:lvl7pPr>
            <a:lvl8pPr lvl="7">
              <a:lnSpc>
                <a:spcPct val="80000"/>
              </a:lnSpc>
              <a:spcBef>
                <a:spcPts val="0"/>
              </a:spcBef>
              <a:spcAft>
                <a:spcPts val="0"/>
              </a:spcAft>
              <a:buSzPts val="4800"/>
              <a:buNone/>
              <a:defRPr sz="4800"/>
            </a:lvl8pPr>
            <a:lvl9pPr lvl="8">
              <a:lnSpc>
                <a:spcPct val="80000"/>
              </a:lnSpc>
              <a:spcBef>
                <a:spcPts val="0"/>
              </a:spcBef>
              <a:spcAft>
                <a:spcPts val="0"/>
              </a:spcAft>
              <a:buSzPts val="4800"/>
              <a:buNone/>
              <a:defRPr sz="4800"/>
            </a:lvl9pPr>
          </a:lstStyle>
          <a:p/>
        </p:txBody>
      </p:sp>
      <p:sp>
        <p:nvSpPr>
          <p:cNvPr id="2538" name="Google Shape;2538;p570"/>
          <p:cNvSpPr txBox="1"/>
          <p:nvPr>
            <p:ph idx="4" type="subTitle"/>
          </p:nvPr>
        </p:nvSpPr>
        <p:spPr>
          <a:xfrm>
            <a:off x="538050" y="1360532"/>
            <a:ext cx="3582000" cy="330000"/>
          </a:xfrm>
          <a:prstGeom prst="rect">
            <a:avLst/>
          </a:prstGeom>
        </p:spPr>
        <p:txBody>
          <a:bodyPr anchorCtr="0" anchor="t" bIns="0" lIns="0" spcFirstLastPara="1" rIns="0" wrap="square" tIns="0">
            <a:spAutoFit/>
          </a:bodyPr>
          <a:lstStyle>
            <a:lvl1pPr lvl="0">
              <a:spcBef>
                <a:spcPts val="0"/>
              </a:spcBef>
              <a:spcAft>
                <a:spcPts val="0"/>
              </a:spcAft>
              <a:buSzPts val="1800"/>
              <a:buNone/>
              <a:defRPr sz="1800"/>
            </a:lvl1pPr>
            <a:lvl2pPr lvl="1">
              <a:spcBef>
                <a:spcPts val="800"/>
              </a:spcBef>
              <a:spcAft>
                <a:spcPts val="0"/>
              </a:spcAft>
              <a:buSzPts val="1400"/>
              <a:buNone/>
              <a:defRPr/>
            </a:lvl2pPr>
            <a:lvl3pPr lvl="2">
              <a:spcBef>
                <a:spcPts val="800"/>
              </a:spcBef>
              <a:spcAft>
                <a:spcPts val="0"/>
              </a:spcAft>
              <a:buSzPts val="1400"/>
              <a:buNone/>
              <a:defRPr/>
            </a:lvl3pPr>
            <a:lvl4pPr lvl="3">
              <a:spcBef>
                <a:spcPts val="800"/>
              </a:spcBef>
              <a:spcAft>
                <a:spcPts val="0"/>
              </a:spcAft>
              <a:buSzPts val="1400"/>
              <a:buNone/>
              <a:defRPr/>
            </a:lvl4pPr>
            <a:lvl5pPr lvl="4">
              <a:spcBef>
                <a:spcPts val="800"/>
              </a:spcBef>
              <a:spcAft>
                <a:spcPts val="0"/>
              </a:spcAft>
              <a:buSzPts val="1400"/>
              <a:buNone/>
              <a:defRPr/>
            </a:lvl5pPr>
            <a:lvl6pPr lvl="5">
              <a:spcBef>
                <a:spcPts val="800"/>
              </a:spcBef>
              <a:spcAft>
                <a:spcPts val="0"/>
              </a:spcAft>
              <a:buSzPts val="1400"/>
              <a:buNone/>
              <a:defRPr/>
            </a:lvl6pPr>
            <a:lvl7pPr lvl="6">
              <a:spcBef>
                <a:spcPts val="800"/>
              </a:spcBef>
              <a:spcAft>
                <a:spcPts val="0"/>
              </a:spcAft>
              <a:buSzPts val="1400"/>
              <a:buNone/>
              <a:defRPr/>
            </a:lvl7pPr>
            <a:lvl8pPr lvl="7">
              <a:spcBef>
                <a:spcPts val="800"/>
              </a:spcBef>
              <a:spcAft>
                <a:spcPts val="0"/>
              </a:spcAft>
              <a:buSzPts val="1400"/>
              <a:buNone/>
              <a:defRPr/>
            </a:lvl8pPr>
            <a:lvl9pPr lvl="8">
              <a:spcBef>
                <a:spcPts val="800"/>
              </a:spcBef>
              <a:spcAft>
                <a:spcPts val="800"/>
              </a:spcAft>
              <a:buSzPts val="1400"/>
              <a:buNone/>
              <a:defRPr/>
            </a:lvl9pPr>
          </a:lstStyle>
          <a:p/>
        </p:txBody>
      </p:sp>
      <p:sp>
        <p:nvSpPr>
          <p:cNvPr id="2539" name="Google Shape;2539;p570"/>
          <p:cNvSpPr txBox="1"/>
          <p:nvPr>
            <p:ph idx="5" type="body"/>
          </p:nvPr>
        </p:nvSpPr>
        <p:spPr>
          <a:xfrm>
            <a:off x="538050" y="1690394"/>
            <a:ext cx="3582000" cy="4848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a:lvl1pPr>
            <a:lvl2pPr indent="-317500" lvl="1" marL="914400">
              <a:spcBef>
                <a:spcPts val="800"/>
              </a:spcBef>
              <a:spcAft>
                <a:spcPts val="0"/>
              </a:spcAft>
              <a:buSzPts val="1400"/>
              <a:buChar char="○"/>
              <a:defRPr/>
            </a:lvl2pPr>
            <a:lvl3pPr indent="-317500" lvl="2" marL="1371600">
              <a:spcBef>
                <a:spcPts val="800"/>
              </a:spcBef>
              <a:spcAft>
                <a:spcPts val="0"/>
              </a:spcAft>
              <a:buSzPts val="1400"/>
              <a:buChar char="■"/>
              <a:defRPr/>
            </a:lvl3pPr>
            <a:lvl4pPr indent="-317500" lvl="3" marL="1828800">
              <a:spcBef>
                <a:spcPts val="800"/>
              </a:spcBef>
              <a:spcAft>
                <a:spcPts val="0"/>
              </a:spcAft>
              <a:buSzPts val="1400"/>
              <a:buChar char="●"/>
              <a:defRPr/>
            </a:lvl4pPr>
            <a:lvl5pPr indent="-317500" lvl="4" marL="2286000">
              <a:spcBef>
                <a:spcPts val="800"/>
              </a:spcBef>
              <a:spcAft>
                <a:spcPts val="0"/>
              </a:spcAft>
              <a:buSzPts val="1400"/>
              <a:buChar char="○"/>
              <a:defRPr/>
            </a:lvl5pPr>
            <a:lvl6pPr indent="-317500" lvl="5" marL="2743200">
              <a:spcBef>
                <a:spcPts val="800"/>
              </a:spcBef>
              <a:spcAft>
                <a:spcPts val="0"/>
              </a:spcAft>
              <a:buSzPts val="1400"/>
              <a:buChar char="■"/>
              <a:defRPr/>
            </a:lvl6pPr>
            <a:lvl7pPr indent="-317500" lvl="6" marL="3200400">
              <a:spcBef>
                <a:spcPts val="800"/>
              </a:spcBef>
              <a:spcAft>
                <a:spcPts val="0"/>
              </a:spcAft>
              <a:buSzPts val="1400"/>
              <a:buChar char="●"/>
              <a:defRPr/>
            </a:lvl7pPr>
            <a:lvl8pPr indent="-317500" lvl="7" marL="3657600">
              <a:spcBef>
                <a:spcPts val="800"/>
              </a:spcBef>
              <a:spcAft>
                <a:spcPts val="0"/>
              </a:spcAft>
              <a:buSzPts val="1400"/>
              <a:buChar char="○"/>
              <a:defRPr/>
            </a:lvl8pPr>
            <a:lvl9pPr indent="-317500" lvl="8" marL="4114800">
              <a:spcBef>
                <a:spcPts val="800"/>
              </a:spcBef>
              <a:spcAft>
                <a:spcPts val="800"/>
              </a:spcAft>
              <a:buSzPts val="1400"/>
              <a:buChar char="■"/>
              <a:defRPr/>
            </a:lvl9pPr>
          </a:lstStyle>
          <a:p/>
        </p:txBody>
      </p:sp>
      <p:sp>
        <p:nvSpPr>
          <p:cNvPr id="2540" name="Google Shape;2540;p570"/>
          <p:cNvSpPr txBox="1"/>
          <p:nvPr>
            <p:ph idx="6" type="subTitle"/>
          </p:nvPr>
        </p:nvSpPr>
        <p:spPr>
          <a:xfrm>
            <a:off x="538050" y="2367557"/>
            <a:ext cx="3582000" cy="330000"/>
          </a:xfrm>
          <a:prstGeom prst="rect">
            <a:avLst/>
          </a:prstGeom>
        </p:spPr>
        <p:txBody>
          <a:bodyPr anchorCtr="0" anchor="t" bIns="0" lIns="0" spcFirstLastPara="1" rIns="0" wrap="square" tIns="0">
            <a:spAutoFit/>
          </a:bodyPr>
          <a:lstStyle>
            <a:lvl1pPr lvl="0">
              <a:spcBef>
                <a:spcPts val="0"/>
              </a:spcBef>
              <a:spcAft>
                <a:spcPts val="0"/>
              </a:spcAft>
              <a:buSzPts val="1800"/>
              <a:buNone/>
              <a:defRPr sz="1800"/>
            </a:lvl1pPr>
            <a:lvl2pPr lvl="1">
              <a:spcBef>
                <a:spcPts val="800"/>
              </a:spcBef>
              <a:spcAft>
                <a:spcPts val="0"/>
              </a:spcAft>
              <a:buSzPts val="1400"/>
              <a:buNone/>
              <a:defRPr/>
            </a:lvl2pPr>
            <a:lvl3pPr lvl="2">
              <a:spcBef>
                <a:spcPts val="800"/>
              </a:spcBef>
              <a:spcAft>
                <a:spcPts val="0"/>
              </a:spcAft>
              <a:buSzPts val="1400"/>
              <a:buNone/>
              <a:defRPr/>
            </a:lvl3pPr>
            <a:lvl4pPr lvl="3">
              <a:spcBef>
                <a:spcPts val="800"/>
              </a:spcBef>
              <a:spcAft>
                <a:spcPts val="0"/>
              </a:spcAft>
              <a:buSzPts val="1400"/>
              <a:buNone/>
              <a:defRPr/>
            </a:lvl4pPr>
            <a:lvl5pPr lvl="4">
              <a:spcBef>
                <a:spcPts val="800"/>
              </a:spcBef>
              <a:spcAft>
                <a:spcPts val="0"/>
              </a:spcAft>
              <a:buSzPts val="1400"/>
              <a:buNone/>
              <a:defRPr/>
            </a:lvl5pPr>
            <a:lvl6pPr lvl="5">
              <a:spcBef>
                <a:spcPts val="800"/>
              </a:spcBef>
              <a:spcAft>
                <a:spcPts val="0"/>
              </a:spcAft>
              <a:buSzPts val="1400"/>
              <a:buNone/>
              <a:defRPr/>
            </a:lvl6pPr>
            <a:lvl7pPr lvl="6">
              <a:spcBef>
                <a:spcPts val="800"/>
              </a:spcBef>
              <a:spcAft>
                <a:spcPts val="0"/>
              </a:spcAft>
              <a:buSzPts val="1400"/>
              <a:buNone/>
              <a:defRPr/>
            </a:lvl7pPr>
            <a:lvl8pPr lvl="7">
              <a:spcBef>
                <a:spcPts val="800"/>
              </a:spcBef>
              <a:spcAft>
                <a:spcPts val="0"/>
              </a:spcAft>
              <a:buSzPts val="1400"/>
              <a:buNone/>
              <a:defRPr/>
            </a:lvl8pPr>
            <a:lvl9pPr lvl="8">
              <a:spcBef>
                <a:spcPts val="800"/>
              </a:spcBef>
              <a:spcAft>
                <a:spcPts val="800"/>
              </a:spcAft>
              <a:buSzPts val="1400"/>
              <a:buNone/>
              <a:defRPr/>
            </a:lvl9pPr>
          </a:lstStyle>
          <a:p/>
        </p:txBody>
      </p:sp>
      <p:sp>
        <p:nvSpPr>
          <p:cNvPr id="2541" name="Google Shape;2541;p570"/>
          <p:cNvSpPr txBox="1"/>
          <p:nvPr>
            <p:ph idx="7" type="body"/>
          </p:nvPr>
        </p:nvSpPr>
        <p:spPr>
          <a:xfrm>
            <a:off x="538050" y="2697412"/>
            <a:ext cx="3582000" cy="4848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a:lvl1pPr>
            <a:lvl2pPr indent="-317500" lvl="1" marL="914400">
              <a:spcBef>
                <a:spcPts val="800"/>
              </a:spcBef>
              <a:spcAft>
                <a:spcPts val="0"/>
              </a:spcAft>
              <a:buSzPts val="1400"/>
              <a:buChar char="○"/>
              <a:defRPr/>
            </a:lvl2pPr>
            <a:lvl3pPr indent="-317500" lvl="2" marL="1371600">
              <a:spcBef>
                <a:spcPts val="800"/>
              </a:spcBef>
              <a:spcAft>
                <a:spcPts val="0"/>
              </a:spcAft>
              <a:buSzPts val="1400"/>
              <a:buChar char="■"/>
              <a:defRPr/>
            </a:lvl3pPr>
            <a:lvl4pPr indent="-317500" lvl="3" marL="1828800">
              <a:spcBef>
                <a:spcPts val="800"/>
              </a:spcBef>
              <a:spcAft>
                <a:spcPts val="0"/>
              </a:spcAft>
              <a:buSzPts val="1400"/>
              <a:buChar char="●"/>
              <a:defRPr/>
            </a:lvl4pPr>
            <a:lvl5pPr indent="-317500" lvl="4" marL="2286000">
              <a:spcBef>
                <a:spcPts val="800"/>
              </a:spcBef>
              <a:spcAft>
                <a:spcPts val="0"/>
              </a:spcAft>
              <a:buSzPts val="1400"/>
              <a:buChar char="○"/>
              <a:defRPr/>
            </a:lvl5pPr>
            <a:lvl6pPr indent="-317500" lvl="5" marL="2743200">
              <a:spcBef>
                <a:spcPts val="800"/>
              </a:spcBef>
              <a:spcAft>
                <a:spcPts val="0"/>
              </a:spcAft>
              <a:buSzPts val="1400"/>
              <a:buChar char="■"/>
              <a:defRPr/>
            </a:lvl6pPr>
            <a:lvl7pPr indent="-317500" lvl="6" marL="3200400">
              <a:spcBef>
                <a:spcPts val="800"/>
              </a:spcBef>
              <a:spcAft>
                <a:spcPts val="0"/>
              </a:spcAft>
              <a:buSzPts val="1400"/>
              <a:buChar char="●"/>
              <a:defRPr/>
            </a:lvl7pPr>
            <a:lvl8pPr indent="-317500" lvl="7" marL="3657600">
              <a:spcBef>
                <a:spcPts val="800"/>
              </a:spcBef>
              <a:spcAft>
                <a:spcPts val="0"/>
              </a:spcAft>
              <a:buSzPts val="1400"/>
              <a:buChar char="○"/>
              <a:defRPr/>
            </a:lvl8pPr>
            <a:lvl9pPr indent="-317500" lvl="8" marL="4114800">
              <a:spcBef>
                <a:spcPts val="800"/>
              </a:spcBef>
              <a:spcAft>
                <a:spcPts val="800"/>
              </a:spcAft>
              <a:buSzPts val="1400"/>
              <a:buChar char="■"/>
              <a:defRPr/>
            </a:lvl9pPr>
          </a:lstStyle>
          <a:p/>
        </p:txBody>
      </p:sp>
      <p:sp>
        <p:nvSpPr>
          <p:cNvPr id="2542" name="Google Shape;2542;p570"/>
          <p:cNvSpPr txBox="1"/>
          <p:nvPr>
            <p:ph idx="8" type="subTitle"/>
          </p:nvPr>
        </p:nvSpPr>
        <p:spPr>
          <a:xfrm>
            <a:off x="538050" y="3374589"/>
            <a:ext cx="3582000" cy="330000"/>
          </a:xfrm>
          <a:prstGeom prst="rect">
            <a:avLst/>
          </a:prstGeom>
        </p:spPr>
        <p:txBody>
          <a:bodyPr anchorCtr="0" anchor="t" bIns="0" lIns="0" spcFirstLastPara="1" rIns="0" wrap="square" tIns="0">
            <a:spAutoFit/>
          </a:bodyPr>
          <a:lstStyle>
            <a:lvl1pPr lvl="0">
              <a:spcBef>
                <a:spcPts val="0"/>
              </a:spcBef>
              <a:spcAft>
                <a:spcPts val="0"/>
              </a:spcAft>
              <a:buSzPts val="1800"/>
              <a:buNone/>
              <a:defRPr sz="1800"/>
            </a:lvl1pPr>
            <a:lvl2pPr lvl="1">
              <a:spcBef>
                <a:spcPts val="800"/>
              </a:spcBef>
              <a:spcAft>
                <a:spcPts val="0"/>
              </a:spcAft>
              <a:buSzPts val="1400"/>
              <a:buNone/>
              <a:defRPr/>
            </a:lvl2pPr>
            <a:lvl3pPr lvl="2">
              <a:spcBef>
                <a:spcPts val="800"/>
              </a:spcBef>
              <a:spcAft>
                <a:spcPts val="0"/>
              </a:spcAft>
              <a:buSzPts val="1400"/>
              <a:buNone/>
              <a:defRPr/>
            </a:lvl3pPr>
            <a:lvl4pPr lvl="3">
              <a:spcBef>
                <a:spcPts val="800"/>
              </a:spcBef>
              <a:spcAft>
                <a:spcPts val="0"/>
              </a:spcAft>
              <a:buSzPts val="1400"/>
              <a:buNone/>
              <a:defRPr/>
            </a:lvl4pPr>
            <a:lvl5pPr lvl="4">
              <a:spcBef>
                <a:spcPts val="800"/>
              </a:spcBef>
              <a:spcAft>
                <a:spcPts val="0"/>
              </a:spcAft>
              <a:buSzPts val="1400"/>
              <a:buNone/>
              <a:defRPr/>
            </a:lvl5pPr>
            <a:lvl6pPr lvl="5">
              <a:spcBef>
                <a:spcPts val="800"/>
              </a:spcBef>
              <a:spcAft>
                <a:spcPts val="0"/>
              </a:spcAft>
              <a:buSzPts val="1400"/>
              <a:buNone/>
              <a:defRPr/>
            </a:lvl6pPr>
            <a:lvl7pPr lvl="6">
              <a:spcBef>
                <a:spcPts val="800"/>
              </a:spcBef>
              <a:spcAft>
                <a:spcPts val="0"/>
              </a:spcAft>
              <a:buSzPts val="1400"/>
              <a:buNone/>
              <a:defRPr/>
            </a:lvl7pPr>
            <a:lvl8pPr lvl="7">
              <a:spcBef>
                <a:spcPts val="800"/>
              </a:spcBef>
              <a:spcAft>
                <a:spcPts val="0"/>
              </a:spcAft>
              <a:buSzPts val="1400"/>
              <a:buNone/>
              <a:defRPr/>
            </a:lvl8pPr>
            <a:lvl9pPr lvl="8">
              <a:spcBef>
                <a:spcPts val="800"/>
              </a:spcBef>
              <a:spcAft>
                <a:spcPts val="800"/>
              </a:spcAft>
              <a:buSzPts val="1400"/>
              <a:buNone/>
              <a:defRPr/>
            </a:lvl9pPr>
          </a:lstStyle>
          <a:p/>
        </p:txBody>
      </p:sp>
      <p:sp>
        <p:nvSpPr>
          <p:cNvPr id="2543" name="Google Shape;2543;p570"/>
          <p:cNvSpPr txBox="1"/>
          <p:nvPr>
            <p:ph idx="9" type="body"/>
          </p:nvPr>
        </p:nvSpPr>
        <p:spPr>
          <a:xfrm>
            <a:off x="538050" y="3704444"/>
            <a:ext cx="3582000" cy="4848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a:lvl1pPr>
            <a:lvl2pPr indent="-317500" lvl="1" marL="914400">
              <a:spcBef>
                <a:spcPts val="800"/>
              </a:spcBef>
              <a:spcAft>
                <a:spcPts val="0"/>
              </a:spcAft>
              <a:buSzPts val="1400"/>
              <a:buChar char="○"/>
              <a:defRPr/>
            </a:lvl2pPr>
            <a:lvl3pPr indent="-317500" lvl="2" marL="1371600">
              <a:spcBef>
                <a:spcPts val="800"/>
              </a:spcBef>
              <a:spcAft>
                <a:spcPts val="0"/>
              </a:spcAft>
              <a:buSzPts val="1400"/>
              <a:buChar char="■"/>
              <a:defRPr/>
            </a:lvl3pPr>
            <a:lvl4pPr indent="-317500" lvl="3" marL="1828800">
              <a:spcBef>
                <a:spcPts val="800"/>
              </a:spcBef>
              <a:spcAft>
                <a:spcPts val="0"/>
              </a:spcAft>
              <a:buSzPts val="1400"/>
              <a:buChar char="●"/>
              <a:defRPr/>
            </a:lvl4pPr>
            <a:lvl5pPr indent="-317500" lvl="4" marL="2286000">
              <a:spcBef>
                <a:spcPts val="800"/>
              </a:spcBef>
              <a:spcAft>
                <a:spcPts val="0"/>
              </a:spcAft>
              <a:buSzPts val="1400"/>
              <a:buChar char="○"/>
              <a:defRPr/>
            </a:lvl5pPr>
            <a:lvl6pPr indent="-317500" lvl="5" marL="2743200">
              <a:spcBef>
                <a:spcPts val="800"/>
              </a:spcBef>
              <a:spcAft>
                <a:spcPts val="0"/>
              </a:spcAft>
              <a:buSzPts val="1400"/>
              <a:buChar char="■"/>
              <a:defRPr/>
            </a:lvl6pPr>
            <a:lvl7pPr indent="-317500" lvl="6" marL="3200400">
              <a:spcBef>
                <a:spcPts val="800"/>
              </a:spcBef>
              <a:spcAft>
                <a:spcPts val="0"/>
              </a:spcAft>
              <a:buSzPts val="1400"/>
              <a:buChar char="●"/>
              <a:defRPr/>
            </a:lvl7pPr>
            <a:lvl8pPr indent="-317500" lvl="7" marL="3657600">
              <a:spcBef>
                <a:spcPts val="800"/>
              </a:spcBef>
              <a:spcAft>
                <a:spcPts val="0"/>
              </a:spcAft>
              <a:buSzPts val="1400"/>
              <a:buChar char="○"/>
              <a:defRPr/>
            </a:lvl8pPr>
            <a:lvl9pPr indent="-317500" lvl="8" marL="4114800">
              <a:spcBef>
                <a:spcPts val="800"/>
              </a:spcBef>
              <a:spcAft>
                <a:spcPts val="800"/>
              </a:spcAft>
              <a:buSzPts val="1400"/>
              <a:buChar char="■"/>
              <a:defRPr/>
            </a:lvl9pPr>
          </a:lstStyle>
          <a:p/>
        </p:txBody>
      </p:sp>
      <p:sp>
        <p:nvSpPr>
          <p:cNvPr id="2544" name="Google Shape;2544;p570"/>
          <p:cNvSpPr txBox="1"/>
          <p:nvPr>
            <p:ph idx="13" type="body"/>
          </p:nvPr>
        </p:nvSpPr>
        <p:spPr>
          <a:xfrm>
            <a:off x="4982950" y="770835"/>
            <a:ext cx="3582000" cy="4848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a:lvl1pPr>
            <a:lvl2pPr indent="-317500" lvl="1" marL="914400">
              <a:spcBef>
                <a:spcPts val="800"/>
              </a:spcBef>
              <a:spcAft>
                <a:spcPts val="0"/>
              </a:spcAft>
              <a:buSzPts val="1400"/>
              <a:buChar char="○"/>
              <a:defRPr/>
            </a:lvl2pPr>
            <a:lvl3pPr indent="-317500" lvl="2" marL="1371600">
              <a:spcBef>
                <a:spcPts val="800"/>
              </a:spcBef>
              <a:spcAft>
                <a:spcPts val="0"/>
              </a:spcAft>
              <a:buSzPts val="1400"/>
              <a:buChar char="■"/>
              <a:defRPr/>
            </a:lvl3pPr>
            <a:lvl4pPr indent="-317500" lvl="3" marL="1828800">
              <a:spcBef>
                <a:spcPts val="800"/>
              </a:spcBef>
              <a:spcAft>
                <a:spcPts val="0"/>
              </a:spcAft>
              <a:buSzPts val="1400"/>
              <a:buChar char="●"/>
              <a:defRPr/>
            </a:lvl4pPr>
            <a:lvl5pPr indent="-317500" lvl="4" marL="2286000">
              <a:spcBef>
                <a:spcPts val="800"/>
              </a:spcBef>
              <a:spcAft>
                <a:spcPts val="0"/>
              </a:spcAft>
              <a:buSzPts val="1400"/>
              <a:buChar char="○"/>
              <a:defRPr/>
            </a:lvl5pPr>
            <a:lvl6pPr indent="-317500" lvl="5" marL="2743200">
              <a:spcBef>
                <a:spcPts val="800"/>
              </a:spcBef>
              <a:spcAft>
                <a:spcPts val="0"/>
              </a:spcAft>
              <a:buSzPts val="1400"/>
              <a:buChar char="■"/>
              <a:defRPr/>
            </a:lvl6pPr>
            <a:lvl7pPr indent="-317500" lvl="6" marL="3200400">
              <a:spcBef>
                <a:spcPts val="800"/>
              </a:spcBef>
              <a:spcAft>
                <a:spcPts val="0"/>
              </a:spcAft>
              <a:buSzPts val="1400"/>
              <a:buChar char="●"/>
              <a:defRPr/>
            </a:lvl7pPr>
            <a:lvl8pPr indent="-317500" lvl="7" marL="3657600">
              <a:spcBef>
                <a:spcPts val="800"/>
              </a:spcBef>
              <a:spcAft>
                <a:spcPts val="0"/>
              </a:spcAft>
              <a:buSzPts val="1400"/>
              <a:buChar char="○"/>
              <a:defRPr/>
            </a:lvl8pPr>
            <a:lvl9pPr indent="-317500" lvl="8" marL="4114800">
              <a:spcBef>
                <a:spcPts val="800"/>
              </a:spcBef>
              <a:spcAft>
                <a:spcPts val="800"/>
              </a:spcAft>
              <a:buSzPts val="1400"/>
              <a:buChar char="■"/>
              <a:defRPr/>
            </a:lvl9pPr>
          </a:lstStyle>
          <a:p/>
        </p:txBody>
      </p:sp>
      <p:sp>
        <p:nvSpPr>
          <p:cNvPr id="2545" name="Google Shape;2545;p570"/>
          <p:cNvSpPr txBox="1"/>
          <p:nvPr>
            <p:ph idx="14" type="title"/>
          </p:nvPr>
        </p:nvSpPr>
        <p:spPr>
          <a:xfrm>
            <a:off x="4798700" y="4369583"/>
            <a:ext cx="3582000" cy="7056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4800"/>
              <a:buNone/>
              <a:defRPr sz="4800"/>
            </a:lvl1pPr>
            <a:lvl2pPr lvl="1">
              <a:lnSpc>
                <a:spcPct val="80000"/>
              </a:lnSpc>
              <a:spcBef>
                <a:spcPts val="0"/>
              </a:spcBef>
              <a:spcAft>
                <a:spcPts val="0"/>
              </a:spcAft>
              <a:buSzPts val="4800"/>
              <a:buNone/>
              <a:defRPr sz="4800"/>
            </a:lvl2pPr>
            <a:lvl3pPr lvl="2">
              <a:lnSpc>
                <a:spcPct val="80000"/>
              </a:lnSpc>
              <a:spcBef>
                <a:spcPts val="0"/>
              </a:spcBef>
              <a:spcAft>
                <a:spcPts val="0"/>
              </a:spcAft>
              <a:buSzPts val="4800"/>
              <a:buNone/>
              <a:defRPr sz="4800"/>
            </a:lvl3pPr>
            <a:lvl4pPr lvl="3">
              <a:lnSpc>
                <a:spcPct val="80000"/>
              </a:lnSpc>
              <a:spcBef>
                <a:spcPts val="0"/>
              </a:spcBef>
              <a:spcAft>
                <a:spcPts val="0"/>
              </a:spcAft>
              <a:buSzPts val="4800"/>
              <a:buNone/>
              <a:defRPr sz="4800"/>
            </a:lvl4pPr>
            <a:lvl5pPr lvl="4">
              <a:lnSpc>
                <a:spcPct val="80000"/>
              </a:lnSpc>
              <a:spcBef>
                <a:spcPts val="0"/>
              </a:spcBef>
              <a:spcAft>
                <a:spcPts val="0"/>
              </a:spcAft>
              <a:buSzPts val="4800"/>
              <a:buNone/>
              <a:defRPr sz="4800"/>
            </a:lvl5pPr>
            <a:lvl6pPr lvl="5">
              <a:lnSpc>
                <a:spcPct val="80000"/>
              </a:lnSpc>
              <a:spcBef>
                <a:spcPts val="0"/>
              </a:spcBef>
              <a:spcAft>
                <a:spcPts val="0"/>
              </a:spcAft>
              <a:buSzPts val="4800"/>
              <a:buNone/>
              <a:defRPr sz="4800"/>
            </a:lvl6pPr>
            <a:lvl7pPr lvl="6">
              <a:lnSpc>
                <a:spcPct val="80000"/>
              </a:lnSpc>
              <a:spcBef>
                <a:spcPts val="0"/>
              </a:spcBef>
              <a:spcAft>
                <a:spcPts val="0"/>
              </a:spcAft>
              <a:buSzPts val="4800"/>
              <a:buNone/>
              <a:defRPr sz="4800"/>
            </a:lvl7pPr>
            <a:lvl8pPr lvl="7">
              <a:lnSpc>
                <a:spcPct val="80000"/>
              </a:lnSpc>
              <a:spcBef>
                <a:spcPts val="0"/>
              </a:spcBef>
              <a:spcAft>
                <a:spcPts val="0"/>
              </a:spcAft>
              <a:buSzPts val="4800"/>
              <a:buNone/>
              <a:defRPr sz="4800"/>
            </a:lvl8pPr>
            <a:lvl9pPr lvl="8">
              <a:lnSpc>
                <a:spcPct val="80000"/>
              </a:lnSpc>
              <a:spcBef>
                <a:spcPts val="0"/>
              </a:spcBef>
              <a:spcAft>
                <a:spcPts val="0"/>
              </a:spcAft>
              <a:buSzPts val="4800"/>
              <a:buNone/>
              <a:defRPr sz="4800"/>
            </a:lvl9pPr>
          </a:lstStyle>
          <a:p/>
        </p:txBody>
      </p:sp>
      <p:sp>
        <p:nvSpPr>
          <p:cNvPr id="2546" name="Google Shape;2546;p570"/>
          <p:cNvSpPr txBox="1"/>
          <p:nvPr>
            <p:ph idx="15" type="subTitle"/>
          </p:nvPr>
        </p:nvSpPr>
        <p:spPr>
          <a:xfrm>
            <a:off x="4982950" y="1360531"/>
            <a:ext cx="3582000" cy="330000"/>
          </a:xfrm>
          <a:prstGeom prst="rect">
            <a:avLst/>
          </a:prstGeom>
        </p:spPr>
        <p:txBody>
          <a:bodyPr anchorCtr="0" anchor="t" bIns="0" lIns="0" spcFirstLastPara="1" rIns="0" wrap="square" tIns="0">
            <a:spAutoFit/>
          </a:bodyPr>
          <a:lstStyle>
            <a:lvl1pPr lvl="0">
              <a:spcBef>
                <a:spcPts val="0"/>
              </a:spcBef>
              <a:spcAft>
                <a:spcPts val="0"/>
              </a:spcAft>
              <a:buSzPts val="1800"/>
              <a:buNone/>
              <a:defRPr sz="1800"/>
            </a:lvl1pPr>
            <a:lvl2pPr lvl="1">
              <a:spcBef>
                <a:spcPts val="800"/>
              </a:spcBef>
              <a:spcAft>
                <a:spcPts val="0"/>
              </a:spcAft>
              <a:buSzPts val="1400"/>
              <a:buNone/>
              <a:defRPr/>
            </a:lvl2pPr>
            <a:lvl3pPr lvl="2">
              <a:spcBef>
                <a:spcPts val="800"/>
              </a:spcBef>
              <a:spcAft>
                <a:spcPts val="0"/>
              </a:spcAft>
              <a:buSzPts val="1400"/>
              <a:buNone/>
              <a:defRPr/>
            </a:lvl3pPr>
            <a:lvl4pPr lvl="3">
              <a:spcBef>
                <a:spcPts val="800"/>
              </a:spcBef>
              <a:spcAft>
                <a:spcPts val="0"/>
              </a:spcAft>
              <a:buSzPts val="1400"/>
              <a:buNone/>
              <a:defRPr/>
            </a:lvl4pPr>
            <a:lvl5pPr lvl="4">
              <a:spcBef>
                <a:spcPts val="800"/>
              </a:spcBef>
              <a:spcAft>
                <a:spcPts val="0"/>
              </a:spcAft>
              <a:buSzPts val="1400"/>
              <a:buNone/>
              <a:defRPr/>
            </a:lvl5pPr>
            <a:lvl6pPr lvl="5">
              <a:spcBef>
                <a:spcPts val="800"/>
              </a:spcBef>
              <a:spcAft>
                <a:spcPts val="0"/>
              </a:spcAft>
              <a:buSzPts val="1400"/>
              <a:buNone/>
              <a:defRPr/>
            </a:lvl6pPr>
            <a:lvl7pPr lvl="6">
              <a:spcBef>
                <a:spcPts val="800"/>
              </a:spcBef>
              <a:spcAft>
                <a:spcPts val="0"/>
              </a:spcAft>
              <a:buSzPts val="1400"/>
              <a:buNone/>
              <a:defRPr/>
            </a:lvl7pPr>
            <a:lvl8pPr lvl="7">
              <a:spcBef>
                <a:spcPts val="800"/>
              </a:spcBef>
              <a:spcAft>
                <a:spcPts val="0"/>
              </a:spcAft>
              <a:buSzPts val="1400"/>
              <a:buNone/>
              <a:defRPr/>
            </a:lvl8pPr>
            <a:lvl9pPr lvl="8">
              <a:spcBef>
                <a:spcPts val="800"/>
              </a:spcBef>
              <a:spcAft>
                <a:spcPts val="800"/>
              </a:spcAft>
              <a:buSzPts val="1400"/>
              <a:buNone/>
              <a:defRPr/>
            </a:lvl9pPr>
          </a:lstStyle>
          <a:p/>
        </p:txBody>
      </p:sp>
      <p:sp>
        <p:nvSpPr>
          <p:cNvPr id="2547" name="Google Shape;2547;p570"/>
          <p:cNvSpPr txBox="1"/>
          <p:nvPr>
            <p:ph idx="16" type="body"/>
          </p:nvPr>
        </p:nvSpPr>
        <p:spPr>
          <a:xfrm>
            <a:off x="4982950" y="1690394"/>
            <a:ext cx="3582000" cy="4848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a:lvl1pPr>
            <a:lvl2pPr indent="-317500" lvl="1" marL="914400">
              <a:spcBef>
                <a:spcPts val="800"/>
              </a:spcBef>
              <a:spcAft>
                <a:spcPts val="0"/>
              </a:spcAft>
              <a:buSzPts val="1400"/>
              <a:buChar char="○"/>
              <a:defRPr/>
            </a:lvl2pPr>
            <a:lvl3pPr indent="-317500" lvl="2" marL="1371600">
              <a:spcBef>
                <a:spcPts val="800"/>
              </a:spcBef>
              <a:spcAft>
                <a:spcPts val="0"/>
              </a:spcAft>
              <a:buSzPts val="1400"/>
              <a:buChar char="■"/>
              <a:defRPr/>
            </a:lvl3pPr>
            <a:lvl4pPr indent="-317500" lvl="3" marL="1828800">
              <a:spcBef>
                <a:spcPts val="800"/>
              </a:spcBef>
              <a:spcAft>
                <a:spcPts val="0"/>
              </a:spcAft>
              <a:buSzPts val="1400"/>
              <a:buChar char="●"/>
              <a:defRPr/>
            </a:lvl4pPr>
            <a:lvl5pPr indent="-317500" lvl="4" marL="2286000">
              <a:spcBef>
                <a:spcPts val="800"/>
              </a:spcBef>
              <a:spcAft>
                <a:spcPts val="0"/>
              </a:spcAft>
              <a:buSzPts val="1400"/>
              <a:buChar char="○"/>
              <a:defRPr/>
            </a:lvl5pPr>
            <a:lvl6pPr indent="-317500" lvl="5" marL="2743200">
              <a:spcBef>
                <a:spcPts val="800"/>
              </a:spcBef>
              <a:spcAft>
                <a:spcPts val="0"/>
              </a:spcAft>
              <a:buSzPts val="1400"/>
              <a:buChar char="■"/>
              <a:defRPr/>
            </a:lvl6pPr>
            <a:lvl7pPr indent="-317500" lvl="6" marL="3200400">
              <a:spcBef>
                <a:spcPts val="800"/>
              </a:spcBef>
              <a:spcAft>
                <a:spcPts val="0"/>
              </a:spcAft>
              <a:buSzPts val="1400"/>
              <a:buChar char="●"/>
              <a:defRPr/>
            </a:lvl7pPr>
            <a:lvl8pPr indent="-317500" lvl="7" marL="3657600">
              <a:spcBef>
                <a:spcPts val="800"/>
              </a:spcBef>
              <a:spcAft>
                <a:spcPts val="0"/>
              </a:spcAft>
              <a:buSzPts val="1400"/>
              <a:buChar char="○"/>
              <a:defRPr/>
            </a:lvl8pPr>
            <a:lvl9pPr indent="-317500" lvl="8" marL="4114800">
              <a:spcBef>
                <a:spcPts val="800"/>
              </a:spcBef>
              <a:spcAft>
                <a:spcPts val="800"/>
              </a:spcAft>
              <a:buSzPts val="1400"/>
              <a:buChar char="■"/>
              <a:defRPr/>
            </a:lvl9pPr>
          </a:lstStyle>
          <a:p/>
        </p:txBody>
      </p:sp>
      <p:sp>
        <p:nvSpPr>
          <p:cNvPr id="2548" name="Google Shape;2548;p570"/>
          <p:cNvSpPr txBox="1"/>
          <p:nvPr>
            <p:ph idx="17" type="subTitle"/>
          </p:nvPr>
        </p:nvSpPr>
        <p:spPr>
          <a:xfrm>
            <a:off x="4982950" y="2367556"/>
            <a:ext cx="3582000" cy="330000"/>
          </a:xfrm>
          <a:prstGeom prst="rect">
            <a:avLst/>
          </a:prstGeom>
        </p:spPr>
        <p:txBody>
          <a:bodyPr anchorCtr="0" anchor="t" bIns="0" lIns="0" spcFirstLastPara="1" rIns="0" wrap="square" tIns="0">
            <a:spAutoFit/>
          </a:bodyPr>
          <a:lstStyle>
            <a:lvl1pPr lvl="0">
              <a:spcBef>
                <a:spcPts val="0"/>
              </a:spcBef>
              <a:spcAft>
                <a:spcPts val="0"/>
              </a:spcAft>
              <a:buSzPts val="1800"/>
              <a:buNone/>
              <a:defRPr sz="1800"/>
            </a:lvl1pPr>
            <a:lvl2pPr lvl="1">
              <a:spcBef>
                <a:spcPts val="800"/>
              </a:spcBef>
              <a:spcAft>
                <a:spcPts val="0"/>
              </a:spcAft>
              <a:buSzPts val="1400"/>
              <a:buNone/>
              <a:defRPr/>
            </a:lvl2pPr>
            <a:lvl3pPr lvl="2">
              <a:spcBef>
                <a:spcPts val="800"/>
              </a:spcBef>
              <a:spcAft>
                <a:spcPts val="0"/>
              </a:spcAft>
              <a:buSzPts val="1400"/>
              <a:buNone/>
              <a:defRPr/>
            </a:lvl3pPr>
            <a:lvl4pPr lvl="3">
              <a:spcBef>
                <a:spcPts val="800"/>
              </a:spcBef>
              <a:spcAft>
                <a:spcPts val="0"/>
              </a:spcAft>
              <a:buSzPts val="1400"/>
              <a:buNone/>
              <a:defRPr/>
            </a:lvl4pPr>
            <a:lvl5pPr lvl="4">
              <a:spcBef>
                <a:spcPts val="800"/>
              </a:spcBef>
              <a:spcAft>
                <a:spcPts val="0"/>
              </a:spcAft>
              <a:buSzPts val="1400"/>
              <a:buNone/>
              <a:defRPr/>
            </a:lvl5pPr>
            <a:lvl6pPr lvl="5">
              <a:spcBef>
                <a:spcPts val="800"/>
              </a:spcBef>
              <a:spcAft>
                <a:spcPts val="0"/>
              </a:spcAft>
              <a:buSzPts val="1400"/>
              <a:buNone/>
              <a:defRPr/>
            </a:lvl6pPr>
            <a:lvl7pPr lvl="6">
              <a:spcBef>
                <a:spcPts val="800"/>
              </a:spcBef>
              <a:spcAft>
                <a:spcPts val="0"/>
              </a:spcAft>
              <a:buSzPts val="1400"/>
              <a:buNone/>
              <a:defRPr/>
            </a:lvl7pPr>
            <a:lvl8pPr lvl="7">
              <a:spcBef>
                <a:spcPts val="800"/>
              </a:spcBef>
              <a:spcAft>
                <a:spcPts val="0"/>
              </a:spcAft>
              <a:buSzPts val="1400"/>
              <a:buNone/>
              <a:defRPr/>
            </a:lvl8pPr>
            <a:lvl9pPr lvl="8">
              <a:spcBef>
                <a:spcPts val="800"/>
              </a:spcBef>
              <a:spcAft>
                <a:spcPts val="800"/>
              </a:spcAft>
              <a:buSzPts val="1400"/>
              <a:buNone/>
              <a:defRPr/>
            </a:lvl9pPr>
          </a:lstStyle>
          <a:p/>
        </p:txBody>
      </p:sp>
      <p:sp>
        <p:nvSpPr>
          <p:cNvPr id="2549" name="Google Shape;2549;p570"/>
          <p:cNvSpPr txBox="1"/>
          <p:nvPr>
            <p:ph idx="18" type="body"/>
          </p:nvPr>
        </p:nvSpPr>
        <p:spPr>
          <a:xfrm>
            <a:off x="4982950" y="2697411"/>
            <a:ext cx="3582000" cy="4848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a:lvl1pPr>
            <a:lvl2pPr indent="-317500" lvl="1" marL="914400">
              <a:spcBef>
                <a:spcPts val="800"/>
              </a:spcBef>
              <a:spcAft>
                <a:spcPts val="0"/>
              </a:spcAft>
              <a:buSzPts val="1400"/>
              <a:buChar char="○"/>
              <a:defRPr/>
            </a:lvl2pPr>
            <a:lvl3pPr indent="-317500" lvl="2" marL="1371600">
              <a:spcBef>
                <a:spcPts val="800"/>
              </a:spcBef>
              <a:spcAft>
                <a:spcPts val="0"/>
              </a:spcAft>
              <a:buSzPts val="1400"/>
              <a:buChar char="■"/>
              <a:defRPr/>
            </a:lvl3pPr>
            <a:lvl4pPr indent="-317500" lvl="3" marL="1828800">
              <a:spcBef>
                <a:spcPts val="800"/>
              </a:spcBef>
              <a:spcAft>
                <a:spcPts val="0"/>
              </a:spcAft>
              <a:buSzPts val="1400"/>
              <a:buChar char="●"/>
              <a:defRPr/>
            </a:lvl4pPr>
            <a:lvl5pPr indent="-317500" lvl="4" marL="2286000">
              <a:spcBef>
                <a:spcPts val="800"/>
              </a:spcBef>
              <a:spcAft>
                <a:spcPts val="0"/>
              </a:spcAft>
              <a:buSzPts val="1400"/>
              <a:buChar char="○"/>
              <a:defRPr/>
            </a:lvl5pPr>
            <a:lvl6pPr indent="-317500" lvl="5" marL="2743200">
              <a:spcBef>
                <a:spcPts val="800"/>
              </a:spcBef>
              <a:spcAft>
                <a:spcPts val="0"/>
              </a:spcAft>
              <a:buSzPts val="1400"/>
              <a:buChar char="■"/>
              <a:defRPr/>
            </a:lvl6pPr>
            <a:lvl7pPr indent="-317500" lvl="6" marL="3200400">
              <a:spcBef>
                <a:spcPts val="800"/>
              </a:spcBef>
              <a:spcAft>
                <a:spcPts val="0"/>
              </a:spcAft>
              <a:buSzPts val="1400"/>
              <a:buChar char="●"/>
              <a:defRPr/>
            </a:lvl7pPr>
            <a:lvl8pPr indent="-317500" lvl="7" marL="3657600">
              <a:spcBef>
                <a:spcPts val="800"/>
              </a:spcBef>
              <a:spcAft>
                <a:spcPts val="0"/>
              </a:spcAft>
              <a:buSzPts val="1400"/>
              <a:buChar char="○"/>
              <a:defRPr/>
            </a:lvl8pPr>
            <a:lvl9pPr indent="-317500" lvl="8" marL="4114800">
              <a:spcBef>
                <a:spcPts val="800"/>
              </a:spcBef>
              <a:spcAft>
                <a:spcPts val="800"/>
              </a:spcAft>
              <a:buSzPts val="1400"/>
              <a:buChar char="■"/>
              <a:defRPr/>
            </a:lvl9pPr>
          </a:lstStyle>
          <a:p/>
        </p:txBody>
      </p:sp>
      <p:sp>
        <p:nvSpPr>
          <p:cNvPr id="2550" name="Google Shape;2550;p570"/>
          <p:cNvSpPr txBox="1"/>
          <p:nvPr>
            <p:ph idx="19" type="subTitle"/>
          </p:nvPr>
        </p:nvSpPr>
        <p:spPr>
          <a:xfrm>
            <a:off x="4982950" y="3374587"/>
            <a:ext cx="3582000" cy="330000"/>
          </a:xfrm>
          <a:prstGeom prst="rect">
            <a:avLst/>
          </a:prstGeom>
        </p:spPr>
        <p:txBody>
          <a:bodyPr anchorCtr="0" anchor="t" bIns="0" lIns="0" spcFirstLastPara="1" rIns="0" wrap="square" tIns="0">
            <a:spAutoFit/>
          </a:bodyPr>
          <a:lstStyle>
            <a:lvl1pPr lvl="0">
              <a:spcBef>
                <a:spcPts val="0"/>
              </a:spcBef>
              <a:spcAft>
                <a:spcPts val="0"/>
              </a:spcAft>
              <a:buSzPts val="1800"/>
              <a:buNone/>
              <a:defRPr sz="1800"/>
            </a:lvl1pPr>
            <a:lvl2pPr lvl="1">
              <a:spcBef>
                <a:spcPts val="800"/>
              </a:spcBef>
              <a:spcAft>
                <a:spcPts val="0"/>
              </a:spcAft>
              <a:buSzPts val="1400"/>
              <a:buNone/>
              <a:defRPr/>
            </a:lvl2pPr>
            <a:lvl3pPr lvl="2">
              <a:spcBef>
                <a:spcPts val="800"/>
              </a:spcBef>
              <a:spcAft>
                <a:spcPts val="0"/>
              </a:spcAft>
              <a:buSzPts val="1400"/>
              <a:buNone/>
              <a:defRPr/>
            </a:lvl3pPr>
            <a:lvl4pPr lvl="3">
              <a:spcBef>
                <a:spcPts val="800"/>
              </a:spcBef>
              <a:spcAft>
                <a:spcPts val="0"/>
              </a:spcAft>
              <a:buSzPts val="1400"/>
              <a:buNone/>
              <a:defRPr/>
            </a:lvl4pPr>
            <a:lvl5pPr lvl="4">
              <a:spcBef>
                <a:spcPts val="800"/>
              </a:spcBef>
              <a:spcAft>
                <a:spcPts val="0"/>
              </a:spcAft>
              <a:buSzPts val="1400"/>
              <a:buNone/>
              <a:defRPr/>
            </a:lvl5pPr>
            <a:lvl6pPr lvl="5">
              <a:spcBef>
                <a:spcPts val="800"/>
              </a:spcBef>
              <a:spcAft>
                <a:spcPts val="0"/>
              </a:spcAft>
              <a:buSzPts val="1400"/>
              <a:buNone/>
              <a:defRPr/>
            </a:lvl6pPr>
            <a:lvl7pPr lvl="6">
              <a:spcBef>
                <a:spcPts val="800"/>
              </a:spcBef>
              <a:spcAft>
                <a:spcPts val="0"/>
              </a:spcAft>
              <a:buSzPts val="1400"/>
              <a:buNone/>
              <a:defRPr/>
            </a:lvl7pPr>
            <a:lvl8pPr lvl="7">
              <a:spcBef>
                <a:spcPts val="800"/>
              </a:spcBef>
              <a:spcAft>
                <a:spcPts val="0"/>
              </a:spcAft>
              <a:buSzPts val="1400"/>
              <a:buNone/>
              <a:defRPr/>
            </a:lvl8pPr>
            <a:lvl9pPr lvl="8">
              <a:spcBef>
                <a:spcPts val="800"/>
              </a:spcBef>
              <a:spcAft>
                <a:spcPts val="800"/>
              </a:spcAft>
              <a:buSzPts val="1400"/>
              <a:buNone/>
              <a:defRPr/>
            </a:lvl9pPr>
          </a:lstStyle>
          <a:p/>
        </p:txBody>
      </p:sp>
      <p:sp>
        <p:nvSpPr>
          <p:cNvPr id="2551" name="Google Shape;2551;p570"/>
          <p:cNvSpPr txBox="1"/>
          <p:nvPr>
            <p:ph idx="20" type="body"/>
          </p:nvPr>
        </p:nvSpPr>
        <p:spPr>
          <a:xfrm>
            <a:off x="4982950" y="3704443"/>
            <a:ext cx="3582000" cy="4848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a:lvl1pPr>
            <a:lvl2pPr indent="-317500" lvl="1" marL="914400">
              <a:spcBef>
                <a:spcPts val="800"/>
              </a:spcBef>
              <a:spcAft>
                <a:spcPts val="0"/>
              </a:spcAft>
              <a:buSzPts val="1400"/>
              <a:buChar char="○"/>
              <a:defRPr/>
            </a:lvl2pPr>
            <a:lvl3pPr indent="-317500" lvl="2" marL="1371600">
              <a:spcBef>
                <a:spcPts val="800"/>
              </a:spcBef>
              <a:spcAft>
                <a:spcPts val="0"/>
              </a:spcAft>
              <a:buSzPts val="1400"/>
              <a:buChar char="■"/>
              <a:defRPr/>
            </a:lvl3pPr>
            <a:lvl4pPr indent="-317500" lvl="3" marL="1828800">
              <a:spcBef>
                <a:spcPts val="800"/>
              </a:spcBef>
              <a:spcAft>
                <a:spcPts val="0"/>
              </a:spcAft>
              <a:buSzPts val="1400"/>
              <a:buChar char="●"/>
              <a:defRPr/>
            </a:lvl4pPr>
            <a:lvl5pPr indent="-317500" lvl="4" marL="2286000">
              <a:spcBef>
                <a:spcPts val="800"/>
              </a:spcBef>
              <a:spcAft>
                <a:spcPts val="0"/>
              </a:spcAft>
              <a:buSzPts val="1400"/>
              <a:buChar char="○"/>
              <a:defRPr/>
            </a:lvl5pPr>
            <a:lvl6pPr indent="-317500" lvl="5" marL="2743200">
              <a:spcBef>
                <a:spcPts val="800"/>
              </a:spcBef>
              <a:spcAft>
                <a:spcPts val="0"/>
              </a:spcAft>
              <a:buSzPts val="1400"/>
              <a:buChar char="■"/>
              <a:defRPr/>
            </a:lvl6pPr>
            <a:lvl7pPr indent="-317500" lvl="6" marL="3200400">
              <a:spcBef>
                <a:spcPts val="800"/>
              </a:spcBef>
              <a:spcAft>
                <a:spcPts val="0"/>
              </a:spcAft>
              <a:buSzPts val="1400"/>
              <a:buChar char="●"/>
              <a:defRPr/>
            </a:lvl7pPr>
            <a:lvl8pPr indent="-317500" lvl="7" marL="3657600">
              <a:spcBef>
                <a:spcPts val="800"/>
              </a:spcBef>
              <a:spcAft>
                <a:spcPts val="0"/>
              </a:spcAft>
              <a:buSzPts val="1400"/>
              <a:buChar char="○"/>
              <a:defRPr/>
            </a:lvl8pPr>
            <a:lvl9pPr indent="-317500" lvl="8" marL="4114800">
              <a:spcBef>
                <a:spcPts val="800"/>
              </a:spcBef>
              <a:spcAft>
                <a:spcPts val="800"/>
              </a:spcAft>
              <a:buSzPts val="1400"/>
              <a:buChar char="■"/>
              <a:defRPr/>
            </a:lvl9pPr>
          </a:lstStyle>
          <a:p/>
        </p:txBody>
      </p:sp>
      <p:sp>
        <p:nvSpPr>
          <p:cNvPr id="2552" name="Google Shape;2552;p570"/>
          <p:cNvSpPr txBox="1"/>
          <p:nvPr>
            <p:ph idx="21" type="subTitle"/>
          </p:nvPr>
        </p:nvSpPr>
        <p:spPr>
          <a:xfrm>
            <a:off x="4982950" y="440972"/>
            <a:ext cx="3582000" cy="330000"/>
          </a:xfrm>
          <a:prstGeom prst="rect">
            <a:avLst/>
          </a:prstGeom>
        </p:spPr>
        <p:txBody>
          <a:bodyPr anchorCtr="0" anchor="t" bIns="0" lIns="0" spcFirstLastPara="1" rIns="0" wrap="square" tIns="0">
            <a:spAutoFit/>
          </a:bodyPr>
          <a:lstStyle>
            <a:lvl1pPr lvl="0">
              <a:spcBef>
                <a:spcPts val="0"/>
              </a:spcBef>
              <a:spcAft>
                <a:spcPts val="0"/>
              </a:spcAft>
              <a:buSzPts val="1800"/>
              <a:buNone/>
              <a:defRPr sz="1800"/>
            </a:lvl1pPr>
            <a:lvl2pPr lvl="1">
              <a:spcBef>
                <a:spcPts val="800"/>
              </a:spcBef>
              <a:spcAft>
                <a:spcPts val="0"/>
              </a:spcAft>
              <a:buSzPts val="1400"/>
              <a:buNone/>
              <a:defRPr/>
            </a:lvl2pPr>
            <a:lvl3pPr lvl="2">
              <a:spcBef>
                <a:spcPts val="800"/>
              </a:spcBef>
              <a:spcAft>
                <a:spcPts val="0"/>
              </a:spcAft>
              <a:buSzPts val="1400"/>
              <a:buNone/>
              <a:defRPr/>
            </a:lvl3pPr>
            <a:lvl4pPr lvl="3">
              <a:spcBef>
                <a:spcPts val="800"/>
              </a:spcBef>
              <a:spcAft>
                <a:spcPts val="0"/>
              </a:spcAft>
              <a:buSzPts val="1400"/>
              <a:buNone/>
              <a:defRPr/>
            </a:lvl4pPr>
            <a:lvl5pPr lvl="4">
              <a:spcBef>
                <a:spcPts val="800"/>
              </a:spcBef>
              <a:spcAft>
                <a:spcPts val="0"/>
              </a:spcAft>
              <a:buSzPts val="1400"/>
              <a:buNone/>
              <a:defRPr/>
            </a:lvl5pPr>
            <a:lvl6pPr lvl="5">
              <a:spcBef>
                <a:spcPts val="800"/>
              </a:spcBef>
              <a:spcAft>
                <a:spcPts val="0"/>
              </a:spcAft>
              <a:buSzPts val="1400"/>
              <a:buNone/>
              <a:defRPr/>
            </a:lvl6pPr>
            <a:lvl7pPr lvl="6">
              <a:spcBef>
                <a:spcPts val="800"/>
              </a:spcBef>
              <a:spcAft>
                <a:spcPts val="0"/>
              </a:spcAft>
              <a:buSzPts val="1400"/>
              <a:buNone/>
              <a:defRPr/>
            </a:lvl7pPr>
            <a:lvl8pPr lvl="7">
              <a:spcBef>
                <a:spcPts val="800"/>
              </a:spcBef>
              <a:spcAft>
                <a:spcPts val="0"/>
              </a:spcAft>
              <a:buSzPts val="1400"/>
              <a:buNone/>
              <a:defRPr/>
            </a:lvl8pPr>
            <a:lvl9pPr lvl="8">
              <a:spcBef>
                <a:spcPts val="800"/>
              </a:spcBef>
              <a:spcAft>
                <a:spcPts val="800"/>
              </a:spcAft>
              <a:buSzPts val="1400"/>
              <a:buNone/>
              <a:defRPr/>
            </a:lvl9pPr>
          </a:lstStyle>
          <a:p/>
        </p:txBody>
      </p:sp>
    </p:spTree>
  </p:cSld>
  <p:clrMapOvr>
    <a:masterClrMapping/>
  </p:clrMapOvr>
</p:sldLayout>
</file>

<file path=ppt/slideLayouts/slideLayout5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screen - Alt 6">
  <p:cSld name="CUSTOM_11">
    <p:bg>
      <p:bgPr>
        <a:solidFill>
          <a:schemeClr val="lt2"/>
        </a:solidFill>
      </p:bgPr>
    </p:bg>
    <p:spTree>
      <p:nvGrpSpPr>
        <p:cNvPr id="2553" name="Shape 2553"/>
        <p:cNvGrpSpPr/>
        <p:nvPr/>
      </p:nvGrpSpPr>
      <p:grpSpPr>
        <a:xfrm>
          <a:off x="0" y="0"/>
          <a:ext cx="0" cy="0"/>
          <a:chOff x="0" y="0"/>
          <a:chExt cx="0" cy="0"/>
        </a:xfrm>
      </p:grpSpPr>
      <p:sp>
        <p:nvSpPr>
          <p:cNvPr id="2554" name="Google Shape;2554;p571"/>
          <p:cNvSpPr txBox="1"/>
          <p:nvPr>
            <p:ph idx="1" type="subTitle"/>
          </p:nvPr>
        </p:nvSpPr>
        <p:spPr>
          <a:xfrm>
            <a:off x="6600775" y="2845802"/>
            <a:ext cx="1877400" cy="539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4800"/>
              <a:buFont typeface="IBM Plex Sans"/>
              <a:buNone/>
              <a:defRPr sz="4800">
                <a:solidFill>
                  <a:schemeClr val="lt1"/>
                </a:solidFill>
              </a:defRPr>
            </a:lvl1pPr>
            <a:lvl2pPr lvl="1" algn="ctr">
              <a:spcBef>
                <a:spcPts val="800"/>
              </a:spcBef>
              <a:spcAft>
                <a:spcPts val="0"/>
              </a:spcAft>
              <a:buClr>
                <a:schemeClr val="lt1"/>
              </a:buClr>
              <a:buSzPts val="4800"/>
              <a:buFont typeface="IBM Plex Sans"/>
              <a:buNone/>
              <a:defRPr sz="4800">
                <a:solidFill>
                  <a:schemeClr val="lt1"/>
                </a:solidFill>
              </a:defRPr>
            </a:lvl2pPr>
            <a:lvl3pPr lvl="2" algn="ctr">
              <a:spcBef>
                <a:spcPts val="800"/>
              </a:spcBef>
              <a:spcAft>
                <a:spcPts val="0"/>
              </a:spcAft>
              <a:buClr>
                <a:schemeClr val="lt1"/>
              </a:buClr>
              <a:buSzPts val="4800"/>
              <a:buFont typeface="IBM Plex Sans"/>
              <a:buNone/>
              <a:defRPr sz="4800">
                <a:solidFill>
                  <a:schemeClr val="lt1"/>
                </a:solidFill>
              </a:defRPr>
            </a:lvl3pPr>
            <a:lvl4pPr lvl="3" algn="ctr">
              <a:spcBef>
                <a:spcPts val="800"/>
              </a:spcBef>
              <a:spcAft>
                <a:spcPts val="0"/>
              </a:spcAft>
              <a:buClr>
                <a:schemeClr val="lt1"/>
              </a:buClr>
              <a:buSzPts val="4800"/>
              <a:buFont typeface="IBM Plex Sans"/>
              <a:buNone/>
              <a:defRPr sz="4800">
                <a:solidFill>
                  <a:schemeClr val="lt1"/>
                </a:solidFill>
              </a:defRPr>
            </a:lvl4pPr>
            <a:lvl5pPr lvl="4" algn="ctr">
              <a:spcBef>
                <a:spcPts val="800"/>
              </a:spcBef>
              <a:spcAft>
                <a:spcPts val="0"/>
              </a:spcAft>
              <a:buClr>
                <a:schemeClr val="lt1"/>
              </a:buClr>
              <a:buSzPts val="4800"/>
              <a:buFont typeface="IBM Plex Sans"/>
              <a:buNone/>
              <a:defRPr sz="4800">
                <a:solidFill>
                  <a:schemeClr val="lt1"/>
                </a:solidFill>
              </a:defRPr>
            </a:lvl5pPr>
            <a:lvl6pPr lvl="5" algn="ctr">
              <a:spcBef>
                <a:spcPts val="800"/>
              </a:spcBef>
              <a:spcAft>
                <a:spcPts val="0"/>
              </a:spcAft>
              <a:buClr>
                <a:schemeClr val="lt1"/>
              </a:buClr>
              <a:buSzPts val="4800"/>
              <a:buFont typeface="IBM Plex Sans"/>
              <a:buNone/>
              <a:defRPr sz="4800">
                <a:solidFill>
                  <a:schemeClr val="lt1"/>
                </a:solidFill>
              </a:defRPr>
            </a:lvl6pPr>
            <a:lvl7pPr lvl="6" algn="ctr">
              <a:spcBef>
                <a:spcPts val="800"/>
              </a:spcBef>
              <a:spcAft>
                <a:spcPts val="0"/>
              </a:spcAft>
              <a:buClr>
                <a:schemeClr val="lt1"/>
              </a:buClr>
              <a:buSzPts val="4800"/>
              <a:buFont typeface="IBM Plex Sans"/>
              <a:buNone/>
              <a:defRPr sz="4800">
                <a:solidFill>
                  <a:schemeClr val="lt1"/>
                </a:solidFill>
              </a:defRPr>
            </a:lvl7pPr>
            <a:lvl8pPr lvl="7" algn="ctr">
              <a:spcBef>
                <a:spcPts val="800"/>
              </a:spcBef>
              <a:spcAft>
                <a:spcPts val="0"/>
              </a:spcAft>
              <a:buClr>
                <a:schemeClr val="lt1"/>
              </a:buClr>
              <a:buSzPts val="4800"/>
              <a:buFont typeface="IBM Plex Sans"/>
              <a:buNone/>
              <a:defRPr sz="4800">
                <a:solidFill>
                  <a:schemeClr val="lt1"/>
                </a:solidFill>
              </a:defRPr>
            </a:lvl8pPr>
            <a:lvl9pPr lvl="8" algn="ctr">
              <a:spcBef>
                <a:spcPts val="800"/>
              </a:spcBef>
              <a:spcAft>
                <a:spcPts val="800"/>
              </a:spcAft>
              <a:buClr>
                <a:schemeClr val="lt1"/>
              </a:buClr>
              <a:buSzPts val="4800"/>
              <a:buFont typeface="IBM Plex Sans"/>
              <a:buNone/>
              <a:defRPr sz="4800">
                <a:solidFill>
                  <a:schemeClr val="lt1"/>
                </a:solidFill>
              </a:defRPr>
            </a:lvl9pPr>
          </a:lstStyle>
          <a:p/>
        </p:txBody>
      </p:sp>
      <p:sp>
        <p:nvSpPr>
          <p:cNvPr id="2555" name="Google Shape;2555;p571"/>
          <p:cNvSpPr txBox="1"/>
          <p:nvPr>
            <p:ph idx="2" type="body"/>
          </p:nvPr>
        </p:nvSpPr>
        <p:spPr>
          <a:xfrm>
            <a:off x="3479850" y="4591333"/>
            <a:ext cx="2271000" cy="864600"/>
          </a:xfrm>
          <a:prstGeom prst="rect">
            <a:avLst/>
          </a:prstGeom>
        </p:spPr>
        <p:txBody>
          <a:bodyPr anchorCtr="0" anchor="t" bIns="91425" lIns="0" spcFirstLastPara="1" rIns="0" wrap="square" tIns="0">
            <a:spAutoFit/>
          </a:bodyPr>
          <a:lstStyle>
            <a:lvl1pPr indent="-304800" lvl="0" marL="457200" algn="ctr">
              <a:spcBef>
                <a:spcPts val="0"/>
              </a:spcBef>
              <a:spcAft>
                <a:spcPts val="0"/>
              </a:spcAft>
              <a:buClr>
                <a:schemeClr val="lt1"/>
              </a:buClr>
              <a:buSzPts val="1200"/>
              <a:buFont typeface="IBM Plex Sans"/>
              <a:buChar char="●"/>
              <a:defRPr sz="1200">
                <a:solidFill>
                  <a:schemeClr val="lt1"/>
                </a:solidFill>
              </a:defRPr>
            </a:lvl1pPr>
            <a:lvl2pPr indent="-304800" lvl="1" marL="914400" algn="ctr">
              <a:spcBef>
                <a:spcPts val="800"/>
              </a:spcBef>
              <a:spcAft>
                <a:spcPts val="0"/>
              </a:spcAft>
              <a:buClr>
                <a:schemeClr val="lt1"/>
              </a:buClr>
              <a:buSzPts val="1200"/>
              <a:buFont typeface="IBM Plex Sans"/>
              <a:buChar char="○"/>
              <a:defRPr sz="1200">
                <a:solidFill>
                  <a:schemeClr val="lt1"/>
                </a:solidFill>
              </a:defRPr>
            </a:lvl2pPr>
            <a:lvl3pPr indent="-304800" lvl="2" marL="1371600" algn="ctr">
              <a:spcBef>
                <a:spcPts val="800"/>
              </a:spcBef>
              <a:spcAft>
                <a:spcPts val="0"/>
              </a:spcAft>
              <a:buClr>
                <a:schemeClr val="lt1"/>
              </a:buClr>
              <a:buSzPts val="1200"/>
              <a:buFont typeface="IBM Plex Sans"/>
              <a:buChar char="■"/>
              <a:defRPr sz="1200">
                <a:solidFill>
                  <a:schemeClr val="lt1"/>
                </a:solidFill>
              </a:defRPr>
            </a:lvl3pPr>
            <a:lvl4pPr indent="-304800" lvl="3" marL="1828800" algn="ctr">
              <a:spcBef>
                <a:spcPts val="800"/>
              </a:spcBef>
              <a:spcAft>
                <a:spcPts val="0"/>
              </a:spcAft>
              <a:buClr>
                <a:schemeClr val="lt1"/>
              </a:buClr>
              <a:buSzPts val="1200"/>
              <a:buFont typeface="IBM Plex Sans"/>
              <a:buChar char="●"/>
              <a:defRPr sz="1200">
                <a:solidFill>
                  <a:schemeClr val="lt1"/>
                </a:solidFill>
              </a:defRPr>
            </a:lvl4pPr>
            <a:lvl5pPr indent="-304800" lvl="4" marL="2286000" algn="ctr">
              <a:spcBef>
                <a:spcPts val="800"/>
              </a:spcBef>
              <a:spcAft>
                <a:spcPts val="0"/>
              </a:spcAft>
              <a:buClr>
                <a:schemeClr val="lt1"/>
              </a:buClr>
              <a:buSzPts val="1200"/>
              <a:buFont typeface="IBM Plex Sans"/>
              <a:buChar char="○"/>
              <a:defRPr sz="1200">
                <a:solidFill>
                  <a:schemeClr val="lt1"/>
                </a:solidFill>
              </a:defRPr>
            </a:lvl5pPr>
            <a:lvl6pPr indent="-304800" lvl="5" marL="2743200" algn="ctr">
              <a:spcBef>
                <a:spcPts val="800"/>
              </a:spcBef>
              <a:spcAft>
                <a:spcPts val="0"/>
              </a:spcAft>
              <a:buClr>
                <a:schemeClr val="lt1"/>
              </a:buClr>
              <a:buSzPts val="1200"/>
              <a:buFont typeface="IBM Plex Sans"/>
              <a:buChar char="■"/>
              <a:defRPr sz="1200">
                <a:solidFill>
                  <a:schemeClr val="lt1"/>
                </a:solidFill>
              </a:defRPr>
            </a:lvl6pPr>
            <a:lvl7pPr indent="-304800" lvl="6" marL="3200400" algn="ctr">
              <a:spcBef>
                <a:spcPts val="800"/>
              </a:spcBef>
              <a:spcAft>
                <a:spcPts val="0"/>
              </a:spcAft>
              <a:buClr>
                <a:schemeClr val="lt1"/>
              </a:buClr>
              <a:buSzPts val="1200"/>
              <a:buFont typeface="IBM Plex Sans"/>
              <a:buChar char="●"/>
              <a:defRPr sz="1200">
                <a:solidFill>
                  <a:schemeClr val="lt1"/>
                </a:solidFill>
              </a:defRPr>
            </a:lvl7pPr>
            <a:lvl8pPr indent="-304800" lvl="7" marL="3657600" algn="ctr">
              <a:spcBef>
                <a:spcPts val="800"/>
              </a:spcBef>
              <a:spcAft>
                <a:spcPts val="0"/>
              </a:spcAft>
              <a:buClr>
                <a:schemeClr val="lt1"/>
              </a:buClr>
              <a:buSzPts val="1200"/>
              <a:buFont typeface="IBM Plex Sans"/>
              <a:buChar char="○"/>
              <a:defRPr sz="1200">
                <a:solidFill>
                  <a:schemeClr val="lt1"/>
                </a:solidFill>
              </a:defRPr>
            </a:lvl8pPr>
            <a:lvl9pPr indent="-304800" lvl="8" marL="4114800" algn="ctr">
              <a:spcBef>
                <a:spcPts val="800"/>
              </a:spcBef>
              <a:spcAft>
                <a:spcPts val="800"/>
              </a:spcAft>
              <a:buClr>
                <a:schemeClr val="lt1"/>
              </a:buClr>
              <a:buSzPts val="1200"/>
              <a:buFont typeface="IBM Plex Sans"/>
              <a:buChar char="■"/>
              <a:defRPr sz="1200">
                <a:solidFill>
                  <a:schemeClr val="lt1"/>
                </a:solidFill>
              </a:defRPr>
            </a:lvl9pPr>
          </a:lstStyle>
          <a:p/>
        </p:txBody>
      </p:sp>
      <p:sp>
        <p:nvSpPr>
          <p:cNvPr id="2556" name="Google Shape;2556;p571"/>
          <p:cNvSpPr txBox="1"/>
          <p:nvPr>
            <p:ph idx="3" type="subTitle"/>
          </p:nvPr>
        </p:nvSpPr>
        <p:spPr>
          <a:xfrm>
            <a:off x="440575" y="2969668"/>
            <a:ext cx="2366700" cy="2871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200"/>
              <a:buFont typeface="IBM Plex Sans"/>
              <a:buNone/>
              <a:defRPr sz="1200">
                <a:solidFill>
                  <a:schemeClr val="lt1"/>
                </a:solidFill>
              </a:defRPr>
            </a:lvl1pPr>
            <a:lvl2pPr lvl="1">
              <a:spcBef>
                <a:spcPts val="800"/>
              </a:spcBef>
              <a:spcAft>
                <a:spcPts val="0"/>
              </a:spcAft>
              <a:buClr>
                <a:schemeClr val="lt1"/>
              </a:buClr>
              <a:buSzPts val="1200"/>
              <a:buFont typeface="IBM Plex Sans"/>
              <a:buNone/>
              <a:defRPr sz="1200">
                <a:solidFill>
                  <a:schemeClr val="lt1"/>
                </a:solidFill>
              </a:defRPr>
            </a:lvl2pPr>
            <a:lvl3pPr lvl="2">
              <a:spcBef>
                <a:spcPts val="800"/>
              </a:spcBef>
              <a:spcAft>
                <a:spcPts val="0"/>
              </a:spcAft>
              <a:buClr>
                <a:schemeClr val="lt1"/>
              </a:buClr>
              <a:buSzPts val="1200"/>
              <a:buFont typeface="IBM Plex Sans"/>
              <a:buNone/>
              <a:defRPr sz="1200">
                <a:solidFill>
                  <a:schemeClr val="lt1"/>
                </a:solidFill>
              </a:defRPr>
            </a:lvl3pPr>
            <a:lvl4pPr lvl="3">
              <a:spcBef>
                <a:spcPts val="800"/>
              </a:spcBef>
              <a:spcAft>
                <a:spcPts val="0"/>
              </a:spcAft>
              <a:buClr>
                <a:schemeClr val="lt1"/>
              </a:buClr>
              <a:buSzPts val="1200"/>
              <a:buFont typeface="IBM Plex Sans"/>
              <a:buNone/>
              <a:defRPr sz="1200">
                <a:solidFill>
                  <a:schemeClr val="lt1"/>
                </a:solidFill>
              </a:defRPr>
            </a:lvl4pPr>
            <a:lvl5pPr lvl="4">
              <a:spcBef>
                <a:spcPts val="800"/>
              </a:spcBef>
              <a:spcAft>
                <a:spcPts val="0"/>
              </a:spcAft>
              <a:buClr>
                <a:schemeClr val="lt1"/>
              </a:buClr>
              <a:buSzPts val="1200"/>
              <a:buFont typeface="IBM Plex Sans"/>
              <a:buNone/>
              <a:defRPr sz="1200">
                <a:solidFill>
                  <a:schemeClr val="lt1"/>
                </a:solidFill>
              </a:defRPr>
            </a:lvl5pPr>
            <a:lvl6pPr lvl="5">
              <a:spcBef>
                <a:spcPts val="800"/>
              </a:spcBef>
              <a:spcAft>
                <a:spcPts val="0"/>
              </a:spcAft>
              <a:buClr>
                <a:schemeClr val="lt1"/>
              </a:buClr>
              <a:buSzPts val="1200"/>
              <a:buFont typeface="IBM Plex Sans"/>
              <a:buNone/>
              <a:defRPr sz="1200">
                <a:solidFill>
                  <a:schemeClr val="lt1"/>
                </a:solidFill>
              </a:defRPr>
            </a:lvl6pPr>
            <a:lvl7pPr lvl="6">
              <a:spcBef>
                <a:spcPts val="800"/>
              </a:spcBef>
              <a:spcAft>
                <a:spcPts val="0"/>
              </a:spcAft>
              <a:buClr>
                <a:schemeClr val="lt1"/>
              </a:buClr>
              <a:buSzPts val="1200"/>
              <a:buFont typeface="IBM Plex Sans"/>
              <a:buNone/>
              <a:defRPr sz="1200">
                <a:solidFill>
                  <a:schemeClr val="lt1"/>
                </a:solidFill>
              </a:defRPr>
            </a:lvl7pPr>
            <a:lvl8pPr lvl="7">
              <a:spcBef>
                <a:spcPts val="800"/>
              </a:spcBef>
              <a:spcAft>
                <a:spcPts val="0"/>
              </a:spcAft>
              <a:buClr>
                <a:schemeClr val="lt1"/>
              </a:buClr>
              <a:buSzPts val="1200"/>
              <a:buFont typeface="IBM Plex Sans"/>
              <a:buNone/>
              <a:defRPr sz="1200">
                <a:solidFill>
                  <a:schemeClr val="lt1"/>
                </a:solidFill>
              </a:defRPr>
            </a:lvl8pPr>
            <a:lvl9pPr lvl="8">
              <a:spcBef>
                <a:spcPts val="800"/>
              </a:spcBef>
              <a:spcAft>
                <a:spcPts val="800"/>
              </a:spcAft>
              <a:buClr>
                <a:schemeClr val="lt1"/>
              </a:buClr>
              <a:buSzPts val="1200"/>
              <a:buFont typeface="IBM Plex Sans"/>
              <a:buNone/>
              <a:defRPr sz="1200">
                <a:solidFill>
                  <a:schemeClr val="lt1"/>
                </a:solidFill>
              </a:defRPr>
            </a:lvl9pPr>
          </a:lstStyle>
          <a:p/>
        </p:txBody>
      </p:sp>
      <p:sp>
        <p:nvSpPr>
          <p:cNvPr id="2557" name="Google Shape;2557;p571"/>
          <p:cNvSpPr txBox="1"/>
          <p:nvPr>
            <p:ph idx="4" type="body"/>
          </p:nvPr>
        </p:nvSpPr>
        <p:spPr>
          <a:xfrm>
            <a:off x="436800" y="3489741"/>
            <a:ext cx="2366700" cy="1968300"/>
          </a:xfrm>
          <a:prstGeom prst="rect">
            <a:avLst/>
          </a:prstGeom>
        </p:spPr>
        <p:txBody>
          <a:bodyPr anchorCtr="0" anchor="t" bIns="91425" lIns="0" spcFirstLastPara="1" rIns="0" wrap="square" tIns="0">
            <a:spAutoFit/>
          </a:bodyPr>
          <a:lstStyle>
            <a:lvl1pPr indent="-292100" lvl="0" marL="457200">
              <a:spcBef>
                <a:spcPts val="0"/>
              </a:spcBef>
              <a:spcAft>
                <a:spcPts val="0"/>
              </a:spcAft>
              <a:buClr>
                <a:schemeClr val="lt1"/>
              </a:buClr>
              <a:buSzPts val="1000"/>
              <a:buFont typeface="IBM Plex Sans"/>
              <a:buChar char="●"/>
              <a:defRPr>
                <a:solidFill>
                  <a:schemeClr val="lt1"/>
                </a:solidFill>
              </a:defRPr>
            </a:lvl1pPr>
            <a:lvl2pPr indent="-292100" lvl="1" marL="914400">
              <a:spcBef>
                <a:spcPts val="800"/>
              </a:spcBef>
              <a:spcAft>
                <a:spcPts val="0"/>
              </a:spcAft>
              <a:buClr>
                <a:schemeClr val="lt1"/>
              </a:buClr>
              <a:buSzPts val="1000"/>
              <a:buFont typeface="IBM Plex Sans"/>
              <a:buChar char="○"/>
              <a:defRPr>
                <a:solidFill>
                  <a:schemeClr val="lt1"/>
                </a:solidFill>
              </a:defRPr>
            </a:lvl2pPr>
            <a:lvl3pPr indent="-292100" lvl="2" marL="1371600">
              <a:spcBef>
                <a:spcPts val="800"/>
              </a:spcBef>
              <a:spcAft>
                <a:spcPts val="0"/>
              </a:spcAft>
              <a:buClr>
                <a:schemeClr val="lt1"/>
              </a:buClr>
              <a:buSzPts val="1000"/>
              <a:buFont typeface="IBM Plex Sans"/>
              <a:buChar char="■"/>
              <a:defRPr>
                <a:solidFill>
                  <a:schemeClr val="lt1"/>
                </a:solidFill>
              </a:defRPr>
            </a:lvl3pPr>
            <a:lvl4pPr indent="-292100" lvl="3" marL="1828800">
              <a:spcBef>
                <a:spcPts val="800"/>
              </a:spcBef>
              <a:spcAft>
                <a:spcPts val="0"/>
              </a:spcAft>
              <a:buClr>
                <a:schemeClr val="lt1"/>
              </a:buClr>
              <a:buSzPts val="1000"/>
              <a:buFont typeface="IBM Plex Sans"/>
              <a:buChar char="●"/>
              <a:defRPr>
                <a:solidFill>
                  <a:schemeClr val="lt1"/>
                </a:solidFill>
              </a:defRPr>
            </a:lvl4pPr>
            <a:lvl5pPr indent="-292100" lvl="4" marL="2286000">
              <a:spcBef>
                <a:spcPts val="800"/>
              </a:spcBef>
              <a:spcAft>
                <a:spcPts val="0"/>
              </a:spcAft>
              <a:buClr>
                <a:schemeClr val="lt1"/>
              </a:buClr>
              <a:buSzPts val="1000"/>
              <a:buFont typeface="IBM Plex Sans"/>
              <a:buChar char="○"/>
              <a:defRPr>
                <a:solidFill>
                  <a:schemeClr val="lt1"/>
                </a:solidFill>
              </a:defRPr>
            </a:lvl5pPr>
            <a:lvl6pPr indent="-292100" lvl="5" marL="2743200">
              <a:spcBef>
                <a:spcPts val="800"/>
              </a:spcBef>
              <a:spcAft>
                <a:spcPts val="0"/>
              </a:spcAft>
              <a:buClr>
                <a:schemeClr val="lt1"/>
              </a:buClr>
              <a:buSzPts val="1000"/>
              <a:buFont typeface="IBM Plex Sans"/>
              <a:buChar char="■"/>
              <a:defRPr>
                <a:solidFill>
                  <a:schemeClr val="lt1"/>
                </a:solidFill>
              </a:defRPr>
            </a:lvl6pPr>
            <a:lvl7pPr indent="-292100" lvl="6" marL="3200400">
              <a:spcBef>
                <a:spcPts val="800"/>
              </a:spcBef>
              <a:spcAft>
                <a:spcPts val="0"/>
              </a:spcAft>
              <a:buClr>
                <a:schemeClr val="lt1"/>
              </a:buClr>
              <a:buSzPts val="1000"/>
              <a:buFont typeface="IBM Plex Sans"/>
              <a:buChar char="●"/>
              <a:defRPr>
                <a:solidFill>
                  <a:schemeClr val="lt1"/>
                </a:solidFill>
              </a:defRPr>
            </a:lvl7pPr>
            <a:lvl8pPr indent="-292100" lvl="7" marL="3657600">
              <a:spcBef>
                <a:spcPts val="800"/>
              </a:spcBef>
              <a:spcAft>
                <a:spcPts val="0"/>
              </a:spcAft>
              <a:buClr>
                <a:schemeClr val="lt1"/>
              </a:buClr>
              <a:buSzPts val="1000"/>
              <a:buFont typeface="IBM Plex Sans"/>
              <a:buChar char="○"/>
              <a:defRPr>
                <a:solidFill>
                  <a:schemeClr val="lt1"/>
                </a:solidFill>
              </a:defRPr>
            </a:lvl8pPr>
            <a:lvl9pPr indent="-292100" lvl="8" marL="4114800">
              <a:spcBef>
                <a:spcPts val="800"/>
              </a:spcBef>
              <a:spcAft>
                <a:spcPts val="800"/>
              </a:spcAft>
              <a:buClr>
                <a:schemeClr val="lt1"/>
              </a:buClr>
              <a:buSzPts val="1000"/>
              <a:buFont typeface="IBM Plex Sans"/>
              <a:buChar char="■"/>
              <a:defRPr>
                <a:solidFill>
                  <a:schemeClr val="lt1"/>
                </a:solidFill>
              </a:defRPr>
            </a:lvl9pPr>
          </a:lstStyle>
          <a:p/>
        </p:txBody>
      </p:sp>
      <p:sp>
        <p:nvSpPr>
          <p:cNvPr id="2558" name="Google Shape;2558;p571"/>
          <p:cNvSpPr txBox="1"/>
          <p:nvPr>
            <p:ph idx="5" type="subTitle"/>
          </p:nvPr>
        </p:nvSpPr>
        <p:spPr>
          <a:xfrm>
            <a:off x="3633300" y="3612944"/>
            <a:ext cx="1877400" cy="287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1000"/>
              <a:buFont typeface="IBM Plex Sans"/>
              <a:buNone/>
              <a:defRPr sz="1000">
                <a:solidFill>
                  <a:schemeClr val="lt1"/>
                </a:solidFill>
              </a:defRPr>
            </a:lvl1pPr>
            <a:lvl2pPr lvl="1" algn="ctr">
              <a:spcBef>
                <a:spcPts val="800"/>
              </a:spcBef>
              <a:spcAft>
                <a:spcPts val="0"/>
              </a:spcAft>
              <a:buClr>
                <a:schemeClr val="lt1"/>
              </a:buClr>
              <a:buSzPts val="1000"/>
              <a:buFont typeface="IBM Plex Sans"/>
              <a:buNone/>
              <a:defRPr sz="1000">
                <a:solidFill>
                  <a:schemeClr val="lt1"/>
                </a:solidFill>
              </a:defRPr>
            </a:lvl2pPr>
            <a:lvl3pPr lvl="2" algn="ctr">
              <a:spcBef>
                <a:spcPts val="800"/>
              </a:spcBef>
              <a:spcAft>
                <a:spcPts val="0"/>
              </a:spcAft>
              <a:buClr>
                <a:schemeClr val="lt1"/>
              </a:buClr>
              <a:buSzPts val="1000"/>
              <a:buFont typeface="IBM Plex Sans"/>
              <a:buNone/>
              <a:defRPr sz="1000">
                <a:solidFill>
                  <a:schemeClr val="lt1"/>
                </a:solidFill>
              </a:defRPr>
            </a:lvl3pPr>
            <a:lvl4pPr lvl="3" algn="ctr">
              <a:spcBef>
                <a:spcPts val="800"/>
              </a:spcBef>
              <a:spcAft>
                <a:spcPts val="0"/>
              </a:spcAft>
              <a:buClr>
                <a:schemeClr val="lt1"/>
              </a:buClr>
              <a:buSzPts val="1000"/>
              <a:buFont typeface="IBM Plex Sans"/>
              <a:buNone/>
              <a:defRPr sz="1000">
                <a:solidFill>
                  <a:schemeClr val="lt1"/>
                </a:solidFill>
              </a:defRPr>
            </a:lvl4pPr>
            <a:lvl5pPr lvl="4" algn="ctr">
              <a:spcBef>
                <a:spcPts val="800"/>
              </a:spcBef>
              <a:spcAft>
                <a:spcPts val="0"/>
              </a:spcAft>
              <a:buClr>
                <a:schemeClr val="lt1"/>
              </a:buClr>
              <a:buSzPts val="1000"/>
              <a:buFont typeface="IBM Plex Sans"/>
              <a:buNone/>
              <a:defRPr sz="1000">
                <a:solidFill>
                  <a:schemeClr val="lt1"/>
                </a:solidFill>
              </a:defRPr>
            </a:lvl5pPr>
            <a:lvl6pPr lvl="5" algn="ctr">
              <a:spcBef>
                <a:spcPts val="800"/>
              </a:spcBef>
              <a:spcAft>
                <a:spcPts val="0"/>
              </a:spcAft>
              <a:buClr>
                <a:schemeClr val="lt1"/>
              </a:buClr>
              <a:buSzPts val="1000"/>
              <a:buFont typeface="IBM Plex Sans"/>
              <a:buNone/>
              <a:defRPr sz="1000">
                <a:solidFill>
                  <a:schemeClr val="lt1"/>
                </a:solidFill>
              </a:defRPr>
            </a:lvl6pPr>
            <a:lvl7pPr lvl="6" algn="ctr">
              <a:spcBef>
                <a:spcPts val="800"/>
              </a:spcBef>
              <a:spcAft>
                <a:spcPts val="0"/>
              </a:spcAft>
              <a:buClr>
                <a:schemeClr val="lt1"/>
              </a:buClr>
              <a:buSzPts val="1000"/>
              <a:buFont typeface="IBM Plex Sans"/>
              <a:buNone/>
              <a:defRPr sz="1000">
                <a:solidFill>
                  <a:schemeClr val="lt1"/>
                </a:solidFill>
              </a:defRPr>
            </a:lvl7pPr>
            <a:lvl8pPr lvl="7" algn="ctr">
              <a:spcBef>
                <a:spcPts val="800"/>
              </a:spcBef>
              <a:spcAft>
                <a:spcPts val="0"/>
              </a:spcAft>
              <a:buClr>
                <a:schemeClr val="lt1"/>
              </a:buClr>
              <a:buSzPts val="1000"/>
              <a:buFont typeface="IBM Plex Sans"/>
              <a:buNone/>
              <a:defRPr sz="1000">
                <a:solidFill>
                  <a:schemeClr val="lt1"/>
                </a:solidFill>
              </a:defRPr>
            </a:lvl8pPr>
            <a:lvl9pPr lvl="8" algn="ctr">
              <a:spcBef>
                <a:spcPts val="800"/>
              </a:spcBef>
              <a:spcAft>
                <a:spcPts val="800"/>
              </a:spcAft>
              <a:buClr>
                <a:schemeClr val="lt1"/>
              </a:buClr>
              <a:buSzPts val="1000"/>
              <a:buFont typeface="IBM Plex Sans"/>
              <a:buNone/>
              <a:defRPr sz="1000">
                <a:solidFill>
                  <a:schemeClr val="lt1"/>
                </a:solidFill>
              </a:defRPr>
            </a:lvl9pPr>
          </a:lstStyle>
          <a:p/>
        </p:txBody>
      </p:sp>
      <p:sp>
        <p:nvSpPr>
          <p:cNvPr id="2559" name="Google Shape;2559;p571"/>
          <p:cNvSpPr txBox="1"/>
          <p:nvPr>
            <p:ph idx="6" type="subTitle"/>
          </p:nvPr>
        </p:nvSpPr>
        <p:spPr>
          <a:xfrm>
            <a:off x="6600775" y="3612944"/>
            <a:ext cx="1877400" cy="287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1000"/>
              <a:buFont typeface="IBM Plex Sans"/>
              <a:buNone/>
              <a:defRPr sz="1000">
                <a:solidFill>
                  <a:schemeClr val="lt1"/>
                </a:solidFill>
              </a:defRPr>
            </a:lvl1pPr>
            <a:lvl2pPr lvl="1" algn="ctr">
              <a:spcBef>
                <a:spcPts val="800"/>
              </a:spcBef>
              <a:spcAft>
                <a:spcPts val="0"/>
              </a:spcAft>
              <a:buClr>
                <a:schemeClr val="lt1"/>
              </a:buClr>
              <a:buSzPts val="1000"/>
              <a:buFont typeface="IBM Plex Sans"/>
              <a:buNone/>
              <a:defRPr sz="1000">
                <a:solidFill>
                  <a:schemeClr val="lt1"/>
                </a:solidFill>
              </a:defRPr>
            </a:lvl2pPr>
            <a:lvl3pPr lvl="2" algn="ctr">
              <a:spcBef>
                <a:spcPts val="800"/>
              </a:spcBef>
              <a:spcAft>
                <a:spcPts val="0"/>
              </a:spcAft>
              <a:buClr>
                <a:schemeClr val="lt1"/>
              </a:buClr>
              <a:buSzPts val="1000"/>
              <a:buFont typeface="IBM Plex Sans"/>
              <a:buNone/>
              <a:defRPr sz="1000">
                <a:solidFill>
                  <a:schemeClr val="lt1"/>
                </a:solidFill>
              </a:defRPr>
            </a:lvl3pPr>
            <a:lvl4pPr lvl="3" algn="ctr">
              <a:spcBef>
                <a:spcPts val="800"/>
              </a:spcBef>
              <a:spcAft>
                <a:spcPts val="0"/>
              </a:spcAft>
              <a:buClr>
                <a:schemeClr val="lt1"/>
              </a:buClr>
              <a:buSzPts val="1000"/>
              <a:buFont typeface="IBM Plex Sans"/>
              <a:buNone/>
              <a:defRPr sz="1000">
                <a:solidFill>
                  <a:schemeClr val="lt1"/>
                </a:solidFill>
              </a:defRPr>
            </a:lvl4pPr>
            <a:lvl5pPr lvl="4" algn="ctr">
              <a:spcBef>
                <a:spcPts val="800"/>
              </a:spcBef>
              <a:spcAft>
                <a:spcPts val="0"/>
              </a:spcAft>
              <a:buClr>
                <a:schemeClr val="lt1"/>
              </a:buClr>
              <a:buSzPts val="1000"/>
              <a:buFont typeface="IBM Plex Sans"/>
              <a:buNone/>
              <a:defRPr sz="1000">
                <a:solidFill>
                  <a:schemeClr val="lt1"/>
                </a:solidFill>
              </a:defRPr>
            </a:lvl5pPr>
            <a:lvl6pPr lvl="5" algn="ctr">
              <a:spcBef>
                <a:spcPts val="800"/>
              </a:spcBef>
              <a:spcAft>
                <a:spcPts val="0"/>
              </a:spcAft>
              <a:buClr>
                <a:schemeClr val="lt1"/>
              </a:buClr>
              <a:buSzPts val="1000"/>
              <a:buFont typeface="IBM Plex Sans"/>
              <a:buNone/>
              <a:defRPr sz="1000">
                <a:solidFill>
                  <a:schemeClr val="lt1"/>
                </a:solidFill>
              </a:defRPr>
            </a:lvl6pPr>
            <a:lvl7pPr lvl="6" algn="ctr">
              <a:spcBef>
                <a:spcPts val="800"/>
              </a:spcBef>
              <a:spcAft>
                <a:spcPts val="0"/>
              </a:spcAft>
              <a:buClr>
                <a:schemeClr val="lt1"/>
              </a:buClr>
              <a:buSzPts val="1000"/>
              <a:buFont typeface="IBM Plex Sans"/>
              <a:buNone/>
              <a:defRPr sz="1000">
                <a:solidFill>
                  <a:schemeClr val="lt1"/>
                </a:solidFill>
              </a:defRPr>
            </a:lvl7pPr>
            <a:lvl8pPr lvl="7" algn="ctr">
              <a:spcBef>
                <a:spcPts val="800"/>
              </a:spcBef>
              <a:spcAft>
                <a:spcPts val="0"/>
              </a:spcAft>
              <a:buClr>
                <a:schemeClr val="lt1"/>
              </a:buClr>
              <a:buSzPts val="1000"/>
              <a:buFont typeface="IBM Plex Sans"/>
              <a:buNone/>
              <a:defRPr sz="1000">
                <a:solidFill>
                  <a:schemeClr val="lt1"/>
                </a:solidFill>
              </a:defRPr>
            </a:lvl8pPr>
            <a:lvl9pPr lvl="8" algn="ctr">
              <a:spcBef>
                <a:spcPts val="800"/>
              </a:spcBef>
              <a:spcAft>
                <a:spcPts val="800"/>
              </a:spcAft>
              <a:buClr>
                <a:schemeClr val="lt1"/>
              </a:buClr>
              <a:buSzPts val="1000"/>
              <a:buFont typeface="IBM Plex Sans"/>
              <a:buNone/>
              <a:defRPr sz="1000">
                <a:solidFill>
                  <a:schemeClr val="lt1"/>
                </a:solidFill>
              </a:defRPr>
            </a:lvl9pPr>
          </a:lstStyle>
          <a:p/>
        </p:txBody>
      </p:sp>
      <p:sp>
        <p:nvSpPr>
          <p:cNvPr id="2560" name="Google Shape;2560;p571"/>
          <p:cNvSpPr txBox="1"/>
          <p:nvPr>
            <p:ph idx="7" type="subTitle"/>
          </p:nvPr>
        </p:nvSpPr>
        <p:spPr>
          <a:xfrm>
            <a:off x="6600775" y="5077028"/>
            <a:ext cx="1877400" cy="287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1000"/>
              <a:buFont typeface="IBM Plex Sans"/>
              <a:buNone/>
              <a:defRPr sz="1000">
                <a:solidFill>
                  <a:schemeClr val="lt1"/>
                </a:solidFill>
              </a:defRPr>
            </a:lvl1pPr>
            <a:lvl2pPr lvl="1" algn="ctr">
              <a:spcBef>
                <a:spcPts val="800"/>
              </a:spcBef>
              <a:spcAft>
                <a:spcPts val="0"/>
              </a:spcAft>
              <a:buClr>
                <a:schemeClr val="lt1"/>
              </a:buClr>
              <a:buSzPts val="1000"/>
              <a:buFont typeface="IBM Plex Sans"/>
              <a:buNone/>
              <a:defRPr sz="1000">
                <a:solidFill>
                  <a:schemeClr val="lt1"/>
                </a:solidFill>
              </a:defRPr>
            </a:lvl2pPr>
            <a:lvl3pPr lvl="2" algn="ctr">
              <a:spcBef>
                <a:spcPts val="800"/>
              </a:spcBef>
              <a:spcAft>
                <a:spcPts val="0"/>
              </a:spcAft>
              <a:buClr>
                <a:schemeClr val="lt1"/>
              </a:buClr>
              <a:buSzPts val="1000"/>
              <a:buFont typeface="IBM Plex Sans"/>
              <a:buNone/>
              <a:defRPr sz="1000">
                <a:solidFill>
                  <a:schemeClr val="lt1"/>
                </a:solidFill>
              </a:defRPr>
            </a:lvl3pPr>
            <a:lvl4pPr lvl="3" algn="ctr">
              <a:spcBef>
                <a:spcPts val="800"/>
              </a:spcBef>
              <a:spcAft>
                <a:spcPts val="0"/>
              </a:spcAft>
              <a:buClr>
                <a:schemeClr val="lt1"/>
              </a:buClr>
              <a:buSzPts val="1000"/>
              <a:buFont typeface="IBM Plex Sans"/>
              <a:buNone/>
              <a:defRPr sz="1000">
                <a:solidFill>
                  <a:schemeClr val="lt1"/>
                </a:solidFill>
              </a:defRPr>
            </a:lvl4pPr>
            <a:lvl5pPr lvl="4" algn="ctr">
              <a:spcBef>
                <a:spcPts val="800"/>
              </a:spcBef>
              <a:spcAft>
                <a:spcPts val="0"/>
              </a:spcAft>
              <a:buClr>
                <a:schemeClr val="lt1"/>
              </a:buClr>
              <a:buSzPts val="1000"/>
              <a:buFont typeface="IBM Plex Sans"/>
              <a:buNone/>
              <a:defRPr sz="1000">
                <a:solidFill>
                  <a:schemeClr val="lt1"/>
                </a:solidFill>
              </a:defRPr>
            </a:lvl5pPr>
            <a:lvl6pPr lvl="5" algn="ctr">
              <a:spcBef>
                <a:spcPts val="800"/>
              </a:spcBef>
              <a:spcAft>
                <a:spcPts val="0"/>
              </a:spcAft>
              <a:buClr>
                <a:schemeClr val="lt1"/>
              </a:buClr>
              <a:buSzPts val="1000"/>
              <a:buFont typeface="IBM Plex Sans"/>
              <a:buNone/>
              <a:defRPr sz="1000">
                <a:solidFill>
                  <a:schemeClr val="lt1"/>
                </a:solidFill>
              </a:defRPr>
            </a:lvl6pPr>
            <a:lvl7pPr lvl="6" algn="ctr">
              <a:spcBef>
                <a:spcPts val="800"/>
              </a:spcBef>
              <a:spcAft>
                <a:spcPts val="0"/>
              </a:spcAft>
              <a:buClr>
                <a:schemeClr val="lt1"/>
              </a:buClr>
              <a:buSzPts val="1000"/>
              <a:buFont typeface="IBM Plex Sans"/>
              <a:buNone/>
              <a:defRPr sz="1000">
                <a:solidFill>
                  <a:schemeClr val="lt1"/>
                </a:solidFill>
              </a:defRPr>
            </a:lvl7pPr>
            <a:lvl8pPr lvl="7" algn="ctr">
              <a:spcBef>
                <a:spcPts val="800"/>
              </a:spcBef>
              <a:spcAft>
                <a:spcPts val="0"/>
              </a:spcAft>
              <a:buClr>
                <a:schemeClr val="lt1"/>
              </a:buClr>
              <a:buSzPts val="1000"/>
              <a:buFont typeface="IBM Plex Sans"/>
              <a:buNone/>
              <a:defRPr sz="1000">
                <a:solidFill>
                  <a:schemeClr val="lt1"/>
                </a:solidFill>
              </a:defRPr>
            </a:lvl8pPr>
            <a:lvl9pPr lvl="8" algn="ctr">
              <a:spcBef>
                <a:spcPts val="800"/>
              </a:spcBef>
              <a:spcAft>
                <a:spcPts val="800"/>
              </a:spcAft>
              <a:buClr>
                <a:schemeClr val="lt1"/>
              </a:buClr>
              <a:buSzPts val="1000"/>
              <a:buFont typeface="IBM Plex Sans"/>
              <a:buNone/>
              <a:defRPr sz="1000">
                <a:solidFill>
                  <a:schemeClr val="lt1"/>
                </a:solidFill>
              </a:defRPr>
            </a:lvl9pPr>
          </a:lstStyle>
          <a:p/>
        </p:txBody>
      </p:sp>
      <p:sp>
        <p:nvSpPr>
          <p:cNvPr id="2561" name="Google Shape;2561;p571"/>
          <p:cNvSpPr txBox="1"/>
          <p:nvPr>
            <p:ph idx="8" type="subTitle"/>
          </p:nvPr>
        </p:nvSpPr>
        <p:spPr>
          <a:xfrm>
            <a:off x="3633300" y="2845802"/>
            <a:ext cx="1877400" cy="539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4800"/>
              <a:buFont typeface="IBM Plex Sans"/>
              <a:buNone/>
              <a:defRPr sz="4800">
                <a:solidFill>
                  <a:schemeClr val="lt1"/>
                </a:solidFill>
              </a:defRPr>
            </a:lvl1pPr>
            <a:lvl2pPr lvl="1" algn="ctr">
              <a:spcBef>
                <a:spcPts val="800"/>
              </a:spcBef>
              <a:spcAft>
                <a:spcPts val="0"/>
              </a:spcAft>
              <a:buClr>
                <a:schemeClr val="lt1"/>
              </a:buClr>
              <a:buSzPts val="4800"/>
              <a:buFont typeface="IBM Plex Sans"/>
              <a:buNone/>
              <a:defRPr sz="4800">
                <a:solidFill>
                  <a:schemeClr val="lt1"/>
                </a:solidFill>
              </a:defRPr>
            </a:lvl2pPr>
            <a:lvl3pPr lvl="2" algn="ctr">
              <a:spcBef>
                <a:spcPts val="800"/>
              </a:spcBef>
              <a:spcAft>
                <a:spcPts val="0"/>
              </a:spcAft>
              <a:buClr>
                <a:schemeClr val="lt1"/>
              </a:buClr>
              <a:buSzPts val="4800"/>
              <a:buFont typeface="IBM Plex Sans"/>
              <a:buNone/>
              <a:defRPr sz="4800">
                <a:solidFill>
                  <a:schemeClr val="lt1"/>
                </a:solidFill>
              </a:defRPr>
            </a:lvl3pPr>
            <a:lvl4pPr lvl="3" algn="ctr">
              <a:spcBef>
                <a:spcPts val="800"/>
              </a:spcBef>
              <a:spcAft>
                <a:spcPts val="0"/>
              </a:spcAft>
              <a:buClr>
                <a:schemeClr val="lt1"/>
              </a:buClr>
              <a:buSzPts val="4800"/>
              <a:buFont typeface="IBM Plex Sans"/>
              <a:buNone/>
              <a:defRPr sz="4800">
                <a:solidFill>
                  <a:schemeClr val="lt1"/>
                </a:solidFill>
              </a:defRPr>
            </a:lvl4pPr>
            <a:lvl5pPr lvl="4" algn="ctr">
              <a:spcBef>
                <a:spcPts val="800"/>
              </a:spcBef>
              <a:spcAft>
                <a:spcPts val="0"/>
              </a:spcAft>
              <a:buClr>
                <a:schemeClr val="lt1"/>
              </a:buClr>
              <a:buSzPts val="4800"/>
              <a:buFont typeface="IBM Plex Sans"/>
              <a:buNone/>
              <a:defRPr sz="4800">
                <a:solidFill>
                  <a:schemeClr val="lt1"/>
                </a:solidFill>
              </a:defRPr>
            </a:lvl5pPr>
            <a:lvl6pPr lvl="5" algn="ctr">
              <a:spcBef>
                <a:spcPts val="800"/>
              </a:spcBef>
              <a:spcAft>
                <a:spcPts val="0"/>
              </a:spcAft>
              <a:buClr>
                <a:schemeClr val="lt1"/>
              </a:buClr>
              <a:buSzPts val="4800"/>
              <a:buFont typeface="IBM Plex Sans"/>
              <a:buNone/>
              <a:defRPr sz="4800">
                <a:solidFill>
                  <a:schemeClr val="lt1"/>
                </a:solidFill>
              </a:defRPr>
            </a:lvl6pPr>
            <a:lvl7pPr lvl="6" algn="ctr">
              <a:spcBef>
                <a:spcPts val="800"/>
              </a:spcBef>
              <a:spcAft>
                <a:spcPts val="0"/>
              </a:spcAft>
              <a:buClr>
                <a:schemeClr val="lt1"/>
              </a:buClr>
              <a:buSzPts val="4800"/>
              <a:buFont typeface="IBM Plex Sans"/>
              <a:buNone/>
              <a:defRPr sz="4800">
                <a:solidFill>
                  <a:schemeClr val="lt1"/>
                </a:solidFill>
              </a:defRPr>
            </a:lvl7pPr>
            <a:lvl8pPr lvl="7" algn="ctr">
              <a:spcBef>
                <a:spcPts val="800"/>
              </a:spcBef>
              <a:spcAft>
                <a:spcPts val="0"/>
              </a:spcAft>
              <a:buClr>
                <a:schemeClr val="lt1"/>
              </a:buClr>
              <a:buSzPts val="4800"/>
              <a:buFont typeface="IBM Plex Sans"/>
              <a:buNone/>
              <a:defRPr sz="4800">
                <a:solidFill>
                  <a:schemeClr val="lt1"/>
                </a:solidFill>
              </a:defRPr>
            </a:lvl8pPr>
            <a:lvl9pPr lvl="8" algn="ctr">
              <a:spcBef>
                <a:spcPts val="800"/>
              </a:spcBef>
              <a:spcAft>
                <a:spcPts val="800"/>
              </a:spcAft>
              <a:buClr>
                <a:schemeClr val="lt1"/>
              </a:buClr>
              <a:buSzPts val="4800"/>
              <a:buFont typeface="IBM Plex Sans"/>
              <a:buNone/>
              <a:defRPr sz="4800">
                <a:solidFill>
                  <a:schemeClr val="lt1"/>
                </a:solidFill>
              </a:defRPr>
            </a:lvl9pPr>
          </a:lstStyle>
          <a:p/>
        </p:txBody>
      </p:sp>
      <p:sp>
        <p:nvSpPr>
          <p:cNvPr id="2562" name="Google Shape;2562;p571"/>
          <p:cNvSpPr txBox="1"/>
          <p:nvPr>
            <p:ph idx="9" type="subTitle"/>
          </p:nvPr>
        </p:nvSpPr>
        <p:spPr>
          <a:xfrm>
            <a:off x="436725" y="905333"/>
            <a:ext cx="4182300" cy="2871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200"/>
              <a:buFont typeface="IBM Plex Sans"/>
              <a:buNone/>
              <a:defRPr sz="1200">
                <a:solidFill>
                  <a:schemeClr val="lt1"/>
                </a:solidFill>
              </a:defRPr>
            </a:lvl1pPr>
            <a:lvl2pPr lvl="1">
              <a:spcBef>
                <a:spcPts val="800"/>
              </a:spcBef>
              <a:spcAft>
                <a:spcPts val="0"/>
              </a:spcAft>
              <a:buClr>
                <a:schemeClr val="lt1"/>
              </a:buClr>
              <a:buSzPts val="1200"/>
              <a:buFont typeface="IBM Plex Sans"/>
              <a:buNone/>
              <a:defRPr sz="1200">
                <a:solidFill>
                  <a:schemeClr val="lt1"/>
                </a:solidFill>
              </a:defRPr>
            </a:lvl2pPr>
            <a:lvl3pPr lvl="2">
              <a:spcBef>
                <a:spcPts val="800"/>
              </a:spcBef>
              <a:spcAft>
                <a:spcPts val="0"/>
              </a:spcAft>
              <a:buClr>
                <a:schemeClr val="lt1"/>
              </a:buClr>
              <a:buSzPts val="1200"/>
              <a:buFont typeface="IBM Plex Sans"/>
              <a:buNone/>
              <a:defRPr sz="1200">
                <a:solidFill>
                  <a:schemeClr val="lt1"/>
                </a:solidFill>
              </a:defRPr>
            </a:lvl3pPr>
            <a:lvl4pPr lvl="3">
              <a:spcBef>
                <a:spcPts val="800"/>
              </a:spcBef>
              <a:spcAft>
                <a:spcPts val="0"/>
              </a:spcAft>
              <a:buClr>
                <a:schemeClr val="lt1"/>
              </a:buClr>
              <a:buSzPts val="1200"/>
              <a:buFont typeface="IBM Plex Sans"/>
              <a:buNone/>
              <a:defRPr sz="1200">
                <a:solidFill>
                  <a:schemeClr val="lt1"/>
                </a:solidFill>
              </a:defRPr>
            </a:lvl4pPr>
            <a:lvl5pPr lvl="4">
              <a:spcBef>
                <a:spcPts val="800"/>
              </a:spcBef>
              <a:spcAft>
                <a:spcPts val="0"/>
              </a:spcAft>
              <a:buClr>
                <a:schemeClr val="lt1"/>
              </a:buClr>
              <a:buSzPts val="1200"/>
              <a:buFont typeface="IBM Plex Sans"/>
              <a:buNone/>
              <a:defRPr sz="1200">
                <a:solidFill>
                  <a:schemeClr val="lt1"/>
                </a:solidFill>
              </a:defRPr>
            </a:lvl5pPr>
            <a:lvl6pPr lvl="5">
              <a:spcBef>
                <a:spcPts val="800"/>
              </a:spcBef>
              <a:spcAft>
                <a:spcPts val="0"/>
              </a:spcAft>
              <a:buClr>
                <a:schemeClr val="lt1"/>
              </a:buClr>
              <a:buSzPts val="1200"/>
              <a:buFont typeface="IBM Plex Sans"/>
              <a:buNone/>
              <a:defRPr sz="1200">
                <a:solidFill>
                  <a:schemeClr val="lt1"/>
                </a:solidFill>
              </a:defRPr>
            </a:lvl6pPr>
            <a:lvl7pPr lvl="6">
              <a:spcBef>
                <a:spcPts val="800"/>
              </a:spcBef>
              <a:spcAft>
                <a:spcPts val="0"/>
              </a:spcAft>
              <a:buClr>
                <a:schemeClr val="lt1"/>
              </a:buClr>
              <a:buSzPts val="1200"/>
              <a:buFont typeface="IBM Plex Sans"/>
              <a:buNone/>
              <a:defRPr sz="1200">
                <a:solidFill>
                  <a:schemeClr val="lt1"/>
                </a:solidFill>
              </a:defRPr>
            </a:lvl7pPr>
            <a:lvl8pPr lvl="7">
              <a:spcBef>
                <a:spcPts val="800"/>
              </a:spcBef>
              <a:spcAft>
                <a:spcPts val="0"/>
              </a:spcAft>
              <a:buClr>
                <a:schemeClr val="lt1"/>
              </a:buClr>
              <a:buSzPts val="1200"/>
              <a:buFont typeface="IBM Plex Sans"/>
              <a:buNone/>
              <a:defRPr sz="1200">
                <a:solidFill>
                  <a:schemeClr val="lt1"/>
                </a:solidFill>
              </a:defRPr>
            </a:lvl8pPr>
            <a:lvl9pPr lvl="8">
              <a:spcBef>
                <a:spcPts val="800"/>
              </a:spcBef>
              <a:spcAft>
                <a:spcPts val="800"/>
              </a:spcAft>
              <a:buClr>
                <a:schemeClr val="lt1"/>
              </a:buClr>
              <a:buSzPts val="1200"/>
              <a:buFont typeface="IBM Plex Sans"/>
              <a:buNone/>
              <a:defRPr sz="1200">
                <a:solidFill>
                  <a:schemeClr val="lt1"/>
                </a:solidFill>
              </a:defRPr>
            </a:lvl9pPr>
          </a:lstStyle>
          <a:p/>
        </p:txBody>
      </p:sp>
      <p:sp>
        <p:nvSpPr>
          <p:cNvPr id="2563" name="Google Shape;2563;p571"/>
          <p:cNvSpPr txBox="1"/>
          <p:nvPr>
            <p:ph type="title"/>
          </p:nvPr>
        </p:nvSpPr>
        <p:spPr>
          <a:xfrm>
            <a:off x="436725" y="1368694"/>
            <a:ext cx="4182300" cy="653100"/>
          </a:xfrm>
          <a:prstGeom prst="rect">
            <a:avLst/>
          </a:prstGeom>
        </p:spPr>
        <p:txBody>
          <a:bodyPr anchorCtr="0" anchor="ctr" bIns="0" lIns="0" spcFirstLastPara="1" rIns="0" wrap="square" tIns="0">
            <a:normAutofit/>
          </a:bodyPr>
          <a:lstStyle>
            <a:lvl1pPr lvl="0">
              <a:spcBef>
                <a:spcPts val="0"/>
              </a:spcBef>
              <a:spcAft>
                <a:spcPts val="0"/>
              </a:spcAft>
              <a:buNone/>
              <a:defRPr sz="1800">
                <a:solidFill>
                  <a:schemeClr val="lt1"/>
                </a:solidFill>
              </a:defRPr>
            </a:lvl1pPr>
            <a:lvl2pPr lvl="1">
              <a:spcBef>
                <a:spcPts val="0"/>
              </a:spcBef>
              <a:spcAft>
                <a:spcPts val="0"/>
              </a:spcAft>
              <a:buNone/>
              <a:defRPr>
                <a:solidFill>
                  <a:schemeClr val="lt1"/>
                </a:solidFill>
              </a:defRPr>
            </a:lvl2pPr>
            <a:lvl3pPr lvl="2">
              <a:spcBef>
                <a:spcPts val="0"/>
              </a:spcBef>
              <a:spcAft>
                <a:spcPts val="0"/>
              </a:spcAft>
              <a:buNone/>
              <a:defRPr>
                <a:solidFill>
                  <a:schemeClr val="lt1"/>
                </a:solidFill>
              </a:defRPr>
            </a:lvl3pPr>
            <a:lvl4pPr lvl="3">
              <a:spcBef>
                <a:spcPts val="0"/>
              </a:spcBef>
              <a:spcAft>
                <a:spcPts val="0"/>
              </a:spcAft>
              <a:buNone/>
              <a:defRPr>
                <a:solidFill>
                  <a:schemeClr val="lt1"/>
                </a:solidFill>
              </a:defRPr>
            </a:lvl4pPr>
            <a:lvl5pPr lvl="4">
              <a:spcBef>
                <a:spcPts val="0"/>
              </a:spcBef>
              <a:spcAft>
                <a:spcPts val="0"/>
              </a:spcAft>
              <a:buNone/>
              <a:defRPr>
                <a:solidFill>
                  <a:schemeClr val="lt1"/>
                </a:solidFill>
              </a:defRPr>
            </a:lvl5pPr>
            <a:lvl6pPr lvl="5">
              <a:spcBef>
                <a:spcPts val="0"/>
              </a:spcBef>
              <a:spcAft>
                <a:spcPts val="0"/>
              </a:spcAft>
              <a:buNone/>
              <a:defRPr>
                <a:solidFill>
                  <a:schemeClr val="lt1"/>
                </a:solidFill>
              </a:defRPr>
            </a:lvl6pPr>
            <a:lvl7pPr lvl="6">
              <a:spcBef>
                <a:spcPts val="0"/>
              </a:spcBef>
              <a:spcAft>
                <a:spcPts val="0"/>
              </a:spcAft>
              <a:buNone/>
              <a:defRPr>
                <a:solidFill>
                  <a:schemeClr val="lt1"/>
                </a:solidFill>
              </a:defRPr>
            </a:lvl7pPr>
            <a:lvl8pPr lvl="7">
              <a:spcBef>
                <a:spcPts val="0"/>
              </a:spcBef>
              <a:spcAft>
                <a:spcPts val="0"/>
              </a:spcAft>
              <a:buNone/>
              <a:defRPr>
                <a:solidFill>
                  <a:schemeClr val="lt1"/>
                </a:solidFill>
              </a:defRPr>
            </a:lvl8pPr>
            <a:lvl9pPr lvl="8">
              <a:spcBef>
                <a:spcPts val="0"/>
              </a:spcBef>
              <a:spcAft>
                <a:spcPts val="0"/>
              </a:spcAft>
              <a:buNone/>
              <a:defRPr>
                <a:solidFill>
                  <a:schemeClr val="lt1"/>
                </a:solidFill>
              </a:defRPr>
            </a:lvl9pPr>
          </a:lstStyle>
          <a:p/>
        </p:txBody>
      </p:sp>
      <p:sp>
        <p:nvSpPr>
          <p:cNvPr id="2564" name="Google Shape;2564;p571"/>
          <p:cNvSpPr txBox="1"/>
          <p:nvPr>
            <p:ph idx="12" type="sldNum"/>
          </p:nvPr>
        </p:nvSpPr>
        <p:spPr>
          <a:xfrm>
            <a:off x="8280600" y="254000"/>
            <a:ext cx="386400" cy="254100"/>
          </a:xfrm>
          <a:prstGeom prst="rect">
            <a:avLst/>
          </a:prstGeom>
          <a:noFill/>
          <a:ln>
            <a:noFill/>
          </a:ln>
        </p:spPr>
        <p:txBody>
          <a:bodyPr anchorCtr="0" anchor="t" bIns="0" lIns="0" spcFirstLastPara="1" rIns="0" wrap="square" tIns="0">
            <a:noAutofit/>
          </a:bodyPr>
          <a:lstStyle>
            <a:lvl1pPr lvl="0" algn="r">
              <a:buClr>
                <a:schemeClr val="lt1"/>
              </a:buClr>
              <a:buSzPts val="800"/>
              <a:buNone/>
              <a:defRPr sz="800">
                <a:solidFill>
                  <a:schemeClr val="lt1"/>
                </a:solidFill>
                <a:latin typeface="IBM Plex Sans"/>
                <a:ea typeface="IBM Plex Sans"/>
                <a:cs typeface="IBM Plex Sans"/>
                <a:sym typeface="IBM Plex Sans"/>
              </a:defRPr>
            </a:lvl1pPr>
            <a:lvl2pPr lvl="1" algn="r">
              <a:buClr>
                <a:schemeClr val="lt1"/>
              </a:buClr>
              <a:buSzPts val="800"/>
              <a:buNone/>
              <a:defRPr sz="800">
                <a:solidFill>
                  <a:schemeClr val="lt1"/>
                </a:solidFill>
                <a:latin typeface="IBM Plex Sans"/>
                <a:ea typeface="IBM Plex Sans"/>
                <a:cs typeface="IBM Plex Sans"/>
                <a:sym typeface="IBM Plex Sans"/>
              </a:defRPr>
            </a:lvl2pPr>
            <a:lvl3pPr lvl="2" algn="r">
              <a:buClr>
                <a:schemeClr val="lt1"/>
              </a:buClr>
              <a:buSzPts val="800"/>
              <a:buNone/>
              <a:defRPr sz="800">
                <a:solidFill>
                  <a:schemeClr val="lt1"/>
                </a:solidFill>
                <a:latin typeface="IBM Plex Sans"/>
                <a:ea typeface="IBM Plex Sans"/>
                <a:cs typeface="IBM Plex Sans"/>
                <a:sym typeface="IBM Plex Sans"/>
              </a:defRPr>
            </a:lvl3pPr>
            <a:lvl4pPr lvl="3" algn="r">
              <a:buClr>
                <a:schemeClr val="lt1"/>
              </a:buClr>
              <a:buSzPts val="800"/>
              <a:buNone/>
              <a:defRPr sz="800">
                <a:solidFill>
                  <a:schemeClr val="lt1"/>
                </a:solidFill>
                <a:latin typeface="IBM Plex Sans"/>
                <a:ea typeface="IBM Plex Sans"/>
                <a:cs typeface="IBM Plex Sans"/>
                <a:sym typeface="IBM Plex Sans"/>
              </a:defRPr>
            </a:lvl4pPr>
            <a:lvl5pPr lvl="4" algn="r">
              <a:buClr>
                <a:schemeClr val="lt1"/>
              </a:buClr>
              <a:buSzPts val="800"/>
              <a:buNone/>
              <a:defRPr sz="800">
                <a:solidFill>
                  <a:schemeClr val="lt1"/>
                </a:solidFill>
                <a:latin typeface="IBM Plex Sans"/>
                <a:ea typeface="IBM Plex Sans"/>
                <a:cs typeface="IBM Plex Sans"/>
                <a:sym typeface="IBM Plex Sans"/>
              </a:defRPr>
            </a:lvl5pPr>
            <a:lvl6pPr lvl="5" algn="r">
              <a:buClr>
                <a:schemeClr val="lt1"/>
              </a:buClr>
              <a:buSzPts val="800"/>
              <a:buNone/>
              <a:defRPr sz="800">
                <a:solidFill>
                  <a:schemeClr val="lt1"/>
                </a:solidFill>
                <a:latin typeface="IBM Plex Sans"/>
                <a:ea typeface="IBM Plex Sans"/>
                <a:cs typeface="IBM Plex Sans"/>
                <a:sym typeface="IBM Plex Sans"/>
              </a:defRPr>
            </a:lvl6pPr>
            <a:lvl7pPr lvl="6" algn="r">
              <a:buClr>
                <a:schemeClr val="lt1"/>
              </a:buClr>
              <a:buSzPts val="800"/>
              <a:buNone/>
              <a:defRPr sz="800">
                <a:solidFill>
                  <a:schemeClr val="lt1"/>
                </a:solidFill>
                <a:latin typeface="IBM Plex Sans"/>
                <a:ea typeface="IBM Plex Sans"/>
                <a:cs typeface="IBM Plex Sans"/>
                <a:sym typeface="IBM Plex Sans"/>
              </a:defRPr>
            </a:lvl7pPr>
            <a:lvl8pPr lvl="7" algn="r">
              <a:buClr>
                <a:schemeClr val="lt1"/>
              </a:buClr>
              <a:buSzPts val="800"/>
              <a:buNone/>
              <a:defRPr sz="800">
                <a:solidFill>
                  <a:schemeClr val="lt1"/>
                </a:solidFill>
                <a:latin typeface="IBM Plex Sans"/>
                <a:ea typeface="IBM Plex Sans"/>
                <a:cs typeface="IBM Plex Sans"/>
                <a:sym typeface="IBM Plex Sans"/>
              </a:defRPr>
            </a:lvl8pPr>
            <a:lvl9pPr lvl="8" algn="r">
              <a:buClr>
                <a:schemeClr val="lt1"/>
              </a:buClr>
              <a:buSzPts val="800"/>
              <a:buNone/>
              <a:defRPr sz="800">
                <a:solidFill>
                  <a:schemeClr val="lt1"/>
                </a:solidFill>
                <a:latin typeface="IBM Plex Sans"/>
                <a:ea typeface="IBM Plex Sans"/>
                <a:cs typeface="IBM Plex Sans"/>
                <a:sym typeface="IBM Plex Sans"/>
              </a:defRPr>
            </a:lvl9pPr>
          </a:lstStyle>
          <a:p>
            <a:pPr indent="-50800" lvl="0" marL="0" rtl="0" algn="r">
              <a:spcBef>
                <a:spcPts val="0"/>
              </a:spcBef>
              <a:spcAft>
                <a:spcPts val="0"/>
              </a:spcAft>
              <a:buClr>
                <a:schemeClr val="lt1"/>
              </a:buClr>
              <a:buSzPts val="800"/>
              <a:buFont typeface="IBM Plex Sans"/>
              <a:buNone/>
            </a:pPr>
            <a:fld id="{00000000-1234-1234-1234-123412341234}" type="slidenum">
              <a:rPr lang="en"/>
              <a:t>‹#›</a:t>
            </a:fld>
            <a:endParaRPr/>
          </a:p>
        </p:txBody>
      </p:sp>
      <p:sp>
        <p:nvSpPr>
          <p:cNvPr id="2565" name="Google Shape;2565;p571"/>
          <p:cNvSpPr txBox="1"/>
          <p:nvPr>
            <p:ph idx="13" type="subTitle"/>
          </p:nvPr>
        </p:nvSpPr>
        <p:spPr>
          <a:xfrm>
            <a:off x="6802800" y="256333"/>
            <a:ext cx="1050600" cy="162000"/>
          </a:xfrm>
          <a:prstGeom prst="rect">
            <a:avLst/>
          </a:prstGeom>
        </p:spPr>
        <p:txBody>
          <a:bodyPr anchorCtr="0" anchor="t" bIns="0" lIns="0" spcFirstLastPara="1" rIns="0" wrap="square" tIns="0">
            <a:spAutoFit/>
          </a:bodyPr>
          <a:lstStyle>
            <a:lvl1pPr lvl="0" algn="r">
              <a:spcBef>
                <a:spcPts val="0"/>
              </a:spcBef>
              <a:spcAft>
                <a:spcPts val="0"/>
              </a:spcAft>
              <a:buClr>
                <a:schemeClr val="lt1"/>
              </a:buClr>
              <a:buSzPts val="800"/>
              <a:buFont typeface="IBM Plex Sans"/>
              <a:buNone/>
              <a:defRPr sz="800">
                <a:solidFill>
                  <a:schemeClr val="lt1"/>
                </a:solidFill>
              </a:defRPr>
            </a:lvl1pPr>
            <a:lvl2pPr lvl="1" algn="r">
              <a:spcBef>
                <a:spcPts val="800"/>
              </a:spcBef>
              <a:spcAft>
                <a:spcPts val="0"/>
              </a:spcAft>
              <a:buClr>
                <a:schemeClr val="lt1"/>
              </a:buClr>
              <a:buSzPts val="800"/>
              <a:buFont typeface="IBM Plex Sans"/>
              <a:buNone/>
              <a:defRPr sz="800">
                <a:solidFill>
                  <a:schemeClr val="lt1"/>
                </a:solidFill>
              </a:defRPr>
            </a:lvl2pPr>
            <a:lvl3pPr lvl="2" algn="r">
              <a:spcBef>
                <a:spcPts val="800"/>
              </a:spcBef>
              <a:spcAft>
                <a:spcPts val="0"/>
              </a:spcAft>
              <a:buClr>
                <a:schemeClr val="lt1"/>
              </a:buClr>
              <a:buSzPts val="800"/>
              <a:buFont typeface="IBM Plex Sans"/>
              <a:buNone/>
              <a:defRPr sz="800">
                <a:solidFill>
                  <a:schemeClr val="lt1"/>
                </a:solidFill>
              </a:defRPr>
            </a:lvl3pPr>
            <a:lvl4pPr lvl="3" algn="r">
              <a:spcBef>
                <a:spcPts val="800"/>
              </a:spcBef>
              <a:spcAft>
                <a:spcPts val="0"/>
              </a:spcAft>
              <a:buClr>
                <a:schemeClr val="lt1"/>
              </a:buClr>
              <a:buSzPts val="800"/>
              <a:buFont typeface="IBM Plex Sans"/>
              <a:buNone/>
              <a:defRPr sz="800">
                <a:solidFill>
                  <a:schemeClr val="lt1"/>
                </a:solidFill>
              </a:defRPr>
            </a:lvl4pPr>
            <a:lvl5pPr lvl="4" algn="r">
              <a:spcBef>
                <a:spcPts val="800"/>
              </a:spcBef>
              <a:spcAft>
                <a:spcPts val="0"/>
              </a:spcAft>
              <a:buClr>
                <a:schemeClr val="lt1"/>
              </a:buClr>
              <a:buSzPts val="800"/>
              <a:buFont typeface="IBM Plex Sans"/>
              <a:buNone/>
              <a:defRPr sz="800">
                <a:solidFill>
                  <a:schemeClr val="lt1"/>
                </a:solidFill>
              </a:defRPr>
            </a:lvl5pPr>
            <a:lvl6pPr lvl="5" algn="r">
              <a:spcBef>
                <a:spcPts val="800"/>
              </a:spcBef>
              <a:spcAft>
                <a:spcPts val="0"/>
              </a:spcAft>
              <a:buClr>
                <a:schemeClr val="lt1"/>
              </a:buClr>
              <a:buSzPts val="800"/>
              <a:buFont typeface="IBM Plex Sans"/>
              <a:buNone/>
              <a:defRPr sz="800">
                <a:solidFill>
                  <a:schemeClr val="lt1"/>
                </a:solidFill>
              </a:defRPr>
            </a:lvl6pPr>
            <a:lvl7pPr lvl="6" algn="r">
              <a:spcBef>
                <a:spcPts val="800"/>
              </a:spcBef>
              <a:spcAft>
                <a:spcPts val="0"/>
              </a:spcAft>
              <a:buClr>
                <a:schemeClr val="lt1"/>
              </a:buClr>
              <a:buSzPts val="800"/>
              <a:buFont typeface="IBM Plex Sans"/>
              <a:buNone/>
              <a:defRPr sz="800">
                <a:solidFill>
                  <a:schemeClr val="lt1"/>
                </a:solidFill>
              </a:defRPr>
            </a:lvl7pPr>
            <a:lvl8pPr lvl="7" algn="r">
              <a:spcBef>
                <a:spcPts val="800"/>
              </a:spcBef>
              <a:spcAft>
                <a:spcPts val="0"/>
              </a:spcAft>
              <a:buClr>
                <a:schemeClr val="lt1"/>
              </a:buClr>
              <a:buSzPts val="800"/>
              <a:buFont typeface="IBM Plex Sans"/>
              <a:buNone/>
              <a:defRPr sz="800">
                <a:solidFill>
                  <a:schemeClr val="lt1"/>
                </a:solidFill>
              </a:defRPr>
            </a:lvl8pPr>
            <a:lvl9pPr lvl="8" algn="r">
              <a:spcBef>
                <a:spcPts val="800"/>
              </a:spcBef>
              <a:spcAft>
                <a:spcPts val="800"/>
              </a:spcAft>
              <a:buClr>
                <a:schemeClr val="lt1"/>
              </a:buClr>
              <a:buSzPts val="800"/>
              <a:buFont typeface="IBM Plex Sans"/>
              <a:buNone/>
              <a:defRPr sz="800">
                <a:solidFill>
                  <a:schemeClr val="lt1"/>
                </a:solidFill>
              </a:defRPr>
            </a:lvl9pPr>
          </a:lstStyle>
          <a:p/>
        </p:txBody>
      </p:sp>
      <p:sp>
        <p:nvSpPr>
          <p:cNvPr id="2566" name="Google Shape;2566;p571"/>
          <p:cNvSpPr txBox="1"/>
          <p:nvPr>
            <p:ph idx="14" type="subTitle"/>
          </p:nvPr>
        </p:nvSpPr>
        <p:spPr>
          <a:xfrm>
            <a:off x="436725" y="256333"/>
            <a:ext cx="1893000" cy="254100"/>
          </a:xfrm>
          <a:prstGeom prst="rect">
            <a:avLst/>
          </a:prstGeom>
        </p:spPr>
        <p:txBody>
          <a:bodyPr anchorCtr="0" anchor="t" bIns="0" lIns="0" spcFirstLastPara="1" rIns="91425" wrap="square" tIns="0">
            <a:spAutoFit/>
          </a:bodyPr>
          <a:lstStyle>
            <a:lvl1pPr lvl="0">
              <a:spcBef>
                <a:spcPts val="0"/>
              </a:spcBef>
              <a:spcAft>
                <a:spcPts val="0"/>
              </a:spcAft>
              <a:buClr>
                <a:schemeClr val="lt1"/>
              </a:buClr>
              <a:buSzPts val="800"/>
              <a:buFont typeface="IBM Plex Sans"/>
              <a:buNone/>
              <a:defRPr sz="800">
                <a:solidFill>
                  <a:schemeClr val="lt1"/>
                </a:solidFill>
              </a:defRPr>
            </a:lvl1pPr>
            <a:lvl2pPr lvl="1">
              <a:spcBef>
                <a:spcPts val="800"/>
              </a:spcBef>
              <a:spcAft>
                <a:spcPts val="0"/>
              </a:spcAft>
              <a:buClr>
                <a:schemeClr val="lt1"/>
              </a:buClr>
              <a:buSzPts val="800"/>
              <a:buFont typeface="IBM Plex Sans"/>
              <a:buNone/>
              <a:defRPr sz="800">
                <a:solidFill>
                  <a:schemeClr val="lt1"/>
                </a:solidFill>
              </a:defRPr>
            </a:lvl2pPr>
            <a:lvl3pPr lvl="2">
              <a:spcBef>
                <a:spcPts val="800"/>
              </a:spcBef>
              <a:spcAft>
                <a:spcPts val="0"/>
              </a:spcAft>
              <a:buClr>
                <a:schemeClr val="lt1"/>
              </a:buClr>
              <a:buSzPts val="800"/>
              <a:buFont typeface="IBM Plex Sans"/>
              <a:buNone/>
              <a:defRPr sz="800">
                <a:solidFill>
                  <a:schemeClr val="lt1"/>
                </a:solidFill>
              </a:defRPr>
            </a:lvl3pPr>
            <a:lvl4pPr lvl="3">
              <a:spcBef>
                <a:spcPts val="800"/>
              </a:spcBef>
              <a:spcAft>
                <a:spcPts val="0"/>
              </a:spcAft>
              <a:buClr>
                <a:schemeClr val="lt1"/>
              </a:buClr>
              <a:buSzPts val="800"/>
              <a:buFont typeface="IBM Plex Sans"/>
              <a:buNone/>
              <a:defRPr sz="800">
                <a:solidFill>
                  <a:schemeClr val="lt1"/>
                </a:solidFill>
              </a:defRPr>
            </a:lvl4pPr>
            <a:lvl5pPr lvl="4">
              <a:spcBef>
                <a:spcPts val="800"/>
              </a:spcBef>
              <a:spcAft>
                <a:spcPts val="0"/>
              </a:spcAft>
              <a:buClr>
                <a:schemeClr val="lt1"/>
              </a:buClr>
              <a:buSzPts val="800"/>
              <a:buFont typeface="IBM Plex Sans"/>
              <a:buNone/>
              <a:defRPr sz="800">
                <a:solidFill>
                  <a:schemeClr val="lt1"/>
                </a:solidFill>
              </a:defRPr>
            </a:lvl5pPr>
            <a:lvl6pPr lvl="5">
              <a:spcBef>
                <a:spcPts val="800"/>
              </a:spcBef>
              <a:spcAft>
                <a:spcPts val="0"/>
              </a:spcAft>
              <a:buClr>
                <a:schemeClr val="lt1"/>
              </a:buClr>
              <a:buSzPts val="800"/>
              <a:buFont typeface="IBM Plex Sans"/>
              <a:buNone/>
              <a:defRPr sz="800">
                <a:solidFill>
                  <a:schemeClr val="lt1"/>
                </a:solidFill>
              </a:defRPr>
            </a:lvl6pPr>
            <a:lvl7pPr lvl="6">
              <a:spcBef>
                <a:spcPts val="800"/>
              </a:spcBef>
              <a:spcAft>
                <a:spcPts val="0"/>
              </a:spcAft>
              <a:buClr>
                <a:schemeClr val="lt1"/>
              </a:buClr>
              <a:buSzPts val="800"/>
              <a:buFont typeface="IBM Plex Sans"/>
              <a:buNone/>
              <a:defRPr sz="800">
                <a:solidFill>
                  <a:schemeClr val="lt1"/>
                </a:solidFill>
              </a:defRPr>
            </a:lvl7pPr>
            <a:lvl8pPr lvl="7">
              <a:spcBef>
                <a:spcPts val="800"/>
              </a:spcBef>
              <a:spcAft>
                <a:spcPts val="0"/>
              </a:spcAft>
              <a:buClr>
                <a:schemeClr val="lt1"/>
              </a:buClr>
              <a:buSzPts val="800"/>
              <a:buFont typeface="IBM Plex Sans"/>
              <a:buNone/>
              <a:defRPr sz="800">
                <a:solidFill>
                  <a:schemeClr val="lt1"/>
                </a:solidFill>
              </a:defRPr>
            </a:lvl8pPr>
            <a:lvl9pPr lvl="8">
              <a:spcBef>
                <a:spcPts val="800"/>
              </a:spcBef>
              <a:spcAft>
                <a:spcPts val="800"/>
              </a:spcAft>
              <a:buClr>
                <a:schemeClr val="lt1"/>
              </a:buClr>
              <a:buSzPts val="800"/>
              <a:buFont typeface="IBM Plex Sans"/>
              <a:buNone/>
              <a:defRPr sz="800">
                <a:solidFill>
                  <a:schemeClr val="lt1"/>
                </a:solidFill>
              </a:defRPr>
            </a:lvl9pPr>
          </a:lstStyle>
          <a:p/>
        </p:txBody>
      </p:sp>
    </p:spTree>
  </p:cSld>
  <p:clrMapOvr>
    <a:masterClrMapping/>
  </p:clrMapOvr>
</p:sldLayout>
</file>

<file path=ppt/slideLayouts/slideLayout5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dule index">
  <p:cSld name="CUSTOM_6_1">
    <p:bg>
      <p:bgPr>
        <a:solidFill>
          <a:schemeClr val="dk1"/>
        </a:solidFill>
      </p:bgPr>
    </p:bg>
    <p:spTree>
      <p:nvGrpSpPr>
        <p:cNvPr id="2567" name="Shape 2567"/>
        <p:cNvGrpSpPr/>
        <p:nvPr/>
      </p:nvGrpSpPr>
      <p:grpSpPr>
        <a:xfrm>
          <a:off x="0" y="0"/>
          <a:ext cx="0" cy="0"/>
          <a:chOff x="0" y="0"/>
          <a:chExt cx="0" cy="0"/>
        </a:xfrm>
      </p:grpSpPr>
      <p:sp>
        <p:nvSpPr>
          <p:cNvPr id="2568" name="Google Shape;2568;p572"/>
          <p:cNvSpPr txBox="1"/>
          <p:nvPr>
            <p:ph type="title"/>
          </p:nvPr>
        </p:nvSpPr>
        <p:spPr>
          <a:xfrm>
            <a:off x="571500" y="889002"/>
            <a:ext cx="4000500" cy="633900"/>
          </a:xfrm>
          <a:prstGeom prst="rect">
            <a:avLst/>
          </a:prstGeom>
        </p:spPr>
        <p:txBody>
          <a:bodyPr anchorCtr="0" anchor="ctr" bIns="0" lIns="0" spcFirstLastPara="1" rIns="0" wrap="square" tIns="0">
            <a:normAutofit/>
          </a:bodyPr>
          <a:lstStyle>
            <a:lvl1pPr lvl="0">
              <a:spcBef>
                <a:spcPts val="0"/>
              </a:spcBef>
              <a:spcAft>
                <a:spcPts val="0"/>
              </a:spcAft>
              <a:buClr>
                <a:schemeClr val="lt1"/>
              </a:buClr>
              <a:buSzPts val="3000"/>
              <a:buNone/>
              <a:defRPr b="1">
                <a:solidFill>
                  <a:schemeClr val="lt1"/>
                </a:solidFill>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569" name="Google Shape;2569;p572"/>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959">
          <p15:clr>
            <a:srgbClr val="E46962"/>
          </p15:clr>
        </p15:guide>
      </p15:sldGuideLst>
    </p:ext>
  </p:extLst>
</p:sldLayout>
</file>

<file path=ppt/slideLayouts/slideLayout5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4">
    <p:spTree>
      <p:nvGrpSpPr>
        <p:cNvPr id="2570" name="Shape 2570"/>
        <p:cNvGrpSpPr/>
        <p:nvPr/>
      </p:nvGrpSpPr>
      <p:grpSpPr>
        <a:xfrm>
          <a:off x="0" y="0"/>
          <a:ext cx="0" cy="0"/>
          <a:chOff x="0" y="0"/>
          <a:chExt cx="0" cy="0"/>
        </a:xfrm>
      </p:grpSpPr>
      <p:sp>
        <p:nvSpPr>
          <p:cNvPr id="2571" name="Google Shape;2571;p573"/>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80"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73" Type="http://schemas.openxmlformats.org/officeDocument/2006/relationships/slideLayout" Target="../slideLayouts/slideLayout73.xml"/><Relationship Id="rId72" Type="http://schemas.openxmlformats.org/officeDocument/2006/relationships/slideLayout" Target="../slideLayouts/slideLayout72.xml"/><Relationship Id="rId31" Type="http://schemas.openxmlformats.org/officeDocument/2006/relationships/slideLayout" Target="../slideLayouts/slideLayout31.xml"/><Relationship Id="rId75" Type="http://schemas.openxmlformats.org/officeDocument/2006/relationships/slideLayout" Target="../slideLayouts/slideLayout75.xml"/><Relationship Id="rId30" Type="http://schemas.openxmlformats.org/officeDocument/2006/relationships/slideLayout" Target="../slideLayouts/slideLayout30.xml"/><Relationship Id="rId74" Type="http://schemas.openxmlformats.org/officeDocument/2006/relationships/slideLayout" Target="../slideLayouts/slideLayout74.xml"/><Relationship Id="rId33" Type="http://schemas.openxmlformats.org/officeDocument/2006/relationships/slideLayout" Target="../slideLayouts/slideLayout33.xml"/><Relationship Id="rId77" Type="http://schemas.openxmlformats.org/officeDocument/2006/relationships/slideLayout" Target="../slideLayouts/slideLayout77.xml"/><Relationship Id="rId32" Type="http://schemas.openxmlformats.org/officeDocument/2006/relationships/slideLayout" Target="../slideLayouts/slideLayout32.xml"/><Relationship Id="rId76" Type="http://schemas.openxmlformats.org/officeDocument/2006/relationships/slideLayout" Target="../slideLayouts/slideLayout76.xml"/><Relationship Id="rId35" Type="http://schemas.openxmlformats.org/officeDocument/2006/relationships/slideLayout" Target="../slideLayouts/slideLayout35.xml"/><Relationship Id="rId79" Type="http://schemas.openxmlformats.org/officeDocument/2006/relationships/slideLayout" Target="../slideLayouts/slideLayout79.xml"/><Relationship Id="rId34" Type="http://schemas.openxmlformats.org/officeDocument/2006/relationships/slideLayout" Target="../slideLayouts/slideLayout34.xml"/><Relationship Id="rId78" Type="http://schemas.openxmlformats.org/officeDocument/2006/relationships/slideLayout" Target="../slideLayouts/slideLayout78.xml"/><Relationship Id="rId71" Type="http://schemas.openxmlformats.org/officeDocument/2006/relationships/slideLayout" Target="../slideLayouts/slideLayout71.xml"/><Relationship Id="rId70" Type="http://schemas.openxmlformats.org/officeDocument/2006/relationships/slideLayout" Target="../slideLayouts/slideLayout70.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62" Type="http://schemas.openxmlformats.org/officeDocument/2006/relationships/slideLayout" Target="../slideLayouts/slideLayout62.xml"/><Relationship Id="rId61" Type="http://schemas.openxmlformats.org/officeDocument/2006/relationships/slideLayout" Target="../slideLayouts/slideLayout61.xml"/><Relationship Id="rId20" Type="http://schemas.openxmlformats.org/officeDocument/2006/relationships/slideLayout" Target="../slideLayouts/slideLayout20.xml"/><Relationship Id="rId64" Type="http://schemas.openxmlformats.org/officeDocument/2006/relationships/slideLayout" Target="../slideLayouts/slideLayout64.xml"/><Relationship Id="rId63" Type="http://schemas.openxmlformats.org/officeDocument/2006/relationships/slideLayout" Target="../slideLayouts/slideLayout63.xml"/><Relationship Id="rId22" Type="http://schemas.openxmlformats.org/officeDocument/2006/relationships/slideLayout" Target="../slideLayouts/slideLayout22.xml"/><Relationship Id="rId66" Type="http://schemas.openxmlformats.org/officeDocument/2006/relationships/slideLayout" Target="../slideLayouts/slideLayout66.xml"/><Relationship Id="rId21" Type="http://schemas.openxmlformats.org/officeDocument/2006/relationships/slideLayout" Target="../slideLayouts/slideLayout21.xml"/><Relationship Id="rId65" Type="http://schemas.openxmlformats.org/officeDocument/2006/relationships/slideLayout" Target="../slideLayouts/slideLayout65.xml"/><Relationship Id="rId24" Type="http://schemas.openxmlformats.org/officeDocument/2006/relationships/slideLayout" Target="../slideLayouts/slideLayout24.xml"/><Relationship Id="rId68" Type="http://schemas.openxmlformats.org/officeDocument/2006/relationships/slideLayout" Target="../slideLayouts/slideLayout68.xml"/><Relationship Id="rId23" Type="http://schemas.openxmlformats.org/officeDocument/2006/relationships/slideLayout" Target="../slideLayouts/slideLayout23.xml"/><Relationship Id="rId67" Type="http://schemas.openxmlformats.org/officeDocument/2006/relationships/slideLayout" Target="../slideLayouts/slideLayout67.xml"/><Relationship Id="rId60" Type="http://schemas.openxmlformats.org/officeDocument/2006/relationships/slideLayout" Target="../slideLayouts/slideLayout60.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69" Type="http://schemas.openxmlformats.org/officeDocument/2006/relationships/slideLayout" Target="../slideLayouts/slideLayout6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55" Type="http://schemas.openxmlformats.org/officeDocument/2006/relationships/slideLayout" Target="../slideLayouts/slideLayout55.xml"/><Relationship Id="rId10" Type="http://schemas.openxmlformats.org/officeDocument/2006/relationships/slideLayout" Target="../slideLayouts/slideLayout10.xml"/><Relationship Id="rId54" Type="http://schemas.openxmlformats.org/officeDocument/2006/relationships/slideLayout" Target="../slideLayouts/slideLayout54.xml"/><Relationship Id="rId13" Type="http://schemas.openxmlformats.org/officeDocument/2006/relationships/slideLayout" Target="../slideLayouts/slideLayout13.xml"/><Relationship Id="rId57" Type="http://schemas.openxmlformats.org/officeDocument/2006/relationships/slideLayout" Target="../slideLayouts/slideLayout57.xml"/><Relationship Id="rId12" Type="http://schemas.openxmlformats.org/officeDocument/2006/relationships/slideLayout" Target="../slideLayouts/slideLayout12.xml"/><Relationship Id="rId56" Type="http://schemas.openxmlformats.org/officeDocument/2006/relationships/slideLayout" Target="../slideLayouts/slideLayout56.xml"/><Relationship Id="rId15" Type="http://schemas.openxmlformats.org/officeDocument/2006/relationships/slideLayout" Target="../slideLayouts/slideLayout15.xml"/><Relationship Id="rId59" Type="http://schemas.openxmlformats.org/officeDocument/2006/relationships/slideLayout" Target="../slideLayouts/slideLayout59.xml"/><Relationship Id="rId14" Type="http://schemas.openxmlformats.org/officeDocument/2006/relationships/slideLayout" Target="../slideLayouts/slideLayout14.xml"/><Relationship Id="rId58" Type="http://schemas.openxmlformats.org/officeDocument/2006/relationships/slideLayout" Target="../slideLayouts/slideLayout5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119.xml"/><Relationship Id="rId84" Type="http://schemas.openxmlformats.org/officeDocument/2006/relationships/slideLayout" Target="../slideLayouts/slideLayout163.xml"/><Relationship Id="rId83" Type="http://schemas.openxmlformats.org/officeDocument/2006/relationships/slideLayout" Target="../slideLayouts/slideLayout162.xml"/><Relationship Id="rId42" Type="http://schemas.openxmlformats.org/officeDocument/2006/relationships/slideLayout" Target="../slideLayouts/slideLayout121.xml"/><Relationship Id="rId86" Type="http://schemas.openxmlformats.org/officeDocument/2006/relationships/slideLayout" Target="../slideLayouts/slideLayout165.xml"/><Relationship Id="rId41" Type="http://schemas.openxmlformats.org/officeDocument/2006/relationships/slideLayout" Target="../slideLayouts/slideLayout120.xml"/><Relationship Id="rId85" Type="http://schemas.openxmlformats.org/officeDocument/2006/relationships/slideLayout" Target="../slideLayouts/slideLayout164.xml"/><Relationship Id="rId44" Type="http://schemas.openxmlformats.org/officeDocument/2006/relationships/slideLayout" Target="../slideLayouts/slideLayout123.xml"/><Relationship Id="rId88" Type="http://schemas.openxmlformats.org/officeDocument/2006/relationships/slideLayout" Target="../slideLayouts/slideLayout167.xml"/><Relationship Id="rId43" Type="http://schemas.openxmlformats.org/officeDocument/2006/relationships/slideLayout" Target="../slideLayouts/slideLayout122.xml"/><Relationship Id="rId87" Type="http://schemas.openxmlformats.org/officeDocument/2006/relationships/slideLayout" Target="../slideLayouts/slideLayout166.xml"/><Relationship Id="rId46" Type="http://schemas.openxmlformats.org/officeDocument/2006/relationships/slideLayout" Target="../slideLayouts/slideLayout125.xml"/><Relationship Id="rId45" Type="http://schemas.openxmlformats.org/officeDocument/2006/relationships/slideLayout" Target="../slideLayouts/slideLayout124.xml"/><Relationship Id="rId89" Type="http://schemas.openxmlformats.org/officeDocument/2006/relationships/theme" Target="../theme/theme4.xml"/><Relationship Id="rId80" Type="http://schemas.openxmlformats.org/officeDocument/2006/relationships/slideLayout" Target="../slideLayouts/slideLayout159.xml"/><Relationship Id="rId82" Type="http://schemas.openxmlformats.org/officeDocument/2006/relationships/slideLayout" Target="../slideLayouts/slideLayout161.xml"/><Relationship Id="rId81" Type="http://schemas.openxmlformats.org/officeDocument/2006/relationships/slideLayout" Target="../slideLayouts/slideLayout160.xml"/><Relationship Id="rId1" Type="http://schemas.openxmlformats.org/officeDocument/2006/relationships/slideLayout" Target="../slideLayouts/slideLayout80.xml"/><Relationship Id="rId2" Type="http://schemas.openxmlformats.org/officeDocument/2006/relationships/slideLayout" Target="../slideLayouts/slideLayout81.xml"/><Relationship Id="rId3" Type="http://schemas.openxmlformats.org/officeDocument/2006/relationships/slideLayout" Target="../slideLayouts/slideLayout82.xml"/><Relationship Id="rId4" Type="http://schemas.openxmlformats.org/officeDocument/2006/relationships/slideLayout" Target="../slideLayouts/slideLayout83.xml"/><Relationship Id="rId9" Type="http://schemas.openxmlformats.org/officeDocument/2006/relationships/slideLayout" Target="../slideLayouts/slideLayout88.xml"/><Relationship Id="rId48" Type="http://schemas.openxmlformats.org/officeDocument/2006/relationships/slideLayout" Target="../slideLayouts/slideLayout127.xml"/><Relationship Id="rId47" Type="http://schemas.openxmlformats.org/officeDocument/2006/relationships/slideLayout" Target="../slideLayouts/slideLayout126.xml"/><Relationship Id="rId49" Type="http://schemas.openxmlformats.org/officeDocument/2006/relationships/slideLayout" Target="../slideLayouts/slideLayout128.xml"/><Relationship Id="rId5" Type="http://schemas.openxmlformats.org/officeDocument/2006/relationships/slideLayout" Target="../slideLayouts/slideLayout84.xml"/><Relationship Id="rId6" Type="http://schemas.openxmlformats.org/officeDocument/2006/relationships/slideLayout" Target="../slideLayouts/slideLayout85.xml"/><Relationship Id="rId7" Type="http://schemas.openxmlformats.org/officeDocument/2006/relationships/slideLayout" Target="../slideLayouts/slideLayout86.xml"/><Relationship Id="rId8" Type="http://schemas.openxmlformats.org/officeDocument/2006/relationships/slideLayout" Target="../slideLayouts/slideLayout87.xml"/><Relationship Id="rId73" Type="http://schemas.openxmlformats.org/officeDocument/2006/relationships/slideLayout" Target="../slideLayouts/slideLayout152.xml"/><Relationship Id="rId72" Type="http://schemas.openxmlformats.org/officeDocument/2006/relationships/slideLayout" Target="../slideLayouts/slideLayout151.xml"/><Relationship Id="rId31" Type="http://schemas.openxmlformats.org/officeDocument/2006/relationships/slideLayout" Target="../slideLayouts/slideLayout110.xml"/><Relationship Id="rId75" Type="http://schemas.openxmlformats.org/officeDocument/2006/relationships/slideLayout" Target="../slideLayouts/slideLayout154.xml"/><Relationship Id="rId30" Type="http://schemas.openxmlformats.org/officeDocument/2006/relationships/slideLayout" Target="../slideLayouts/slideLayout109.xml"/><Relationship Id="rId74" Type="http://schemas.openxmlformats.org/officeDocument/2006/relationships/slideLayout" Target="../slideLayouts/slideLayout153.xml"/><Relationship Id="rId33" Type="http://schemas.openxmlformats.org/officeDocument/2006/relationships/slideLayout" Target="../slideLayouts/slideLayout112.xml"/><Relationship Id="rId77" Type="http://schemas.openxmlformats.org/officeDocument/2006/relationships/slideLayout" Target="../slideLayouts/slideLayout156.xml"/><Relationship Id="rId32" Type="http://schemas.openxmlformats.org/officeDocument/2006/relationships/slideLayout" Target="../slideLayouts/slideLayout111.xml"/><Relationship Id="rId76" Type="http://schemas.openxmlformats.org/officeDocument/2006/relationships/slideLayout" Target="../slideLayouts/slideLayout155.xml"/><Relationship Id="rId35" Type="http://schemas.openxmlformats.org/officeDocument/2006/relationships/slideLayout" Target="../slideLayouts/slideLayout114.xml"/><Relationship Id="rId79" Type="http://schemas.openxmlformats.org/officeDocument/2006/relationships/slideLayout" Target="../slideLayouts/slideLayout158.xml"/><Relationship Id="rId34" Type="http://schemas.openxmlformats.org/officeDocument/2006/relationships/slideLayout" Target="../slideLayouts/slideLayout113.xml"/><Relationship Id="rId78" Type="http://schemas.openxmlformats.org/officeDocument/2006/relationships/slideLayout" Target="../slideLayouts/slideLayout157.xml"/><Relationship Id="rId71" Type="http://schemas.openxmlformats.org/officeDocument/2006/relationships/slideLayout" Target="../slideLayouts/slideLayout150.xml"/><Relationship Id="rId70" Type="http://schemas.openxmlformats.org/officeDocument/2006/relationships/slideLayout" Target="../slideLayouts/slideLayout149.xml"/><Relationship Id="rId37" Type="http://schemas.openxmlformats.org/officeDocument/2006/relationships/slideLayout" Target="../slideLayouts/slideLayout116.xml"/><Relationship Id="rId36" Type="http://schemas.openxmlformats.org/officeDocument/2006/relationships/slideLayout" Target="../slideLayouts/slideLayout115.xml"/><Relationship Id="rId39" Type="http://schemas.openxmlformats.org/officeDocument/2006/relationships/slideLayout" Target="../slideLayouts/slideLayout118.xml"/><Relationship Id="rId38" Type="http://schemas.openxmlformats.org/officeDocument/2006/relationships/slideLayout" Target="../slideLayouts/slideLayout117.xml"/><Relationship Id="rId62" Type="http://schemas.openxmlformats.org/officeDocument/2006/relationships/slideLayout" Target="../slideLayouts/slideLayout141.xml"/><Relationship Id="rId61" Type="http://schemas.openxmlformats.org/officeDocument/2006/relationships/slideLayout" Target="../slideLayouts/slideLayout140.xml"/><Relationship Id="rId20" Type="http://schemas.openxmlformats.org/officeDocument/2006/relationships/slideLayout" Target="../slideLayouts/slideLayout99.xml"/><Relationship Id="rId64" Type="http://schemas.openxmlformats.org/officeDocument/2006/relationships/slideLayout" Target="../slideLayouts/slideLayout143.xml"/><Relationship Id="rId63" Type="http://schemas.openxmlformats.org/officeDocument/2006/relationships/slideLayout" Target="../slideLayouts/slideLayout142.xml"/><Relationship Id="rId22" Type="http://schemas.openxmlformats.org/officeDocument/2006/relationships/slideLayout" Target="../slideLayouts/slideLayout101.xml"/><Relationship Id="rId66" Type="http://schemas.openxmlformats.org/officeDocument/2006/relationships/slideLayout" Target="../slideLayouts/slideLayout145.xml"/><Relationship Id="rId21" Type="http://schemas.openxmlformats.org/officeDocument/2006/relationships/slideLayout" Target="../slideLayouts/slideLayout100.xml"/><Relationship Id="rId65" Type="http://schemas.openxmlformats.org/officeDocument/2006/relationships/slideLayout" Target="../slideLayouts/slideLayout144.xml"/><Relationship Id="rId24" Type="http://schemas.openxmlformats.org/officeDocument/2006/relationships/slideLayout" Target="../slideLayouts/slideLayout103.xml"/><Relationship Id="rId68" Type="http://schemas.openxmlformats.org/officeDocument/2006/relationships/slideLayout" Target="../slideLayouts/slideLayout147.xml"/><Relationship Id="rId23" Type="http://schemas.openxmlformats.org/officeDocument/2006/relationships/slideLayout" Target="../slideLayouts/slideLayout102.xml"/><Relationship Id="rId67" Type="http://schemas.openxmlformats.org/officeDocument/2006/relationships/slideLayout" Target="../slideLayouts/slideLayout146.xml"/><Relationship Id="rId60" Type="http://schemas.openxmlformats.org/officeDocument/2006/relationships/slideLayout" Target="../slideLayouts/slideLayout139.xml"/><Relationship Id="rId26" Type="http://schemas.openxmlformats.org/officeDocument/2006/relationships/slideLayout" Target="../slideLayouts/slideLayout105.xml"/><Relationship Id="rId25" Type="http://schemas.openxmlformats.org/officeDocument/2006/relationships/slideLayout" Target="../slideLayouts/slideLayout104.xml"/><Relationship Id="rId69" Type="http://schemas.openxmlformats.org/officeDocument/2006/relationships/slideLayout" Target="../slideLayouts/slideLayout148.xml"/><Relationship Id="rId28" Type="http://schemas.openxmlformats.org/officeDocument/2006/relationships/slideLayout" Target="../slideLayouts/slideLayout107.xml"/><Relationship Id="rId27" Type="http://schemas.openxmlformats.org/officeDocument/2006/relationships/slideLayout" Target="../slideLayouts/slideLayout106.xml"/><Relationship Id="rId29" Type="http://schemas.openxmlformats.org/officeDocument/2006/relationships/slideLayout" Target="../slideLayouts/slideLayout108.xml"/><Relationship Id="rId51" Type="http://schemas.openxmlformats.org/officeDocument/2006/relationships/slideLayout" Target="../slideLayouts/slideLayout130.xml"/><Relationship Id="rId50" Type="http://schemas.openxmlformats.org/officeDocument/2006/relationships/slideLayout" Target="../slideLayouts/slideLayout129.xml"/><Relationship Id="rId53" Type="http://schemas.openxmlformats.org/officeDocument/2006/relationships/slideLayout" Target="../slideLayouts/slideLayout132.xml"/><Relationship Id="rId52" Type="http://schemas.openxmlformats.org/officeDocument/2006/relationships/slideLayout" Target="../slideLayouts/slideLayout131.xml"/><Relationship Id="rId11" Type="http://schemas.openxmlformats.org/officeDocument/2006/relationships/slideLayout" Target="../slideLayouts/slideLayout90.xml"/><Relationship Id="rId55" Type="http://schemas.openxmlformats.org/officeDocument/2006/relationships/slideLayout" Target="../slideLayouts/slideLayout134.xml"/><Relationship Id="rId10" Type="http://schemas.openxmlformats.org/officeDocument/2006/relationships/slideLayout" Target="../slideLayouts/slideLayout89.xml"/><Relationship Id="rId54" Type="http://schemas.openxmlformats.org/officeDocument/2006/relationships/slideLayout" Target="../slideLayouts/slideLayout133.xml"/><Relationship Id="rId13" Type="http://schemas.openxmlformats.org/officeDocument/2006/relationships/slideLayout" Target="../slideLayouts/slideLayout92.xml"/><Relationship Id="rId57" Type="http://schemas.openxmlformats.org/officeDocument/2006/relationships/slideLayout" Target="../slideLayouts/slideLayout136.xml"/><Relationship Id="rId12" Type="http://schemas.openxmlformats.org/officeDocument/2006/relationships/slideLayout" Target="../slideLayouts/slideLayout91.xml"/><Relationship Id="rId56" Type="http://schemas.openxmlformats.org/officeDocument/2006/relationships/slideLayout" Target="../slideLayouts/slideLayout135.xml"/><Relationship Id="rId15" Type="http://schemas.openxmlformats.org/officeDocument/2006/relationships/slideLayout" Target="../slideLayouts/slideLayout94.xml"/><Relationship Id="rId59" Type="http://schemas.openxmlformats.org/officeDocument/2006/relationships/slideLayout" Target="../slideLayouts/slideLayout138.xml"/><Relationship Id="rId14" Type="http://schemas.openxmlformats.org/officeDocument/2006/relationships/slideLayout" Target="../slideLayouts/slideLayout93.xml"/><Relationship Id="rId58" Type="http://schemas.openxmlformats.org/officeDocument/2006/relationships/slideLayout" Target="../slideLayouts/slideLayout137.xml"/><Relationship Id="rId17" Type="http://schemas.openxmlformats.org/officeDocument/2006/relationships/slideLayout" Target="../slideLayouts/slideLayout96.xml"/><Relationship Id="rId16" Type="http://schemas.openxmlformats.org/officeDocument/2006/relationships/slideLayout" Target="../slideLayouts/slideLayout95.xml"/><Relationship Id="rId19" Type="http://schemas.openxmlformats.org/officeDocument/2006/relationships/slideLayout" Target="../slideLayouts/slideLayout98.xml"/><Relationship Id="rId18" Type="http://schemas.openxmlformats.org/officeDocument/2006/relationships/slideLayout" Target="../slideLayouts/slideLayout97.xml"/></Relationships>
</file>

<file path=ppt/slideMasters/_rels/slideMaster3.xml.rels><?xml version="1.0" encoding="UTF-8" standalone="yes"?><Relationships xmlns="http://schemas.openxmlformats.org/package/2006/relationships"><Relationship Id="rId40" Type="http://schemas.openxmlformats.org/officeDocument/2006/relationships/slideLayout" Target="../slideLayouts/slideLayout207.xml"/><Relationship Id="rId84" Type="http://schemas.openxmlformats.org/officeDocument/2006/relationships/slideLayout" Target="../slideLayouts/slideLayout251.xml"/><Relationship Id="rId83" Type="http://schemas.openxmlformats.org/officeDocument/2006/relationships/slideLayout" Target="../slideLayouts/slideLayout250.xml"/><Relationship Id="rId42" Type="http://schemas.openxmlformats.org/officeDocument/2006/relationships/slideLayout" Target="../slideLayouts/slideLayout209.xml"/><Relationship Id="rId86" Type="http://schemas.openxmlformats.org/officeDocument/2006/relationships/slideLayout" Target="../slideLayouts/slideLayout253.xml"/><Relationship Id="rId41" Type="http://schemas.openxmlformats.org/officeDocument/2006/relationships/slideLayout" Target="../slideLayouts/slideLayout208.xml"/><Relationship Id="rId85" Type="http://schemas.openxmlformats.org/officeDocument/2006/relationships/slideLayout" Target="../slideLayouts/slideLayout252.xml"/><Relationship Id="rId44" Type="http://schemas.openxmlformats.org/officeDocument/2006/relationships/slideLayout" Target="../slideLayouts/slideLayout211.xml"/><Relationship Id="rId88" Type="http://schemas.openxmlformats.org/officeDocument/2006/relationships/slideLayout" Target="../slideLayouts/slideLayout255.xml"/><Relationship Id="rId43" Type="http://schemas.openxmlformats.org/officeDocument/2006/relationships/slideLayout" Target="../slideLayouts/slideLayout210.xml"/><Relationship Id="rId87" Type="http://schemas.openxmlformats.org/officeDocument/2006/relationships/slideLayout" Target="../slideLayouts/slideLayout254.xml"/><Relationship Id="rId46" Type="http://schemas.openxmlformats.org/officeDocument/2006/relationships/slideLayout" Target="../slideLayouts/slideLayout213.xml"/><Relationship Id="rId45" Type="http://schemas.openxmlformats.org/officeDocument/2006/relationships/slideLayout" Target="../slideLayouts/slideLayout212.xml"/><Relationship Id="rId89" Type="http://schemas.openxmlformats.org/officeDocument/2006/relationships/slideLayout" Target="../slideLayouts/slideLayout256.xml"/><Relationship Id="rId80" Type="http://schemas.openxmlformats.org/officeDocument/2006/relationships/slideLayout" Target="../slideLayouts/slideLayout247.xml"/><Relationship Id="rId82" Type="http://schemas.openxmlformats.org/officeDocument/2006/relationships/slideLayout" Target="../slideLayouts/slideLayout249.xml"/><Relationship Id="rId81" Type="http://schemas.openxmlformats.org/officeDocument/2006/relationships/slideLayout" Target="../slideLayouts/slideLayout248.xml"/><Relationship Id="rId1" Type="http://schemas.openxmlformats.org/officeDocument/2006/relationships/slideLayout" Target="../slideLayouts/slideLayout168.xml"/><Relationship Id="rId2" Type="http://schemas.openxmlformats.org/officeDocument/2006/relationships/slideLayout" Target="../slideLayouts/slideLayout169.xml"/><Relationship Id="rId3" Type="http://schemas.openxmlformats.org/officeDocument/2006/relationships/slideLayout" Target="../slideLayouts/slideLayout170.xml"/><Relationship Id="rId4" Type="http://schemas.openxmlformats.org/officeDocument/2006/relationships/slideLayout" Target="../slideLayouts/slideLayout171.xml"/><Relationship Id="rId9" Type="http://schemas.openxmlformats.org/officeDocument/2006/relationships/slideLayout" Target="../slideLayouts/slideLayout176.xml"/><Relationship Id="rId48" Type="http://schemas.openxmlformats.org/officeDocument/2006/relationships/slideLayout" Target="../slideLayouts/slideLayout215.xml"/><Relationship Id="rId47" Type="http://schemas.openxmlformats.org/officeDocument/2006/relationships/slideLayout" Target="../slideLayouts/slideLayout214.xml"/><Relationship Id="rId49" Type="http://schemas.openxmlformats.org/officeDocument/2006/relationships/slideLayout" Target="../slideLayouts/slideLayout216.xml"/><Relationship Id="rId5" Type="http://schemas.openxmlformats.org/officeDocument/2006/relationships/slideLayout" Target="../slideLayouts/slideLayout172.xml"/><Relationship Id="rId6" Type="http://schemas.openxmlformats.org/officeDocument/2006/relationships/slideLayout" Target="../slideLayouts/slideLayout173.xml"/><Relationship Id="rId7" Type="http://schemas.openxmlformats.org/officeDocument/2006/relationships/slideLayout" Target="../slideLayouts/slideLayout174.xml"/><Relationship Id="rId8" Type="http://schemas.openxmlformats.org/officeDocument/2006/relationships/slideLayout" Target="../slideLayouts/slideLayout175.xml"/><Relationship Id="rId73" Type="http://schemas.openxmlformats.org/officeDocument/2006/relationships/slideLayout" Target="../slideLayouts/slideLayout240.xml"/><Relationship Id="rId72" Type="http://schemas.openxmlformats.org/officeDocument/2006/relationships/slideLayout" Target="../slideLayouts/slideLayout239.xml"/><Relationship Id="rId31" Type="http://schemas.openxmlformats.org/officeDocument/2006/relationships/slideLayout" Target="../slideLayouts/slideLayout198.xml"/><Relationship Id="rId75" Type="http://schemas.openxmlformats.org/officeDocument/2006/relationships/slideLayout" Target="../slideLayouts/slideLayout242.xml"/><Relationship Id="rId30" Type="http://schemas.openxmlformats.org/officeDocument/2006/relationships/slideLayout" Target="../slideLayouts/slideLayout197.xml"/><Relationship Id="rId74" Type="http://schemas.openxmlformats.org/officeDocument/2006/relationships/slideLayout" Target="../slideLayouts/slideLayout241.xml"/><Relationship Id="rId33" Type="http://schemas.openxmlformats.org/officeDocument/2006/relationships/slideLayout" Target="../slideLayouts/slideLayout200.xml"/><Relationship Id="rId77" Type="http://schemas.openxmlformats.org/officeDocument/2006/relationships/slideLayout" Target="../slideLayouts/slideLayout244.xml"/><Relationship Id="rId32" Type="http://schemas.openxmlformats.org/officeDocument/2006/relationships/slideLayout" Target="../slideLayouts/slideLayout199.xml"/><Relationship Id="rId76" Type="http://schemas.openxmlformats.org/officeDocument/2006/relationships/slideLayout" Target="../slideLayouts/slideLayout243.xml"/><Relationship Id="rId35" Type="http://schemas.openxmlformats.org/officeDocument/2006/relationships/slideLayout" Target="../slideLayouts/slideLayout202.xml"/><Relationship Id="rId79" Type="http://schemas.openxmlformats.org/officeDocument/2006/relationships/slideLayout" Target="../slideLayouts/slideLayout246.xml"/><Relationship Id="rId34" Type="http://schemas.openxmlformats.org/officeDocument/2006/relationships/slideLayout" Target="../slideLayouts/slideLayout201.xml"/><Relationship Id="rId78" Type="http://schemas.openxmlformats.org/officeDocument/2006/relationships/slideLayout" Target="../slideLayouts/slideLayout245.xml"/><Relationship Id="rId71" Type="http://schemas.openxmlformats.org/officeDocument/2006/relationships/slideLayout" Target="../slideLayouts/slideLayout238.xml"/><Relationship Id="rId70" Type="http://schemas.openxmlformats.org/officeDocument/2006/relationships/slideLayout" Target="../slideLayouts/slideLayout237.xml"/><Relationship Id="rId37" Type="http://schemas.openxmlformats.org/officeDocument/2006/relationships/slideLayout" Target="../slideLayouts/slideLayout204.xml"/><Relationship Id="rId36" Type="http://schemas.openxmlformats.org/officeDocument/2006/relationships/slideLayout" Target="../slideLayouts/slideLayout203.xml"/><Relationship Id="rId39" Type="http://schemas.openxmlformats.org/officeDocument/2006/relationships/slideLayout" Target="../slideLayouts/slideLayout206.xml"/><Relationship Id="rId38" Type="http://schemas.openxmlformats.org/officeDocument/2006/relationships/slideLayout" Target="../slideLayouts/slideLayout205.xml"/><Relationship Id="rId62" Type="http://schemas.openxmlformats.org/officeDocument/2006/relationships/slideLayout" Target="../slideLayouts/slideLayout229.xml"/><Relationship Id="rId61" Type="http://schemas.openxmlformats.org/officeDocument/2006/relationships/slideLayout" Target="../slideLayouts/slideLayout228.xml"/><Relationship Id="rId20" Type="http://schemas.openxmlformats.org/officeDocument/2006/relationships/slideLayout" Target="../slideLayouts/slideLayout187.xml"/><Relationship Id="rId64" Type="http://schemas.openxmlformats.org/officeDocument/2006/relationships/slideLayout" Target="../slideLayouts/slideLayout231.xml"/><Relationship Id="rId63" Type="http://schemas.openxmlformats.org/officeDocument/2006/relationships/slideLayout" Target="../slideLayouts/slideLayout230.xml"/><Relationship Id="rId22" Type="http://schemas.openxmlformats.org/officeDocument/2006/relationships/slideLayout" Target="../slideLayouts/slideLayout189.xml"/><Relationship Id="rId66" Type="http://schemas.openxmlformats.org/officeDocument/2006/relationships/slideLayout" Target="../slideLayouts/slideLayout233.xml"/><Relationship Id="rId21" Type="http://schemas.openxmlformats.org/officeDocument/2006/relationships/slideLayout" Target="../slideLayouts/slideLayout188.xml"/><Relationship Id="rId65" Type="http://schemas.openxmlformats.org/officeDocument/2006/relationships/slideLayout" Target="../slideLayouts/slideLayout232.xml"/><Relationship Id="rId24" Type="http://schemas.openxmlformats.org/officeDocument/2006/relationships/slideLayout" Target="../slideLayouts/slideLayout191.xml"/><Relationship Id="rId68" Type="http://schemas.openxmlformats.org/officeDocument/2006/relationships/slideLayout" Target="../slideLayouts/slideLayout235.xml"/><Relationship Id="rId23" Type="http://schemas.openxmlformats.org/officeDocument/2006/relationships/slideLayout" Target="../slideLayouts/slideLayout190.xml"/><Relationship Id="rId67" Type="http://schemas.openxmlformats.org/officeDocument/2006/relationships/slideLayout" Target="../slideLayouts/slideLayout234.xml"/><Relationship Id="rId60" Type="http://schemas.openxmlformats.org/officeDocument/2006/relationships/slideLayout" Target="../slideLayouts/slideLayout227.xml"/><Relationship Id="rId26" Type="http://schemas.openxmlformats.org/officeDocument/2006/relationships/slideLayout" Target="../slideLayouts/slideLayout193.xml"/><Relationship Id="rId25" Type="http://schemas.openxmlformats.org/officeDocument/2006/relationships/slideLayout" Target="../slideLayouts/slideLayout192.xml"/><Relationship Id="rId69" Type="http://schemas.openxmlformats.org/officeDocument/2006/relationships/slideLayout" Target="../slideLayouts/slideLayout236.xml"/><Relationship Id="rId28" Type="http://schemas.openxmlformats.org/officeDocument/2006/relationships/slideLayout" Target="../slideLayouts/slideLayout195.xml"/><Relationship Id="rId27" Type="http://schemas.openxmlformats.org/officeDocument/2006/relationships/slideLayout" Target="../slideLayouts/slideLayout194.xml"/><Relationship Id="rId29" Type="http://schemas.openxmlformats.org/officeDocument/2006/relationships/slideLayout" Target="../slideLayouts/slideLayout196.xml"/><Relationship Id="rId51" Type="http://schemas.openxmlformats.org/officeDocument/2006/relationships/slideLayout" Target="../slideLayouts/slideLayout218.xml"/><Relationship Id="rId50" Type="http://schemas.openxmlformats.org/officeDocument/2006/relationships/slideLayout" Target="../slideLayouts/slideLayout217.xml"/><Relationship Id="rId53" Type="http://schemas.openxmlformats.org/officeDocument/2006/relationships/slideLayout" Target="../slideLayouts/slideLayout220.xml"/><Relationship Id="rId52" Type="http://schemas.openxmlformats.org/officeDocument/2006/relationships/slideLayout" Target="../slideLayouts/slideLayout219.xml"/><Relationship Id="rId11" Type="http://schemas.openxmlformats.org/officeDocument/2006/relationships/slideLayout" Target="../slideLayouts/slideLayout178.xml"/><Relationship Id="rId55" Type="http://schemas.openxmlformats.org/officeDocument/2006/relationships/slideLayout" Target="../slideLayouts/slideLayout222.xml"/><Relationship Id="rId10" Type="http://schemas.openxmlformats.org/officeDocument/2006/relationships/slideLayout" Target="../slideLayouts/slideLayout177.xml"/><Relationship Id="rId54" Type="http://schemas.openxmlformats.org/officeDocument/2006/relationships/slideLayout" Target="../slideLayouts/slideLayout221.xml"/><Relationship Id="rId13" Type="http://schemas.openxmlformats.org/officeDocument/2006/relationships/slideLayout" Target="../slideLayouts/slideLayout180.xml"/><Relationship Id="rId57" Type="http://schemas.openxmlformats.org/officeDocument/2006/relationships/slideLayout" Target="../slideLayouts/slideLayout224.xml"/><Relationship Id="rId12" Type="http://schemas.openxmlformats.org/officeDocument/2006/relationships/slideLayout" Target="../slideLayouts/slideLayout179.xml"/><Relationship Id="rId56" Type="http://schemas.openxmlformats.org/officeDocument/2006/relationships/slideLayout" Target="../slideLayouts/slideLayout223.xml"/><Relationship Id="rId91" Type="http://schemas.openxmlformats.org/officeDocument/2006/relationships/slideLayout" Target="../slideLayouts/slideLayout258.xml"/><Relationship Id="rId90" Type="http://schemas.openxmlformats.org/officeDocument/2006/relationships/slideLayout" Target="../slideLayouts/slideLayout257.xml"/><Relationship Id="rId92" Type="http://schemas.openxmlformats.org/officeDocument/2006/relationships/theme" Target="../theme/theme7.xml"/><Relationship Id="rId15" Type="http://schemas.openxmlformats.org/officeDocument/2006/relationships/slideLayout" Target="../slideLayouts/slideLayout182.xml"/><Relationship Id="rId59" Type="http://schemas.openxmlformats.org/officeDocument/2006/relationships/slideLayout" Target="../slideLayouts/slideLayout226.xml"/><Relationship Id="rId14" Type="http://schemas.openxmlformats.org/officeDocument/2006/relationships/slideLayout" Target="../slideLayouts/slideLayout181.xml"/><Relationship Id="rId58" Type="http://schemas.openxmlformats.org/officeDocument/2006/relationships/slideLayout" Target="../slideLayouts/slideLayout225.xml"/><Relationship Id="rId17" Type="http://schemas.openxmlformats.org/officeDocument/2006/relationships/slideLayout" Target="../slideLayouts/slideLayout184.xml"/><Relationship Id="rId16" Type="http://schemas.openxmlformats.org/officeDocument/2006/relationships/slideLayout" Target="../slideLayouts/slideLayout183.xml"/><Relationship Id="rId19" Type="http://schemas.openxmlformats.org/officeDocument/2006/relationships/slideLayout" Target="../slideLayouts/slideLayout186.xml"/><Relationship Id="rId18" Type="http://schemas.openxmlformats.org/officeDocument/2006/relationships/slideLayout" Target="../slideLayouts/slideLayout185.xml"/></Relationships>
</file>

<file path=ppt/slideMasters/_rels/slideMaster4.xml.rels><?xml version="1.0" encoding="UTF-8" standalone="yes"?><Relationships xmlns="http://schemas.openxmlformats.org/package/2006/relationships"><Relationship Id="rId40" Type="http://schemas.openxmlformats.org/officeDocument/2006/relationships/slideLayout" Target="../slideLayouts/slideLayout298.xml"/><Relationship Id="rId42" Type="http://schemas.openxmlformats.org/officeDocument/2006/relationships/slideLayout" Target="../slideLayouts/slideLayout300.xml"/><Relationship Id="rId41" Type="http://schemas.openxmlformats.org/officeDocument/2006/relationships/slideLayout" Target="../slideLayouts/slideLayout299.xml"/><Relationship Id="rId44" Type="http://schemas.openxmlformats.org/officeDocument/2006/relationships/slideLayout" Target="../slideLayouts/slideLayout302.xml"/><Relationship Id="rId43" Type="http://schemas.openxmlformats.org/officeDocument/2006/relationships/slideLayout" Target="../slideLayouts/slideLayout301.xml"/><Relationship Id="rId46" Type="http://schemas.openxmlformats.org/officeDocument/2006/relationships/slideLayout" Target="../slideLayouts/slideLayout304.xml"/><Relationship Id="rId45" Type="http://schemas.openxmlformats.org/officeDocument/2006/relationships/slideLayout" Target="../slideLayouts/slideLayout303.xml"/><Relationship Id="rId48" Type="http://schemas.openxmlformats.org/officeDocument/2006/relationships/slideLayout" Target="../slideLayouts/slideLayout306.xml"/><Relationship Id="rId47" Type="http://schemas.openxmlformats.org/officeDocument/2006/relationships/slideLayout" Target="../slideLayouts/slideLayout305.xml"/><Relationship Id="rId49" Type="http://schemas.openxmlformats.org/officeDocument/2006/relationships/slideLayout" Target="../slideLayouts/slideLayout307.xml"/><Relationship Id="rId102" Type="http://schemas.openxmlformats.org/officeDocument/2006/relationships/theme" Target="../theme/theme3.xml"/><Relationship Id="rId101" Type="http://schemas.openxmlformats.org/officeDocument/2006/relationships/slideLayout" Target="../slideLayouts/slideLayout359.xml"/><Relationship Id="rId100" Type="http://schemas.openxmlformats.org/officeDocument/2006/relationships/slideLayout" Target="../slideLayouts/slideLayout358.xml"/><Relationship Id="rId31" Type="http://schemas.openxmlformats.org/officeDocument/2006/relationships/slideLayout" Target="../slideLayouts/slideLayout289.xml"/><Relationship Id="rId30" Type="http://schemas.openxmlformats.org/officeDocument/2006/relationships/slideLayout" Target="../slideLayouts/slideLayout288.xml"/><Relationship Id="rId33" Type="http://schemas.openxmlformats.org/officeDocument/2006/relationships/slideLayout" Target="../slideLayouts/slideLayout291.xml"/><Relationship Id="rId32" Type="http://schemas.openxmlformats.org/officeDocument/2006/relationships/slideLayout" Target="../slideLayouts/slideLayout290.xml"/><Relationship Id="rId35" Type="http://schemas.openxmlformats.org/officeDocument/2006/relationships/slideLayout" Target="../slideLayouts/slideLayout293.xml"/><Relationship Id="rId34" Type="http://schemas.openxmlformats.org/officeDocument/2006/relationships/slideLayout" Target="../slideLayouts/slideLayout292.xml"/><Relationship Id="rId37" Type="http://schemas.openxmlformats.org/officeDocument/2006/relationships/slideLayout" Target="../slideLayouts/slideLayout295.xml"/><Relationship Id="rId36" Type="http://schemas.openxmlformats.org/officeDocument/2006/relationships/slideLayout" Target="../slideLayouts/slideLayout294.xml"/><Relationship Id="rId39" Type="http://schemas.openxmlformats.org/officeDocument/2006/relationships/slideLayout" Target="../slideLayouts/slideLayout297.xml"/><Relationship Id="rId38" Type="http://schemas.openxmlformats.org/officeDocument/2006/relationships/slideLayout" Target="../slideLayouts/slideLayout296.xml"/><Relationship Id="rId20" Type="http://schemas.openxmlformats.org/officeDocument/2006/relationships/slideLayout" Target="../slideLayouts/slideLayout278.xml"/><Relationship Id="rId22" Type="http://schemas.openxmlformats.org/officeDocument/2006/relationships/slideLayout" Target="../slideLayouts/slideLayout280.xml"/><Relationship Id="rId21" Type="http://schemas.openxmlformats.org/officeDocument/2006/relationships/slideLayout" Target="../slideLayouts/slideLayout279.xml"/><Relationship Id="rId24" Type="http://schemas.openxmlformats.org/officeDocument/2006/relationships/slideLayout" Target="../slideLayouts/slideLayout282.xml"/><Relationship Id="rId23" Type="http://schemas.openxmlformats.org/officeDocument/2006/relationships/slideLayout" Target="../slideLayouts/slideLayout281.xml"/><Relationship Id="rId26" Type="http://schemas.openxmlformats.org/officeDocument/2006/relationships/slideLayout" Target="../slideLayouts/slideLayout284.xml"/><Relationship Id="rId25" Type="http://schemas.openxmlformats.org/officeDocument/2006/relationships/slideLayout" Target="../slideLayouts/slideLayout283.xml"/><Relationship Id="rId28" Type="http://schemas.openxmlformats.org/officeDocument/2006/relationships/slideLayout" Target="../slideLayouts/slideLayout286.xml"/><Relationship Id="rId27" Type="http://schemas.openxmlformats.org/officeDocument/2006/relationships/slideLayout" Target="../slideLayouts/slideLayout285.xml"/><Relationship Id="rId29" Type="http://schemas.openxmlformats.org/officeDocument/2006/relationships/slideLayout" Target="../slideLayouts/slideLayout287.xml"/><Relationship Id="rId95" Type="http://schemas.openxmlformats.org/officeDocument/2006/relationships/slideLayout" Target="../slideLayouts/slideLayout353.xml"/><Relationship Id="rId94" Type="http://schemas.openxmlformats.org/officeDocument/2006/relationships/slideLayout" Target="../slideLayouts/slideLayout352.xml"/><Relationship Id="rId97" Type="http://schemas.openxmlformats.org/officeDocument/2006/relationships/slideLayout" Target="../slideLayouts/slideLayout355.xml"/><Relationship Id="rId96" Type="http://schemas.openxmlformats.org/officeDocument/2006/relationships/slideLayout" Target="../slideLayouts/slideLayout354.xml"/><Relationship Id="rId11" Type="http://schemas.openxmlformats.org/officeDocument/2006/relationships/slideLayout" Target="../slideLayouts/slideLayout269.xml"/><Relationship Id="rId99" Type="http://schemas.openxmlformats.org/officeDocument/2006/relationships/slideLayout" Target="../slideLayouts/slideLayout357.xml"/><Relationship Id="rId10" Type="http://schemas.openxmlformats.org/officeDocument/2006/relationships/slideLayout" Target="../slideLayouts/slideLayout268.xml"/><Relationship Id="rId98" Type="http://schemas.openxmlformats.org/officeDocument/2006/relationships/slideLayout" Target="../slideLayouts/slideLayout356.xml"/><Relationship Id="rId13" Type="http://schemas.openxmlformats.org/officeDocument/2006/relationships/slideLayout" Target="../slideLayouts/slideLayout271.xml"/><Relationship Id="rId12" Type="http://schemas.openxmlformats.org/officeDocument/2006/relationships/slideLayout" Target="../slideLayouts/slideLayout270.xml"/><Relationship Id="rId91" Type="http://schemas.openxmlformats.org/officeDocument/2006/relationships/slideLayout" Target="../slideLayouts/slideLayout349.xml"/><Relationship Id="rId90" Type="http://schemas.openxmlformats.org/officeDocument/2006/relationships/slideLayout" Target="../slideLayouts/slideLayout348.xml"/><Relationship Id="rId93" Type="http://schemas.openxmlformats.org/officeDocument/2006/relationships/slideLayout" Target="../slideLayouts/slideLayout351.xml"/><Relationship Id="rId92" Type="http://schemas.openxmlformats.org/officeDocument/2006/relationships/slideLayout" Target="../slideLayouts/slideLayout350.xml"/><Relationship Id="rId15" Type="http://schemas.openxmlformats.org/officeDocument/2006/relationships/slideLayout" Target="../slideLayouts/slideLayout273.xml"/><Relationship Id="rId14" Type="http://schemas.openxmlformats.org/officeDocument/2006/relationships/slideLayout" Target="../slideLayouts/slideLayout272.xml"/><Relationship Id="rId17" Type="http://schemas.openxmlformats.org/officeDocument/2006/relationships/slideLayout" Target="../slideLayouts/slideLayout275.xml"/><Relationship Id="rId16" Type="http://schemas.openxmlformats.org/officeDocument/2006/relationships/slideLayout" Target="../slideLayouts/slideLayout274.xml"/><Relationship Id="rId19" Type="http://schemas.openxmlformats.org/officeDocument/2006/relationships/slideLayout" Target="../slideLayouts/slideLayout277.xml"/><Relationship Id="rId18" Type="http://schemas.openxmlformats.org/officeDocument/2006/relationships/slideLayout" Target="../slideLayouts/slideLayout276.xml"/><Relationship Id="rId84" Type="http://schemas.openxmlformats.org/officeDocument/2006/relationships/slideLayout" Target="../slideLayouts/slideLayout342.xml"/><Relationship Id="rId83" Type="http://schemas.openxmlformats.org/officeDocument/2006/relationships/slideLayout" Target="../slideLayouts/slideLayout341.xml"/><Relationship Id="rId86" Type="http://schemas.openxmlformats.org/officeDocument/2006/relationships/slideLayout" Target="../slideLayouts/slideLayout344.xml"/><Relationship Id="rId85" Type="http://schemas.openxmlformats.org/officeDocument/2006/relationships/slideLayout" Target="../slideLayouts/slideLayout343.xml"/><Relationship Id="rId88" Type="http://schemas.openxmlformats.org/officeDocument/2006/relationships/slideLayout" Target="../slideLayouts/slideLayout346.xml"/><Relationship Id="rId87" Type="http://schemas.openxmlformats.org/officeDocument/2006/relationships/slideLayout" Target="../slideLayouts/slideLayout345.xml"/><Relationship Id="rId89" Type="http://schemas.openxmlformats.org/officeDocument/2006/relationships/slideLayout" Target="../slideLayouts/slideLayout347.xml"/><Relationship Id="rId80" Type="http://schemas.openxmlformats.org/officeDocument/2006/relationships/slideLayout" Target="../slideLayouts/slideLayout338.xml"/><Relationship Id="rId82" Type="http://schemas.openxmlformats.org/officeDocument/2006/relationships/slideLayout" Target="../slideLayouts/slideLayout340.xml"/><Relationship Id="rId81" Type="http://schemas.openxmlformats.org/officeDocument/2006/relationships/slideLayout" Target="../slideLayouts/slideLayout339.xml"/><Relationship Id="rId1" Type="http://schemas.openxmlformats.org/officeDocument/2006/relationships/slideLayout" Target="../slideLayouts/slideLayout259.xml"/><Relationship Id="rId2" Type="http://schemas.openxmlformats.org/officeDocument/2006/relationships/slideLayout" Target="../slideLayouts/slideLayout260.xml"/><Relationship Id="rId3" Type="http://schemas.openxmlformats.org/officeDocument/2006/relationships/slideLayout" Target="../slideLayouts/slideLayout261.xml"/><Relationship Id="rId4" Type="http://schemas.openxmlformats.org/officeDocument/2006/relationships/slideLayout" Target="../slideLayouts/slideLayout262.xml"/><Relationship Id="rId9" Type="http://schemas.openxmlformats.org/officeDocument/2006/relationships/slideLayout" Target="../slideLayouts/slideLayout267.xml"/><Relationship Id="rId5" Type="http://schemas.openxmlformats.org/officeDocument/2006/relationships/slideLayout" Target="../slideLayouts/slideLayout263.xml"/><Relationship Id="rId6" Type="http://schemas.openxmlformats.org/officeDocument/2006/relationships/slideLayout" Target="../slideLayouts/slideLayout264.xml"/><Relationship Id="rId7" Type="http://schemas.openxmlformats.org/officeDocument/2006/relationships/slideLayout" Target="../slideLayouts/slideLayout265.xml"/><Relationship Id="rId8" Type="http://schemas.openxmlformats.org/officeDocument/2006/relationships/slideLayout" Target="../slideLayouts/slideLayout266.xml"/><Relationship Id="rId73" Type="http://schemas.openxmlformats.org/officeDocument/2006/relationships/slideLayout" Target="../slideLayouts/slideLayout331.xml"/><Relationship Id="rId72" Type="http://schemas.openxmlformats.org/officeDocument/2006/relationships/slideLayout" Target="../slideLayouts/slideLayout330.xml"/><Relationship Id="rId75" Type="http://schemas.openxmlformats.org/officeDocument/2006/relationships/slideLayout" Target="../slideLayouts/slideLayout333.xml"/><Relationship Id="rId74" Type="http://schemas.openxmlformats.org/officeDocument/2006/relationships/slideLayout" Target="../slideLayouts/slideLayout332.xml"/><Relationship Id="rId77" Type="http://schemas.openxmlformats.org/officeDocument/2006/relationships/slideLayout" Target="../slideLayouts/slideLayout335.xml"/><Relationship Id="rId76" Type="http://schemas.openxmlformats.org/officeDocument/2006/relationships/slideLayout" Target="../slideLayouts/slideLayout334.xml"/><Relationship Id="rId79" Type="http://schemas.openxmlformats.org/officeDocument/2006/relationships/slideLayout" Target="../slideLayouts/slideLayout337.xml"/><Relationship Id="rId78" Type="http://schemas.openxmlformats.org/officeDocument/2006/relationships/slideLayout" Target="../slideLayouts/slideLayout336.xml"/><Relationship Id="rId71" Type="http://schemas.openxmlformats.org/officeDocument/2006/relationships/slideLayout" Target="../slideLayouts/slideLayout329.xml"/><Relationship Id="rId70" Type="http://schemas.openxmlformats.org/officeDocument/2006/relationships/slideLayout" Target="../slideLayouts/slideLayout328.xml"/><Relationship Id="rId62" Type="http://schemas.openxmlformats.org/officeDocument/2006/relationships/slideLayout" Target="../slideLayouts/slideLayout320.xml"/><Relationship Id="rId61" Type="http://schemas.openxmlformats.org/officeDocument/2006/relationships/slideLayout" Target="../slideLayouts/slideLayout319.xml"/><Relationship Id="rId64" Type="http://schemas.openxmlformats.org/officeDocument/2006/relationships/slideLayout" Target="../slideLayouts/slideLayout322.xml"/><Relationship Id="rId63" Type="http://schemas.openxmlformats.org/officeDocument/2006/relationships/slideLayout" Target="../slideLayouts/slideLayout321.xml"/><Relationship Id="rId66" Type="http://schemas.openxmlformats.org/officeDocument/2006/relationships/slideLayout" Target="../slideLayouts/slideLayout324.xml"/><Relationship Id="rId65" Type="http://schemas.openxmlformats.org/officeDocument/2006/relationships/slideLayout" Target="../slideLayouts/slideLayout323.xml"/><Relationship Id="rId68" Type="http://schemas.openxmlformats.org/officeDocument/2006/relationships/slideLayout" Target="../slideLayouts/slideLayout326.xml"/><Relationship Id="rId67" Type="http://schemas.openxmlformats.org/officeDocument/2006/relationships/slideLayout" Target="../slideLayouts/slideLayout325.xml"/><Relationship Id="rId60" Type="http://schemas.openxmlformats.org/officeDocument/2006/relationships/slideLayout" Target="../slideLayouts/slideLayout318.xml"/><Relationship Id="rId69" Type="http://schemas.openxmlformats.org/officeDocument/2006/relationships/slideLayout" Target="../slideLayouts/slideLayout327.xml"/><Relationship Id="rId51" Type="http://schemas.openxmlformats.org/officeDocument/2006/relationships/slideLayout" Target="../slideLayouts/slideLayout309.xml"/><Relationship Id="rId50" Type="http://schemas.openxmlformats.org/officeDocument/2006/relationships/slideLayout" Target="../slideLayouts/slideLayout308.xml"/><Relationship Id="rId53" Type="http://schemas.openxmlformats.org/officeDocument/2006/relationships/slideLayout" Target="../slideLayouts/slideLayout311.xml"/><Relationship Id="rId52" Type="http://schemas.openxmlformats.org/officeDocument/2006/relationships/slideLayout" Target="../slideLayouts/slideLayout310.xml"/><Relationship Id="rId55" Type="http://schemas.openxmlformats.org/officeDocument/2006/relationships/slideLayout" Target="../slideLayouts/slideLayout313.xml"/><Relationship Id="rId54" Type="http://schemas.openxmlformats.org/officeDocument/2006/relationships/slideLayout" Target="../slideLayouts/slideLayout312.xml"/><Relationship Id="rId57" Type="http://schemas.openxmlformats.org/officeDocument/2006/relationships/slideLayout" Target="../slideLayouts/slideLayout315.xml"/><Relationship Id="rId56" Type="http://schemas.openxmlformats.org/officeDocument/2006/relationships/slideLayout" Target="../slideLayouts/slideLayout314.xml"/><Relationship Id="rId59" Type="http://schemas.openxmlformats.org/officeDocument/2006/relationships/slideLayout" Target="../slideLayouts/slideLayout317.xml"/><Relationship Id="rId58" Type="http://schemas.openxmlformats.org/officeDocument/2006/relationships/slideLayout" Target="../slideLayouts/slideLayout316.xml"/></Relationships>
</file>

<file path=ppt/slideMasters/_rels/slideMaster5.xml.rels><?xml version="1.0" encoding="UTF-8" standalone="yes"?><Relationships xmlns="http://schemas.openxmlformats.org/package/2006/relationships"><Relationship Id="rId40" Type="http://schemas.openxmlformats.org/officeDocument/2006/relationships/slideLayout" Target="../slideLayouts/slideLayout399.xml"/><Relationship Id="rId42" Type="http://schemas.openxmlformats.org/officeDocument/2006/relationships/slideLayout" Target="../slideLayouts/slideLayout401.xml"/><Relationship Id="rId41" Type="http://schemas.openxmlformats.org/officeDocument/2006/relationships/slideLayout" Target="../slideLayouts/slideLayout400.xml"/><Relationship Id="rId44" Type="http://schemas.openxmlformats.org/officeDocument/2006/relationships/slideLayout" Target="../slideLayouts/slideLayout403.xml"/><Relationship Id="rId43" Type="http://schemas.openxmlformats.org/officeDocument/2006/relationships/slideLayout" Target="../slideLayouts/slideLayout402.xml"/><Relationship Id="rId46" Type="http://schemas.openxmlformats.org/officeDocument/2006/relationships/slideLayout" Target="../slideLayouts/slideLayout405.xml"/><Relationship Id="rId45" Type="http://schemas.openxmlformats.org/officeDocument/2006/relationships/slideLayout" Target="../slideLayouts/slideLayout404.xml"/><Relationship Id="rId48" Type="http://schemas.openxmlformats.org/officeDocument/2006/relationships/slideLayout" Target="../slideLayouts/slideLayout407.xml"/><Relationship Id="rId47" Type="http://schemas.openxmlformats.org/officeDocument/2006/relationships/slideLayout" Target="../slideLayouts/slideLayout406.xml"/><Relationship Id="rId49" Type="http://schemas.openxmlformats.org/officeDocument/2006/relationships/slideLayout" Target="../slideLayouts/slideLayout408.xml"/><Relationship Id="rId31" Type="http://schemas.openxmlformats.org/officeDocument/2006/relationships/slideLayout" Target="../slideLayouts/slideLayout390.xml"/><Relationship Id="rId30" Type="http://schemas.openxmlformats.org/officeDocument/2006/relationships/slideLayout" Target="../slideLayouts/slideLayout389.xml"/><Relationship Id="rId33" Type="http://schemas.openxmlformats.org/officeDocument/2006/relationships/slideLayout" Target="../slideLayouts/slideLayout392.xml"/><Relationship Id="rId32" Type="http://schemas.openxmlformats.org/officeDocument/2006/relationships/slideLayout" Target="../slideLayouts/slideLayout391.xml"/><Relationship Id="rId35" Type="http://schemas.openxmlformats.org/officeDocument/2006/relationships/slideLayout" Target="../slideLayouts/slideLayout394.xml"/><Relationship Id="rId34" Type="http://schemas.openxmlformats.org/officeDocument/2006/relationships/slideLayout" Target="../slideLayouts/slideLayout393.xml"/><Relationship Id="rId37" Type="http://schemas.openxmlformats.org/officeDocument/2006/relationships/slideLayout" Target="../slideLayouts/slideLayout396.xml"/><Relationship Id="rId36" Type="http://schemas.openxmlformats.org/officeDocument/2006/relationships/slideLayout" Target="../slideLayouts/slideLayout395.xml"/><Relationship Id="rId39" Type="http://schemas.openxmlformats.org/officeDocument/2006/relationships/slideLayout" Target="../slideLayouts/slideLayout398.xml"/><Relationship Id="rId38" Type="http://schemas.openxmlformats.org/officeDocument/2006/relationships/slideLayout" Target="../slideLayouts/slideLayout397.xml"/><Relationship Id="rId20" Type="http://schemas.openxmlformats.org/officeDocument/2006/relationships/slideLayout" Target="../slideLayouts/slideLayout379.xml"/><Relationship Id="rId22" Type="http://schemas.openxmlformats.org/officeDocument/2006/relationships/slideLayout" Target="../slideLayouts/slideLayout381.xml"/><Relationship Id="rId21" Type="http://schemas.openxmlformats.org/officeDocument/2006/relationships/slideLayout" Target="../slideLayouts/slideLayout380.xml"/><Relationship Id="rId24" Type="http://schemas.openxmlformats.org/officeDocument/2006/relationships/slideLayout" Target="../slideLayouts/slideLayout383.xml"/><Relationship Id="rId23" Type="http://schemas.openxmlformats.org/officeDocument/2006/relationships/slideLayout" Target="../slideLayouts/slideLayout382.xml"/><Relationship Id="rId26" Type="http://schemas.openxmlformats.org/officeDocument/2006/relationships/slideLayout" Target="../slideLayouts/slideLayout385.xml"/><Relationship Id="rId25" Type="http://schemas.openxmlformats.org/officeDocument/2006/relationships/slideLayout" Target="../slideLayouts/slideLayout384.xml"/><Relationship Id="rId28" Type="http://schemas.openxmlformats.org/officeDocument/2006/relationships/slideLayout" Target="../slideLayouts/slideLayout387.xml"/><Relationship Id="rId27" Type="http://schemas.openxmlformats.org/officeDocument/2006/relationships/slideLayout" Target="../slideLayouts/slideLayout386.xml"/><Relationship Id="rId29" Type="http://schemas.openxmlformats.org/officeDocument/2006/relationships/slideLayout" Target="../slideLayouts/slideLayout388.xml"/><Relationship Id="rId95" Type="http://schemas.openxmlformats.org/officeDocument/2006/relationships/slideLayout" Target="../slideLayouts/slideLayout454.xml"/><Relationship Id="rId94" Type="http://schemas.openxmlformats.org/officeDocument/2006/relationships/slideLayout" Target="../slideLayouts/slideLayout453.xml"/><Relationship Id="rId96" Type="http://schemas.openxmlformats.org/officeDocument/2006/relationships/theme" Target="../theme/theme8.xml"/><Relationship Id="rId11" Type="http://schemas.openxmlformats.org/officeDocument/2006/relationships/slideLayout" Target="../slideLayouts/slideLayout370.xml"/><Relationship Id="rId10" Type="http://schemas.openxmlformats.org/officeDocument/2006/relationships/slideLayout" Target="../slideLayouts/slideLayout369.xml"/><Relationship Id="rId13" Type="http://schemas.openxmlformats.org/officeDocument/2006/relationships/slideLayout" Target="../slideLayouts/slideLayout372.xml"/><Relationship Id="rId12" Type="http://schemas.openxmlformats.org/officeDocument/2006/relationships/slideLayout" Target="../slideLayouts/slideLayout371.xml"/><Relationship Id="rId91" Type="http://schemas.openxmlformats.org/officeDocument/2006/relationships/slideLayout" Target="../slideLayouts/slideLayout450.xml"/><Relationship Id="rId90" Type="http://schemas.openxmlformats.org/officeDocument/2006/relationships/slideLayout" Target="../slideLayouts/slideLayout449.xml"/><Relationship Id="rId93" Type="http://schemas.openxmlformats.org/officeDocument/2006/relationships/slideLayout" Target="../slideLayouts/slideLayout452.xml"/><Relationship Id="rId92" Type="http://schemas.openxmlformats.org/officeDocument/2006/relationships/slideLayout" Target="../slideLayouts/slideLayout451.xml"/><Relationship Id="rId15" Type="http://schemas.openxmlformats.org/officeDocument/2006/relationships/slideLayout" Target="../slideLayouts/slideLayout374.xml"/><Relationship Id="rId14" Type="http://schemas.openxmlformats.org/officeDocument/2006/relationships/slideLayout" Target="../slideLayouts/slideLayout373.xml"/><Relationship Id="rId17" Type="http://schemas.openxmlformats.org/officeDocument/2006/relationships/slideLayout" Target="../slideLayouts/slideLayout376.xml"/><Relationship Id="rId16" Type="http://schemas.openxmlformats.org/officeDocument/2006/relationships/slideLayout" Target="../slideLayouts/slideLayout375.xml"/><Relationship Id="rId19" Type="http://schemas.openxmlformats.org/officeDocument/2006/relationships/slideLayout" Target="../slideLayouts/slideLayout378.xml"/><Relationship Id="rId18" Type="http://schemas.openxmlformats.org/officeDocument/2006/relationships/slideLayout" Target="../slideLayouts/slideLayout377.xml"/><Relationship Id="rId84" Type="http://schemas.openxmlformats.org/officeDocument/2006/relationships/slideLayout" Target="../slideLayouts/slideLayout443.xml"/><Relationship Id="rId83" Type="http://schemas.openxmlformats.org/officeDocument/2006/relationships/slideLayout" Target="../slideLayouts/slideLayout442.xml"/><Relationship Id="rId86" Type="http://schemas.openxmlformats.org/officeDocument/2006/relationships/slideLayout" Target="../slideLayouts/slideLayout445.xml"/><Relationship Id="rId85" Type="http://schemas.openxmlformats.org/officeDocument/2006/relationships/slideLayout" Target="../slideLayouts/slideLayout444.xml"/><Relationship Id="rId88" Type="http://schemas.openxmlformats.org/officeDocument/2006/relationships/slideLayout" Target="../slideLayouts/slideLayout447.xml"/><Relationship Id="rId87" Type="http://schemas.openxmlformats.org/officeDocument/2006/relationships/slideLayout" Target="../slideLayouts/slideLayout446.xml"/><Relationship Id="rId89" Type="http://schemas.openxmlformats.org/officeDocument/2006/relationships/slideLayout" Target="../slideLayouts/slideLayout448.xml"/><Relationship Id="rId80" Type="http://schemas.openxmlformats.org/officeDocument/2006/relationships/slideLayout" Target="../slideLayouts/slideLayout439.xml"/><Relationship Id="rId82" Type="http://schemas.openxmlformats.org/officeDocument/2006/relationships/slideLayout" Target="../slideLayouts/slideLayout441.xml"/><Relationship Id="rId81" Type="http://schemas.openxmlformats.org/officeDocument/2006/relationships/slideLayout" Target="../slideLayouts/slideLayout440.xml"/><Relationship Id="rId1" Type="http://schemas.openxmlformats.org/officeDocument/2006/relationships/slideLayout" Target="../slideLayouts/slideLayout360.xml"/><Relationship Id="rId2" Type="http://schemas.openxmlformats.org/officeDocument/2006/relationships/slideLayout" Target="../slideLayouts/slideLayout361.xml"/><Relationship Id="rId3" Type="http://schemas.openxmlformats.org/officeDocument/2006/relationships/slideLayout" Target="../slideLayouts/slideLayout362.xml"/><Relationship Id="rId4" Type="http://schemas.openxmlformats.org/officeDocument/2006/relationships/slideLayout" Target="../slideLayouts/slideLayout363.xml"/><Relationship Id="rId9" Type="http://schemas.openxmlformats.org/officeDocument/2006/relationships/slideLayout" Target="../slideLayouts/slideLayout368.xml"/><Relationship Id="rId5" Type="http://schemas.openxmlformats.org/officeDocument/2006/relationships/slideLayout" Target="../slideLayouts/slideLayout364.xml"/><Relationship Id="rId6" Type="http://schemas.openxmlformats.org/officeDocument/2006/relationships/slideLayout" Target="../slideLayouts/slideLayout365.xml"/><Relationship Id="rId7" Type="http://schemas.openxmlformats.org/officeDocument/2006/relationships/slideLayout" Target="../slideLayouts/slideLayout366.xml"/><Relationship Id="rId8" Type="http://schemas.openxmlformats.org/officeDocument/2006/relationships/slideLayout" Target="../slideLayouts/slideLayout367.xml"/><Relationship Id="rId73" Type="http://schemas.openxmlformats.org/officeDocument/2006/relationships/slideLayout" Target="../slideLayouts/slideLayout432.xml"/><Relationship Id="rId72" Type="http://schemas.openxmlformats.org/officeDocument/2006/relationships/slideLayout" Target="../slideLayouts/slideLayout431.xml"/><Relationship Id="rId75" Type="http://schemas.openxmlformats.org/officeDocument/2006/relationships/slideLayout" Target="../slideLayouts/slideLayout434.xml"/><Relationship Id="rId74" Type="http://schemas.openxmlformats.org/officeDocument/2006/relationships/slideLayout" Target="../slideLayouts/slideLayout433.xml"/><Relationship Id="rId77" Type="http://schemas.openxmlformats.org/officeDocument/2006/relationships/slideLayout" Target="../slideLayouts/slideLayout436.xml"/><Relationship Id="rId76" Type="http://schemas.openxmlformats.org/officeDocument/2006/relationships/slideLayout" Target="../slideLayouts/slideLayout435.xml"/><Relationship Id="rId79" Type="http://schemas.openxmlformats.org/officeDocument/2006/relationships/slideLayout" Target="../slideLayouts/slideLayout438.xml"/><Relationship Id="rId78" Type="http://schemas.openxmlformats.org/officeDocument/2006/relationships/slideLayout" Target="../slideLayouts/slideLayout437.xml"/><Relationship Id="rId71" Type="http://schemas.openxmlformats.org/officeDocument/2006/relationships/slideLayout" Target="../slideLayouts/slideLayout430.xml"/><Relationship Id="rId70" Type="http://schemas.openxmlformats.org/officeDocument/2006/relationships/slideLayout" Target="../slideLayouts/slideLayout429.xml"/><Relationship Id="rId62" Type="http://schemas.openxmlformats.org/officeDocument/2006/relationships/slideLayout" Target="../slideLayouts/slideLayout421.xml"/><Relationship Id="rId61" Type="http://schemas.openxmlformats.org/officeDocument/2006/relationships/slideLayout" Target="../slideLayouts/slideLayout420.xml"/><Relationship Id="rId64" Type="http://schemas.openxmlformats.org/officeDocument/2006/relationships/slideLayout" Target="../slideLayouts/slideLayout423.xml"/><Relationship Id="rId63" Type="http://schemas.openxmlformats.org/officeDocument/2006/relationships/slideLayout" Target="../slideLayouts/slideLayout422.xml"/><Relationship Id="rId66" Type="http://schemas.openxmlformats.org/officeDocument/2006/relationships/slideLayout" Target="../slideLayouts/slideLayout425.xml"/><Relationship Id="rId65" Type="http://schemas.openxmlformats.org/officeDocument/2006/relationships/slideLayout" Target="../slideLayouts/slideLayout424.xml"/><Relationship Id="rId68" Type="http://schemas.openxmlformats.org/officeDocument/2006/relationships/slideLayout" Target="../slideLayouts/slideLayout427.xml"/><Relationship Id="rId67" Type="http://schemas.openxmlformats.org/officeDocument/2006/relationships/slideLayout" Target="../slideLayouts/slideLayout426.xml"/><Relationship Id="rId60" Type="http://schemas.openxmlformats.org/officeDocument/2006/relationships/slideLayout" Target="../slideLayouts/slideLayout419.xml"/><Relationship Id="rId69" Type="http://schemas.openxmlformats.org/officeDocument/2006/relationships/slideLayout" Target="../slideLayouts/slideLayout428.xml"/><Relationship Id="rId51" Type="http://schemas.openxmlformats.org/officeDocument/2006/relationships/slideLayout" Target="../slideLayouts/slideLayout410.xml"/><Relationship Id="rId50" Type="http://schemas.openxmlformats.org/officeDocument/2006/relationships/slideLayout" Target="../slideLayouts/slideLayout409.xml"/><Relationship Id="rId53" Type="http://schemas.openxmlformats.org/officeDocument/2006/relationships/slideLayout" Target="../slideLayouts/slideLayout412.xml"/><Relationship Id="rId52" Type="http://schemas.openxmlformats.org/officeDocument/2006/relationships/slideLayout" Target="../slideLayouts/slideLayout411.xml"/><Relationship Id="rId55" Type="http://schemas.openxmlformats.org/officeDocument/2006/relationships/slideLayout" Target="../slideLayouts/slideLayout414.xml"/><Relationship Id="rId54" Type="http://schemas.openxmlformats.org/officeDocument/2006/relationships/slideLayout" Target="../slideLayouts/slideLayout413.xml"/><Relationship Id="rId57" Type="http://schemas.openxmlformats.org/officeDocument/2006/relationships/slideLayout" Target="../slideLayouts/slideLayout416.xml"/><Relationship Id="rId56" Type="http://schemas.openxmlformats.org/officeDocument/2006/relationships/slideLayout" Target="../slideLayouts/slideLayout415.xml"/><Relationship Id="rId59" Type="http://schemas.openxmlformats.org/officeDocument/2006/relationships/slideLayout" Target="../slideLayouts/slideLayout418.xml"/><Relationship Id="rId58" Type="http://schemas.openxmlformats.org/officeDocument/2006/relationships/slideLayout" Target="../slideLayouts/slideLayout417.xml"/></Relationships>
</file>

<file path=ppt/slideMasters/_rels/slideMaster6.xml.rels><?xml version="1.0" encoding="UTF-8" standalone="yes"?><Relationships xmlns="http://schemas.openxmlformats.org/package/2006/relationships"><Relationship Id="rId40" Type="http://schemas.openxmlformats.org/officeDocument/2006/relationships/slideLayout" Target="../slideLayouts/slideLayout494.xml"/><Relationship Id="rId42" Type="http://schemas.openxmlformats.org/officeDocument/2006/relationships/slideLayout" Target="../slideLayouts/slideLayout496.xml"/><Relationship Id="rId41" Type="http://schemas.openxmlformats.org/officeDocument/2006/relationships/slideLayout" Target="../slideLayouts/slideLayout495.xml"/><Relationship Id="rId44" Type="http://schemas.openxmlformats.org/officeDocument/2006/relationships/slideLayout" Target="../slideLayouts/slideLayout498.xml"/><Relationship Id="rId43" Type="http://schemas.openxmlformats.org/officeDocument/2006/relationships/slideLayout" Target="../slideLayouts/slideLayout497.xml"/><Relationship Id="rId46" Type="http://schemas.openxmlformats.org/officeDocument/2006/relationships/slideLayout" Target="../slideLayouts/slideLayout500.xml"/><Relationship Id="rId45" Type="http://schemas.openxmlformats.org/officeDocument/2006/relationships/slideLayout" Target="../slideLayouts/slideLayout499.xml"/><Relationship Id="rId48" Type="http://schemas.openxmlformats.org/officeDocument/2006/relationships/slideLayout" Target="../slideLayouts/slideLayout502.xml"/><Relationship Id="rId47" Type="http://schemas.openxmlformats.org/officeDocument/2006/relationships/slideLayout" Target="../slideLayouts/slideLayout501.xml"/><Relationship Id="rId49" Type="http://schemas.openxmlformats.org/officeDocument/2006/relationships/slideLayout" Target="../slideLayouts/slideLayout503.xml"/><Relationship Id="rId31" Type="http://schemas.openxmlformats.org/officeDocument/2006/relationships/slideLayout" Target="../slideLayouts/slideLayout485.xml"/><Relationship Id="rId30" Type="http://schemas.openxmlformats.org/officeDocument/2006/relationships/slideLayout" Target="../slideLayouts/slideLayout484.xml"/><Relationship Id="rId33" Type="http://schemas.openxmlformats.org/officeDocument/2006/relationships/slideLayout" Target="../slideLayouts/slideLayout487.xml"/><Relationship Id="rId32" Type="http://schemas.openxmlformats.org/officeDocument/2006/relationships/slideLayout" Target="../slideLayouts/slideLayout486.xml"/><Relationship Id="rId35" Type="http://schemas.openxmlformats.org/officeDocument/2006/relationships/slideLayout" Target="../slideLayouts/slideLayout489.xml"/><Relationship Id="rId34" Type="http://schemas.openxmlformats.org/officeDocument/2006/relationships/slideLayout" Target="../slideLayouts/slideLayout488.xml"/><Relationship Id="rId37" Type="http://schemas.openxmlformats.org/officeDocument/2006/relationships/slideLayout" Target="../slideLayouts/slideLayout491.xml"/><Relationship Id="rId36" Type="http://schemas.openxmlformats.org/officeDocument/2006/relationships/slideLayout" Target="../slideLayouts/slideLayout490.xml"/><Relationship Id="rId39" Type="http://schemas.openxmlformats.org/officeDocument/2006/relationships/slideLayout" Target="../slideLayouts/slideLayout493.xml"/><Relationship Id="rId38" Type="http://schemas.openxmlformats.org/officeDocument/2006/relationships/slideLayout" Target="../slideLayouts/slideLayout492.xml"/><Relationship Id="rId20" Type="http://schemas.openxmlformats.org/officeDocument/2006/relationships/slideLayout" Target="../slideLayouts/slideLayout474.xml"/><Relationship Id="rId22" Type="http://schemas.openxmlformats.org/officeDocument/2006/relationships/slideLayout" Target="../slideLayouts/slideLayout476.xml"/><Relationship Id="rId21" Type="http://schemas.openxmlformats.org/officeDocument/2006/relationships/slideLayout" Target="../slideLayouts/slideLayout475.xml"/><Relationship Id="rId24" Type="http://schemas.openxmlformats.org/officeDocument/2006/relationships/slideLayout" Target="../slideLayouts/slideLayout478.xml"/><Relationship Id="rId23" Type="http://schemas.openxmlformats.org/officeDocument/2006/relationships/slideLayout" Target="../slideLayouts/slideLayout477.xml"/><Relationship Id="rId26" Type="http://schemas.openxmlformats.org/officeDocument/2006/relationships/slideLayout" Target="../slideLayouts/slideLayout480.xml"/><Relationship Id="rId25" Type="http://schemas.openxmlformats.org/officeDocument/2006/relationships/slideLayout" Target="../slideLayouts/slideLayout479.xml"/><Relationship Id="rId28" Type="http://schemas.openxmlformats.org/officeDocument/2006/relationships/slideLayout" Target="../slideLayouts/slideLayout482.xml"/><Relationship Id="rId27" Type="http://schemas.openxmlformats.org/officeDocument/2006/relationships/slideLayout" Target="../slideLayouts/slideLayout481.xml"/><Relationship Id="rId29" Type="http://schemas.openxmlformats.org/officeDocument/2006/relationships/slideLayout" Target="../slideLayouts/slideLayout483.xml"/><Relationship Id="rId11" Type="http://schemas.openxmlformats.org/officeDocument/2006/relationships/slideLayout" Target="../slideLayouts/slideLayout465.xml"/><Relationship Id="rId10" Type="http://schemas.openxmlformats.org/officeDocument/2006/relationships/slideLayout" Target="../slideLayouts/slideLayout464.xml"/><Relationship Id="rId13" Type="http://schemas.openxmlformats.org/officeDocument/2006/relationships/slideLayout" Target="../slideLayouts/slideLayout467.xml"/><Relationship Id="rId12" Type="http://schemas.openxmlformats.org/officeDocument/2006/relationships/slideLayout" Target="../slideLayouts/slideLayout466.xml"/><Relationship Id="rId15" Type="http://schemas.openxmlformats.org/officeDocument/2006/relationships/slideLayout" Target="../slideLayouts/slideLayout469.xml"/><Relationship Id="rId14" Type="http://schemas.openxmlformats.org/officeDocument/2006/relationships/slideLayout" Target="../slideLayouts/slideLayout468.xml"/><Relationship Id="rId17" Type="http://schemas.openxmlformats.org/officeDocument/2006/relationships/slideLayout" Target="../slideLayouts/slideLayout471.xml"/><Relationship Id="rId16" Type="http://schemas.openxmlformats.org/officeDocument/2006/relationships/slideLayout" Target="../slideLayouts/slideLayout470.xml"/><Relationship Id="rId19" Type="http://schemas.openxmlformats.org/officeDocument/2006/relationships/slideLayout" Target="../slideLayouts/slideLayout473.xml"/><Relationship Id="rId18" Type="http://schemas.openxmlformats.org/officeDocument/2006/relationships/slideLayout" Target="../slideLayouts/slideLayout472.xml"/><Relationship Id="rId1" Type="http://schemas.openxmlformats.org/officeDocument/2006/relationships/slideLayout" Target="../slideLayouts/slideLayout455.xml"/><Relationship Id="rId2" Type="http://schemas.openxmlformats.org/officeDocument/2006/relationships/slideLayout" Target="../slideLayouts/slideLayout456.xml"/><Relationship Id="rId3" Type="http://schemas.openxmlformats.org/officeDocument/2006/relationships/slideLayout" Target="../slideLayouts/slideLayout457.xml"/><Relationship Id="rId4" Type="http://schemas.openxmlformats.org/officeDocument/2006/relationships/slideLayout" Target="../slideLayouts/slideLayout458.xml"/><Relationship Id="rId9" Type="http://schemas.openxmlformats.org/officeDocument/2006/relationships/slideLayout" Target="../slideLayouts/slideLayout463.xml"/><Relationship Id="rId5" Type="http://schemas.openxmlformats.org/officeDocument/2006/relationships/slideLayout" Target="../slideLayouts/slideLayout459.xml"/><Relationship Id="rId6" Type="http://schemas.openxmlformats.org/officeDocument/2006/relationships/slideLayout" Target="../slideLayouts/slideLayout460.xml"/><Relationship Id="rId7" Type="http://schemas.openxmlformats.org/officeDocument/2006/relationships/slideLayout" Target="../slideLayouts/slideLayout461.xml"/><Relationship Id="rId8" Type="http://schemas.openxmlformats.org/officeDocument/2006/relationships/slideLayout" Target="../slideLayouts/slideLayout462.xml"/><Relationship Id="rId51" Type="http://schemas.openxmlformats.org/officeDocument/2006/relationships/theme" Target="../theme/theme5.xml"/><Relationship Id="rId50" Type="http://schemas.openxmlformats.org/officeDocument/2006/relationships/slideLayout" Target="../slideLayouts/slideLayout504.xml"/></Relationships>
</file>

<file path=ppt/slideMasters/_rels/slideMaster7.xml.rels><?xml version="1.0" encoding="UTF-8" standalone="yes"?><Relationships xmlns="http://schemas.openxmlformats.org/package/2006/relationships"><Relationship Id="rId40" Type="http://schemas.openxmlformats.org/officeDocument/2006/relationships/slideLayout" Target="../slideLayouts/slideLayout544.xml"/><Relationship Id="rId42" Type="http://schemas.openxmlformats.org/officeDocument/2006/relationships/slideLayout" Target="../slideLayouts/slideLayout546.xml"/><Relationship Id="rId41" Type="http://schemas.openxmlformats.org/officeDocument/2006/relationships/slideLayout" Target="../slideLayouts/slideLayout545.xml"/><Relationship Id="rId44" Type="http://schemas.openxmlformats.org/officeDocument/2006/relationships/slideLayout" Target="../slideLayouts/slideLayout548.xml"/><Relationship Id="rId43" Type="http://schemas.openxmlformats.org/officeDocument/2006/relationships/slideLayout" Target="../slideLayouts/slideLayout547.xml"/><Relationship Id="rId46" Type="http://schemas.openxmlformats.org/officeDocument/2006/relationships/slideLayout" Target="../slideLayouts/slideLayout550.xml"/><Relationship Id="rId45" Type="http://schemas.openxmlformats.org/officeDocument/2006/relationships/slideLayout" Target="../slideLayouts/slideLayout549.xml"/><Relationship Id="rId48" Type="http://schemas.openxmlformats.org/officeDocument/2006/relationships/slideLayout" Target="../slideLayouts/slideLayout552.xml"/><Relationship Id="rId47" Type="http://schemas.openxmlformats.org/officeDocument/2006/relationships/slideLayout" Target="../slideLayouts/slideLayout551.xml"/><Relationship Id="rId49" Type="http://schemas.openxmlformats.org/officeDocument/2006/relationships/slideLayout" Target="../slideLayouts/slideLayout553.xml"/><Relationship Id="rId31" Type="http://schemas.openxmlformats.org/officeDocument/2006/relationships/slideLayout" Target="../slideLayouts/slideLayout535.xml"/><Relationship Id="rId30" Type="http://schemas.openxmlformats.org/officeDocument/2006/relationships/slideLayout" Target="../slideLayouts/slideLayout534.xml"/><Relationship Id="rId33" Type="http://schemas.openxmlformats.org/officeDocument/2006/relationships/slideLayout" Target="../slideLayouts/slideLayout537.xml"/><Relationship Id="rId32" Type="http://schemas.openxmlformats.org/officeDocument/2006/relationships/slideLayout" Target="../slideLayouts/slideLayout536.xml"/><Relationship Id="rId35" Type="http://schemas.openxmlformats.org/officeDocument/2006/relationships/slideLayout" Target="../slideLayouts/slideLayout539.xml"/><Relationship Id="rId34" Type="http://schemas.openxmlformats.org/officeDocument/2006/relationships/slideLayout" Target="../slideLayouts/slideLayout538.xml"/><Relationship Id="rId37" Type="http://schemas.openxmlformats.org/officeDocument/2006/relationships/slideLayout" Target="../slideLayouts/slideLayout541.xml"/><Relationship Id="rId36" Type="http://schemas.openxmlformats.org/officeDocument/2006/relationships/slideLayout" Target="../slideLayouts/slideLayout540.xml"/><Relationship Id="rId39" Type="http://schemas.openxmlformats.org/officeDocument/2006/relationships/slideLayout" Target="../slideLayouts/slideLayout543.xml"/><Relationship Id="rId38" Type="http://schemas.openxmlformats.org/officeDocument/2006/relationships/slideLayout" Target="../slideLayouts/slideLayout542.xml"/><Relationship Id="rId20" Type="http://schemas.openxmlformats.org/officeDocument/2006/relationships/slideLayout" Target="../slideLayouts/slideLayout524.xml"/><Relationship Id="rId22" Type="http://schemas.openxmlformats.org/officeDocument/2006/relationships/slideLayout" Target="../slideLayouts/slideLayout526.xml"/><Relationship Id="rId21" Type="http://schemas.openxmlformats.org/officeDocument/2006/relationships/slideLayout" Target="../slideLayouts/slideLayout525.xml"/><Relationship Id="rId24" Type="http://schemas.openxmlformats.org/officeDocument/2006/relationships/slideLayout" Target="../slideLayouts/slideLayout528.xml"/><Relationship Id="rId23" Type="http://schemas.openxmlformats.org/officeDocument/2006/relationships/slideLayout" Target="../slideLayouts/slideLayout527.xml"/><Relationship Id="rId26" Type="http://schemas.openxmlformats.org/officeDocument/2006/relationships/slideLayout" Target="../slideLayouts/slideLayout530.xml"/><Relationship Id="rId25" Type="http://schemas.openxmlformats.org/officeDocument/2006/relationships/slideLayout" Target="../slideLayouts/slideLayout529.xml"/><Relationship Id="rId28" Type="http://schemas.openxmlformats.org/officeDocument/2006/relationships/slideLayout" Target="../slideLayouts/slideLayout532.xml"/><Relationship Id="rId27" Type="http://schemas.openxmlformats.org/officeDocument/2006/relationships/slideLayout" Target="../slideLayouts/slideLayout531.xml"/><Relationship Id="rId29" Type="http://schemas.openxmlformats.org/officeDocument/2006/relationships/slideLayout" Target="../slideLayouts/slideLayout533.xml"/><Relationship Id="rId11" Type="http://schemas.openxmlformats.org/officeDocument/2006/relationships/slideLayout" Target="../slideLayouts/slideLayout515.xml"/><Relationship Id="rId10" Type="http://schemas.openxmlformats.org/officeDocument/2006/relationships/slideLayout" Target="../slideLayouts/slideLayout514.xml"/><Relationship Id="rId13" Type="http://schemas.openxmlformats.org/officeDocument/2006/relationships/slideLayout" Target="../slideLayouts/slideLayout517.xml"/><Relationship Id="rId12" Type="http://schemas.openxmlformats.org/officeDocument/2006/relationships/slideLayout" Target="../slideLayouts/slideLayout516.xml"/><Relationship Id="rId15" Type="http://schemas.openxmlformats.org/officeDocument/2006/relationships/slideLayout" Target="../slideLayouts/slideLayout519.xml"/><Relationship Id="rId14" Type="http://schemas.openxmlformats.org/officeDocument/2006/relationships/slideLayout" Target="../slideLayouts/slideLayout518.xml"/><Relationship Id="rId17" Type="http://schemas.openxmlformats.org/officeDocument/2006/relationships/slideLayout" Target="../slideLayouts/slideLayout521.xml"/><Relationship Id="rId16" Type="http://schemas.openxmlformats.org/officeDocument/2006/relationships/slideLayout" Target="../slideLayouts/slideLayout520.xml"/><Relationship Id="rId19" Type="http://schemas.openxmlformats.org/officeDocument/2006/relationships/slideLayout" Target="../slideLayouts/slideLayout523.xml"/><Relationship Id="rId18" Type="http://schemas.openxmlformats.org/officeDocument/2006/relationships/slideLayout" Target="../slideLayouts/slideLayout522.xml"/><Relationship Id="rId1" Type="http://schemas.openxmlformats.org/officeDocument/2006/relationships/slideLayout" Target="../slideLayouts/slideLayout505.xml"/><Relationship Id="rId2" Type="http://schemas.openxmlformats.org/officeDocument/2006/relationships/slideLayout" Target="../slideLayouts/slideLayout506.xml"/><Relationship Id="rId3" Type="http://schemas.openxmlformats.org/officeDocument/2006/relationships/slideLayout" Target="../slideLayouts/slideLayout507.xml"/><Relationship Id="rId4" Type="http://schemas.openxmlformats.org/officeDocument/2006/relationships/slideLayout" Target="../slideLayouts/slideLayout508.xml"/><Relationship Id="rId9" Type="http://schemas.openxmlformats.org/officeDocument/2006/relationships/slideLayout" Target="../slideLayouts/slideLayout513.xml"/><Relationship Id="rId5" Type="http://schemas.openxmlformats.org/officeDocument/2006/relationships/slideLayout" Target="../slideLayouts/slideLayout509.xml"/><Relationship Id="rId6" Type="http://schemas.openxmlformats.org/officeDocument/2006/relationships/slideLayout" Target="../slideLayouts/slideLayout510.xml"/><Relationship Id="rId7" Type="http://schemas.openxmlformats.org/officeDocument/2006/relationships/slideLayout" Target="../slideLayouts/slideLayout511.xml"/><Relationship Id="rId8" Type="http://schemas.openxmlformats.org/officeDocument/2006/relationships/slideLayout" Target="../slideLayouts/slideLayout512.xml"/><Relationship Id="rId62" Type="http://schemas.openxmlformats.org/officeDocument/2006/relationships/slideLayout" Target="../slideLayouts/slideLayout566.xml"/><Relationship Id="rId61" Type="http://schemas.openxmlformats.org/officeDocument/2006/relationships/slideLayout" Target="../slideLayouts/slideLayout565.xml"/><Relationship Id="rId63" Type="http://schemas.openxmlformats.org/officeDocument/2006/relationships/theme" Target="../theme/theme2.xml"/><Relationship Id="rId60" Type="http://schemas.openxmlformats.org/officeDocument/2006/relationships/slideLayout" Target="../slideLayouts/slideLayout564.xml"/><Relationship Id="rId51" Type="http://schemas.openxmlformats.org/officeDocument/2006/relationships/slideLayout" Target="../slideLayouts/slideLayout555.xml"/><Relationship Id="rId50" Type="http://schemas.openxmlformats.org/officeDocument/2006/relationships/slideLayout" Target="../slideLayouts/slideLayout554.xml"/><Relationship Id="rId53" Type="http://schemas.openxmlformats.org/officeDocument/2006/relationships/slideLayout" Target="../slideLayouts/slideLayout557.xml"/><Relationship Id="rId52" Type="http://schemas.openxmlformats.org/officeDocument/2006/relationships/slideLayout" Target="../slideLayouts/slideLayout556.xml"/><Relationship Id="rId55" Type="http://schemas.openxmlformats.org/officeDocument/2006/relationships/slideLayout" Target="../slideLayouts/slideLayout559.xml"/><Relationship Id="rId54" Type="http://schemas.openxmlformats.org/officeDocument/2006/relationships/slideLayout" Target="../slideLayouts/slideLayout558.xml"/><Relationship Id="rId57" Type="http://schemas.openxmlformats.org/officeDocument/2006/relationships/slideLayout" Target="../slideLayouts/slideLayout561.xml"/><Relationship Id="rId56" Type="http://schemas.openxmlformats.org/officeDocument/2006/relationships/slideLayout" Target="../slideLayouts/slideLayout560.xml"/><Relationship Id="rId59" Type="http://schemas.openxmlformats.org/officeDocument/2006/relationships/slideLayout" Target="../slideLayouts/slideLayout563.xml"/><Relationship Id="rId58" Type="http://schemas.openxmlformats.org/officeDocument/2006/relationships/slideLayout" Target="../slideLayouts/slideLayout56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457197"/>
            <a:ext cx="8229600" cy="636300"/>
          </a:xfrm>
          <a:prstGeom prst="rect">
            <a:avLst/>
          </a:prstGeom>
          <a:noFill/>
          <a:ln>
            <a:noFill/>
          </a:ln>
        </p:spPr>
        <p:txBody>
          <a:bodyPr anchorCtr="0" anchor="ctr" bIns="0" lIns="0" spcFirstLastPara="1" rIns="0" wrap="square" tIns="0">
            <a:spAutoFit/>
          </a:bodyPr>
          <a:lstStyle>
            <a:lvl1pPr lvl="0">
              <a:lnSpc>
                <a:spcPct val="80000"/>
              </a:lnSpc>
              <a:spcBef>
                <a:spcPts val="0"/>
              </a:spcBef>
              <a:spcAft>
                <a:spcPts val="0"/>
              </a:spcAft>
              <a:buClr>
                <a:schemeClr val="dk1"/>
              </a:buClr>
              <a:buSzPts val="3000"/>
              <a:buFont typeface="Poppins Medium"/>
              <a:buNone/>
              <a:defRPr sz="30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000"/>
              <a:buFont typeface="Poppins Medium"/>
              <a:buNone/>
              <a:defRPr sz="30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000"/>
              <a:buFont typeface="Poppins Medium"/>
              <a:buNone/>
              <a:defRPr sz="30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000"/>
              <a:buFont typeface="Poppins Medium"/>
              <a:buNone/>
              <a:defRPr sz="30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000"/>
              <a:buFont typeface="Poppins Medium"/>
              <a:buNone/>
              <a:defRPr sz="30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000"/>
              <a:buFont typeface="Poppins Medium"/>
              <a:buNone/>
              <a:defRPr sz="30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000"/>
              <a:buFont typeface="Poppins Medium"/>
              <a:buNone/>
              <a:defRPr sz="30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000"/>
              <a:buFont typeface="Poppins Medium"/>
              <a:buNone/>
              <a:defRPr sz="30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000"/>
              <a:buFont typeface="Poppins Medium"/>
              <a:buNone/>
              <a:defRPr sz="3000">
                <a:solidFill>
                  <a:schemeClr val="dk1"/>
                </a:solidFill>
                <a:latin typeface="Poppins Medium"/>
                <a:ea typeface="Poppins Medium"/>
                <a:cs typeface="Poppins Medium"/>
                <a:sym typeface="Poppins Medium"/>
              </a:defRPr>
            </a:lvl9pPr>
          </a:lstStyle>
          <a:p/>
        </p:txBody>
      </p:sp>
      <p:sp>
        <p:nvSpPr>
          <p:cNvPr id="7" name="Google Shape;7;p1"/>
          <p:cNvSpPr txBox="1"/>
          <p:nvPr>
            <p:ph idx="1" type="body"/>
          </p:nvPr>
        </p:nvSpPr>
        <p:spPr>
          <a:xfrm>
            <a:off x="457200" y="1524425"/>
            <a:ext cx="8229600" cy="3733500"/>
          </a:xfrm>
          <a:prstGeom prst="rect">
            <a:avLst/>
          </a:prstGeom>
          <a:noFill/>
          <a:ln>
            <a:noFill/>
          </a:ln>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 id="2147483706" r:id="rId59"/>
    <p:sldLayoutId id="2147483707" r:id="rId60"/>
    <p:sldLayoutId id="2147483708" r:id="rId61"/>
    <p:sldLayoutId id="2147483709" r:id="rId62"/>
    <p:sldLayoutId id="2147483710" r:id="rId63"/>
    <p:sldLayoutId id="2147483711" r:id="rId64"/>
    <p:sldLayoutId id="2147483712" r:id="rId65"/>
    <p:sldLayoutId id="2147483713" r:id="rId66"/>
    <p:sldLayoutId id="2147483714" r:id="rId67"/>
    <p:sldLayoutId id="2147483715" r:id="rId68"/>
    <p:sldLayoutId id="2147483716" r:id="rId69"/>
    <p:sldLayoutId id="2147483717" r:id="rId70"/>
    <p:sldLayoutId id="2147483718" r:id="rId71"/>
    <p:sldLayoutId id="2147483719" r:id="rId72"/>
    <p:sldLayoutId id="2147483720" r:id="rId73"/>
    <p:sldLayoutId id="2147483721" r:id="rId74"/>
    <p:sldLayoutId id="2147483722" r:id="rId75"/>
    <p:sldLayoutId id="2147483723" r:id="rId76"/>
    <p:sldLayoutId id="2147483724" r:id="rId77"/>
    <p:sldLayoutId id="2147483725" r:id="rId78"/>
    <p:sldLayoutId id="2147483726" r:id="rId7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
          <p15:clr>
            <a:srgbClr val="E46962"/>
          </p15:clr>
        </p15:guide>
        <p15:guide id="2" orient="horz" pos="288">
          <p15:clr>
            <a:srgbClr val="E46962"/>
          </p15:clr>
        </p15:guide>
        <p15:guide id="3" pos="5472">
          <p15:clr>
            <a:srgbClr val="E46962"/>
          </p15:clr>
        </p15:guide>
        <p15:guide id="4" orient="horz" pos="3312">
          <p15:clr>
            <a:srgbClr val="E46962"/>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352" name="Shape 352"/>
        <p:cNvGrpSpPr/>
        <p:nvPr/>
      </p:nvGrpSpPr>
      <p:grpSpPr>
        <a:xfrm>
          <a:off x="0" y="0"/>
          <a:ext cx="0" cy="0"/>
          <a:chOff x="0" y="0"/>
          <a:chExt cx="0" cy="0"/>
        </a:xfrm>
      </p:grpSpPr>
      <p:sp>
        <p:nvSpPr>
          <p:cNvPr id="353" name="Google Shape;353;p81"/>
          <p:cNvSpPr txBox="1"/>
          <p:nvPr>
            <p:ph type="title"/>
          </p:nvPr>
        </p:nvSpPr>
        <p:spPr>
          <a:xfrm>
            <a:off x="457200" y="457197"/>
            <a:ext cx="8229600" cy="636300"/>
          </a:xfrm>
          <a:prstGeom prst="rect">
            <a:avLst/>
          </a:prstGeom>
          <a:noFill/>
          <a:ln>
            <a:noFill/>
          </a:ln>
        </p:spPr>
        <p:txBody>
          <a:bodyPr anchorCtr="0" anchor="ctr" bIns="0" lIns="0" spcFirstLastPara="1" rIns="0" wrap="square" tIns="0">
            <a:spAutoFit/>
          </a:bodyPr>
          <a:lstStyle>
            <a:lvl1pPr lvl="0">
              <a:lnSpc>
                <a:spcPct val="80000"/>
              </a:lnSpc>
              <a:spcBef>
                <a:spcPts val="0"/>
              </a:spcBef>
              <a:spcAft>
                <a:spcPts val="0"/>
              </a:spcAft>
              <a:buClr>
                <a:schemeClr val="dk1"/>
              </a:buClr>
              <a:buSzPts val="2400"/>
              <a:buFont typeface="Poppins Medium"/>
              <a:buNone/>
              <a:defRPr sz="24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2400"/>
              <a:buFont typeface="Poppins Medium"/>
              <a:buNone/>
              <a:defRPr sz="24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2400"/>
              <a:buFont typeface="Poppins Medium"/>
              <a:buNone/>
              <a:defRPr sz="24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2400"/>
              <a:buFont typeface="Poppins Medium"/>
              <a:buNone/>
              <a:defRPr sz="24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2400"/>
              <a:buFont typeface="Poppins Medium"/>
              <a:buNone/>
              <a:defRPr sz="24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2400"/>
              <a:buFont typeface="Poppins Medium"/>
              <a:buNone/>
              <a:defRPr sz="24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2400"/>
              <a:buFont typeface="Poppins Medium"/>
              <a:buNone/>
              <a:defRPr sz="24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2400"/>
              <a:buFont typeface="Poppins Medium"/>
              <a:buNone/>
              <a:defRPr sz="24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2400"/>
              <a:buFont typeface="Poppins Medium"/>
              <a:buNone/>
              <a:defRPr sz="2400">
                <a:solidFill>
                  <a:schemeClr val="dk1"/>
                </a:solidFill>
                <a:latin typeface="Poppins Medium"/>
                <a:ea typeface="Poppins Medium"/>
                <a:cs typeface="Poppins Medium"/>
                <a:sym typeface="Poppins Medium"/>
              </a:defRPr>
            </a:lvl9pPr>
          </a:lstStyle>
          <a:p/>
        </p:txBody>
      </p:sp>
      <p:sp>
        <p:nvSpPr>
          <p:cNvPr id="354" name="Google Shape;354;p81"/>
          <p:cNvSpPr txBox="1"/>
          <p:nvPr>
            <p:ph idx="1" type="body"/>
          </p:nvPr>
        </p:nvSpPr>
        <p:spPr>
          <a:xfrm>
            <a:off x="457200" y="1524425"/>
            <a:ext cx="8229600" cy="3733500"/>
          </a:xfrm>
          <a:prstGeom prst="rect">
            <a:avLst/>
          </a:prstGeom>
          <a:noFill/>
          <a:ln>
            <a:noFill/>
          </a:ln>
        </p:spPr>
        <p:txBody>
          <a:bodyPr anchorCtr="0" anchor="t" bIns="0" lIns="0" spcFirstLastPara="1" rIns="0" wrap="square" tIns="0">
            <a:sp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Tree>
  </p:cSld>
  <p:clrMap accent1="accent1" accent2="accent2" accent3="accent3" accent4="accent4" accent5="accent5" accent6="accent6" bg1="lt1" bg2="dk2" tx1="dk1" tx2="lt2" folHlink="folHlink" hlink="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 id="2147483739" r:id="rId13"/>
    <p:sldLayoutId id="2147483740" r:id="rId14"/>
    <p:sldLayoutId id="2147483741" r:id="rId15"/>
    <p:sldLayoutId id="2147483742" r:id="rId16"/>
    <p:sldLayoutId id="2147483743" r:id="rId17"/>
    <p:sldLayoutId id="2147483744" r:id="rId18"/>
    <p:sldLayoutId id="2147483745" r:id="rId19"/>
    <p:sldLayoutId id="2147483746" r:id="rId20"/>
    <p:sldLayoutId id="2147483747" r:id="rId21"/>
    <p:sldLayoutId id="2147483748" r:id="rId22"/>
    <p:sldLayoutId id="2147483749" r:id="rId23"/>
    <p:sldLayoutId id="2147483750" r:id="rId24"/>
    <p:sldLayoutId id="2147483751" r:id="rId25"/>
    <p:sldLayoutId id="2147483752" r:id="rId26"/>
    <p:sldLayoutId id="2147483753" r:id="rId27"/>
    <p:sldLayoutId id="2147483754" r:id="rId28"/>
    <p:sldLayoutId id="2147483755" r:id="rId29"/>
    <p:sldLayoutId id="2147483756" r:id="rId30"/>
    <p:sldLayoutId id="2147483757" r:id="rId31"/>
    <p:sldLayoutId id="2147483758" r:id="rId32"/>
    <p:sldLayoutId id="2147483759" r:id="rId33"/>
    <p:sldLayoutId id="2147483760" r:id="rId34"/>
    <p:sldLayoutId id="2147483761" r:id="rId35"/>
    <p:sldLayoutId id="2147483762" r:id="rId36"/>
    <p:sldLayoutId id="2147483763" r:id="rId37"/>
    <p:sldLayoutId id="2147483764" r:id="rId38"/>
    <p:sldLayoutId id="2147483765" r:id="rId39"/>
    <p:sldLayoutId id="2147483766" r:id="rId40"/>
    <p:sldLayoutId id="2147483767" r:id="rId41"/>
    <p:sldLayoutId id="2147483768" r:id="rId42"/>
    <p:sldLayoutId id="2147483769" r:id="rId43"/>
    <p:sldLayoutId id="2147483770" r:id="rId44"/>
    <p:sldLayoutId id="2147483771" r:id="rId45"/>
    <p:sldLayoutId id="2147483772" r:id="rId46"/>
    <p:sldLayoutId id="2147483773" r:id="rId47"/>
    <p:sldLayoutId id="2147483774" r:id="rId48"/>
    <p:sldLayoutId id="2147483775" r:id="rId49"/>
    <p:sldLayoutId id="2147483776" r:id="rId50"/>
    <p:sldLayoutId id="2147483777" r:id="rId51"/>
    <p:sldLayoutId id="2147483778" r:id="rId52"/>
    <p:sldLayoutId id="2147483779" r:id="rId53"/>
    <p:sldLayoutId id="2147483780" r:id="rId54"/>
    <p:sldLayoutId id="2147483781" r:id="rId55"/>
    <p:sldLayoutId id="2147483782" r:id="rId56"/>
    <p:sldLayoutId id="2147483783" r:id="rId57"/>
    <p:sldLayoutId id="2147483784" r:id="rId58"/>
    <p:sldLayoutId id="2147483785" r:id="rId59"/>
    <p:sldLayoutId id="2147483786" r:id="rId60"/>
    <p:sldLayoutId id="2147483787" r:id="rId61"/>
    <p:sldLayoutId id="2147483788" r:id="rId62"/>
    <p:sldLayoutId id="2147483789" r:id="rId63"/>
    <p:sldLayoutId id="2147483790" r:id="rId64"/>
    <p:sldLayoutId id="2147483791" r:id="rId65"/>
    <p:sldLayoutId id="2147483792" r:id="rId66"/>
    <p:sldLayoutId id="2147483793" r:id="rId67"/>
    <p:sldLayoutId id="2147483794" r:id="rId68"/>
    <p:sldLayoutId id="2147483795" r:id="rId69"/>
    <p:sldLayoutId id="2147483796" r:id="rId70"/>
    <p:sldLayoutId id="2147483797" r:id="rId71"/>
    <p:sldLayoutId id="2147483798" r:id="rId72"/>
    <p:sldLayoutId id="2147483799" r:id="rId73"/>
    <p:sldLayoutId id="2147483800" r:id="rId74"/>
    <p:sldLayoutId id="2147483801" r:id="rId75"/>
    <p:sldLayoutId id="2147483802" r:id="rId76"/>
    <p:sldLayoutId id="2147483803" r:id="rId77"/>
    <p:sldLayoutId id="2147483804" r:id="rId78"/>
    <p:sldLayoutId id="2147483805" r:id="rId79"/>
    <p:sldLayoutId id="2147483806" r:id="rId80"/>
    <p:sldLayoutId id="2147483807" r:id="rId81"/>
    <p:sldLayoutId id="2147483808" r:id="rId82"/>
    <p:sldLayoutId id="2147483809" r:id="rId83"/>
    <p:sldLayoutId id="2147483810" r:id="rId84"/>
    <p:sldLayoutId id="2147483811" r:id="rId85"/>
    <p:sldLayoutId id="2147483812" r:id="rId86"/>
    <p:sldLayoutId id="2147483813" r:id="rId87"/>
    <p:sldLayoutId id="2147483814" r:id="rId8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
          <p15:clr>
            <a:srgbClr val="E46962"/>
          </p15:clr>
        </p15:guide>
        <p15:guide id="2" orient="horz" pos="288">
          <p15:clr>
            <a:srgbClr val="E46962"/>
          </p15:clr>
        </p15:guide>
        <p15:guide id="3" pos="5472">
          <p15:clr>
            <a:srgbClr val="E46962"/>
          </p15:clr>
        </p15:guide>
        <p15:guide id="4" orient="horz" pos="3312">
          <p15:clr>
            <a:srgbClr val="E46962"/>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747" name="Shape 747"/>
        <p:cNvGrpSpPr/>
        <p:nvPr/>
      </p:nvGrpSpPr>
      <p:grpSpPr>
        <a:xfrm>
          <a:off x="0" y="0"/>
          <a:ext cx="0" cy="0"/>
          <a:chOff x="0" y="0"/>
          <a:chExt cx="0" cy="0"/>
        </a:xfrm>
      </p:grpSpPr>
      <p:sp>
        <p:nvSpPr>
          <p:cNvPr id="748" name="Google Shape;748;p170"/>
          <p:cNvSpPr txBox="1"/>
          <p:nvPr>
            <p:ph type="title"/>
          </p:nvPr>
        </p:nvSpPr>
        <p:spPr>
          <a:xfrm>
            <a:off x="457200" y="457197"/>
            <a:ext cx="8229600" cy="636300"/>
          </a:xfrm>
          <a:prstGeom prst="rect">
            <a:avLst/>
          </a:prstGeom>
          <a:noFill/>
          <a:ln>
            <a:noFill/>
          </a:ln>
        </p:spPr>
        <p:txBody>
          <a:bodyPr anchorCtr="0" anchor="ctr" bIns="0" lIns="0" spcFirstLastPara="1" rIns="0" wrap="square" tIns="0">
            <a:spAutoFit/>
          </a:bodyPr>
          <a:lstStyle>
            <a:lvl1pPr lvl="0">
              <a:lnSpc>
                <a:spcPct val="80000"/>
              </a:lnSpc>
              <a:spcBef>
                <a:spcPts val="0"/>
              </a:spcBef>
              <a:spcAft>
                <a:spcPts val="0"/>
              </a:spcAft>
              <a:buClr>
                <a:schemeClr val="dk1"/>
              </a:buClr>
              <a:buSzPts val="3000"/>
              <a:buFont typeface="Poppins Medium"/>
              <a:buNone/>
              <a:defRPr sz="30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
        <p:nvSpPr>
          <p:cNvPr id="749" name="Google Shape;749;p170"/>
          <p:cNvSpPr txBox="1"/>
          <p:nvPr>
            <p:ph idx="1" type="body"/>
          </p:nvPr>
        </p:nvSpPr>
        <p:spPr>
          <a:xfrm>
            <a:off x="457200" y="1524425"/>
            <a:ext cx="8229600" cy="3733500"/>
          </a:xfrm>
          <a:prstGeom prst="rect">
            <a:avLst/>
          </a:prstGeom>
          <a:noFill/>
          <a:ln>
            <a:noFill/>
          </a:ln>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 accent1="accent1" accent2="accent2" accent3="accent3" accent4="accent4" accent5="accent5" accent6="accent6" bg1="lt1" bg2="dk2" tx1="dk1" tx2="lt2" folHlink="folHlink" hlink="hlink"/>
  <p:sldLayoutIdLst>
    <p:sldLayoutId id="2147483815" r:id="rId1"/>
    <p:sldLayoutId id="2147483816" r:id="rId2"/>
    <p:sldLayoutId id="2147483817" r:id="rId3"/>
    <p:sldLayoutId id="2147483818" r:id="rId4"/>
    <p:sldLayoutId id="2147483819" r:id="rId5"/>
    <p:sldLayoutId id="2147483820" r:id="rId6"/>
    <p:sldLayoutId id="2147483821" r:id="rId7"/>
    <p:sldLayoutId id="2147483822" r:id="rId8"/>
    <p:sldLayoutId id="2147483823" r:id="rId9"/>
    <p:sldLayoutId id="2147483824" r:id="rId10"/>
    <p:sldLayoutId id="2147483825" r:id="rId11"/>
    <p:sldLayoutId id="2147483826" r:id="rId12"/>
    <p:sldLayoutId id="2147483827" r:id="rId13"/>
    <p:sldLayoutId id="2147483828" r:id="rId14"/>
    <p:sldLayoutId id="2147483829" r:id="rId15"/>
    <p:sldLayoutId id="2147483830" r:id="rId16"/>
    <p:sldLayoutId id="2147483831" r:id="rId17"/>
    <p:sldLayoutId id="2147483832" r:id="rId18"/>
    <p:sldLayoutId id="2147483833" r:id="rId19"/>
    <p:sldLayoutId id="2147483834" r:id="rId20"/>
    <p:sldLayoutId id="2147483835" r:id="rId21"/>
    <p:sldLayoutId id="2147483836" r:id="rId22"/>
    <p:sldLayoutId id="2147483837" r:id="rId23"/>
    <p:sldLayoutId id="2147483838" r:id="rId24"/>
    <p:sldLayoutId id="2147483839" r:id="rId25"/>
    <p:sldLayoutId id="2147483840" r:id="rId26"/>
    <p:sldLayoutId id="2147483841" r:id="rId27"/>
    <p:sldLayoutId id="2147483842" r:id="rId28"/>
    <p:sldLayoutId id="2147483843" r:id="rId29"/>
    <p:sldLayoutId id="2147483844" r:id="rId30"/>
    <p:sldLayoutId id="2147483845" r:id="rId31"/>
    <p:sldLayoutId id="2147483846" r:id="rId32"/>
    <p:sldLayoutId id="2147483847" r:id="rId33"/>
    <p:sldLayoutId id="2147483848" r:id="rId34"/>
    <p:sldLayoutId id="2147483849" r:id="rId35"/>
    <p:sldLayoutId id="2147483850" r:id="rId36"/>
    <p:sldLayoutId id="2147483851" r:id="rId37"/>
    <p:sldLayoutId id="2147483852" r:id="rId38"/>
    <p:sldLayoutId id="2147483853" r:id="rId39"/>
    <p:sldLayoutId id="2147483854" r:id="rId40"/>
    <p:sldLayoutId id="2147483855" r:id="rId41"/>
    <p:sldLayoutId id="2147483856" r:id="rId42"/>
    <p:sldLayoutId id="2147483857" r:id="rId43"/>
    <p:sldLayoutId id="2147483858" r:id="rId44"/>
    <p:sldLayoutId id="2147483859" r:id="rId45"/>
    <p:sldLayoutId id="2147483860" r:id="rId46"/>
    <p:sldLayoutId id="2147483861" r:id="rId47"/>
    <p:sldLayoutId id="2147483862" r:id="rId48"/>
    <p:sldLayoutId id="2147483863" r:id="rId49"/>
    <p:sldLayoutId id="2147483864" r:id="rId50"/>
    <p:sldLayoutId id="2147483865" r:id="rId51"/>
    <p:sldLayoutId id="2147483866" r:id="rId52"/>
    <p:sldLayoutId id="2147483867" r:id="rId53"/>
    <p:sldLayoutId id="2147483868" r:id="rId54"/>
    <p:sldLayoutId id="2147483869" r:id="rId55"/>
    <p:sldLayoutId id="2147483870" r:id="rId56"/>
    <p:sldLayoutId id="2147483871" r:id="rId57"/>
    <p:sldLayoutId id="2147483872" r:id="rId58"/>
    <p:sldLayoutId id="2147483873" r:id="rId59"/>
    <p:sldLayoutId id="2147483874" r:id="rId60"/>
    <p:sldLayoutId id="2147483875" r:id="rId61"/>
    <p:sldLayoutId id="2147483876" r:id="rId62"/>
    <p:sldLayoutId id="2147483877" r:id="rId63"/>
    <p:sldLayoutId id="2147483878" r:id="rId64"/>
    <p:sldLayoutId id="2147483879" r:id="rId65"/>
    <p:sldLayoutId id="2147483880" r:id="rId66"/>
    <p:sldLayoutId id="2147483881" r:id="rId67"/>
    <p:sldLayoutId id="2147483882" r:id="rId68"/>
    <p:sldLayoutId id="2147483883" r:id="rId69"/>
    <p:sldLayoutId id="2147483884" r:id="rId70"/>
    <p:sldLayoutId id="2147483885" r:id="rId71"/>
    <p:sldLayoutId id="2147483886" r:id="rId72"/>
    <p:sldLayoutId id="2147483887" r:id="rId73"/>
    <p:sldLayoutId id="2147483888" r:id="rId74"/>
    <p:sldLayoutId id="2147483889" r:id="rId75"/>
    <p:sldLayoutId id="2147483890" r:id="rId76"/>
    <p:sldLayoutId id="2147483891" r:id="rId77"/>
    <p:sldLayoutId id="2147483892" r:id="rId78"/>
    <p:sldLayoutId id="2147483893" r:id="rId79"/>
    <p:sldLayoutId id="2147483894" r:id="rId80"/>
    <p:sldLayoutId id="2147483895" r:id="rId81"/>
    <p:sldLayoutId id="2147483896" r:id="rId82"/>
    <p:sldLayoutId id="2147483897" r:id="rId83"/>
    <p:sldLayoutId id="2147483898" r:id="rId84"/>
    <p:sldLayoutId id="2147483899" r:id="rId85"/>
    <p:sldLayoutId id="2147483900" r:id="rId86"/>
    <p:sldLayoutId id="2147483901" r:id="rId87"/>
    <p:sldLayoutId id="2147483902" r:id="rId88"/>
    <p:sldLayoutId id="2147483903" r:id="rId89"/>
    <p:sldLayoutId id="2147483904" r:id="rId90"/>
    <p:sldLayoutId id="2147483905" r:id="rId9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
          <p15:clr>
            <a:srgbClr val="E46962"/>
          </p15:clr>
        </p15:guide>
        <p15:guide id="2" orient="horz" pos="288">
          <p15:clr>
            <a:srgbClr val="E46962"/>
          </p15:clr>
        </p15:guide>
        <p15:guide id="3" pos="5472">
          <p15:clr>
            <a:srgbClr val="E46962"/>
          </p15:clr>
        </p15:guide>
        <p15:guide id="4" orient="horz" pos="3312">
          <p15:clr>
            <a:srgbClr val="E46962"/>
          </p15:clr>
        </p15:guide>
      </p15:sldGuideLst>
    </p:ext>
  </p:extLst>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149" name="Shape 1149"/>
        <p:cNvGrpSpPr/>
        <p:nvPr/>
      </p:nvGrpSpPr>
      <p:grpSpPr>
        <a:xfrm>
          <a:off x="0" y="0"/>
          <a:ext cx="0" cy="0"/>
          <a:chOff x="0" y="0"/>
          <a:chExt cx="0" cy="0"/>
        </a:xfrm>
      </p:grpSpPr>
      <p:sp>
        <p:nvSpPr>
          <p:cNvPr id="1150" name="Google Shape;1150;p262"/>
          <p:cNvSpPr txBox="1"/>
          <p:nvPr>
            <p:ph type="title"/>
          </p:nvPr>
        </p:nvSpPr>
        <p:spPr>
          <a:xfrm>
            <a:off x="457200" y="457197"/>
            <a:ext cx="8229600" cy="636300"/>
          </a:xfrm>
          <a:prstGeom prst="rect">
            <a:avLst/>
          </a:prstGeom>
          <a:noFill/>
          <a:ln>
            <a:noFill/>
          </a:ln>
        </p:spPr>
        <p:txBody>
          <a:bodyPr anchorCtr="0" anchor="ctr" bIns="0" lIns="0" spcFirstLastPara="1" rIns="0" wrap="square" tIns="0">
            <a:spAutoFit/>
          </a:bodyPr>
          <a:lstStyle>
            <a:lvl1pPr lvl="0">
              <a:lnSpc>
                <a:spcPct val="80000"/>
              </a:lnSpc>
              <a:spcBef>
                <a:spcPts val="0"/>
              </a:spcBef>
              <a:spcAft>
                <a:spcPts val="0"/>
              </a:spcAft>
              <a:buClr>
                <a:schemeClr val="dk1"/>
              </a:buClr>
              <a:buSzPts val="3000"/>
              <a:buFont typeface="Poppins Medium"/>
              <a:buNone/>
              <a:defRPr sz="30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
        <p:nvSpPr>
          <p:cNvPr id="1151" name="Google Shape;1151;p262"/>
          <p:cNvSpPr txBox="1"/>
          <p:nvPr>
            <p:ph idx="1" type="body"/>
          </p:nvPr>
        </p:nvSpPr>
        <p:spPr>
          <a:xfrm>
            <a:off x="457200" y="1524425"/>
            <a:ext cx="8229600" cy="3733500"/>
          </a:xfrm>
          <a:prstGeom prst="rect">
            <a:avLst/>
          </a:prstGeom>
          <a:noFill/>
          <a:ln>
            <a:noFill/>
          </a:ln>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 accent1="accent1" accent2="accent2" accent3="accent3" accent4="accent4" accent5="accent5" accent6="accent6" bg1="lt1" bg2="dk2" tx1="dk1" tx2="lt2" folHlink="folHlink" hlink="hlink"/>
  <p:sldLayoutIdLst>
    <p:sldLayoutId id="2147483906" r:id="rId1"/>
    <p:sldLayoutId id="2147483907" r:id="rId2"/>
    <p:sldLayoutId id="2147483908" r:id="rId3"/>
    <p:sldLayoutId id="2147483909" r:id="rId4"/>
    <p:sldLayoutId id="2147483910" r:id="rId5"/>
    <p:sldLayoutId id="2147483911" r:id="rId6"/>
    <p:sldLayoutId id="2147483912" r:id="rId7"/>
    <p:sldLayoutId id="2147483913" r:id="rId8"/>
    <p:sldLayoutId id="2147483914" r:id="rId9"/>
    <p:sldLayoutId id="2147483915" r:id="rId10"/>
    <p:sldLayoutId id="2147483916" r:id="rId11"/>
    <p:sldLayoutId id="2147483917" r:id="rId12"/>
    <p:sldLayoutId id="2147483918" r:id="rId13"/>
    <p:sldLayoutId id="2147483919" r:id="rId14"/>
    <p:sldLayoutId id="2147483920" r:id="rId15"/>
    <p:sldLayoutId id="2147483921" r:id="rId16"/>
    <p:sldLayoutId id="2147483922" r:id="rId17"/>
    <p:sldLayoutId id="2147483923" r:id="rId18"/>
    <p:sldLayoutId id="2147483924" r:id="rId19"/>
    <p:sldLayoutId id="2147483925" r:id="rId20"/>
    <p:sldLayoutId id="2147483926" r:id="rId21"/>
    <p:sldLayoutId id="2147483927" r:id="rId22"/>
    <p:sldLayoutId id="2147483928" r:id="rId23"/>
    <p:sldLayoutId id="2147483929" r:id="rId24"/>
    <p:sldLayoutId id="2147483930" r:id="rId25"/>
    <p:sldLayoutId id="2147483931" r:id="rId26"/>
    <p:sldLayoutId id="2147483932" r:id="rId27"/>
    <p:sldLayoutId id="2147483933" r:id="rId28"/>
    <p:sldLayoutId id="2147483934" r:id="rId29"/>
    <p:sldLayoutId id="2147483935" r:id="rId30"/>
    <p:sldLayoutId id="2147483936" r:id="rId31"/>
    <p:sldLayoutId id="2147483937" r:id="rId32"/>
    <p:sldLayoutId id="2147483938" r:id="rId33"/>
    <p:sldLayoutId id="2147483939" r:id="rId34"/>
    <p:sldLayoutId id="2147483940" r:id="rId35"/>
    <p:sldLayoutId id="2147483941" r:id="rId36"/>
    <p:sldLayoutId id="2147483942" r:id="rId37"/>
    <p:sldLayoutId id="2147483943" r:id="rId38"/>
    <p:sldLayoutId id="2147483944" r:id="rId39"/>
    <p:sldLayoutId id="2147483945" r:id="rId40"/>
    <p:sldLayoutId id="2147483946" r:id="rId41"/>
    <p:sldLayoutId id="2147483947" r:id="rId42"/>
    <p:sldLayoutId id="2147483948" r:id="rId43"/>
    <p:sldLayoutId id="2147483949" r:id="rId44"/>
    <p:sldLayoutId id="2147483950" r:id="rId45"/>
    <p:sldLayoutId id="2147483951" r:id="rId46"/>
    <p:sldLayoutId id="2147483952" r:id="rId47"/>
    <p:sldLayoutId id="2147483953" r:id="rId48"/>
    <p:sldLayoutId id="2147483954" r:id="rId49"/>
    <p:sldLayoutId id="2147483955" r:id="rId50"/>
    <p:sldLayoutId id="2147483956" r:id="rId51"/>
    <p:sldLayoutId id="2147483957" r:id="rId52"/>
    <p:sldLayoutId id="2147483958" r:id="rId53"/>
    <p:sldLayoutId id="2147483959" r:id="rId54"/>
    <p:sldLayoutId id="2147483960" r:id="rId55"/>
    <p:sldLayoutId id="2147483961" r:id="rId56"/>
    <p:sldLayoutId id="2147483962" r:id="rId57"/>
    <p:sldLayoutId id="2147483963" r:id="rId58"/>
    <p:sldLayoutId id="2147483964" r:id="rId59"/>
    <p:sldLayoutId id="2147483965" r:id="rId60"/>
    <p:sldLayoutId id="2147483966" r:id="rId61"/>
    <p:sldLayoutId id="2147483967" r:id="rId62"/>
    <p:sldLayoutId id="2147483968" r:id="rId63"/>
    <p:sldLayoutId id="2147483969" r:id="rId64"/>
    <p:sldLayoutId id="2147483970" r:id="rId65"/>
    <p:sldLayoutId id="2147483971" r:id="rId66"/>
    <p:sldLayoutId id="2147483972" r:id="rId67"/>
    <p:sldLayoutId id="2147483973" r:id="rId68"/>
    <p:sldLayoutId id="2147483974" r:id="rId69"/>
    <p:sldLayoutId id="2147483975" r:id="rId70"/>
    <p:sldLayoutId id="2147483976" r:id="rId71"/>
    <p:sldLayoutId id="2147483977" r:id="rId72"/>
    <p:sldLayoutId id="2147483978" r:id="rId73"/>
    <p:sldLayoutId id="2147483979" r:id="rId74"/>
    <p:sldLayoutId id="2147483980" r:id="rId75"/>
    <p:sldLayoutId id="2147483981" r:id="rId76"/>
    <p:sldLayoutId id="2147483982" r:id="rId77"/>
    <p:sldLayoutId id="2147483983" r:id="rId78"/>
    <p:sldLayoutId id="2147483984" r:id="rId79"/>
    <p:sldLayoutId id="2147483985" r:id="rId80"/>
    <p:sldLayoutId id="2147483986" r:id="rId81"/>
    <p:sldLayoutId id="2147483987" r:id="rId82"/>
    <p:sldLayoutId id="2147483988" r:id="rId83"/>
    <p:sldLayoutId id="2147483989" r:id="rId84"/>
    <p:sldLayoutId id="2147483990" r:id="rId85"/>
    <p:sldLayoutId id="2147483991" r:id="rId86"/>
    <p:sldLayoutId id="2147483992" r:id="rId87"/>
    <p:sldLayoutId id="2147483993" r:id="rId88"/>
    <p:sldLayoutId id="2147483994" r:id="rId89"/>
    <p:sldLayoutId id="2147483995" r:id="rId90"/>
    <p:sldLayoutId id="2147483996" r:id="rId91"/>
    <p:sldLayoutId id="2147483997" r:id="rId92"/>
    <p:sldLayoutId id="2147483998" r:id="rId93"/>
    <p:sldLayoutId id="2147483999" r:id="rId94"/>
    <p:sldLayoutId id="2147484000" r:id="rId95"/>
    <p:sldLayoutId id="2147484001" r:id="rId96"/>
    <p:sldLayoutId id="2147484002" r:id="rId97"/>
    <p:sldLayoutId id="2147484003" r:id="rId98"/>
    <p:sldLayoutId id="2147484004" r:id="rId99"/>
    <p:sldLayoutId id="2147484005" r:id="rId100"/>
    <p:sldLayoutId id="2147484006" r:id="rId10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
          <p15:clr>
            <a:srgbClr val="E46962"/>
          </p15:clr>
        </p15:guide>
        <p15:guide id="2" orient="horz" pos="288">
          <p15:clr>
            <a:srgbClr val="E46962"/>
          </p15:clr>
        </p15:guide>
        <p15:guide id="3" pos="5472">
          <p15:clr>
            <a:srgbClr val="E46962"/>
          </p15:clr>
        </p15:guide>
        <p15:guide id="4" orient="horz" pos="3312">
          <p15:clr>
            <a:srgbClr val="E46962"/>
          </p15:clr>
        </p15:guide>
      </p15:sldGuideLst>
    </p:ext>
  </p:extLst>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589" name="Shape 1589"/>
        <p:cNvGrpSpPr/>
        <p:nvPr/>
      </p:nvGrpSpPr>
      <p:grpSpPr>
        <a:xfrm>
          <a:off x="0" y="0"/>
          <a:ext cx="0" cy="0"/>
          <a:chOff x="0" y="0"/>
          <a:chExt cx="0" cy="0"/>
        </a:xfrm>
      </p:grpSpPr>
      <p:sp>
        <p:nvSpPr>
          <p:cNvPr id="1590" name="Google Shape;1590;p364"/>
          <p:cNvSpPr txBox="1"/>
          <p:nvPr>
            <p:ph type="title"/>
          </p:nvPr>
        </p:nvSpPr>
        <p:spPr>
          <a:xfrm>
            <a:off x="457200" y="457197"/>
            <a:ext cx="8229600" cy="636300"/>
          </a:xfrm>
          <a:prstGeom prst="rect">
            <a:avLst/>
          </a:prstGeom>
          <a:noFill/>
          <a:ln>
            <a:noFill/>
          </a:ln>
        </p:spPr>
        <p:txBody>
          <a:bodyPr anchorCtr="0" anchor="ctr" bIns="0" lIns="0" spcFirstLastPara="1" rIns="0" wrap="square" tIns="0">
            <a:spAutoFit/>
          </a:bodyPr>
          <a:lstStyle>
            <a:lvl1pPr lvl="0">
              <a:lnSpc>
                <a:spcPct val="80000"/>
              </a:lnSpc>
              <a:spcBef>
                <a:spcPts val="0"/>
              </a:spcBef>
              <a:spcAft>
                <a:spcPts val="0"/>
              </a:spcAft>
              <a:buClr>
                <a:schemeClr val="dk1"/>
              </a:buClr>
              <a:buSzPts val="3000"/>
              <a:buFont typeface="Poppins Medium"/>
              <a:buNone/>
              <a:defRPr sz="30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
        <p:nvSpPr>
          <p:cNvPr id="1591" name="Google Shape;1591;p364"/>
          <p:cNvSpPr txBox="1"/>
          <p:nvPr>
            <p:ph idx="1" type="body"/>
          </p:nvPr>
        </p:nvSpPr>
        <p:spPr>
          <a:xfrm>
            <a:off x="457200" y="1524425"/>
            <a:ext cx="8229600" cy="3733500"/>
          </a:xfrm>
          <a:prstGeom prst="rect">
            <a:avLst/>
          </a:prstGeom>
          <a:noFill/>
          <a:ln>
            <a:noFill/>
          </a:ln>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 accent1="accent1" accent2="accent2" accent3="accent3" accent4="accent4" accent5="accent5" accent6="accent6" bg1="lt1" bg2="dk2" tx1="dk1" tx2="lt2" folHlink="folHlink" hlink="hlink"/>
  <p:sldLayoutIdLst>
    <p:sldLayoutId id="2147484007" r:id="rId1"/>
    <p:sldLayoutId id="2147484008" r:id="rId2"/>
    <p:sldLayoutId id="2147484009" r:id="rId3"/>
    <p:sldLayoutId id="2147484010" r:id="rId4"/>
    <p:sldLayoutId id="2147484011" r:id="rId5"/>
    <p:sldLayoutId id="2147484012" r:id="rId6"/>
    <p:sldLayoutId id="2147484013" r:id="rId7"/>
    <p:sldLayoutId id="2147484014" r:id="rId8"/>
    <p:sldLayoutId id="2147484015" r:id="rId9"/>
    <p:sldLayoutId id="2147484016" r:id="rId10"/>
    <p:sldLayoutId id="2147484017" r:id="rId11"/>
    <p:sldLayoutId id="2147484018" r:id="rId12"/>
    <p:sldLayoutId id="2147484019" r:id="rId13"/>
    <p:sldLayoutId id="2147484020" r:id="rId14"/>
    <p:sldLayoutId id="2147484021" r:id="rId15"/>
    <p:sldLayoutId id="2147484022" r:id="rId16"/>
    <p:sldLayoutId id="2147484023" r:id="rId17"/>
    <p:sldLayoutId id="2147484024" r:id="rId18"/>
    <p:sldLayoutId id="2147484025" r:id="rId19"/>
    <p:sldLayoutId id="2147484026" r:id="rId20"/>
    <p:sldLayoutId id="2147484027" r:id="rId21"/>
    <p:sldLayoutId id="2147484028" r:id="rId22"/>
    <p:sldLayoutId id="2147484029" r:id="rId23"/>
    <p:sldLayoutId id="2147484030" r:id="rId24"/>
    <p:sldLayoutId id="2147484031" r:id="rId25"/>
    <p:sldLayoutId id="2147484032" r:id="rId26"/>
    <p:sldLayoutId id="2147484033" r:id="rId27"/>
    <p:sldLayoutId id="2147484034" r:id="rId28"/>
    <p:sldLayoutId id="2147484035" r:id="rId29"/>
    <p:sldLayoutId id="2147484036" r:id="rId30"/>
    <p:sldLayoutId id="2147484037" r:id="rId31"/>
    <p:sldLayoutId id="2147484038" r:id="rId32"/>
    <p:sldLayoutId id="2147484039" r:id="rId33"/>
    <p:sldLayoutId id="2147484040" r:id="rId34"/>
    <p:sldLayoutId id="2147484041" r:id="rId35"/>
    <p:sldLayoutId id="2147484042" r:id="rId36"/>
    <p:sldLayoutId id="2147484043" r:id="rId37"/>
    <p:sldLayoutId id="2147484044" r:id="rId38"/>
    <p:sldLayoutId id="2147484045" r:id="rId39"/>
    <p:sldLayoutId id="2147484046" r:id="rId40"/>
    <p:sldLayoutId id="2147484047" r:id="rId41"/>
    <p:sldLayoutId id="2147484048" r:id="rId42"/>
    <p:sldLayoutId id="2147484049" r:id="rId43"/>
    <p:sldLayoutId id="2147484050" r:id="rId44"/>
    <p:sldLayoutId id="2147484051" r:id="rId45"/>
    <p:sldLayoutId id="2147484052" r:id="rId46"/>
    <p:sldLayoutId id="2147484053" r:id="rId47"/>
    <p:sldLayoutId id="2147484054" r:id="rId48"/>
    <p:sldLayoutId id="2147484055" r:id="rId49"/>
    <p:sldLayoutId id="2147484056" r:id="rId50"/>
    <p:sldLayoutId id="2147484057" r:id="rId51"/>
    <p:sldLayoutId id="2147484058" r:id="rId52"/>
    <p:sldLayoutId id="2147484059" r:id="rId53"/>
    <p:sldLayoutId id="2147484060" r:id="rId54"/>
    <p:sldLayoutId id="2147484061" r:id="rId55"/>
    <p:sldLayoutId id="2147484062" r:id="rId56"/>
    <p:sldLayoutId id="2147484063" r:id="rId57"/>
    <p:sldLayoutId id="2147484064" r:id="rId58"/>
    <p:sldLayoutId id="2147484065" r:id="rId59"/>
    <p:sldLayoutId id="2147484066" r:id="rId60"/>
    <p:sldLayoutId id="2147484067" r:id="rId61"/>
    <p:sldLayoutId id="2147484068" r:id="rId62"/>
    <p:sldLayoutId id="2147484069" r:id="rId63"/>
    <p:sldLayoutId id="2147484070" r:id="rId64"/>
    <p:sldLayoutId id="2147484071" r:id="rId65"/>
    <p:sldLayoutId id="2147484072" r:id="rId66"/>
    <p:sldLayoutId id="2147484073" r:id="rId67"/>
    <p:sldLayoutId id="2147484074" r:id="rId68"/>
    <p:sldLayoutId id="2147484075" r:id="rId69"/>
    <p:sldLayoutId id="2147484076" r:id="rId70"/>
    <p:sldLayoutId id="2147484077" r:id="rId71"/>
    <p:sldLayoutId id="2147484078" r:id="rId72"/>
    <p:sldLayoutId id="2147484079" r:id="rId73"/>
    <p:sldLayoutId id="2147484080" r:id="rId74"/>
    <p:sldLayoutId id="2147484081" r:id="rId75"/>
    <p:sldLayoutId id="2147484082" r:id="rId76"/>
    <p:sldLayoutId id="2147484083" r:id="rId77"/>
    <p:sldLayoutId id="2147484084" r:id="rId78"/>
    <p:sldLayoutId id="2147484085" r:id="rId79"/>
    <p:sldLayoutId id="2147484086" r:id="rId80"/>
    <p:sldLayoutId id="2147484087" r:id="rId81"/>
    <p:sldLayoutId id="2147484088" r:id="rId82"/>
    <p:sldLayoutId id="2147484089" r:id="rId83"/>
    <p:sldLayoutId id="2147484090" r:id="rId84"/>
    <p:sldLayoutId id="2147484091" r:id="rId85"/>
    <p:sldLayoutId id="2147484092" r:id="rId86"/>
    <p:sldLayoutId id="2147484093" r:id="rId87"/>
    <p:sldLayoutId id="2147484094" r:id="rId88"/>
    <p:sldLayoutId id="2147484095" r:id="rId89"/>
    <p:sldLayoutId id="2147484096" r:id="rId90"/>
    <p:sldLayoutId id="2147484097" r:id="rId91"/>
    <p:sldLayoutId id="2147484098" r:id="rId92"/>
    <p:sldLayoutId id="2147484099" r:id="rId93"/>
    <p:sldLayoutId id="2147484100" r:id="rId94"/>
    <p:sldLayoutId id="2147484101" r:id="rId9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
          <p15:clr>
            <a:srgbClr val="E46962"/>
          </p15:clr>
        </p15:guide>
        <p15:guide id="2" orient="horz" pos="288">
          <p15:clr>
            <a:srgbClr val="E46962"/>
          </p15:clr>
        </p15:guide>
        <p15:guide id="3" pos="5472">
          <p15:clr>
            <a:srgbClr val="E46962"/>
          </p15:clr>
        </p15:guide>
        <p15:guide id="4" orient="horz" pos="3312">
          <p15:clr>
            <a:srgbClr val="E46962"/>
          </p15:clr>
        </p15:guide>
      </p15:sldGuideLst>
    </p:ext>
  </p:extLst>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007" name="Shape 2007"/>
        <p:cNvGrpSpPr/>
        <p:nvPr/>
      </p:nvGrpSpPr>
      <p:grpSpPr>
        <a:xfrm>
          <a:off x="0" y="0"/>
          <a:ext cx="0" cy="0"/>
          <a:chOff x="0" y="0"/>
          <a:chExt cx="0" cy="0"/>
        </a:xfrm>
      </p:grpSpPr>
      <p:sp>
        <p:nvSpPr>
          <p:cNvPr id="2008" name="Google Shape;2008;p460"/>
          <p:cNvSpPr txBox="1"/>
          <p:nvPr>
            <p:ph type="title"/>
          </p:nvPr>
        </p:nvSpPr>
        <p:spPr>
          <a:xfrm>
            <a:off x="457200" y="494472"/>
            <a:ext cx="8229600" cy="636300"/>
          </a:xfrm>
          <a:prstGeom prst="rect">
            <a:avLst/>
          </a:prstGeom>
          <a:noFill/>
          <a:ln>
            <a:noFill/>
          </a:ln>
        </p:spPr>
        <p:txBody>
          <a:bodyPr anchorCtr="0" anchor="ctr" bIns="0" lIns="0" spcFirstLastPara="1" rIns="0" wrap="square" tIns="0">
            <a:normAutofit/>
          </a:bodyPr>
          <a:lstStyle>
            <a:lvl1pPr lvl="0">
              <a:lnSpc>
                <a:spcPct val="80000"/>
              </a:lnSpc>
              <a:spcBef>
                <a:spcPts val="0"/>
              </a:spcBef>
              <a:spcAft>
                <a:spcPts val="0"/>
              </a:spcAft>
              <a:buClr>
                <a:schemeClr val="dk1"/>
              </a:buClr>
              <a:buSzPts val="3000"/>
              <a:buFont typeface="Poppins Medium"/>
              <a:buNone/>
              <a:defRPr sz="30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2800"/>
              <a:buFont typeface="Poppins Medium"/>
              <a:buNone/>
              <a:defRPr sz="28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2800"/>
              <a:buFont typeface="Poppins Medium"/>
              <a:buNone/>
              <a:defRPr sz="28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2800"/>
              <a:buFont typeface="Poppins Medium"/>
              <a:buNone/>
              <a:defRPr sz="28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2800"/>
              <a:buFont typeface="Poppins Medium"/>
              <a:buNone/>
              <a:defRPr sz="28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2800"/>
              <a:buFont typeface="Poppins Medium"/>
              <a:buNone/>
              <a:defRPr sz="28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2800"/>
              <a:buFont typeface="Poppins Medium"/>
              <a:buNone/>
              <a:defRPr sz="28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2800"/>
              <a:buFont typeface="Poppins Medium"/>
              <a:buNone/>
              <a:defRPr sz="28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2800"/>
              <a:buFont typeface="Poppins Medium"/>
              <a:buNone/>
              <a:defRPr sz="2800">
                <a:solidFill>
                  <a:schemeClr val="dk1"/>
                </a:solidFill>
                <a:latin typeface="Poppins Medium"/>
                <a:ea typeface="Poppins Medium"/>
                <a:cs typeface="Poppins Medium"/>
                <a:sym typeface="Poppins Medium"/>
              </a:defRPr>
            </a:lvl9pPr>
          </a:lstStyle>
          <a:p/>
        </p:txBody>
      </p:sp>
      <p:sp>
        <p:nvSpPr>
          <p:cNvPr id="2009" name="Google Shape;2009;p460"/>
          <p:cNvSpPr txBox="1"/>
          <p:nvPr>
            <p:ph idx="1" type="body"/>
          </p:nvPr>
        </p:nvSpPr>
        <p:spPr>
          <a:xfrm>
            <a:off x="457200" y="1524417"/>
            <a:ext cx="8229600" cy="3682800"/>
          </a:xfrm>
          <a:prstGeom prst="rect">
            <a:avLst/>
          </a:prstGeom>
          <a:noFill/>
          <a:ln>
            <a:noFill/>
          </a:ln>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 accent1="accent1" accent2="accent2" accent3="accent3" accent4="accent4" accent5="accent5" accent6="accent6" bg1="lt1" bg2="dk2" tx1="dk1" tx2="lt2" folHlink="folHlink" hlink="hlink"/>
  <p:sldLayoutIdLst>
    <p:sldLayoutId id="2147484102" r:id="rId1"/>
    <p:sldLayoutId id="2147484103" r:id="rId2"/>
    <p:sldLayoutId id="2147484104" r:id="rId3"/>
    <p:sldLayoutId id="2147484105" r:id="rId4"/>
    <p:sldLayoutId id="2147484106" r:id="rId5"/>
    <p:sldLayoutId id="2147484107" r:id="rId6"/>
    <p:sldLayoutId id="2147484108" r:id="rId7"/>
    <p:sldLayoutId id="2147484109" r:id="rId8"/>
    <p:sldLayoutId id="2147484110" r:id="rId9"/>
    <p:sldLayoutId id="2147484111" r:id="rId10"/>
    <p:sldLayoutId id="2147484112" r:id="rId11"/>
    <p:sldLayoutId id="2147484113" r:id="rId12"/>
    <p:sldLayoutId id="2147484114" r:id="rId13"/>
    <p:sldLayoutId id="2147484115" r:id="rId14"/>
    <p:sldLayoutId id="2147484116" r:id="rId15"/>
    <p:sldLayoutId id="2147484117" r:id="rId16"/>
    <p:sldLayoutId id="2147484118" r:id="rId17"/>
    <p:sldLayoutId id="2147484119" r:id="rId18"/>
    <p:sldLayoutId id="2147484120" r:id="rId19"/>
    <p:sldLayoutId id="2147484121" r:id="rId20"/>
    <p:sldLayoutId id="2147484122" r:id="rId21"/>
    <p:sldLayoutId id="2147484123" r:id="rId22"/>
    <p:sldLayoutId id="2147484124" r:id="rId23"/>
    <p:sldLayoutId id="2147484125" r:id="rId24"/>
    <p:sldLayoutId id="2147484126" r:id="rId25"/>
    <p:sldLayoutId id="2147484127" r:id="rId26"/>
    <p:sldLayoutId id="2147484128" r:id="rId27"/>
    <p:sldLayoutId id="2147484129" r:id="rId28"/>
    <p:sldLayoutId id="2147484130" r:id="rId29"/>
    <p:sldLayoutId id="2147484131" r:id="rId30"/>
    <p:sldLayoutId id="2147484132" r:id="rId31"/>
    <p:sldLayoutId id="2147484133" r:id="rId32"/>
    <p:sldLayoutId id="2147484134" r:id="rId33"/>
    <p:sldLayoutId id="2147484135" r:id="rId34"/>
    <p:sldLayoutId id="2147484136" r:id="rId35"/>
    <p:sldLayoutId id="2147484137" r:id="rId36"/>
    <p:sldLayoutId id="2147484138" r:id="rId37"/>
    <p:sldLayoutId id="2147484139" r:id="rId38"/>
    <p:sldLayoutId id="2147484140" r:id="rId39"/>
    <p:sldLayoutId id="2147484141" r:id="rId40"/>
    <p:sldLayoutId id="2147484142" r:id="rId41"/>
    <p:sldLayoutId id="2147484143" r:id="rId42"/>
    <p:sldLayoutId id="2147484144" r:id="rId43"/>
    <p:sldLayoutId id="2147484145" r:id="rId44"/>
    <p:sldLayoutId id="2147484146" r:id="rId45"/>
    <p:sldLayoutId id="2147484147" r:id="rId46"/>
    <p:sldLayoutId id="2147484148" r:id="rId47"/>
    <p:sldLayoutId id="2147484149" r:id="rId48"/>
    <p:sldLayoutId id="2147484150" r:id="rId49"/>
    <p:sldLayoutId id="2147484151" r:id="rId5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
          <p15:clr>
            <a:srgbClr val="E46962"/>
          </p15:clr>
        </p15:guide>
        <p15:guide id="2" orient="horz" pos="320">
          <p15:clr>
            <a:srgbClr val="E46962"/>
          </p15:clr>
        </p15:guide>
        <p15:guide id="3" pos="5472">
          <p15:clr>
            <a:srgbClr val="E46962"/>
          </p15:clr>
        </p15:guide>
        <p15:guide id="4" orient="horz" pos="3280">
          <p15:clr>
            <a:srgbClr val="E46962"/>
          </p15:clr>
        </p15:guide>
      </p15:sldGuideLst>
    </p:ext>
  </p:extLst>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240" name="Shape 2240"/>
        <p:cNvGrpSpPr/>
        <p:nvPr/>
      </p:nvGrpSpPr>
      <p:grpSpPr>
        <a:xfrm>
          <a:off x="0" y="0"/>
          <a:ext cx="0" cy="0"/>
          <a:chOff x="0" y="0"/>
          <a:chExt cx="0" cy="0"/>
        </a:xfrm>
      </p:grpSpPr>
      <p:sp>
        <p:nvSpPr>
          <p:cNvPr id="2241" name="Google Shape;2241;p511"/>
          <p:cNvSpPr txBox="1"/>
          <p:nvPr>
            <p:ph type="title"/>
          </p:nvPr>
        </p:nvSpPr>
        <p:spPr>
          <a:xfrm>
            <a:off x="457200" y="494472"/>
            <a:ext cx="8229600" cy="636300"/>
          </a:xfrm>
          <a:prstGeom prst="rect">
            <a:avLst/>
          </a:prstGeom>
          <a:noFill/>
          <a:ln>
            <a:noFill/>
          </a:ln>
        </p:spPr>
        <p:txBody>
          <a:bodyPr anchorCtr="0" anchor="ctr" bIns="0" lIns="0" spcFirstLastPara="1" rIns="0" wrap="square" tIns="0">
            <a:normAutofit/>
          </a:bodyPr>
          <a:lstStyle>
            <a:lvl1pPr lvl="0">
              <a:lnSpc>
                <a:spcPct val="80000"/>
              </a:lnSpc>
              <a:spcBef>
                <a:spcPts val="0"/>
              </a:spcBef>
              <a:spcAft>
                <a:spcPts val="0"/>
              </a:spcAft>
              <a:buClr>
                <a:schemeClr val="dk1"/>
              </a:buClr>
              <a:buSzPts val="3000"/>
              <a:buFont typeface="Poppins Medium"/>
              <a:buNone/>
              <a:defRPr sz="30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000"/>
              <a:buFont typeface="Poppins Medium"/>
              <a:buNone/>
              <a:defRPr sz="30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000"/>
              <a:buFont typeface="Poppins Medium"/>
              <a:buNone/>
              <a:defRPr sz="30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000"/>
              <a:buFont typeface="Poppins Medium"/>
              <a:buNone/>
              <a:defRPr sz="30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000"/>
              <a:buFont typeface="Poppins Medium"/>
              <a:buNone/>
              <a:defRPr sz="30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000"/>
              <a:buFont typeface="Poppins Medium"/>
              <a:buNone/>
              <a:defRPr sz="30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000"/>
              <a:buFont typeface="Poppins Medium"/>
              <a:buNone/>
              <a:defRPr sz="30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000"/>
              <a:buFont typeface="Poppins Medium"/>
              <a:buNone/>
              <a:defRPr sz="30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000"/>
              <a:buFont typeface="Poppins Medium"/>
              <a:buNone/>
              <a:defRPr sz="3000">
                <a:solidFill>
                  <a:schemeClr val="dk1"/>
                </a:solidFill>
                <a:latin typeface="Poppins Medium"/>
                <a:ea typeface="Poppins Medium"/>
                <a:cs typeface="Poppins Medium"/>
                <a:sym typeface="Poppins Medium"/>
              </a:defRPr>
            </a:lvl9pPr>
          </a:lstStyle>
          <a:p/>
        </p:txBody>
      </p:sp>
      <p:sp>
        <p:nvSpPr>
          <p:cNvPr id="2242" name="Google Shape;2242;p511"/>
          <p:cNvSpPr txBox="1"/>
          <p:nvPr>
            <p:ph idx="1" type="body"/>
          </p:nvPr>
        </p:nvSpPr>
        <p:spPr>
          <a:xfrm>
            <a:off x="457200" y="1524417"/>
            <a:ext cx="8229600" cy="3682800"/>
          </a:xfrm>
          <a:prstGeom prst="rect">
            <a:avLst/>
          </a:prstGeom>
          <a:noFill/>
          <a:ln>
            <a:noFill/>
          </a:ln>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80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80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80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80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80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80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80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800"/>
              </a:spcBef>
              <a:spcAft>
                <a:spcPts val="800"/>
              </a:spcAft>
              <a:buClr>
                <a:schemeClr val="accent1"/>
              </a:buClr>
              <a:buSzPts val="1400"/>
              <a:buFont typeface="Lato"/>
              <a:buChar char="■"/>
              <a:defRPr sz="1400">
                <a:solidFill>
                  <a:schemeClr val="dk2"/>
                </a:solidFill>
                <a:latin typeface="Lato"/>
                <a:ea typeface="Lato"/>
                <a:cs typeface="Lato"/>
                <a:sym typeface="Lato"/>
              </a:defRPr>
            </a:lvl9pPr>
          </a:lstStyle>
          <a:p/>
        </p:txBody>
      </p:sp>
    </p:spTree>
  </p:cSld>
  <p:clrMap accent1="accent1" accent2="accent2" accent3="accent3" accent4="accent4" accent5="accent5" accent6="accent6" bg1="lt1" bg2="dk2" tx1="dk1" tx2="lt2" folHlink="folHlink" hlink="hlink"/>
  <p:sldLayoutIdLst>
    <p:sldLayoutId id="2147484152" r:id="rId1"/>
    <p:sldLayoutId id="2147484153" r:id="rId2"/>
    <p:sldLayoutId id="2147484154" r:id="rId3"/>
    <p:sldLayoutId id="2147484155" r:id="rId4"/>
    <p:sldLayoutId id="2147484156" r:id="rId5"/>
    <p:sldLayoutId id="2147484157" r:id="rId6"/>
    <p:sldLayoutId id="2147484158" r:id="rId7"/>
    <p:sldLayoutId id="2147484159" r:id="rId8"/>
    <p:sldLayoutId id="2147484160" r:id="rId9"/>
    <p:sldLayoutId id="2147484161" r:id="rId10"/>
    <p:sldLayoutId id="2147484162" r:id="rId11"/>
    <p:sldLayoutId id="2147484163" r:id="rId12"/>
    <p:sldLayoutId id="2147484164" r:id="rId13"/>
    <p:sldLayoutId id="2147484165" r:id="rId14"/>
    <p:sldLayoutId id="2147484166" r:id="rId15"/>
    <p:sldLayoutId id="2147484167" r:id="rId16"/>
    <p:sldLayoutId id="2147484168" r:id="rId17"/>
    <p:sldLayoutId id="2147484169" r:id="rId18"/>
    <p:sldLayoutId id="2147484170" r:id="rId19"/>
    <p:sldLayoutId id="2147484171" r:id="rId20"/>
    <p:sldLayoutId id="2147484172" r:id="rId21"/>
    <p:sldLayoutId id="2147484173" r:id="rId22"/>
    <p:sldLayoutId id="2147484174" r:id="rId23"/>
    <p:sldLayoutId id="2147484175" r:id="rId24"/>
    <p:sldLayoutId id="2147484176" r:id="rId25"/>
    <p:sldLayoutId id="2147484177" r:id="rId26"/>
    <p:sldLayoutId id="2147484178" r:id="rId27"/>
    <p:sldLayoutId id="2147484179" r:id="rId28"/>
    <p:sldLayoutId id="2147484180" r:id="rId29"/>
    <p:sldLayoutId id="2147484181" r:id="rId30"/>
    <p:sldLayoutId id="2147484182" r:id="rId31"/>
    <p:sldLayoutId id="2147484183" r:id="rId32"/>
    <p:sldLayoutId id="2147484184" r:id="rId33"/>
    <p:sldLayoutId id="2147484185" r:id="rId34"/>
    <p:sldLayoutId id="2147484186" r:id="rId35"/>
    <p:sldLayoutId id="2147484187" r:id="rId36"/>
    <p:sldLayoutId id="2147484188" r:id="rId37"/>
    <p:sldLayoutId id="2147484189" r:id="rId38"/>
    <p:sldLayoutId id="2147484190" r:id="rId39"/>
    <p:sldLayoutId id="2147484191" r:id="rId40"/>
    <p:sldLayoutId id="2147484192" r:id="rId41"/>
    <p:sldLayoutId id="2147484193" r:id="rId42"/>
    <p:sldLayoutId id="2147484194" r:id="rId43"/>
    <p:sldLayoutId id="2147484195" r:id="rId44"/>
    <p:sldLayoutId id="2147484196" r:id="rId45"/>
    <p:sldLayoutId id="2147484197" r:id="rId46"/>
    <p:sldLayoutId id="2147484198" r:id="rId47"/>
    <p:sldLayoutId id="2147484199" r:id="rId48"/>
    <p:sldLayoutId id="2147484200" r:id="rId49"/>
    <p:sldLayoutId id="2147484201" r:id="rId50"/>
    <p:sldLayoutId id="2147484202" r:id="rId51"/>
    <p:sldLayoutId id="2147484203" r:id="rId52"/>
    <p:sldLayoutId id="2147484204" r:id="rId53"/>
    <p:sldLayoutId id="2147484205" r:id="rId54"/>
    <p:sldLayoutId id="2147484206" r:id="rId55"/>
    <p:sldLayoutId id="2147484207" r:id="rId56"/>
    <p:sldLayoutId id="2147484208" r:id="rId57"/>
    <p:sldLayoutId id="2147484209" r:id="rId58"/>
    <p:sldLayoutId id="2147484210" r:id="rId59"/>
    <p:sldLayoutId id="2147484211" r:id="rId60"/>
    <p:sldLayoutId id="2147484212" r:id="rId61"/>
    <p:sldLayoutId id="2147484213" r:id="rId6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
          <p15:clr>
            <a:srgbClr val="E46962"/>
          </p15:clr>
        </p15:guide>
        <p15:guide id="2" orient="horz" pos="320">
          <p15:clr>
            <a:srgbClr val="E46962"/>
          </p15:clr>
        </p15:guide>
        <p15:guide id="3" pos="5472">
          <p15:clr>
            <a:srgbClr val="E46962"/>
          </p15:clr>
        </p15:guide>
        <p15:guide id="4" orient="horz" pos="3280">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60.xml"/><Relationship Id="rId2" Type="http://schemas.openxmlformats.org/officeDocument/2006/relationships/notesSlide" Target="../notesSlides/notesSlide1.xml"/><Relationship Id="rId3" Type="http://schemas.openxmlformats.org/officeDocument/2006/relationships/comments" Target="../comments/commen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65.xml"/><Relationship Id="rId2" Type="http://schemas.openxmlformats.org/officeDocument/2006/relationships/notesSlide" Target="../notesSlides/notesSlide2.xml"/><Relationship Id="rId3" Type="http://schemas.openxmlformats.org/officeDocument/2006/relationships/image" Target="../media/image1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6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39.xml"/><Relationship Id="rId2" Type="http://schemas.openxmlformats.org/officeDocument/2006/relationships/notesSlide" Target="../notesSlides/notesSlide4.xml"/><Relationship Id="rId3" Type="http://schemas.openxmlformats.org/officeDocument/2006/relationships/slide" Target="/ppt/slides/slide5.xml"/><Relationship Id="rId4" Type="http://schemas.openxmlformats.org/officeDocument/2006/relationships/slide" Target="/ppt/slides/slide8.xml"/><Relationship Id="rId5" Type="http://schemas.openxmlformats.org/officeDocument/2006/relationships/slide" Target="/ppt/slides/slide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6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9.xml"/><Relationship Id="rId2" Type="http://schemas.openxmlformats.org/officeDocument/2006/relationships/notesSlide" Target="../notesSlides/notesSlide6.xml"/><Relationship Id="rId3" Type="http://schemas.openxmlformats.org/officeDocument/2006/relationships/comments" Target="../comments/comment2.xml"/><Relationship Id="rId4" Type="http://schemas.openxmlformats.org/officeDocument/2006/relationships/image" Target="../media/image12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68.xml"/><Relationship Id="rId2" Type="http://schemas.openxmlformats.org/officeDocument/2006/relationships/notesSlide" Target="../notesSlides/notesSlide7.xml"/><Relationship Id="rId3" Type="http://schemas.openxmlformats.org/officeDocument/2006/relationships/image" Target="../media/image157.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9.xml"/><Relationship Id="rId3" Type="http://schemas.openxmlformats.org/officeDocument/2006/relationships/image" Target="../media/image146.png"/><Relationship Id="rId4" Type="http://schemas.openxmlformats.org/officeDocument/2006/relationships/image" Target="../media/image115.png"/><Relationship Id="rId5" Type="http://schemas.openxmlformats.org/officeDocument/2006/relationships/image" Target="../media/image1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0.xml"/><Relationship Id="rId3" Type="http://schemas.openxmlformats.org/officeDocument/2006/relationships/image" Target="../media/image117.png"/><Relationship Id="rId4" Type="http://schemas.openxmlformats.org/officeDocument/2006/relationships/image" Target="../media/image121.png"/><Relationship Id="rId5" Type="http://schemas.openxmlformats.org/officeDocument/2006/relationships/image" Target="../media/image124.png"/><Relationship Id="rId6" Type="http://schemas.openxmlformats.org/officeDocument/2006/relationships/image" Target="../media/image12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5.xml"/><Relationship Id="rId2" Type="http://schemas.openxmlformats.org/officeDocument/2006/relationships/notesSlide" Target="../notesSlides/notesSlide11.xml"/><Relationship Id="rId3" Type="http://schemas.openxmlformats.org/officeDocument/2006/relationships/hyperlink" Target="https://docs.google.com/document/d/1B_MQJuoauk4W_RfTUPCLmazvvu0tu7jKX115Hhjm4QU/template/preview"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12.xml"/><Relationship Id="rId3" Type="http://schemas.openxmlformats.org/officeDocument/2006/relationships/comments" Target="../comments/comment3.xml"/><Relationship Id="rId4" Type="http://schemas.openxmlformats.org/officeDocument/2006/relationships/image" Target="../media/image145.png"/><Relationship Id="rId5" Type="http://schemas.openxmlformats.org/officeDocument/2006/relationships/image" Target="../media/image139.png"/><Relationship Id="rId6" Type="http://schemas.openxmlformats.org/officeDocument/2006/relationships/image" Target="../media/image14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69.xml"/><Relationship Id="rId2" Type="http://schemas.openxmlformats.org/officeDocument/2006/relationships/notesSlide" Target="../notesSlides/notesSlide13.xml"/><Relationship Id="rId3" Type="http://schemas.openxmlformats.org/officeDocument/2006/relationships/hyperlink" Target="https://djn-krs-2709.github.io/AI-Vibe-Coding---Product-School/Modules/M3%20-%20Prompt%20Chain%20Planner.html" TargetMode="External"/><Relationship Id="rId4" Type="http://schemas.openxmlformats.org/officeDocument/2006/relationships/image" Target="../media/image157.gif"/><Relationship Id="rId5" Type="http://schemas.openxmlformats.org/officeDocument/2006/relationships/hyperlink" Target="https://docs.google.com/document/d/1SsUDFAsdUUq5n82ID902zk_dfsjWgUfSj2ghfA7WkRc/template/preview"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69.xml"/><Relationship Id="rId2" Type="http://schemas.openxmlformats.org/officeDocument/2006/relationships/notesSlide" Target="../notesSlides/notesSlide14.xml"/><Relationship Id="rId3" Type="http://schemas.openxmlformats.org/officeDocument/2006/relationships/image" Target="../media/image157.gi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5.xml"/><Relationship Id="rId3" Type="http://schemas.openxmlformats.org/officeDocument/2006/relationships/image" Target="../media/image111.png"/><Relationship Id="rId4" Type="http://schemas.openxmlformats.org/officeDocument/2006/relationships/image" Target="../media/image13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6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29.jpg"/><Relationship Id="rId4" Type="http://schemas.openxmlformats.org/officeDocument/2006/relationships/image" Target="../media/image128.jpg"/><Relationship Id="rId5" Type="http://schemas.openxmlformats.org/officeDocument/2006/relationships/image" Target="../media/image130.jpg"/><Relationship Id="rId6" Type="http://schemas.openxmlformats.org/officeDocument/2006/relationships/image" Target="../media/image131.jpg"/><Relationship Id="rId7" Type="http://schemas.openxmlformats.org/officeDocument/2006/relationships/image" Target="../media/image133.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7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69.xml"/><Relationship Id="rId2" Type="http://schemas.openxmlformats.org/officeDocument/2006/relationships/notesSlide" Target="../notesSlides/notesSlide19.xml"/><Relationship Id="rId3" Type="http://schemas.openxmlformats.org/officeDocument/2006/relationships/hyperlink" Target="https://lovable.dev" TargetMode="External"/><Relationship Id="rId4" Type="http://schemas.openxmlformats.org/officeDocument/2006/relationships/image" Target="../media/image156.gi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20.xml"/><Relationship Id="rId3" Type="http://schemas.openxmlformats.org/officeDocument/2006/relationships/image" Target="../media/image111.png"/><Relationship Id="rId4" Type="http://schemas.openxmlformats.org/officeDocument/2006/relationships/image" Target="../media/image13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9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22.xml"/><Relationship Id="rId3" Type="http://schemas.openxmlformats.org/officeDocument/2006/relationships/comments" Target="../comments/comment4.xml"/><Relationship Id="rId4" Type="http://schemas.openxmlformats.org/officeDocument/2006/relationships/image" Target="../media/image15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48.xml"/><Relationship Id="rId2" Type="http://schemas.openxmlformats.org/officeDocument/2006/relationships/notesSlide" Target="../notesSlides/notesSlide23.xml"/><Relationship Id="rId3" Type="http://schemas.openxmlformats.org/officeDocument/2006/relationships/comments" Target="../comments/comment5.xml"/><Relationship Id="rId4" Type="http://schemas.openxmlformats.org/officeDocument/2006/relationships/image" Target="../media/image152.png"/><Relationship Id="rId5" Type="http://schemas.openxmlformats.org/officeDocument/2006/relationships/image" Target="../media/image13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49.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91.xml"/><Relationship Id="rId2" Type="http://schemas.openxmlformats.org/officeDocument/2006/relationships/notesSlide" Target="../notesSlides/notesSlide26.xml"/><Relationship Id="rId3" Type="http://schemas.openxmlformats.org/officeDocument/2006/relationships/image" Target="../media/image143.png"/><Relationship Id="rId4" Type="http://schemas.openxmlformats.org/officeDocument/2006/relationships/hyperlink" Target="https://www.surveymonkey.com/r/P6MMW3M" TargetMode="External"/><Relationship Id="rId5" Type="http://schemas.openxmlformats.org/officeDocument/2006/relationships/hyperlink" Target="https://www.surveymonkey.com/r/PZ2PW3S" TargetMode="External"/><Relationship Id="rId6" Type="http://schemas.openxmlformats.org/officeDocument/2006/relationships/image" Target="../media/image136.png"/></Relationships>
</file>

<file path=ppt/slides/_rels/slide27.xml.rels><?xml version="1.0" encoding="UTF-8" standalone="yes"?><Relationships xmlns="http://schemas.openxmlformats.org/package/2006/relationships"><Relationship Id="rId10" Type="http://schemas.openxmlformats.org/officeDocument/2006/relationships/image" Target="../media/image153.png"/><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hyperlink" Target="https://docs.google.com/document/d/1SsUDFAsdUUq5n82ID902zk_dfsjWgUfSj2ghfA7WkRc/template/preview" TargetMode="External"/><Relationship Id="rId4" Type="http://schemas.openxmlformats.org/officeDocument/2006/relationships/hyperlink" Target="https://docs.google.com/document/d/1SsUDFAsdUUq5n82ID902zk_dfsjWgUfSj2ghfA7WkRc/template/preview" TargetMode="External"/><Relationship Id="rId9" Type="http://schemas.openxmlformats.org/officeDocument/2006/relationships/hyperlink" Target="https://docs.google.com/document/d/1B_MQJuoauk4W_RfTUPCLmazvvu0tu7jKX115Hhjm4QU/template/preview" TargetMode="External"/><Relationship Id="rId5" Type="http://schemas.openxmlformats.org/officeDocument/2006/relationships/hyperlink" Target="https://docs.google.com/document/d/1SsUDFAsdUUq5n82ID902zk_dfsjWgUfSj2ghfA7WkRc/template/preview" TargetMode="External"/><Relationship Id="rId6" Type="http://schemas.openxmlformats.org/officeDocument/2006/relationships/image" Target="../media/image142.png"/><Relationship Id="rId7" Type="http://schemas.openxmlformats.org/officeDocument/2006/relationships/hyperlink" Target="https://docs.google.com/document/d/1B_MQJuoauk4W_RfTUPCLmazvvu0tu7jKX115Hhjm4QU/template/preview" TargetMode="External"/><Relationship Id="rId8" Type="http://schemas.openxmlformats.org/officeDocument/2006/relationships/hyperlink" Target="https://docs.google.com/document/d/1B_MQJuoauk4W_RfTUPCLmazvvu0tu7jKX115Hhjm4QU/template/preview"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8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0.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5" name="Shape 2575"/>
        <p:cNvGrpSpPr/>
        <p:nvPr/>
      </p:nvGrpSpPr>
      <p:grpSpPr>
        <a:xfrm>
          <a:off x="0" y="0"/>
          <a:ext cx="0" cy="0"/>
          <a:chOff x="0" y="0"/>
          <a:chExt cx="0" cy="0"/>
        </a:xfrm>
      </p:grpSpPr>
      <p:sp>
        <p:nvSpPr>
          <p:cNvPr id="2576" name="Google Shape;2576;p574"/>
          <p:cNvSpPr txBox="1"/>
          <p:nvPr>
            <p:ph type="title"/>
          </p:nvPr>
        </p:nvSpPr>
        <p:spPr>
          <a:xfrm>
            <a:off x="457200" y="3038000"/>
            <a:ext cx="6862800" cy="1734900"/>
          </a:xfrm>
          <a:prstGeom prst="rect">
            <a:avLst/>
          </a:prstGeom>
        </p:spPr>
        <p:txBody>
          <a:bodyPr anchorCtr="0" anchor="b" bIns="0" lIns="0" spcFirstLastPara="1" rIns="0" wrap="square" tIns="0">
            <a:noAutofit/>
          </a:bodyPr>
          <a:lstStyle/>
          <a:p>
            <a:pPr indent="0" lvl="0" marL="0" rtl="0" algn="l">
              <a:lnSpc>
                <a:spcPct val="100000"/>
              </a:lnSpc>
              <a:spcBef>
                <a:spcPts val="0"/>
              </a:spcBef>
              <a:spcAft>
                <a:spcPts val="0"/>
              </a:spcAft>
              <a:buNone/>
            </a:pPr>
            <a:r>
              <a:rPr lang="en" sz="5700"/>
              <a:t>Ensure Complex System Stability with Prompt Chaining</a:t>
            </a:r>
            <a:endParaRPr sz="5700"/>
          </a:p>
        </p:txBody>
      </p:sp>
      <p:sp>
        <p:nvSpPr>
          <p:cNvPr id="2577" name="Google Shape;2577;p574"/>
          <p:cNvSpPr txBox="1"/>
          <p:nvPr>
            <p:ph idx="1" type="subTitle"/>
          </p:nvPr>
        </p:nvSpPr>
        <p:spPr>
          <a:xfrm>
            <a:off x="457200" y="4823700"/>
            <a:ext cx="6862800" cy="4341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Module 3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581" name="Shape 2581"/>
        <p:cNvGrpSpPr/>
        <p:nvPr/>
      </p:nvGrpSpPr>
      <p:grpSpPr>
        <a:xfrm>
          <a:off x="0" y="0"/>
          <a:ext cx="0" cy="0"/>
          <a:chOff x="0" y="0"/>
          <a:chExt cx="0" cy="0"/>
        </a:xfrm>
      </p:grpSpPr>
      <p:sp>
        <p:nvSpPr>
          <p:cNvPr id="2582" name="Google Shape;2582;p575"/>
          <p:cNvSpPr txBox="1"/>
          <p:nvPr>
            <p:ph idx="4294967295" type="title"/>
          </p:nvPr>
        </p:nvSpPr>
        <p:spPr>
          <a:xfrm>
            <a:off x="457200" y="457197"/>
            <a:ext cx="8229600" cy="3693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
                <a:solidFill>
                  <a:schemeClr val="lt1"/>
                </a:solidFill>
              </a:rPr>
              <a:t>Class Expectations</a:t>
            </a:r>
            <a:endParaRPr>
              <a:solidFill>
                <a:schemeClr val="lt1"/>
              </a:solidFill>
            </a:endParaRPr>
          </a:p>
        </p:txBody>
      </p:sp>
      <p:sp>
        <p:nvSpPr>
          <p:cNvPr id="2583" name="Google Shape;2583;p575"/>
          <p:cNvSpPr/>
          <p:nvPr/>
        </p:nvSpPr>
        <p:spPr>
          <a:xfrm>
            <a:off x="457200" y="1226167"/>
            <a:ext cx="2608500" cy="1918200"/>
          </a:xfrm>
          <a:prstGeom prst="roundRect">
            <a:avLst>
              <a:gd fmla="val 11782" name="adj"/>
            </a:avLst>
          </a:prstGeom>
          <a:solidFill>
            <a:srgbClr val="FFFFFF">
              <a:alpha val="8000"/>
            </a:srgbClr>
          </a:solidFill>
          <a:ln>
            <a:noFill/>
          </a:ln>
        </p:spPr>
        <p:txBody>
          <a:bodyPr anchorCtr="0" anchor="t" bIns="68575" lIns="137150" spcFirstLastPara="1" rIns="137150" wrap="square" tIns="182875">
            <a:noAutofit/>
          </a:bodyPr>
          <a:lstStyle/>
          <a:p>
            <a:pPr indent="0" lvl="0" marL="0" rtl="0" algn="l">
              <a:spcBef>
                <a:spcPts val="0"/>
              </a:spcBef>
              <a:spcAft>
                <a:spcPts val="0"/>
              </a:spcAft>
              <a:buNone/>
            </a:pPr>
            <a:r>
              <a:rPr lang="en" sz="1200">
                <a:solidFill>
                  <a:schemeClr val="accent4"/>
                </a:solidFill>
                <a:latin typeface="Poppins SemiBold"/>
                <a:ea typeface="Poppins SemiBold"/>
                <a:cs typeface="Poppins SemiBold"/>
                <a:sym typeface="Poppins SemiBold"/>
              </a:rPr>
              <a:t>Cameras On</a:t>
            </a:r>
            <a:endParaRPr b="1" sz="1200">
              <a:solidFill>
                <a:schemeClr val="accent4"/>
              </a:solidFill>
              <a:latin typeface="Poppins"/>
              <a:ea typeface="Poppins"/>
              <a:cs typeface="Poppins"/>
              <a:sym typeface="Poppins"/>
            </a:endParaRPr>
          </a:p>
          <a:p>
            <a:pPr indent="0" lvl="0" marL="0" rtl="0" algn="l">
              <a:spcBef>
                <a:spcPts val="1000"/>
              </a:spcBef>
              <a:spcAft>
                <a:spcPts val="0"/>
              </a:spcAft>
              <a:buNone/>
            </a:pPr>
            <a:r>
              <a:t/>
            </a:r>
            <a:endParaRPr sz="1200">
              <a:solidFill>
                <a:schemeClr val="lt2"/>
              </a:solidFill>
              <a:latin typeface="Poppins Medium"/>
              <a:ea typeface="Poppins Medium"/>
              <a:cs typeface="Poppins Medium"/>
              <a:sym typeface="Poppins Medium"/>
            </a:endParaRPr>
          </a:p>
          <a:p>
            <a:pPr indent="0" lvl="0" marL="0" marR="0" rtl="0" algn="l">
              <a:lnSpc>
                <a:spcPct val="115000"/>
              </a:lnSpc>
              <a:spcBef>
                <a:spcPts val="1000"/>
              </a:spcBef>
              <a:spcAft>
                <a:spcPts val="800"/>
              </a:spcAft>
              <a:buNone/>
            </a:pPr>
            <a:r>
              <a:rPr lang="en" sz="1200">
                <a:solidFill>
                  <a:schemeClr val="lt2"/>
                </a:solidFill>
                <a:latin typeface="Lato"/>
                <a:ea typeface="Lato"/>
                <a:cs typeface="Lato"/>
                <a:sym typeface="Lato"/>
              </a:rPr>
              <a:t>Be present and </a:t>
            </a:r>
            <a:r>
              <a:rPr b="1" lang="en" sz="1200">
                <a:solidFill>
                  <a:schemeClr val="lt2"/>
                </a:solidFill>
                <a:latin typeface="Lato"/>
                <a:ea typeface="Lato"/>
                <a:cs typeface="Lato"/>
                <a:sym typeface="Lato"/>
              </a:rPr>
              <a:t>visible with your camera on</a:t>
            </a:r>
            <a:r>
              <a:rPr lang="en" sz="1200">
                <a:solidFill>
                  <a:schemeClr val="lt2"/>
                </a:solidFill>
                <a:latin typeface="Lato"/>
                <a:ea typeface="Lato"/>
                <a:cs typeface="Lato"/>
                <a:sym typeface="Lato"/>
              </a:rPr>
              <a:t> to stay engaged in class.</a:t>
            </a:r>
            <a:endParaRPr sz="1200">
              <a:solidFill>
                <a:schemeClr val="lt2"/>
              </a:solidFill>
              <a:latin typeface="Lato"/>
              <a:ea typeface="Lato"/>
              <a:cs typeface="Lato"/>
              <a:sym typeface="Lato"/>
            </a:endParaRPr>
          </a:p>
        </p:txBody>
      </p:sp>
      <p:sp>
        <p:nvSpPr>
          <p:cNvPr id="2584" name="Google Shape;2584;p575"/>
          <p:cNvSpPr/>
          <p:nvPr/>
        </p:nvSpPr>
        <p:spPr>
          <a:xfrm>
            <a:off x="2475925" y="1339700"/>
            <a:ext cx="424800" cy="426000"/>
          </a:xfrm>
          <a:prstGeom prst="ellipse">
            <a:avLst/>
          </a:prstGeom>
          <a:solidFill>
            <a:srgbClr val="FFFFFF">
              <a:alpha val="16000"/>
            </a:srgbClr>
          </a:solidFill>
          <a:ln>
            <a:noFill/>
          </a:ln>
        </p:spPr>
        <p:txBody>
          <a:bodyPr anchorCtr="0" anchor="ctr" bIns="91425" lIns="91425" spcFirstLastPara="1" rIns="91425" wrap="square" tIns="91425">
            <a:noAutofit/>
          </a:bodyPr>
          <a:lstStyle/>
          <a:p>
            <a:pPr indent="-142875" lvl="0" marL="0" marR="0" rtl="0" algn="ctr">
              <a:spcBef>
                <a:spcPts val="0"/>
              </a:spcBef>
              <a:spcAft>
                <a:spcPts val="0"/>
              </a:spcAft>
              <a:buNone/>
            </a:pPr>
            <a:r>
              <a:rPr lang="en" sz="1800">
                <a:solidFill>
                  <a:schemeClr val="accent1"/>
                </a:solidFill>
                <a:latin typeface="Poppins"/>
                <a:ea typeface="Poppins"/>
                <a:cs typeface="Poppins"/>
                <a:sym typeface="Poppins"/>
              </a:rPr>
              <a:t>📹</a:t>
            </a:r>
            <a:endParaRPr sz="1800">
              <a:solidFill>
                <a:schemeClr val="accent1"/>
              </a:solidFill>
              <a:latin typeface="Poppins"/>
              <a:ea typeface="Poppins"/>
              <a:cs typeface="Poppins"/>
              <a:sym typeface="Poppins"/>
            </a:endParaRPr>
          </a:p>
        </p:txBody>
      </p:sp>
      <p:sp>
        <p:nvSpPr>
          <p:cNvPr id="2585" name="Google Shape;2585;p575"/>
          <p:cNvSpPr/>
          <p:nvPr/>
        </p:nvSpPr>
        <p:spPr>
          <a:xfrm>
            <a:off x="3267766" y="1226167"/>
            <a:ext cx="2608500" cy="1918200"/>
          </a:xfrm>
          <a:prstGeom prst="roundRect">
            <a:avLst>
              <a:gd fmla="val 11782" name="adj"/>
            </a:avLst>
          </a:prstGeom>
          <a:solidFill>
            <a:srgbClr val="FFFFFF">
              <a:alpha val="8000"/>
            </a:srgbClr>
          </a:solidFill>
          <a:ln>
            <a:noFill/>
          </a:ln>
        </p:spPr>
        <p:txBody>
          <a:bodyPr anchorCtr="0" anchor="t" bIns="68575" lIns="137150" spcFirstLastPara="1" rIns="137150" wrap="square" tIns="182875">
            <a:noAutofit/>
          </a:bodyPr>
          <a:lstStyle/>
          <a:p>
            <a:pPr indent="0" lvl="0" marL="0" rtl="0" algn="l">
              <a:spcBef>
                <a:spcPts val="0"/>
              </a:spcBef>
              <a:spcAft>
                <a:spcPts val="0"/>
              </a:spcAft>
              <a:buNone/>
            </a:pPr>
            <a:r>
              <a:rPr lang="en" sz="1200">
                <a:solidFill>
                  <a:schemeClr val="accent4"/>
                </a:solidFill>
                <a:latin typeface="Poppins SemiBold"/>
                <a:ea typeface="Poppins SemiBold"/>
                <a:cs typeface="Poppins SemiBold"/>
                <a:sym typeface="Poppins SemiBold"/>
              </a:rPr>
              <a:t>Arrive On Time</a:t>
            </a:r>
            <a:endParaRPr sz="1200">
              <a:solidFill>
                <a:schemeClr val="lt2"/>
              </a:solidFill>
              <a:latin typeface="Poppins SemiBold"/>
              <a:ea typeface="Poppins SemiBold"/>
              <a:cs typeface="Poppins SemiBold"/>
              <a:sym typeface="Poppins SemiBold"/>
            </a:endParaRPr>
          </a:p>
          <a:p>
            <a:pPr indent="0" lvl="0" marL="0" rtl="0" algn="l">
              <a:spcBef>
                <a:spcPts val="1000"/>
              </a:spcBef>
              <a:spcAft>
                <a:spcPts val="0"/>
              </a:spcAft>
              <a:buNone/>
            </a:pPr>
            <a:r>
              <a:t/>
            </a:r>
            <a:endParaRPr sz="1200">
              <a:solidFill>
                <a:schemeClr val="lt2"/>
              </a:solidFill>
              <a:latin typeface="Poppins Medium"/>
              <a:ea typeface="Poppins Medium"/>
              <a:cs typeface="Poppins Medium"/>
              <a:sym typeface="Poppins Medium"/>
            </a:endParaRPr>
          </a:p>
          <a:p>
            <a:pPr indent="0" lvl="0" marL="0" marR="0" rtl="0" algn="l">
              <a:lnSpc>
                <a:spcPct val="115000"/>
              </a:lnSpc>
              <a:spcBef>
                <a:spcPts val="1000"/>
              </a:spcBef>
              <a:spcAft>
                <a:spcPts val="800"/>
              </a:spcAft>
              <a:buNone/>
            </a:pPr>
            <a:r>
              <a:rPr lang="en" sz="1200">
                <a:solidFill>
                  <a:schemeClr val="lt2"/>
                </a:solidFill>
                <a:latin typeface="Lato"/>
                <a:ea typeface="Lato"/>
                <a:cs typeface="Lato"/>
                <a:sym typeface="Lato"/>
              </a:rPr>
              <a:t>Respect everyone’s time by </a:t>
            </a:r>
            <a:r>
              <a:rPr b="1" lang="en" sz="1200">
                <a:solidFill>
                  <a:schemeClr val="lt2"/>
                </a:solidFill>
                <a:latin typeface="Lato"/>
                <a:ea typeface="Lato"/>
                <a:cs typeface="Lato"/>
                <a:sym typeface="Lato"/>
              </a:rPr>
              <a:t>arriving promptly</a:t>
            </a:r>
            <a:r>
              <a:rPr lang="en" sz="1200">
                <a:solidFill>
                  <a:schemeClr val="lt2"/>
                </a:solidFill>
                <a:latin typeface="Lato"/>
                <a:ea typeface="Lato"/>
                <a:cs typeface="Lato"/>
                <a:sym typeface="Lato"/>
              </a:rPr>
              <a:t> to sessions.</a:t>
            </a:r>
            <a:endParaRPr sz="1200">
              <a:solidFill>
                <a:schemeClr val="lt2"/>
              </a:solidFill>
              <a:latin typeface="Lato"/>
              <a:ea typeface="Lato"/>
              <a:cs typeface="Lato"/>
              <a:sym typeface="Lato"/>
            </a:endParaRPr>
          </a:p>
        </p:txBody>
      </p:sp>
      <p:sp>
        <p:nvSpPr>
          <p:cNvPr id="2586" name="Google Shape;2586;p575"/>
          <p:cNvSpPr/>
          <p:nvPr/>
        </p:nvSpPr>
        <p:spPr>
          <a:xfrm>
            <a:off x="6078324" y="1226167"/>
            <a:ext cx="2608500" cy="1918200"/>
          </a:xfrm>
          <a:prstGeom prst="roundRect">
            <a:avLst>
              <a:gd fmla="val 11782" name="adj"/>
            </a:avLst>
          </a:prstGeom>
          <a:solidFill>
            <a:srgbClr val="FFFFFF">
              <a:alpha val="8000"/>
            </a:srgbClr>
          </a:solidFill>
          <a:ln>
            <a:noFill/>
          </a:ln>
        </p:spPr>
        <p:txBody>
          <a:bodyPr anchorCtr="0" anchor="t" bIns="68575" lIns="137150" spcFirstLastPara="1" rIns="137150" wrap="square" tIns="182875">
            <a:noAutofit/>
          </a:bodyPr>
          <a:lstStyle/>
          <a:p>
            <a:pPr indent="0" lvl="0" marL="0" rtl="0" algn="l">
              <a:spcBef>
                <a:spcPts val="0"/>
              </a:spcBef>
              <a:spcAft>
                <a:spcPts val="0"/>
              </a:spcAft>
              <a:buNone/>
            </a:pPr>
            <a:r>
              <a:rPr lang="en" sz="1200">
                <a:solidFill>
                  <a:schemeClr val="accent4"/>
                </a:solidFill>
                <a:latin typeface="Poppins SemiBold"/>
                <a:ea typeface="Poppins SemiBold"/>
                <a:cs typeface="Poppins SemiBold"/>
                <a:sym typeface="Poppins SemiBold"/>
              </a:rPr>
              <a:t>Engage to Network</a:t>
            </a:r>
            <a:endParaRPr sz="1200">
              <a:solidFill>
                <a:schemeClr val="lt2"/>
              </a:solidFill>
              <a:latin typeface="Poppins Medium"/>
              <a:ea typeface="Poppins Medium"/>
              <a:cs typeface="Poppins Medium"/>
              <a:sym typeface="Poppins Medium"/>
            </a:endParaRPr>
          </a:p>
          <a:p>
            <a:pPr indent="0" lvl="0" marL="0" rtl="0" algn="l">
              <a:spcBef>
                <a:spcPts val="1000"/>
              </a:spcBef>
              <a:spcAft>
                <a:spcPts val="0"/>
              </a:spcAft>
              <a:buNone/>
            </a:pPr>
            <a:r>
              <a:t/>
            </a:r>
            <a:endParaRPr sz="1200">
              <a:solidFill>
                <a:schemeClr val="lt2"/>
              </a:solidFill>
              <a:latin typeface="Poppins Medium"/>
              <a:ea typeface="Poppins Medium"/>
              <a:cs typeface="Poppins Medium"/>
              <a:sym typeface="Poppins Medium"/>
            </a:endParaRPr>
          </a:p>
          <a:p>
            <a:pPr indent="0" lvl="0" marL="0" marR="0" rtl="0" algn="l">
              <a:lnSpc>
                <a:spcPct val="115000"/>
              </a:lnSpc>
              <a:spcBef>
                <a:spcPts val="1000"/>
              </a:spcBef>
              <a:spcAft>
                <a:spcPts val="800"/>
              </a:spcAft>
              <a:buNone/>
            </a:pPr>
            <a:r>
              <a:rPr lang="en" sz="1200">
                <a:solidFill>
                  <a:schemeClr val="lt2"/>
                </a:solidFill>
                <a:latin typeface="Lato"/>
                <a:ea typeface="Lato"/>
                <a:cs typeface="Lato"/>
                <a:sym typeface="Lato"/>
              </a:rPr>
              <a:t>Participate in </a:t>
            </a:r>
            <a:r>
              <a:rPr b="1" lang="en" sz="1200">
                <a:solidFill>
                  <a:schemeClr val="lt2"/>
                </a:solidFill>
                <a:latin typeface="Lato"/>
                <a:ea typeface="Lato"/>
                <a:cs typeface="Lato"/>
                <a:sym typeface="Lato"/>
              </a:rPr>
              <a:t>labs and discussions</a:t>
            </a:r>
            <a:r>
              <a:rPr lang="en" sz="1200">
                <a:solidFill>
                  <a:schemeClr val="lt2"/>
                </a:solidFill>
                <a:latin typeface="Lato"/>
                <a:ea typeface="Lato"/>
                <a:cs typeface="Lato"/>
                <a:sym typeface="Lato"/>
              </a:rPr>
              <a:t> to build your professional learning network.</a:t>
            </a:r>
            <a:endParaRPr sz="1200">
              <a:solidFill>
                <a:schemeClr val="lt2"/>
              </a:solidFill>
              <a:latin typeface="Lato"/>
              <a:ea typeface="Lato"/>
              <a:cs typeface="Lato"/>
              <a:sym typeface="Lato"/>
            </a:endParaRPr>
          </a:p>
        </p:txBody>
      </p:sp>
      <p:sp>
        <p:nvSpPr>
          <p:cNvPr id="2587" name="Google Shape;2587;p575"/>
          <p:cNvSpPr/>
          <p:nvPr/>
        </p:nvSpPr>
        <p:spPr>
          <a:xfrm>
            <a:off x="457200" y="3288745"/>
            <a:ext cx="2608500" cy="1918200"/>
          </a:xfrm>
          <a:prstGeom prst="roundRect">
            <a:avLst>
              <a:gd fmla="val 11782" name="adj"/>
            </a:avLst>
          </a:prstGeom>
          <a:solidFill>
            <a:srgbClr val="FFFFFF">
              <a:alpha val="8000"/>
            </a:srgbClr>
          </a:solidFill>
          <a:ln>
            <a:noFill/>
          </a:ln>
        </p:spPr>
        <p:txBody>
          <a:bodyPr anchorCtr="0" anchor="t" bIns="68575" lIns="137150" spcFirstLastPara="1" rIns="137150" wrap="square" tIns="182875">
            <a:noAutofit/>
          </a:bodyPr>
          <a:lstStyle/>
          <a:p>
            <a:pPr indent="0" lvl="0" marL="0" rtl="0" algn="l">
              <a:spcBef>
                <a:spcPts val="0"/>
              </a:spcBef>
              <a:spcAft>
                <a:spcPts val="0"/>
              </a:spcAft>
              <a:buNone/>
            </a:pPr>
            <a:r>
              <a:rPr lang="en" sz="1200">
                <a:solidFill>
                  <a:schemeClr val="accent4"/>
                </a:solidFill>
                <a:latin typeface="Poppins SemiBold"/>
                <a:ea typeface="Poppins SemiBold"/>
                <a:cs typeface="Poppins SemiBold"/>
                <a:sym typeface="Poppins SemiBold"/>
              </a:rPr>
              <a:t>Tool Readiness</a:t>
            </a:r>
            <a:endParaRPr sz="1200">
              <a:solidFill>
                <a:schemeClr val="lt1"/>
              </a:solidFill>
              <a:latin typeface="Poppins Medium"/>
              <a:ea typeface="Poppins Medium"/>
              <a:cs typeface="Poppins Medium"/>
              <a:sym typeface="Poppins Medium"/>
            </a:endParaRPr>
          </a:p>
          <a:p>
            <a:pPr indent="0" lvl="0" marL="0" rtl="0" algn="l">
              <a:spcBef>
                <a:spcPts val="1000"/>
              </a:spcBef>
              <a:spcAft>
                <a:spcPts val="0"/>
              </a:spcAft>
              <a:buNone/>
            </a:pPr>
            <a:r>
              <a:t/>
            </a:r>
            <a:endParaRPr sz="1200">
              <a:solidFill>
                <a:schemeClr val="lt2"/>
              </a:solidFill>
              <a:latin typeface="Poppins Medium"/>
              <a:ea typeface="Poppins Medium"/>
              <a:cs typeface="Poppins Medium"/>
              <a:sym typeface="Poppins Medium"/>
            </a:endParaRPr>
          </a:p>
          <a:p>
            <a:pPr indent="0" lvl="0" marL="0" marR="0" rtl="0" algn="l">
              <a:lnSpc>
                <a:spcPct val="115000"/>
              </a:lnSpc>
              <a:spcBef>
                <a:spcPts val="1000"/>
              </a:spcBef>
              <a:spcAft>
                <a:spcPts val="800"/>
              </a:spcAft>
              <a:buNone/>
            </a:pPr>
            <a:r>
              <a:rPr lang="en" sz="1200">
                <a:solidFill>
                  <a:schemeClr val="lt2"/>
                </a:solidFill>
                <a:latin typeface="Lato"/>
                <a:ea typeface="Lato"/>
                <a:cs typeface="Lato"/>
                <a:sym typeface="Lato"/>
              </a:rPr>
              <a:t>Any tools and accounts </a:t>
            </a:r>
            <a:r>
              <a:rPr b="1" lang="en" sz="1200">
                <a:solidFill>
                  <a:schemeClr val="lt2"/>
                </a:solidFill>
                <a:latin typeface="Lato"/>
                <a:ea typeface="Lato"/>
                <a:cs typeface="Lato"/>
                <a:sym typeface="Lato"/>
              </a:rPr>
              <a:t>must be active before class</a:t>
            </a:r>
            <a:r>
              <a:rPr lang="en" sz="1200">
                <a:solidFill>
                  <a:schemeClr val="lt2"/>
                </a:solidFill>
                <a:latin typeface="Lato"/>
                <a:ea typeface="Lato"/>
                <a:cs typeface="Lato"/>
                <a:sym typeface="Lato"/>
              </a:rPr>
              <a:t>; we will not stop or restart for setup.</a:t>
            </a:r>
            <a:endParaRPr sz="1200">
              <a:solidFill>
                <a:schemeClr val="lt2"/>
              </a:solidFill>
              <a:latin typeface="Lato"/>
              <a:ea typeface="Lato"/>
              <a:cs typeface="Lato"/>
              <a:sym typeface="Lato"/>
            </a:endParaRPr>
          </a:p>
        </p:txBody>
      </p:sp>
      <p:sp>
        <p:nvSpPr>
          <p:cNvPr id="2588" name="Google Shape;2588;p575"/>
          <p:cNvSpPr/>
          <p:nvPr/>
        </p:nvSpPr>
        <p:spPr>
          <a:xfrm>
            <a:off x="3267766" y="3288745"/>
            <a:ext cx="2608500" cy="1918200"/>
          </a:xfrm>
          <a:prstGeom prst="roundRect">
            <a:avLst>
              <a:gd fmla="val 11782" name="adj"/>
            </a:avLst>
          </a:prstGeom>
          <a:solidFill>
            <a:srgbClr val="FFFFFF">
              <a:alpha val="8000"/>
            </a:srgbClr>
          </a:solidFill>
          <a:ln>
            <a:noFill/>
          </a:ln>
        </p:spPr>
        <p:txBody>
          <a:bodyPr anchorCtr="0" anchor="t" bIns="68575" lIns="137150" spcFirstLastPara="1" rIns="137150" wrap="square" tIns="182875">
            <a:noAutofit/>
          </a:bodyPr>
          <a:lstStyle/>
          <a:p>
            <a:pPr indent="0" lvl="0" marL="0" rtl="0" algn="l">
              <a:spcBef>
                <a:spcPts val="0"/>
              </a:spcBef>
              <a:spcAft>
                <a:spcPts val="0"/>
              </a:spcAft>
              <a:buNone/>
            </a:pPr>
            <a:r>
              <a:rPr lang="en" sz="1200">
                <a:solidFill>
                  <a:schemeClr val="accent4"/>
                </a:solidFill>
                <a:latin typeface="Poppins SemiBold"/>
                <a:ea typeface="Poppins SemiBold"/>
                <a:cs typeface="Poppins SemiBold"/>
                <a:sym typeface="Poppins SemiBold"/>
              </a:rPr>
              <a:t>Use Slack</a:t>
            </a:r>
            <a:endParaRPr sz="1200">
              <a:solidFill>
                <a:schemeClr val="lt2"/>
              </a:solidFill>
              <a:latin typeface="Poppins Medium"/>
              <a:ea typeface="Poppins Medium"/>
              <a:cs typeface="Poppins Medium"/>
              <a:sym typeface="Poppins Medium"/>
            </a:endParaRPr>
          </a:p>
          <a:p>
            <a:pPr indent="0" lvl="0" marL="0" rtl="0" algn="l">
              <a:spcBef>
                <a:spcPts val="1000"/>
              </a:spcBef>
              <a:spcAft>
                <a:spcPts val="0"/>
              </a:spcAft>
              <a:buNone/>
            </a:pPr>
            <a:r>
              <a:t/>
            </a:r>
            <a:endParaRPr sz="1200">
              <a:solidFill>
                <a:schemeClr val="lt2"/>
              </a:solidFill>
              <a:latin typeface="Poppins Medium"/>
              <a:ea typeface="Poppins Medium"/>
              <a:cs typeface="Poppins Medium"/>
              <a:sym typeface="Poppins Medium"/>
            </a:endParaRPr>
          </a:p>
          <a:p>
            <a:pPr indent="0" lvl="0" marL="0" marR="0" rtl="0" algn="l">
              <a:lnSpc>
                <a:spcPct val="115000"/>
              </a:lnSpc>
              <a:spcBef>
                <a:spcPts val="1000"/>
              </a:spcBef>
              <a:spcAft>
                <a:spcPts val="800"/>
              </a:spcAft>
              <a:buNone/>
            </a:pPr>
            <a:r>
              <a:rPr lang="en" sz="1200">
                <a:solidFill>
                  <a:schemeClr val="lt2"/>
                </a:solidFill>
                <a:latin typeface="Lato"/>
                <a:ea typeface="Lato"/>
                <a:cs typeface="Lato"/>
                <a:sym typeface="Lato"/>
              </a:rPr>
              <a:t>Use</a:t>
            </a:r>
            <a:r>
              <a:rPr b="1" lang="en" sz="1200">
                <a:solidFill>
                  <a:schemeClr val="lt2"/>
                </a:solidFill>
                <a:latin typeface="Lato"/>
                <a:ea typeface="Lato"/>
                <a:cs typeface="Lato"/>
                <a:sym typeface="Lato"/>
              </a:rPr>
              <a:t> Slack for all communication </a:t>
            </a:r>
            <a:r>
              <a:rPr lang="en" sz="1200">
                <a:solidFill>
                  <a:schemeClr val="lt2"/>
                </a:solidFill>
                <a:latin typeface="Lato"/>
                <a:ea typeface="Lato"/>
                <a:cs typeface="Lato"/>
                <a:sym typeface="Lato"/>
              </a:rPr>
              <a:t>to keep questions and comments organized.</a:t>
            </a:r>
            <a:endParaRPr sz="1200">
              <a:solidFill>
                <a:schemeClr val="lt2"/>
              </a:solidFill>
              <a:latin typeface="Lato"/>
              <a:ea typeface="Lato"/>
              <a:cs typeface="Lato"/>
              <a:sym typeface="Lato"/>
            </a:endParaRPr>
          </a:p>
        </p:txBody>
      </p:sp>
      <p:sp>
        <p:nvSpPr>
          <p:cNvPr id="2589" name="Google Shape;2589;p575"/>
          <p:cNvSpPr/>
          <p:nvPr/>
        </p:nvSpPr>
        <p:spPr>
          <a:xfrm>
            <a:off x="6078324" y="3288745"/>
            <a:ext cx="2608500" cy="1918200"/>
          </a:xfrm>
          <a:prstGeom prst="roundRect">
            <a:avLst>
              <a:gd fmla="val 11782" name="adj"/>
            </a:avLst>
          </a:prstGeom>
          <a:solidFill>
            <a:srgbClr val="FFFFFF">
              <a:alpha val="8000"/>
            </a:srgbClr>
          </a:solidFill>
          <a:ln>
            <a:noFill/>
          </a:ln>
        </p:spPr>
        <p:txBody>
          <a:bodyPr anchorCtr="0" anchor="t" bIns="68575" lIns="137150" spcFirstLastPara="1" rIns="137150" wrap="square" tIns="182875">
            <a:noAutofit/>
          </a:bodyPr>
          <a:lstStyle/>
          <a:p>
            <a:pPr indent="0" lvl="0" marL="0" rtl="0" algn="l">
              <a:spcBef>
                <a:spcPts val="0"/>
              </a:spcBef>
              <a:spcAft>
                <a:spcPts val="0"/>
              </a:spcAft>
              <a:buNone/>
            </a:pPr>
            <a:r>
              <a:rPr lang="en" sz="1200">
                <a:solidFill>
                  <a:schemeClr val="accent4"/>
                </a:solidFill>
                <a:latin typeface="Poppins SemiBold"/>
                <a:ea typeface="Poppins SemiBold"/>
                <a:cs typeface="Poppins SemiBold"/>
                <a:sym typeface="Poppins SemiBold"/>
              </a:rPr>
              <a:t>Class Momentum</a:t>
            </a:r>
            <a:endParaRPr sz="1200">
              <a:solidFill>
                <a:schemeClr val="lt2"/>
              </a:solidFill>
              <a:latin typeface="Poppins Medium"/>
              <a:ea typeface="Poppins Medium"/>
              <a:cs typeface="Poppins Medium"/>
              <a:sym typeface="Poppins Medium"/>
            </a:endParaRPr>
          </a:p>
          <a:p>
            <a:pPr indent="0" lvl="0" marL="0" rtl="0" algn="l">
              <a:spcBef>
                <a:spcPts val="1000"/>
              </a:spcBef>
              <a:spcAft>
                <a:spcPts val="0"/>
              </a:spcAft>
              <a:buNone/>
            </a:pPr>
            <a:r>
              <a:t/>
            </a:r>
            <a:endParaRPr sz="1200">
              <a:solidFill>
                <a:schemeClr val="lt2"/>
              </a:solidFill>
              <a:latin typeface="Poppins Medium"/>
              <a:ea typeface="Poppins Medium"/>
              <a:cs typeface="Poppins Medium"/>
              <a:sym typeface="Poppins Medium"/>
            </a:endParaRPr>
          </a:p>
          <a:p>
            <a:pPr indent="0" lvl="0" marL="0" marR="0" rtl="0" algn="l">
              <a:lnSpc>
                <a:spcPct val="115000"/>
              </a:lnSpc>
              <a:spcBef>
                <a:spcPts val="1000"/>
              </a:spcBef>
              <a:spcAft>
                <a:spcPts val="800"/>
              </a:spcAft>
              <a:buNone/>
            </a:pPr>
            <a:r>
              <a:rPr lang="en" sz="1200">
                <a:solidFill>
                  <a:schemeClr val="lt2"/>
                </a:solidFill>
                <a:latin typeface="Lato"/>
                <a:ea typeface="Lato"/>
                <a:cs typeface="Lato"/>
                <a:sym typeface="Lato"/>
              </a:rPr>
              <a:t>Individual or </a:t>
            </a:r>
            <a:r>
              <a:rPr b="1" lang="en" sz="1200">
                <a:solidFill>
                  <a:schemeClr val="lt2"/>
                </a:solidFill>
                <a:latin typeface="Lato"/>
                <a:ea typeface="Lato"/>
                <a:cs typeface="Lato"/>
                <a:sym typeface="Lato"/>
              </a:rPr>
              <a:t>deep-dive questions will be moved to after-class </a:t>
            </a:r>
            <a:r>
              <a:rPr lang="en" sz="1200">
                <a:solidFill>
                  <a:schemeClr val="lt2"/>
                </a:solidFill>
                <a:latin typeface="Lato"/>
                <a:ea typeface="Lato"/>
                <a:cs typeface="Lato"/>
                <a:sym typeface="Lato"/>
              </a:rPr>
              <a:t>support.</a:t>
            </a:r>
            <a:endParaRPr sz="1200">
              <a:solidFill>
                <a:schemeClr val="lt2"/>
              </a:solidFill>
              <a:latin typeface="Lato"/>
              <a:ea typeface="Lato"/>
              <a:cs typeface="Lato"/>
              <a:sym typeface="Lato"/>
            </a:endParaRPr>
          </a:p>
        </p:txBody>
      </p:sp>
      <p:sp>
        <p:nvSpPr>
          <p:cNvPr id="2590" name="Google Shape;2590;p575"/>
          <p:cNvSpPr/>
          <p:nvPr/>
        </p:nvSpPr>
        <p:spPr>
          <a:xfrm>
            <a:off x="5344975" y="1339700"/>
            <a:ext cx="424800" cy="426000"/>
          </a:xfrm>
          <a:prstGeom prst="ellipse">
            <a:avLst/>
          </a:prstGeom>
          <a:solidFill>
            <a:srgbClr val="FFFFFF">
              <a:alpha val="16000"/>
            </a:srgbClr>
          </a:solidFill>
          <a:ln>
            <a:noFill/>
          </a:ln>
        </p:spPr>
        <p:txBody>
          <a:bodyPr anchorCtr="0" anchor="ctr" bIns="91425" lIns="91425" spcFirstLastPara="1" rIns="91425" wrap="square" tIns="91425">
            <a:noAutofit/>
          </a:bodyPr>
          <a:lstStyle/>
          <a:p>
            <a:pPr indent="-142875" lvl="0" marL="0" marR="0" rtl="0" algn="ctr">
              <a:spcBef>
                <a:spcPts val="0"/>
              </a:spcBef>
              <a:spcAft>
                <a:spcPts val="0"/>
              </a:spcAft>
              <a:buNone/>
            </a:pPr>
            <a:r>
              <a:rPr lang="en" sz="1800">
                <a:solidFill>
                  <a:schemeClr val="accent1"/>
                </a:solidFill>
                <a:latin typeface="Poppins"/>
                <a:ea typeface="Poppins"/>
                <a:cs typeface="Poppins"/>
                <a:sym typeface="Poppins"/>
              </a:rPr>
              <a:t>⏰</a:t>
            </a:r>
            <a:endParaRPr sz="1800">
              <a:solidFill>
                <a:schemeClr val="accent1"/>
              </a:solidFill>
              <a:latin typeface="Poppins"/>
              <a:ea typeface="Poppins"/>
              <a:cs typeface="Poppins"/>
              <a:sym typeface="Poppins"/>
            </a:endParaRPr>
          </a:p>
        </p:txBody>
      </p:sp>
      <p:sp>
        <p:nvSpPr>
          <p:cNvPr id="2591" name="Google Shape;2591;p575"/>
          <p:cNvSpPr/>
          <p:nvPr/>
        </p:nvSpPr>
        <p:spPr>
          <a:xfrm>
            <a:off x="8147700" y="1339700"/>
            <a:ext cx="424800" cy="426000"/>
          </a:xfrm>
          <a:prstGeom prst="ellipse">
            <a:avLst/>
          </a:prstGeom>
          <a:solidFill>
            <a:srgbClr val="FFFFFF">
              <a:alpha val="16000"/>
            </a:srgbClr>
          </a:solidFill>
          <a:ln>
            <a:noFill/>
          </a:ln>
        </p:spPr>
        <p:txBody>
          <a:bodyPr anchorCtr="0" anchor="ctr" bIns="91425" lIns="91425" spcFirstLastPara="1" rIns="91425" wrap="square" tIns="91425">
            <a:noAutofit/>
          </a:bodyPr>
          <a:lstStyle/>
          <a:p>
            <a:pPr indent="-142875" lvl="0" marL="0" marR="0" rtl="0" algn="ctr">
              <a:spcBef>
                <a:spcPts val="0"/>
              </a:spcBef>
              <a:spcAft>
                <a:spcPts val="0"/>
              </a:spcAft>
              <a:buNone/>
            </a:pPr>
            <a:r>
              <a:rPr lang="en" sz="1800">
                <a:solidFill>
                  <a:schemeClr val="accent1"/>
                </a:solidFill>
                <a:latin typeface="Poppins"/>
                <a:ea typeface="Poppins"/>
                <a:cs typeface="Poppins"/>
                <a:sym typeface="Poppins"/>
              </a:rPr>
              <a:t>🤝</a:t>
            </a:r>
            <a:endParaRPr sz="1800">
              <a:solidFill>
                <a:schemeClr val="accent1"/>
              </a:solidFill>
              <a:latin typeface="Poppins"/>
              <a:ea typeface="Poppins"/>
              <a:cs typeface="Poppins"/>
              <a:sym typeface="Poppins"/>
            </a:endParaRPr>
          </a:p>
        </p:txBody>
      </p:sp>
      <p:sp>
        <p:nvSpPr>
          <p:cNvPr id="2592" name="Google Shape;2592;p575"/>
          <p:cNvSpPr/>
          <p:nvPr/>
        </p:nvSpPr>
        <p:spPr>
          <a:xfrm>
            <a:off x="2475925" y="3431249"/>
            <a:ext cx="424800" cy="426000"/>
          </a:xfrm>
          <a:prstGeom prst="ellipse">
            <a:avLst/>
          </a:prstGeom>
          <a:solidFill>
            <a:srgbClr val="FFFFFF">
              <a:alpha val="16000"/>
            </a:srgbClr>
          </a:solidFill>
          <a:ln>
            <a:noFill/>
          </a:ln>
        </p:spPr>
        <p:txBody>
          <a:bodyPr anchorCtr="0" anchor="ctr" bIns="91425" lIns="91425" spcFirstLastPara="1" rIns="91425" wrap="square" tIns="91425">
            <a:noAutofit/>
          </a:bodyPr>
          <a:lstStyle/>
          <a:p>
            <a:pPr indent="-142875" lvl="0" marL="0" marR="0" rtl="0" algn="ctr">
              <a:spcBef>
                <a:spcPts val="0"/>
              </a:spcBef>
              <a:spcAft>
                <a:spcPts val="0"/>
              </a:spcAft>
              <a:buNone/>
            </a:pPr>
            <a:r>
              <a:rPr lang="en" sz="1800">
                <a:solidFill>
                  <a:schemeClr val="accent1"/>
                </a:solidFill>
                <a:latin typeface="Poppins"/>
                <a:ea typeface="Poppins"/>
                <a:cs typeface="Poppins"/>
                <a:sym typeface="Poppins"/>
              </a:rPr>
              <a:t>🛠️</a:t>
            </a:r>
            <a:endParaRPr sz="1800">
              <a:solidFill>
                <a:schemeClr val="accent1"/>
              </a:solidFill>
              <a:latin typeface="Poppins"/>
              <a:ea typeface="Poppins"/>
              <a:cs typeface="Poppins"/>
              <a:sym typeface="Poppins"/>
            </a:endParaRPr>
          </a:p>
        </p:txBody>
      </p:sp>
      <p:sp>
        <p:nvSpPr>
          <p:cNvPr id="2593" name="Google Shape;2593;p575"/>
          <p:cNvSpPr/>
          <p:nvPr/>
        </p:nvSpPr>
        <p:spPr>
          <a:xfrm>
            <a:off x="5344975" y="3431249"/>
            <a:ext cx="424800" cy="426000"/>
          </a:xfrm>
          <a:prstGeom prst="ellipse">
            <a:avLst/>
          </a:prstGeom>
          <a:solidFill>
            <a:srgbClr val="FFFFFF">
              <a:alpha val="16000"/>
            </a:srgbClr>
          </a:solidFill>
          <a:ln>
            <a:noFill/>
          </a:ln>
        </p:spPr>
        <p:txBody>
          <a:bodyPr anchorCtr="0" anchor="ctr" bIns="91425" lIns="91425" spcFirstLastPara="1" rIns="91425" wrap="square" tIns="91425">
            <a:noAutofit/>
          </a:bodyPr>
          <a:lstStyle/>
          <a:p>
            <a:pPr indent="-142875" lvl="0" marL="0" marR="0" rtl="0" algn="ctr">
              <a:spcBef>
                <a:spcPts val="0"/>
              </a:spcBef>
              <a:spcAft>
                <a:spcPts val="0"/>
              </a:spcAft>
              <a:buNone/>
            </a:pPr>
            <a:r>
              <a:t/>
            </a:r>
            <a:endParaRPr sz="1800">
              <a:solidFill>
                <a:schemeClr val="accent1"/>
              </a:solidFill>
              <a:latin typeface="Poppins"/>
              <a:ea typeface="Poppins"/>
              <a:cs typeface="Poppins"/>
              <a:sym typeface="Poppins"/>
            </a:endParaRPr>
          </a:p>
        </p:txBody>
      </p:sp>
      <p:sp>
        <p:nvSpPr>
          <p:cNvPr id="2594" name="Google Shape;2594;p575"/>
          <p:cNvSpPr/>
          <p:nvPr/>
        </p:nvSpPr>
        <p:spPr>
          <a:xfrm>
            <a:off x="8147700" y="3431249"/>
            <a:ext cx="424800" cy="426000"/>
          </a:xfrm>
          <a:prstGeom prst="ellipse">
            <a:avLst/>
          </a:prstGeom>
          <a:solidFill>
            <a:srgbClr val="FFFFFF">
              <a:alpha val="16000"/>
            </a:srgbClr>
          </a:solidFill>
          <a:ln>
            <a:noFill/>
          </a:ln>
        </p:spPr>
        <p:txBody>
          <a:bodyPr anchorCtr="0" anchor="ctr" bIns="91425" lIns="91425" spcFirstLastPara="1" rIns="91425" wrap="square" tIns="91425">
            <a:noAutofit/>
          </a:bodyPr>
          <a:lstStyle/>
          <a:p>
            <a:pPr indent="-142875" lvl="0" marL="0" marR="0" rtl="0" algn="ctr">
              <a:spcBef>
                <a:spcPts val="0"/>
              </a:spcBef>
              <a:spcAft>
                <a:spcPts val="0"/>
              </a:spcAft>
              <a:buNone/>
            </a:pPr>
            <a:r>
              <a:rPr lang="en" sz="1800">
                <a:solidFill>
                  <a:schemeClr val="accent1"/>
                </a:solidFill>
                <a:latin typeface="Poppins"/>
                <a:ea typeface="Poppins"/>
                <a:cs typeface="Poppins"/>
                <a:sym typeface="Poppins"/>
              </a:rPr>
              <a:t>🎓</a:t>
            </a:r>
            <a:endParaRPr sz="1800">
              <a:solidFill>
                <a:schemeClr val="accent1"/>
              </a:solidFill>
              <a:latin typeface="Poppins"/>
              <a:ea typeface="Poppins"/>
              <a:cs typeface="Poppins"/>
              <a:sym typeface="Poppins"/>
            </a:endParaRPr>
          </a:p>
        </p:txBody>
      </p:sp>
      <p:pic>
        <p:nvPicPr>
          <p:cNvPr id="2595" name="Google Shape;2595;p575" title="slack-icon-icon-sm.png"/>
          <p:cNvPicPr preferRelativeResize="0"/>
          <p:nvPr/>
        </p:nvPicPr>
        <p:blipFill>
          <a:blip r:embed="rId3">
            <a:alphaModFix/>
          </a:blip>
          <a:stretch>
            <a:fillRect/>
          </a:stretch>
        </p:blipFill>
        <p:spPr>
          <a:xfrm>
            <a:off x="5429388" y="3516263"/>
            <a:ext cx="255975" cy="2559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599" name="Shape 2599"/>
        <p:cNvGrpSpPr/>
        <p:nvPr/>
      </p:nvGrpSpPr>
      <p:grpSpPr>
        <a:xfrm>
          <a:off x="0" y="0"/>
          <a:ext cx="0" cy="0"/>
          <a:chOff x="0" y="0"/>
          <a:chExt cx="0" cy="0"/>
        </a:xfrm>
      </p:grpSpPr>
      <p:sp>
        <p:nvSpPr>
          <p:cNvPr id="2600" name="Google Shape;2600;p576"/>
          <p:cNvSpPr/>
          <p:nvPr/>
        </p:nvSpPr>
        <p:spPr>
          <a:xfrm>
            <a:off x="6047400" y="1233750"/>
            <a:ext cx="2639400" cy="1896300"/>
          </a:xfrm>
          <a:prstGeom prst="roundRect">
            <a:avLst>
              <a:gd fmla="val 6684" name="adj"/>
            </a:avLst>
          </a:prstGeom>
          <a:solidFill>
            <a:srgbClr val="FFFFFF">
              <a:alpha val="16000"/>
            </a:srgbClr>
          </a:solidFill>
          <a:ln cap="flat" cmpd="sng" w="9525">
            <a:solidFill>
              <a:schemeClr val="lt1"/>
            </a:solidFill>
            <a:prstDash val="solid"/>
            <a:round/>
            <a:headEnd len="sm" w="sm" type="none"/>
            <a:tailEnd len="sm" w="sm" type="none"/>
          </a:ln>
        </p:spPr>
        <p:txBody>
          <a:bodyPr anchorCtr="0" anchor="t" bIns="91425" lIns="91425" spcFirstLastPara="1" rIns="91425" wrap="square" tIns="457200">
            <a:noAutofit/>
          </a:bodyPr>
          <a:lstStyle/>
          <a:p>
            <a:pPr indent="0" lvl="0" marL="0" rtl="0" algn="l">
              <a:lnSpc>
                <a:spcPct val="115000"/>
              </a:lnSpc>
              <a:spcBef>
                <a:spcPts val="0"/>
              </a:spcBef>
              <a:spcAft>
                <a:spcPts val="0"/>
              </a:spcAft>
              <a:buNone/>
            </a:pPr>
            <a:r>
              <a:rPr lang="en" sz="1100">
                <a:solidFill>
                  <a:schemeClr val="lt1"/>
                </a:solidFill>
                <a:latin typeface="Poppins SemiBold"/>
                <a:ea typeface="Poppins SemiBold"/>
                <a:cs typeface="Poppins SemiBold"/>
                <a:sym typeface="Poppins SemiBold"/>
              </a:rPr>
              <a:t>Ensure Complex System </a:t>
            </a:r>
            <a:br>
              <a:rPr lang="en" sz="1100">
                <a:solidFill>
                  <a:schemeClr val="lt1"/>
                </a:solidFill>
                <a:latin typeface="Poppins SemiBold"/>
                <a:ea typeface="Poppins SemiBold"/>
                <a:cs typeface="Poppins SemiBold"/>
                <a:sym typeface="Poppins SemiBold"/>
              </a:rPr>
            </a:br>
            <a:r>
              <a:rPr lang="en" sz="1100">
                <a:solidFill>
                  <a:schemeClr val="lt1"/>
                </a:solidFill>
                <a:latin typeface="Poppins SemiBold"/>
                <a:ea typeface="Poppins SemiBold"/>
                <a:cs typeface="Poppins SemiBold"/>
                <a:sym typeface="Poppins SemiBold"/>
              </a:rPr>
              <a:t>Stability with Prompt Chaining</a:t>
            </a:r>
            <a:endParaRPr sz="1100">
              <a:solidFill>
                <a:schemeClr val="lt1"/>
              </a:solidFill>
              <a:latin typeface="Poppins SemiBold"/>
              <a:ea typeface="Poppins SemiBold"/>
              <a:cs typeface="Poppins SemiBold"/>
              <a:sym typeface="Poppins SemiBold"/>
            </a:endParaRPr>
          </a:p>
          <a:p>
            <a:pPr indent="0" lvl="0" marL="0" rtl="0" algn="l">
              <a:lnSpc>
                <a:spcPct val="115000"/>
              </a:lnSpc>
              <a:spcBef>
                <a:spcPts val="0"/>
              </a:spcBef>
              <a:spcAft>
                <a:spcPts val="0"/>
              </a:spcAft>
              <a:buNone/>
            </a:pPr>
            <a:r>
              <a:rPr lang="en" sz="800">
                <a:solidFill>
                  <a:schemeClr val="lt2"/>
                </a:solidFill>
                <a:latin typeface="Lato"/>
                <a:ea typeface="Lato"/>
                <a:cs typeface="Lato"/>
                <a:sym typeface="Lato"/>
              </a:rPr>
              <a:t>Master context layering and constraint grounding to orchestrate multi-screen architectures. Use prompt chaining to maintain high-fidelity consistency and prevent system breakage as complexity scales.</a:t>
            </a:r>
            <a:endParaRPr sz="1100">
              <a:solidFill>
                <a:srgbClr val="FFFFFF"/>
              </a:solidFill>
              <a:latin typeface="Poppins SemiBold"/>
              <a:ea typeface="Poppins SemiBold"/>
              <a:cs typeface="Poppins SemiBold"/>
              <a:sym typeface="Poppins SemiBold"/>
            </a:endParaRPr>
          </a:p>
        </p:txBody>
      </p:sp>
      <p:sp>
        <p:nvSpPr>
          <p:cNvPr id="2601" name="Google Shape;2601;p576"/>
          <p:cNvSpPr/>
          <p:nvPr/>
        </p:nvSpPr>
        <p:spPr>
          <a:xfrm>
            <a:off x="556115" y="1339583"/>
            <a:ext cx="634500" cy="197400"/>
          </a:xfrm>
          <a:prstGeom prst="roundRect">
            <a:avLst>
              <a:gd fmla="val 26895" name="adj"/>
            </a:avLst>
          </a:prstGeom>
          <a:solidFill>
            <a:srgbClr val="1241B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 sz="900">
                <a:solidFill>
                  <a:srgbClr val="FFFFFF"/>
                </a:solidFill>
                <a:latin typeface="Poppins SemiBold"/>
                <a:ea typeface="Poppins SemiBold"/>
                <a:cs typeface="Poppins SemiBold"/>
                <a:sym typeface="Poppins SemiBold"/>
              </a:rPr>
              <a:t>MODULE 1</a:t>
            </a:r>
            <a:endParaRPr sz="900">
              <a:solidFill>
                <a:srgbClr val="FFFFFF"/>
              </a:solidFill>
              <a:latin typeface="Poppins SemiBold"/>
              <a:ea typeface="Poppins SemiBold"/>
              <a:cs typeface="Poppins SemiBold"/>
              <a:sym typeface="Poppins SemiBold"/>
            </a:endParaRPr>
          </a:p>
        </p:txBody>
      </p:sp>
      <p:sp>
        <p:nvSpPr>
          <p:cNvPr id="2602" name="Google Shape;2602;p576"/>
          <p:cNvSpPr txBox="1"/>
          <p:nvPr/>
        </p:nvSpPr>
        <p:spPr>
          <a:xfrm>
            <a:off x="457199" y="458167"/>
            <a:ext cx="8229600" cy="295800"/>
          </a:xfrm>
          <a:prstGeom prst="rect">
            <a:avLst/>
          </a:prstGeom>
          <a:noFill/>
          <a:ln>
            <a:noFill/>
          </a:ln>
        </p:spPr>
        <p:txBody>
          <a:bodyPr anchorCtr="0" anchor="ctr" bIns="0" lIns="0" spcFirstLastPara="1" rIns="0" wrap="square" tIns="0">
            <a:normAutofit lnSpcReduction="20000"/>
          </a:bodyPr>
          <a:lstStyle/>
          <a:p>
            <a:pPr indent="0" lvl="0" marL="0" rtl="0" algn="l">
              <a:lnSpc>
                <a:spcPct val="80000"/>
              </a:lnSpc>
              <a:spcBef>
                <a:spcPts val="0"/>
              </a:spcBef>
              <a:spcAft>
                <a:spcPts val="0"/>
              </a:spcAft>
              <a:buNone/>
            </a:pPr>
            <a:r>
              <a:rPr lang="en" sz="3000">
                <a:solidFill>
                  <a:srgbClr val="FFFFFF"/>
                </a:solidFill>
                <a:latin typeface="Poppins Medium"/>
                <a:ea typeface="Poppins Medium"/>
                <a:cs typeface="Poppins Medium"/>
                <a:sym typeface="Poppins Medium"/>
              </a:rPr>
              <a:t>Vibe Coding Syllabus</a:t>
            </a:r>
            <a:endParaRPr sz="3000">
              <a:solidFill>
                <a:srgbClr val="FFFFFF"/>
              </a:solidFill>
              <a:latin typeface="Poppins Medium"/>
              <a:ea typeface="Poppins Medium"/>
              <a:cs typeface="Poppins Medium"/>
              <a:sym typeface="Poppins Medium"/>
            </a:endParaRPr>
          </a:p>
        </p:txBody>
      </p:sp>
      <p:sp>
        <p:nvSpPr>
          <p:cNvPr id="2603" name="Google Shape;2603;p576"/>
          <p:cNvSpPr/>
          <p:nvPr/>
        </p:nvSpPr>
        <p:spPr>
          <a:xfrm>
            <a:off x="3351240" y="1339583"/>
            <a:ext cx="634500" cy="197400"/>
          </a:xfrm>
          <a:prstGeom prst="roundRect">
            <a:avLst>
              <a:gd fmla="val 26895" name="adj"/>
            </a:avLst>
          </a:prstGeom>
          <a:solidFill>
            <a:srgbClr val="1241B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 sz="900">
                <a:solidFill>
                  <a:srgbClr val="FFFFFF"/>
                </a:solidFill>
                <a:latin typeface="Poppins SemiBold"/>
                <a:ea typeface="Poppins SemiBold"/>
                <a:cs typeface="Poppins SemiBold"/>
                <a:sym typeface="Poppins SemiBold"/>
              </a:rPr>
              <a:t>MODULE 2</a:t>
            </a:r>
            <a:endParaRPr sz="900">
              <a:solidFill>
                <a:srgbClr val="FFFFFF"/>
              </a:solidFill>
              <a:latin typeface="Poppins SemiBold"/>
              <a:ea typeface="Poppins SemiBold"/>
              <a:cs typeface="Poppins SemiBold"/>
              <a:sym typeface="Poppins SemiBold"/>
            </a:endParaRPr>
          </a:p>
        </p:txBody>
      </p:sp>
      <p:sp>
        <p:nvSpPr>
          <p:cNvPr id="2604" name="Google Shape;2604;p576"/>
          <p:cNvSpPr/>
          <p:nvPr/>
        </p:nvSpPr>
        <p:spPr>
          <a:xfrm>
            <a:off x="6146290" y="1339583"/>
            <a:ext cx="634500" cy="197400"/>
          </a:xfrm>
          <a:prstGeom prst="roundRect">
            <a:avLst>
              <a:gd fmla="val 26895" name="adj"/>
            </a:avLst>
          </a:prstGeom>
          <a:solidFill>
            <a:srgbClr val="1241B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 sz="900">
                <a:solidFill>
                  <a:srgbClr val="FFFFFF"/>
                </a:solidFill>
                <a:latin typeface="Poppins SemiBold"/>
                <a:ea typeface="Poppins SemiBold"/>
                <a:cs typeface="Poppins SemiBold"/>
                <a:sym typeface="Poppins SemiBold"/>
              </a:rPr>
              <a:t>MODULE 3</a:t>
            </a:r>
            <a:endParaRPr sz="900">
              <a:solidFill>
                <a:srgbClr val="FFFFFF"/>
              </a:solidFill>
              <a:latin typeface="Poppins SemiBold"/>
              <a:ea typeface="Poppins SemiBold"/>
              <a:cs typeface="Poppins SemiBold"/>
              <a:sym typeface="Poppins SemiBold"/>
            </a:endParaRPr>
          </a:p>
        </p:txBody>
      </p:sp>
      <p:sp>
        <p:nvSpPr>
          <p:cNvPr id="2605" name="Google Shape;2605;p576"/>
          <p:cNvSpPr/>
          <p:nvPr/>
        </p:nvSpPr>
        <p:spPr>
          <a:xfrm>
            <a:off x="3252325" y="3310697"/>
            <a:ext cx="2639400" cy="1896300"/>
          </a:xfrm>
          <a:prstGeom prst="roundRect">
            <a:avLst>
              <a:gd fmla="val 6684" name="adj"/>
            </a:avLst>
          </a:prstGeom>
          <a:solidFill>
            <a:srgbClr val="FFFFFF">
              <a:alpha val="8000"/>
            </a:srgbClr>
          </a:solidFill>
          <a:ln>
            <a:noFill/>
          </a:ln>
        </p:spPr>
        <p:txBody>
          <a:bodyPr anchorCtr="0" anchor="t" bIns="91425" lIns="91425" spcFirstLastPara="1" rIns="91425" wrap="square" tIns="457200">
            <a:noAutofit/>
          </a:bodyPr>
          <a:lstStyle/>
          <a:p>
            <a:pPr indent="0" lvl="0" marL="0" rtl="0" algn="l">
              <a:lnSpc>
                <a:spcPct val="115000"/>
              </a:lnSpc>
              <a:spcBef>
                <a:spcPts val="0"/>
              </a:spcBef>
              <a:spcAft>
                <a:spcPts val="0"/>
              </a:spcAft>
              <a:buNone/>
            </a:pPr>
            <a:r>
              <a:rPr lang="en" sz="1100">
                <a:solidFill>
                  <a:schemeClr val="lt1"/>
                </a:solidFill>
                <a:latin typeface="Poppins SemiBold"/>
                <a:ea typeface="Poppins SemiBold"/>
                <a:cs typeface="Poppins SemiBold"/>
                <a:sym typeface="Poppins SemiBold"/>
              </a:rPr>
              <a:t>Ship Live Products with </a:t>
            </a:r>
            <a:br>
              <a:rPr lang="en" sz="1100">
                <a:solidFill>
                  <a:schemeClr val="lt1"/>
                </a:solidFill>
                <a:latin typeface="Poppins SemiBold"/>
                <a:ea typeface="Poppins SemiBold"/>
                <a:cs typeface="Poppins SemiBold"/>
                <a:sym typeface="Poppins SemiBold"/>
              </a:rPr>
            </a:br>
            <a:r>
              <a:rPr lang="en" sz="1100">
                <a:solidFill>
                  <a:schemeClr val="lt1"/>
                </a:solidFill>
                <a:latin typeface="Poppins SemiBold"/>
                <a:ea typeface="Poppins SemiBold"/>
                <a:cs typeface="Poppins SemiBold"/>
                <a:sym typeface="Poppins SemiBold"/>
              </a:rPr>
              <a:t>Full-Stack Logic</a:t>
            </a:r>
            <a:endParaRPr sz="1100">
              <a:solidFill>
                <a:schemeClr val="lt1"/>
              </a:solidFill>
              <a:latin typeface="Poppins SemiBold"/>
              <a:ea typeface="Poppins SemiBold"/>
              <a:cs typeface="Poppins SemiBold"/>
              <a:sym typeface="Poppins SemiBold"/>
            </a:endParaRPr>
          </a:p>
          <a:p>
            <a:pPr indent="0" lvl="0" marL="0" rtl="0" algn="l">
              <a:lnSpc>
                <a:spcPct val="115000"/>
              </a:lnSpc>
              <a:spcBef>
                <a:spcPts val="0"/>
              </a:spcBef>
              <a:spcAft>
                <a:spcPts val="0"/>
              </a:spcAft>
              <a:buNone/>
            </a:pPr>
            <a:r>
              <a:rPr lang="en" sz="800">
                <a:solidFill>
                  <a:schemeClr val="lt2"/>
                </a:solidFill>
                <a:latin typeface="Lato"/>
                <a:ea typeface="Lato"/>
                <a:cs typeface="Lato"/>
                <a:sym typeface="Lato"/>
              </a:rPr>
              <a:t>Connect your build to live databases and secure APIs to move beyond the interface. Navigate system logic and edge cases to transform standalone features into integrated, production-ready products on a live URL.</a:t>
            </a:r>
            <a:endParaRPr sz="1100">
              <a:solidFill>
                <a:srgbClr val="FFFFFF"/>
              </a:solidFill>
              <a:latin typeface="Poppins SemiBold"/>
              <a:ea typeface="Poppins SemiBold"/>
              <a:cs typeface="Poppins SemiBold"/>
              <a:sym typeface="Poppins SemiBold"/>
            </a:endParaRPr>
          </a:p>
          <a:p>
            <a:pPr indent="0" lvl="0" marL="0" marR="0" rtl="0" algn="l">
              <a:lnSpc>
                <a:spcPct val="115000"/>
              </a:lnSpc>
              <a:spcBef>
                <a:spcPts val="0"/>
              </a:spcBef>
              <a:spcAft>
                <a:spcPts val="0"/>
              </a:spcAft>
              <a:buNone/>
            </a:pPr>
            <a:r>
              <a:t/>
            </a:r>
            <a:endParaRPr sz="800">
              <a:solidFill>
                <a:srgbClr val="DBEAFE"/>
              </a:solidFill>
              <a:latin typeface="Lato"/>
              <a:ea typeface="Lato"/>
              <a:cs typeface="Lato"/>
              <a:sym typeface="Lato"/>
            </a:endParaRPr>
          </a:p>
        </p:txBody>
      </p:sp>
      <p:sp>
        <p:nvSpPr>
          <p:cNvPr id="2606" name="Google Shape;2606;p576"/>
          <p:cNvSpPr/>
          <p:nvPr/>
        </p:nvSpPr>
        <p:spPr>
          <a:xfrm>
            <a:off x="556115" y="3467306"/>
            <a:ext cx="634500" cy="197400"/>
          </a:xfrm>
          <a:prstGeom prst="roundRect">
            <a:avLst>
              <a:gd fmla="val 26895" name="adj"/>
            </a:avLst>
          </a:prstGeom>
          <a:solidFill>
            <a:srgbClr val="1241B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 sz="900">
                <a:solidFill>
                  <a:srgbClr val="FFFFFF"/>
                </a:solidFill>
                <a:latin typeface="Poppins SemiBold"/>
                <a:ea typeface="Poppins SemiBold"/>
                <a:cs typeface="Poppins SemiBold"/>
                <a:sym typeface="Poppins SemiBold"/>
              </a:rPr>
              <a:t>MODULE 4</a:t>
            </a:r>
            <a:endParaRPr sz="900">
              <a:solidFill>
                <a:srgbClr val="FFFFFF"/>
              </a:solidFill>
              <a:latin typeface="Poppins SemiBold"/>
              <a:ea typeface="Poppins SemiBold"/>
              <a:cs typeface="Poppins SemiBold"/>
              <a:sym typeface="Poppins SemiBold"/>
            </a:endParaRPr>
          </a:p>
        </p:txBody>
      </p:sp>
      <p:sp>
        <p:nvSpPr>
          <p:cNvPr id="2607" name="Google Shape;2607;p576"/>
          <p:cNvSpPr/>
          <p:nvPr/>
        </p:nvSpPr>
        <p:spPr>
          <a:xfrm>
            <a:off x="457250" y="3310697"/>
            <a:ext cx="2639400" cy="1896300"/>
          </a:xfrm>
          <a:prstGeom prst="roundRect">
            <a:avLst>
              <a:gd fmla="val 6684" name="adj"/>
            </a:avLst>
          </a:prstGeom>
          <a:solidFill>
            <a:srgbClr val="FFFFFF">
              <a:alpha val="8000"/>
            </a:srgbClr>
          </a:solidFill>
          <a:ln>
            <a:noFill/>
          </a:ln>
        </p:spPr>
        <p:txBody>
          <a:bodyPr anchorCtr="0" anchor="t" bIns="91425" lIns="91425" spcFirstLastPara="1" rIns="91425" wrap="square" tIns="457200">
            <a:noAutofit/>
          </a:bodyPr>
          <a:lstStyle/>
          <a:p>
            <a:pPr indent="0" lvl="0" marL="0" rtl="0" algn="l">
              <a:lnSpc>
                <a:spcPct val="115000"/>
              </a:lnSpc>
              <a:spcBef>
                <a:spcPts val="0"/>
              </a:spcBef>
              <a:spcAft>
                <a:spcPts val="0"/>
              </a:spcAft>
              <a:buNone/>
            </a:pPr>
            <a:r>
              <a:rPr lang="en" sz="1100">
                <a:solidFill>
                  <a:schemeClr val="lt1"/>
                </a:solidFill>
                <a:latin typeface="Poppins SemiBold"/>
                <a:ea typeface="Poppins SemiBold"/>
                <a:cs typeface="Poppins SemiBold"/>
                <a:sym typeface="Poppins SemiBold"/>
              </a:rPr>
              <a:t>Transition From Prototypes </a:t>
            </a:r>
            <a:br>
              <a:rPr lang="en" sz="1100">
                <a:solidFill>
                  <a:schemeClr val="lt1"/>
                </a:solidFill>
                <a:latin typeface="Poppins SemiBold"/>
                <a:ea typeface="Poppins SemiBold"/>
                <a:cs typeface="Poppins SemiBold"/>
                <a:sym typeface="Poppins SemiBold"/>
              </a:rPr>
            </a:br>
            <a:r>
              <a:rPr lang="en" sz="1100">
                <a:solidFill>
                  <a:schemeClr val="lt1"/>
                </a:solidFill>
                <a:latin typeface="Poppins SemiBold"/>
                <a:ea typeface="Poppins SemiBold"/>
                <a:cs typeface="Poppins SemiBold"/>
                <a:sym typeface="Poppins SemiBold"/>
              </a:rPr>
              <a:t>to Production Specs</a:t>
            </a:r>
            <a:endParaRPr sz="1100">
              <a:solidFill>
                <a:schemeClr val="lt1"/>
              </a:solidFill>
              <a:latin typeface="Poppins SemiBold"/>
              <a:ea typeface="Poppins SemiBold"/>
              <a:cs typeface="Poppins SemiBold"/>
              <a:sym typeface="Poppins SemiBold"/>
            </a:endParaRPr>
          </a:p>
          <a:p>
            <a:pPr indent="0" lvl="0" marL="0" rtl="0" algn="l">
              <a:lnSpc>
                <a:spcPct val="115000"/>
              </a:lnSpc>
              <a:spcBef>
                <a:spcPts val="0"/>
              </a:spcBef>
              <a:spcAft>
                <a:spcPts val="0"/>
              </a:spcAft>
              <a:buNone/>
            </a:pPr>
            <a:r>
              <a:rPr lang="en" sz="800">
                <a:solidFill>
                  <a:schemeClr val="lt2"/>
                </a:solidFill>
                <a:latin typeface="Lato"/>
                <a:ea typeface="Lato"/>
                <a:cs typeface="Lato"/>
                <a:sym typeface="Lato"/>
              </a:rPr>
              <a:t>Enforce technical rigor by converting your build into version-controlled GitHub repositories. Formalize your logic and bridge the gap between vision and execution to command the engineering handoff.</a:t>
            </a:r>
            <a:endParaRPr sz="800">
              <a:solidFill>
                <a:srgbClr val="DBEAFE"/>
              </a:solidFill>
              <a:latin typeface="Lato"/>
              <a:ea typeface="Lato"/>
              <a:cs typeface="Lato"/>
              <a:sym typeface="Lato"/>
            </a:endParaRPr>
          </a:p>
        </p:txBody>
      </p:sp>
      <p:sp>
        <p:nvSpPr>
          <p:cNvPr id="2608" name="Google Shape;2608;p576"/>
          <p:cNvSpPr/>
          <p:nvPr/>
        </p:nvSpPr>
        <p:spPr>
          <a:xfrm>
            <a:off x="6146265" y="3467306"/>
            <a:ext cx="634500" cy="197400"/>
          </a:xfrm>
          <a:prstGeom prst="roundRect">
            <a:avLst>
              <a:gd fmla="val 26895" name="adj"/>
            </a:avLst>
          </a:prstGeom>
          <a:solidFill>
            <a:srgbClr val="1241B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 sz="900">
                <a:solidFill>
                  <a:srgbClr val="FFFFFF"/>
                </a:solidFill>
                <a:latin typeface="Poppins SemiBold"/>
                <a:ea typeface="Poppins SemiBold"/>
                <a:cs typeface="Poppins SemiBold"/>
                <a:sym typeface="Poppins SemiBold"/>
              </a:rPr>
              <a:t>MODULE 6</a:t>
            </a:r>
            <a:endParaRPr sz="900">
              <a:solidFill>
                <a:srgbClr val="FFFFFF"/>
              </a:solidFill>
              <a:latin typeface="Poppins SemiBold"/>
              <a:ea typeface="Poppins SemiBold"/>
              <a:cs typeface="Poppins SemiBold"/>
              <a:sym typeface="Poppins SemiBold"/>
            </a:endParaRPr>
          </a:p>
        </p:txBody>
      </p:sp>
      <p:sp>
        <p:nvSpPr>
          <p:cNvPr id="2609" name="Google Shape;2609;p576"/>
          <p:cNvSpPr/>
          <p:nvPr/>
        </p:nvSpPr>
        <p:spPr>
          <a:xfrm>
            <a:off x="6047400" y="3310697"/>
            <a:ext cx="2639400" cy="1896300"/>
          </a:xfrm>
          <a:prstGeom prst="roundRect">
            <a:avLst>
              <a:gd fmla="val 6684" name="adj"/>
            </a:avLst>
          </a:prstGeom>
          <a:solidFill>
            <a:srgbClr val="FFFFFF">
              <a:alpha val="8000"/>
            </a:srgbClr>
          </a:solidFill>
          <a:ln>
            <a:noFill/>
          </a:ln>
        </p:spPr>
        <p:txBody>
          <a:bodyPr anchorCtr="0" anchor="t" bIns="91425" lIns="91425" spcFirstLastPara="1" rIns="91425" wrap="square" tIns="457200">
            <a:noAutofit/>
          </a:bodyPr>
          <a:lstStyle/>
          <a:p>
            <a:pPr indent="0" lvl="0" marL="0" rtl="0" algn="l">
              <a:lnSpc>
                <a:spcPct val="115000"/>
              </a:lnSpc>
              <a:spcBef>
                <a:spcPts val="0"/>
              </a:spcBef>
              <a:spcAft>
                <a:spcPts val="0"/>
              </a:spcAft>
              <a:buNone/>
            </a:pPr>
            <a:r>
              <a:rPr lang="en" sz="1100">
                <a:solidFill>
                  <a:schemeClr val="lt1"/>
                </a:solidFill>
                <a:latin typeface="Poppins SemiBold"/>
                <a:ea typeface="Poppins SemiBold"/>
                <a:cs typeface="Poppins SemiBold"/>
                <a:sym typeface="Poppins SemiBold"/>
              </a:rPr>
              <a:t>Measure Product Performance for AI-Driven Iteration</a:t>
            </a:r>
            <a:endParaRPr sz="1100">
              <a:solidFill>
                <a:schemeClr val="lt1"/>
              </a:solidFill>
              <a:latin typeface="Poppins SemiBold"/>
              <a:ea typeface="Poppins SemiBold"/>
              <a:cs typeface="Poppins SemiBold"/>
              <a:sym typeface="Poppins SemiBold"/>
            </a:endParaRPr>
          </a:p>
          <a:p>
            <a:pPr indent="0" lvl="0" marL="0" rtl="0" algn="l">
              <a:lnSpc>
                <a:spcPct val="115000"/>
              </a:lnSpc>
              <a:spcBef>
                <a:spcPts val="0"/>
              </a:spcBef>
              <a:spcAft>
                <a:spcPts val="0"/>
              </a:spcAft>
              <a:buNone/>
            </a:pPr>
            <a:r>
              <a:rPr lang="en" sz="800">
                <a:solidFill>
                  <a:schemeClr val="lt2"/>
                </a:solidFill>
                <a:latin typeface="Lato"/>
                <a:ea typeface="Lato"/>
                <a:cs typeface="Lato"/>
                <a:sym typeface="Lato"/>
              </a:rPr>
              <a:t>Analyze real-world interactions against your hypothesis to evaluate performance. Use AI-driven analytics to identify friction and redeploy an improved update to secure the confidence line.</a:t>
            </a:r>
            <a:endParaRPr sz="1100">
              <a:solidFill>
                <a:srgbClr val="FFFFFF"/>
              </a:solidFill>
              <a:latin typeface="Poppins SemiBold"/>
              <a:ea typeface="Poppins SemiBold"/>
              <a:cs typeface="Poppins SemiBold"/>
              <a:sym typeface="Poppins SemiBold"/>
            </a:endParaRPr>
          </a:p>
        </p:txBody>
      </p:sp>
      <p:sp>
        <p:nvSpPr>
          <p:cNvPr id="2610" name="Google Shape;2610;p576"/>
          <p:cNvSpPr/>
          <p:nvPr/>
        </p:nvSpPr>
        <p:spPr>
          <a:xfrm>
            <a:off x="3351190" y="3467306"/>
            <a:ext cx="634500" cy="197400"/>
          </a:xfrm>
          <a:prstGeom prst="roundRect">
            <a:avLst>
              <a:gd fmla="val 26895" name="adj"/>
            </a:avLst>
          </a:prstGeom>
          <a:solidFill>
            <a:srgbClr val="1241B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 sz="900">
                <a:solidFill>
                  <a:srgbClr val="FFFFFF"/>
                </a:solidFill>
                <a:latin typeface="Poppins SemiBold"/>
                <a:ea typeface="Poppins SemiBold"/>
                <a:cs typeface="Poppins SemiBold"/>
                <a:sym typeface="Poppins SemiBold"/>
              </a:rPr>
              <a:t>MODULE 5</a:t>
            </a:r>
            <a:endParaRPr sz="900">
              <a:solidFill>
                <a:srgbClr val="FFFFFF"/>
              </a:solidFill>
              <a:latin typeface="Poppins SemiBold"/>
              <a:ea typeface="Poppins SemiBold"/>
              <a:cs typeface="Poppins SemiBold"/>
              <a:sym typeface="Poppins SemiBold"/>
            </a:endParaRPr>
          </a:p>
        </p:txBody>
      </p:sp>
      <p:sp>
        <p:nvSpPr>
          <p:cNvPr id="2611" name="Google Shape;2611;p576"/>
          <p:cNvSpPr/>
          <p:nvPr/>
        </p:nvSpPr>
        <p:spPr>
          <a:xfrm>
            <a:off x="457250" y="1233738"/>
            <a:ext cx="2639400" cy="1896300"/>
          </a:xfrm>
          <a:prstGeom prst="roundRect">
            <a:avLst>
              <a:gd fmla="val 6684" name="adj"/>
            </a:avLst>
          </a:prstGeom>
          <a:solidFill>
            <a:srgbClr val="FFFFFF">
              <a:alpha val="8000"/>
            </a:srgbClr>
          </a:solidFill>
          <a:ln>
            <a:noFill/>
          </a:ln>
        </p:spPr>
        <p:txBody>
          <a:bodyPr anchorCtr="0" anchor="t" bIns="91425" lIns="91425" spcFirstLastPara="1" rIns="91425" wrap="square" tIns="457200">
            <a:noAutofit/>
          </a:bodyPr>
          <a:lstStyle/>
          <a:p>
            <a:pPr indent="0" lvl="0" marL="0" rtl="0" algn="l">
              <a:lnSpc>
                <a:spcPct val="115000"/>
              </a:lnSpc>
              <a:spcBef>
                <a:spcPts val="0"/>
              </a:spcBef>
              <a:spcAft>
                <a:spcPts val="0"/>
              </a:spcAft>
              <a:buNone/>
            </a:pPr>
            <a:r>
              <a:rPr lang="en" sz="1100">
                <a:solidFill>
                  <a:srgbClr val="FFFFFF"/>
                </a:solidFill>
                <a:latin typeface="Poppins SemiBold"/>
                <a:ea typeface="Poppins SemiBold"/>
                <a:cs typeface="Poppins SemiBold"/>
                <a:sym typeface="Poppins SemiBold"/>
              </a:rPr>
              <a:t>Execute Vibe Coding Velocity</a:t>
            </a:r>
            <a:endParaRPr sz="1100">
              <a:solidFill>
                <a:srgbClr val="FFFFFF"/>
              </a:solidFill>
              <a:latin typeface="Lato"/>
              <a:ea typeface="Lato"/>
              <a:cs typeface="Lato"/>
              <a:sym typeface="Lato"/>
            </a:endParaRPr>
          </a:p>
          <a:p>
            <a:pPr indent="0" lvl="0" marL="0" rtl="0" algn="l">
              <a:lnSpc>
                <a:spcPct val="115000"/>
              </a:lnSpc>
              <a:spcBef>
                <a:spcPts val="0"/>
              </a:spcBef>
              <a:spcAft>
                <a:spcPts val="0"/>
              </a:spcAft>
              <a:buNone/>
            </a:pPr>
            <a:r>
              <a:rPr lang="en" sz="800">
                <a:solidFill>
                  <a:schemeClr val="lt2"/>
                </a:solidFill>
                <a:latin typeface="Lato"/>
                <a:ea typeface="Lato"/>
                <a:cs typeface="Lato"/>
                <a:sym typeface="Lato"/>
              </a:rPr>
              <a:t>Experience the build-and-learn cycle in one session. Create a functional prototype from an ambiguous problem to generate immediate evidence and apply the confidence line framework to prove you can build at lightspeed.</a:t>
            </a:r>
            <a:endParaRPr sz="1100">
              <a:solidFill>
                <a:srgbClr val="FFFFFF"/>
              </a:solidFill>
              <a:latin typeface="Poppins SemiBold"/>
              <a:ea typeface="Poppins SemiBold"/>
              <a:cs typeface="Poppins SemiBold"/>
              <a:sym typeface="Poppins SemiBold"/>
            </a:endParaRPr>
          </a:p>
        </p:txBody>
      </p:sp>
      <p:sp>
        <p:nvSpPr>
          <p:cNvPr id="2612" name="Google Shape;2612;p576"/>
          <p:cNvSpPr/>
          <p:nvPr/>
        </p:nvSpPr>
        <p:spPr>
          <a:xfrm>
            <a:off x="3252325" y="1233750"/>
            <a:ext cx="2639400" cy="1896300"/>
          </a:xfrm>
          <a:prstGeom prst="roundRect">
            <a:avLst>
              <a:gd fmla="val 6684" name="adj"/>
            </a:avLst>
          </a:prstGeom>
          <a:solidFill>
            <a:srgbClr val="FFFFFF">
              <a:alpha val="8000"/>
            </a:srgbClr>
          </a:solidFill>
          <a:ln>
            <a:noFill/>
          </a:ln>
        </p:spPr>
        <p:txBody>
          <a:bodyPr anchorCtr="0" anchor="t" bIns="91425" lIns="91425" spcFirstLastPara="1" rIns="91425" wrap="square" tIns="457200">
            <a:noAutofit/>
          </a:bodyPr>
          <a:lstStyle/>
          <a:p>
            <a:pPr indent="0" lvl="0" marL="0" rtl="0" algn="l">
              <a:lnSpc>
                <a:spcPct val="115000"/>
              </a:lnSpc>
              <a:spcBef>
                <a:spcPts val="0"/>
              </a:spcBef>
              <a:spcAft>
                <a:spcPts val="0"/>
              </a:spcAft>
              <a:buNone/>
            </a:pPr>
            <a:r>
              <a:rPr lang="en" sz="1100">
                <a:solidFill>
                  <a:srgbClr val="FFFFFF"/>
                </a:solidFill>
                <a:latin typeface="Poppins SemiBold"/>
                <a:ea typeface="Poppins SemiBold"/>
                <a:cs typeface="Poppins SemiBold"/>
                <a:sym typeface="Poppins SemiBold"/>
              </a:rPr>
              <a:t>Validate Product Hypotheses </a:t>
            </a:r>
            <a:br>
              <a:rPr lang="en" sz="1100">
                <a:solidFill>
                  <a:srgbClr val="FFFFFF"/>
                </a:solidFill>
                <a:latin typeface="Poppins SemiBold"/>
                <a:ea typeface="Poppins SemiBold"/>
                <a:cs typeface="Poppins SemiBold"/>
                <a:sym typeface="Poppins SemiBold"/>
              </a:rPr>
            </a:br>
            <a:r>
              <a:rPr lang="en" sz="1100">
                <a:solidFill>
                  <a:srgbClr val="FFFFFF"/>
                </a:solidFill>
                <a:latin typeface="Poppins SemiBold"/>
                <a:ea typeface="Poppins SemiBold"/>
                <a:cs typeface="Poppins SemiBold"/>
                <a:sym typeface="Poppins SemiBold"/>
              </a:rPr>
              <a:t>via Risk-Based Prototyping</a:t>
            </a:r>
            <a:endParaRPr sz="1100">
              <a:solidFill>
                <a:srgbClr val="FFFFFF"/>
              </a:solidFill>
              <a:latin typeface="Poppins SemiBold"/>
              <a:ea typeface="Poppins SemiBold"/>
              <a:cs typeface="Poppins SemiBold"/>
              <a:sym typeface="Poppins SemiBold"/>
            </a:endParaRPr>
          </a:p>
          <a:p>
            <a:pPr indent="0" lvl="0" marL="0" rtl="0" algn="l">
              <a:lnSpc>
                <a:spcPct val="115000"/>
              </a:lnSpc>
              <a:spcBef>
                <a:spcPts val="0"/>
              </a:spcBef>
              <a:spcAft>
                <a:spcPts val="0"/>
              </a:spcAft>
              <a:buNone/>
            </a:pPr>
            <a:r>
              <a:rPr lang="en" sz="800">
                <a:solidFill>
                  <a:schemeClr val="lt2"/>
                </a:solidFill>
                <a:latin typeface="Lato"/>
                <a:ea typeface="Lato"/>
                <a:cs typeface="Lato"/>
                <a:sym typeface="Lato"/>
              </a:rPr>
              <a:t>Map assumptions and apply a validation lens before opening the toolkit. Inject data, metrics, and specific hypotheses to construct prototypes that answer the why and ensure you are solving the right problem.</a:t>
            </a:r>
            <a:endParaRPr sz="800">
              <a:solidFill>
                <a:srgbClr val="DBEAFE"/>
              </a:solidFill>
              <a:latin typeface="Lato"/>
              <a:ea typeface="Lato"/>
              <a:cs typeface="Lato"/>
              <a:sym typeface="Lato"/>
            </a:endParaRPr>
          </a:p>
          <a:p>
            <a:pPr indent="0" lvl="0" marL="0" rtl="0" algn="l">
              <a:lnSpc>
                <a:spcPct val="115000"/>
              </a:lnSpc>
              <a:spcBef>
                <a:spcPts val="0"/>
              </a:spcBef>
              <a:spcAft>
                <a:spcPts val="0"/>
              </a:spcAft>
              <a:buNone/>
            </a:pPr>
            <a:r>
              <a:t/>
            </a:r>
            <a:endParaRPr sz="800">
              <a:solidFill>
                <a:srgbClr val="DBEAFE"/>
              </a:solidFill>
              <a:latin typeface="Lato"/>
              <a:ea typeface="Lato"/>
              <a:cs typeface="Lato"/>
              <a:sym typeface="Lato"/>
            </a:endParaRPr>
          </a:p>
          <a:p>
            <a:pPr indent="0" lvl="0" marL="0" rtl="0" algn="l">
              <a:lnSpc>
                <a:spcPct val="115000"/>
              </a:lnSpc>
              <a:spcBef>
                <a:spcPts val="0"/>
              </a:spcBef>
              <a:spcAft>
                <a:spcPts val="0"/>
              </a:spcAft>
              <a:buNone/>
            </a:pPr>
            <a:r>
              <a:t/>
            </a:r>
            <a:endParaRPr sz="800">
              <a:solidFill>
                <a:srgbClr val="DBEAFE"/>
              </a:solidFill>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2616" name="Shape 2616"/>
        <p:cNvGrpSpPr/>
        <p:nvPr/>
      </p:nvGrpSpPr>
      <p:grpSpPr>
        <a:xfrm>
          <a:off x="0" y="0"/>
          <a:ext cx="0" cy="0"/>
          <a:chOff x="0" y="0"/>
          <a:chExt cx="0" cy="0"/>
        </a:xfrm>
      </p:grpSpPr>
      <p:sp>
        <p:nvSpPr>
          <p:cNvPr id="2617" name="Google Shape;2617;p577"/>
          <p:cNvSpPr txBox="1"/>
          <p:nvPr>
            <p:ph type="title"/>
          </p:nvPr>
        </p:nvSpPr>
        <p:spPr>
          <a:xfrm>
            <a:off x="457200" y="457192"/>
            <a:ext cx="8229600" cy="2955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 sz="2400">
                <a:solidFill>
                  <a:schemeClr val="lt1"/>
                </a:solidFill>
              </a:rPr>
              <a:t>Agenda</a:t>
            </a:r>
            <a:endParaRPr sz="2400">
              <a:solidFill>
                <a:schemeClr val="lt1"/>
              </a:solidFill>
            </a:endParaRPr>
          </a:p>
        </p:txBody>
      </p:sp>
      <p:sp>
        <p:nvSpPr>
          <p:cNvPr id="2618" name="Google Shape;2618;p577"/>
          <p:cNvSpPr txBox="1"/>
          <p:nvPr>
            <p:ph idx="4294967295" type="subTitle"/>
          </p:nvPr>
        </p:nvSpPr>
        <p:spPr>
          <a:xfrm>
            <a:off x="457200" y="4802955"/>
            <a:ext cx="6714000" cy="215400"/>
          </a:xfrm>
          <a:prstGeom prst="rect">
            <a:avLst/>
          </a:prstGeom>
        </p:spPr>
        <p:txBody>
          <a:bodyPr anchorCtr="0" anchor="t" bIns="0" lIns="0" spcFirstLastPara="1" rIns="0" wrap="square" tIns="0">
            <a:spAutoFit/>
          </a:bodyPr>
          <a:lstStyle/>
          <a:p>
            <a:pPr indent="0" lvl="0" marL="0" rtl="0" algn="l">
              <a:spcBef>
                <a:spcPts val="0"/>
              </a:spcBef>
              <a:spcAft>
                <a:spcPts val="1200"/>
              </a:spcAft>
              <a:buNone/>
            </a:pPr>
            <a:r>
              <a:rPr lang="en">
                <a:solidFill>
                  <a:schemeClr val="lt1"/>
                </a:solidFill>
              </a:rPr>
              <a:t>03	Hands-On Lab: </a:t>
            </a:r>
            <a:r>
              <a:rPr lang="en">
                <a:solidFill>
                  <a:schemeClr val="lt1"/>
                </a:solidFill>
              </a:rPr>
              <a:t>Execute Your Prompt Chain and Extend Your Build</a:t>
            </a:r>
            <a:endParaRPr>
              <a:solidFill>
                <a:schemeClr val="lt1"/>
              </a:solidFill>
            </a:endParaRPr>
          </a:p>
        </p:txBody>
      </p:sp>
      <p:sp>
        <p:nvSpPr>
          <p:cNvPr id="2619" name="Google Shape;2619;p577"/>
          <p:cNvSpPr txBox="1"/>
          <p:nvPr>
            <p:ph idx="4294967295" type="subTitle"/>
          </p:nvPr>
        </p:nvSpPr>
        <p:spPr>
          <a:xfrm>
            <a:off x="457200" y="3355308"/>
            <a:ext cx="6714000" cy="215400"/>
          </a:xfrm>
          <a:prstGeom prst="rect">
            <a:avLst/>
          </a:prstGeom>
        </p:spPr>
        <p:txBody>
          <a:bodyPr anchorCtr="0" anchor="t" bIns="0" lIns="0" spcFirstLastPara="1" rIns="0" wrap="square" tIns="0">
            <a:spAutoFit/>
          </a:bodyPr>
          <a:lstStyle/>
          <a:p>
            <a:pPr indent="0" lvl="0" marL="0" rtl="0" algn="l">
              <a:spcBef>
                <a:spcPts val="0"/>
              </a:spcBef>
              <a:spcAft>
                <a:spcPts val="1200"/>
              </a:spcAft>
              <a:buNone/>
            </a:pPr>
            <a:r>
              <a:rPr lang="en">
                <a:solidFill>
                  <a:schemeClr val="lt1"/>
                </a:solidFill>
              </a:rPr>
              <a:t>01	How to Prove Your Prototype is Resilient</a:t>
            </a:r>
            <a:endParaRPr>
              <a:solidFill>
                <a:schemeClr val="lt1"/>
              </a:solidFill>
            </a:endParaRPr>
          </a:p>
        </p:txBody>
      </p:sp>
      <p:cxnSp>
        <p:nvCxnSpPr>
          <p:cNvPr id="2620" name="Google Shape;2620;p577"/>
          <p:cNvCxnSpPr/>
          <p:nvPr/>
        </p:nvCxnSpPr>
        <p:spPr>
          <a:xfrm>
            <a:off x="457200" y="3809708"/>
            <a:ext cx="8229600" cy="0"/>
          </a:xfrm>
          <a:prstGeom prst="straightConnector1">
            <a:avLst/>
          </a:prstGeom>
          <a:noFill/>
          <a:ln cap="flat" cmpd="sng" w="9525">
            <a:solidFill>
              <a:schemeClr val="accent4"/>
            </a:solidFill>
            <a:prstDash val="solid"/>
            <a:round/>
            <a:headEnd len="med" w="med" type="none"/>
            <a:tailEnd len="med" w="med" type="none"/>
          </a:ln>
        </p:spPr>
      </p:cxnSp>
      <p:cxnSp>
        <p:nvCxnSpPr>
          <p:cNvPr id="2621" name="Google Shape;2621;p577"/>
          <p:cNvCxnSpPr/>
          <p:nvPr/>
        </p:nvCxnSpPr>
        <p:spPr>
          <a:xfrm>
            <a:off x="457200" y="4533758"/>
            <a:ext cx="8229600" cy="0"/>
          </a:xfrm>
          <a:prstGeom prst="straightConnector1">
            <a:avLst/>
          </a:prstGeom>
          <a:noFill/>
          <a:ln cap="flat" cmpd="sng" w="9525">
            <a:solidFill>
              <a:schemeClr val="accent4"/>
            </a:solidFill>
            <a:prstDash val="solid"/>
            <a:round/>
            <a:headEnd len="med" w="med" type="none"/>
            <a:tailEnd len="med" w="med" type="none"/>
          </a:ln>
        </p:spPr>
      </p:cxnSp>
      <p:cxnSp>
        <p:nvCxnSpPr>
          <p:cNvPr id="2622" name="Google Shape;2622;p577"/>
          <p:cNvCxnSpPr/>
          <p:nvPr/>
        </p:nvCxnSpPr>
        <p:spPr>
          <a:xfrm>
            <a:off x="457200" y="5257808"/>
            <a:ext cx="8229600" cy="0"/>
          </a:xfrm>
          <a:prstGeom prst="straightConnector1">
            <a:avLst/>
          </a:prstGeom>
          <a:noFill/>
          <a:ln cap="flat" cmpd="sng" w="9525">
            <a:solidFill>
              <a:schemeClr val="accent4"/>
            </a:solidFill>
            <a:prstDash val="solid"/>
            <a:round/>
            <a:headEnd len="med" w="med" type="none"/>
            <a:tailEnd len="med" w="med" type="none"/>
          </a:ln>
        </p:spPr>
      </p:cxnSp>
      <p:sp>
        <p:nvSpPr>
          <p:cNvPr id="2623" name="Google Shape;2623;p577">
            <a:hlinkClick action="ppaction://hlinksldjump" r:id="rId3"/>
          </p:cNvPr>
          <p:cNvSpPr txBox="1"/>
          <p:nvPr/>
        </p:nvSpPr>
        <p:spPr>
          <a:xfrm>
            <a:off x="7622662" y="3249708"/>
            <a:ext cx="1064100" cy="396000"/>
          </a:xfrm>
          <a:prstGeom prst="rect">
            <a:avLst/>
          </a:prstGeom>
          <a:noFill/>
          <a:ln>
            <a:noFill/>
          </a:ln>
        </p:spPr>
        <p:txBody>
          <a:bodyPr anchorCtr="0" anchor="ctr" bIns="91425" lIns="91425" spcFirstLastPara="1" rIns="137150" wrap="square" tIns="91425">
            <a:noAutofit/>
          </a:bodyPr>
          <a:lstStyle/>
          <a:p>
            <a:pPr indent="-330200" lvl="0" marL="457200" rtl="0" algn="r">
              <a:spcBef>
                <a:spcPts val="0"/>
              </a:spcBef>
              <a:spcAft>
                <a:spcPts val="0"/>
              </a:spcAft>
              <a:buClr>
                <a:schemeClr val="accent4"/>
              </a:buClr>
              <a:buSzPts val="1600"/>
              <a:buFont typeface="Poppins Medium"/>
              <a:buChar char="➔"/>
            </a:pPr>
            <a:r>
              <a:t/>
            </a:r>
            <a:endParaRPr sz="1600">
              <a:solidFill>
                <a:schemeClr val="accent4"/>
              </a:solidFill>
              <a:latin typeface="Poppins Medium"/>
              <a:ea typeface="Poppins Medium"/>
              <a:cs typeface="Poppins Medium"/>
              <a:sym typeface="Poppins Medium"/>
            </a:endParaRPr>
          </a:p>
        </p:txBody>
      </p:sp>
      <p:sp>
        <p:nvSpPr>
          <p:cNvPr id="2624" name="Google Shape;2624;p577"/>
          <p:cNvSpPr txBox="1"/>
          <p:nvPr>
            <p:ph idx="4294967295" type="subTitle"/>
          </p:nvPr>
        </p:nvSpPr>
        <p:spPr>
          <a:xfrm>
            <a:off x="457200" y="4079350"/>
            <a:ext cx="6714000" cy="215400"/>
          </a:xfrm>
          <a:prstGeom prst="rect">
            <a:avLst/>
          </a:prstGeom>
        </p:spPr>
        <p:txBody>
          <a:bodyPr anchorCtr="0" anchor="t" bIns="0" lIns="0" spcFirstLastPara="1" rIns="0" wrap="square" tIns="0">
            <a:spAutoFit/>
          </a:bodyPr>
          <a:lstStyle/>
          <a:p>
            <a:pPr indent="0" lvl="0" marL="0" rtl="0" algn="l">
              <a:spcBef>
                <a:spcPts val="0"/>
              </a:spcBef>
              <a:spcAft>
                <a:spcPts val="1200"/>
              </a:spcAft>
              <a:buNone/>
            </a:pPr>
            <a:r>
              <a:rPr lang="en">
                <a:solidFill>
                  <a:schemeClr val="lt1"/>
                </a:solidFill>
              </a:rPr>
              <a:t>02	A PM’s Precision Prompting Toolkit</a:t>
            </a:r>
            <a:endParaRPr>
              <a:solidFill>
                <a:schemeClr val="lt1"/>
              </a:solidFill>
            </a:endParaRPr>
          </a:p>
        </p:txBody>
      </p:sp>
      <p:sp>
        <p:nvSpPr>
          <p:cNvPr id="2625" name="Google Shape;2625;p577">
            <a:hlinkClick action="ppaction://hlinksldjump" r:id="rId4"/>
          </p:cNvPr>
          <p:cNvSpPr txBox="1"/>
          <p:nvPr/>
        </p:nvSpPr>
        <p:spPr>
          <a:xfrm>
            <a:off x="7622662" y="3973750"/>
            <a:ext cx="1064100" cy="396000"/>
          </a:xfrm>
          <a:prstGeom prst="rect">
            <a:avLst/>
          </a:prstGeom>
          <a:noFill/>
          <a:ln>
            <a:noFill/>
          </a:ln>
        </p:spPr>
        <p:txBody>
          <a:bodyPr anchorCtr="0" anchor="ctr" bIns="91425" lIns="91425" spcFirstLastPara="1" rIns="137150" wrap="square" tIns="91425">
            <a:noAutofit/>
          </a:bodyPr>
          <a:lstStyle/>
          <a:p>
            <a:pPr indent="-330200" lvl="0" marL="457200" rtl="0" algn="r">
              <a:spcBef>
                <a:spcPts val="0"/>
              </a:spcBef>
              <a:spcAft>
                <a:spcPts val="0"/>
              </a:spcAft>
              <a:buClr>
                <a:schemeClr val="accent4"/>
              </a:buClr>
              <a:buSzPts val="1600"/>
              <a:buFont typeface="Poppins Medium"/>
              <a:buChar char="➔"/>
            </a:pPr>
            <a:r>
              <a:t/>
            </a:r>
            <a:endParaRPr sz="1600">
              <a:solidFill>
                <a:schemeClr val="accent4"/>
              </a:solidFill>
              <a:latin typeface="Poppins Medium"/>
              <a:ea typeface="Poppins Medium"/>
              <a:cs typeface="Poppins Medium"/>
              <a:sym typeface="Poppins Medium"/>
            </a:endParaRPr>
          </a:p>
        </p:txBody>
      </p:sp>
      <p:sp>
        <p:nvSpPr>
          <p:cNvPr id="2626" name="Google Shape;2626;p577">
            <a:hlinkClick action="ppaction://hlinksldjump" r:id="rId5"/>
          </p:cNvPr>
          <p:cNvSpPr txBox="1"/>
          <p:nvPr/>
        </p:nvSpPr>
        <p:spPr>
          <a:xfrm>
            <a:off x="7622662" y="4697779"/>
            <a:ext cx="1064100" cy="396000"/>
          </a:xfrm>
          <a:prstGeom prst="rect">
            <a:avLst/>
          </a:prstGeom>
          <a:noFill/>
          <a:ln>
            <a:noFill/>
          </a:ln>
        </p:spPr>
        <p:txBody>
          <a:bodyPr anchorCtr="0" anchor="ctr" bIns="91425" lIns="91425" spcFirstLastPara="1" rIns="137150" wrap="square" tIns="91425">
            <a:noAutofit/>
          </a:bodyPr>
          <a:lstStyle/>
          <a:p>
            <a:pPr indent="-330200" lvl="0" marL="457200" rtl="0" algn="r">
              <a:spcBef>
                <a:spcPts val="0"/>
              </a:spcBef>
              <a:spcAft>
                <a:spcPts val="0"/>
              </a:spcAft>
              <a:buClr>
                <a:schemeClr val="accent4"/>
              </a:buClr>
              <a:buSzPts val="1600"/>
              <a:buFont typeface="Poppins Medium"/>
              <a:buChar char="➔"/>
            </a:pPr>
            <a:r>
              <a:t/>
            </a:r>
            <a:endParaRPr sz="1600">
              <a:solidFill>
                <a:schemeClr val="accent4"/>
              </a:solidFill>
              <a:latin typeface="Poppins Medium"/>
              <a:ea typeface="Poppins Medium"/>
              <a:cs typeface="Poppins Medium"/>
              <a:sym typeface="Poppins Medium"/>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62C"/>
        </a:solidFill>
      </p:bgPr>
    </p:bg>
    <p:spTree>
      <p:nvGrpSpPr>
        <p:cNvPr id="2630" name="Shape 2630"/>
        <p:cNvGrpSpPr/>
        <p:nvPr/>
      </p:nvGrpSpPr>
      <p:grpSpPr>
        <a:xfrm>
          <a:off x="0" y="0"/>
          <a:ext cx="0" cy="0"/>
          <a:chOff x="0" y="0"/>
          <a:chExt cx="0" cy="0"/>
        </a:xfrm>
      </p:grpSpPr>
      <p:sp>
        <p:nvSpPr>
          <p:cNvPr id="2631" name="Google Shape;2631;p578"/>
          <p:cNvSpPr txBox="1"/>
          <p:nvPr>
            <p:ph type="title"/>
          </p:nvPr>
        </p:nvSpPr>
        <p:spPr>
          <a:xfrm>
            <a:off x="457200" y="3565000"/>
            <a:ext cx="8220900" cy="14778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3200"/>
              <a:buNone/>
            </a:pPr>
            <a:r>
              <a:rPr lang="en"/>
              <a:t>How to Prove Your Prototype is Resilient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635" name="Shape 2635"/>
        <p:cNvGrpSpPr/>
        <p:nvPr/>
      </p:nvGrpSpPr>
      <p:grpSpPr>
        <a:xfrm>
          <a:off x="0" y="0"/>
          <a:ext cx="0" cy="0"/>
          <a:chOff x="0" y="0"/>
          <a:chExt cx="0" cy="0"/>
        </a:xfrm>
      </p:grpSpPr>
      <p:sp>
        <p:nvSpPr>
          <p:cNvPr id="2636" name="Google Shape;2636;p579"/>
          <p:cNvSpPr/>
          <p:nvPr/>
        </p:nvSpPr>
        <p:spPr>
          <a:xfrm>
            <a:off x="2562725" y="167575"/>
            <a:ext cx="6358800" cy="5378700"/>
          </a:xfrm>
          <a:prstGeom prst="rect">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637" name="Google Shape;2637;p579"/>
          <p:cNvSpPr/>
          <p:nvPr/>
        </p:nvSpPr>
        <p:spPr>
          <a:xfrm rot="-5400000">
            <a:off x="-1324075" y="1674324"/>
            <a:ext cx="5378700" cy="2372100"/>
          </a:xfrm>
          <a:prstGeom prst="round2SameRect">
            <a:avLst>
              <a:gd fmla="val 7215" name="adj1"/>
              <a:gd fmla="val 0" name="adj2"/>
            </a:avLst>
          </a:prstGeom>
          <a:solidFill>
            <a:srgbClr val="1241B0"/>
          </a:solidFill>
          <a:ln>
            <a:noFill/>
          </a:ln>
        </p:spPr>
        <p:txBody>
          <a:bodyPr anchorCtr="0" anchor="ctr" bIns="97600" lIns="97600" spcFirstLastPara="1" rIns="97600" wrap="square" tIns="97600">
            <a:noAutofit/>
          </a:bodyPr>
          <a:lstStyle/>
          <a:p>
            <a:pPr indent="0" lvl="0" marL="0" rtl="0" algn="ctr">
              <a:spcBef>
                <a:spcPts val="0"/>
              </a:spcBef>
              <a:spcAft>
                <a:spcPts val="0"/>
              </a:spcAft>
              <a:buNone/>
            </a:pPr>
            <a:r>
              <a:t/>
            </a:r>
            <a:endParaRPr sz="1494">
              <a:latin typeface="Lato"/>
              <a:ea typeface="Lato"/>
              <a:cs typeface="Lato"/>
              <a:sym typeface="Lato"/>
            </a:endParaRPr>
          </a:p>
        </p:txBody>
      </p:sp>
      <p:sp>
        <p:nvSpPr>
          <p:cNvPr id="2638" name="Google Shape;2638;p579"/>
          <p:cNvSpPr txBox="1"/>
          <p:nvPr/>
        </p:nvSpPr>
        <p:spPr>
          <a:xfrm>
            <a:off x="332633" y="290160"/>
            <a:ext cx="3908700" cy="5565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en" sz="1808">
                <a:solidFill>
                  <a:srgbClr val="60A5FA"/>
                </a:solidFill>
                <a:latin typeface="Poppins SemiBold"/>
                <a:ea typeface="Poppins SemiBold"/>
                <a:cs typeface="Poppins SemiBold"/>
                <a:sym typeface="Poppins SemiBold"/>
              </a:rPr>
              <a:t>Instructor-Led</a:t>
            </a:r>
            <a:br>
              <a:rPr lang="en" sz="1808">
                <a:solidFill>
                  <a:srgbClr val="60A5FA"/>
                </a:solidFill>
                <a:latin typeface="Poppins SemiBold"/>
                <a:ea typeface="Poppins SemiBold"/>
                <a:cs typeface="Poppins SemiBold"/>
                <a:sym typeface="Poppins SemiBold"/>
              </a:rPr>
            </a:br>
            <a:r>
              <a:rPr lang="en" sz="1808">
                <a:solidFill>
                  <a:srgbClr val="60A5FA"/>
                </a:solidFill>
                <a:latin typeface="Poppins SemiBold"/>
                <a:ea typeface="Poppins SemiBold"/>
                <a:cs typeface="Poppins SemiBold"/>
                <a:sym typeface="Poppins SemiBold"/>
              </a:rPr>
              <a:t>Demo</a:t>
            </a:r>
            <a:endParaRPr sz="1808">
              <a:solidFill>
                <a:srgbClr val="60A5FA"/>
              </a:solidFill>
              <a:latin typeface="Poppins SemiBold"/>
              <a:ea typeface="Poppins SemiBold"/>
              <a:cs typeface="Poppins SemiBold"/>
              <a:sym typeface="Poppins SemiBold"/>
            </a:endParaRPr>
          </a:p>
        </p:txBody>
      </p:sp>
      <p:sp>
        <p:nvSpPr>
          <p:cNvPr id="2639" name="Google Shape;2639;p579"/>
          <p:cNvSpPr txBox="1"/>
          <p:nvPr/>
        </p:nvSpPr>
        <p:spPr>
          <a:xfrm>
            <a:off x="316290" y="875210"/>
            <a:ext cx="2281500" cy="10542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None/>
            </a:pPr>
            <a:r>
              <a:rPr lang="en" sz="2300">
                <a:solidFill>
                  <a:schemeClr val="lt1"/>
                </a:solidFill>
                <a:latin typeface="Poppins Medium"/>
                <a:ea typeface="Poppins Medium"/>
                <a:cs typeface="Poppins Medium"/>
                <a:sym typeface="Poppins Medium"/>
              </a:rPr>
              <a:t>The Precision Prompt Chain</a:t>
            </a:r>
            <a:endParaRPr sz="2300">
              <a:solidFill>
                <a:schemeClr val="lt1"/>
              </a:solidFill>
              <a:latin typeface="Poppins Medium"/>
              <a:ea typeface="Poppins Medium"/>
              <a:cs typeface="Poppins Medium"/>
              <a:sym typeface="Poppins Medium"/>
            </a:endParaRPr>
          </a:p>
          <a:p>
            <a:pPr indent="0" lvl="0" marL="0" rtl="0" algn="l">
              <a:lnSpc>
                <a:spcPct val="100000"/>
              </a:lnSpc>
              <a:spcBef>
                <a:spcPts val="0"/>
              </a:spcBef>
              <a:spcAft>
                <a:spcPts val="0"/>
              </a:spcAft>
              <a:buNone/>
            </a:pPr>
            <a:r>
              <a:t/>
            </a:r>
            <a:endParaRPr sz="2248">
              <a:solidFill>
                <a:srgbClr val="FFFFFF"/>
              </a:solidFill>
              <a:latin typeface="Poppins Medium"/>
              <a:ea typeface="Poppins Medium"/>
              <a:cs typeface="Poppins Medium"/>
              <a:sym typeface="Poppins Medium"/>
            </a:endParaRPr>
          </a:p>
        </p:txBody>
      </p:sp>
      <p:cxnSp>
        <p:nvCxnSpPr>
          <p:cNvPr id="2640" name="Google Shape;2640;p579"/>
          <p:cNvCxnSpPr/>
          <p:nvPr/>
        </p:nvCxnSpPr>
        <p:spPr>
          <a:xfrm>
            <a:off x="2551417" y="175008"/>
            <a:ext cx="0" cy="5383500"/>
          </a:xfrm>
          <a:prstGeom prst="straightConnector1">
            <a:avLst/>
          </a:prstGeom>
          <a:noFill/>
          <a:ln cap="flat" cmpd="sng" w="20325">
            <a:solidFill>
              <a:srgbClr val="FFFFFF"/>
            </a:solidFill>
            <a:prstDash val="solid"/>
            <a:round/>
            <a:headEnd len="med" w="med" type="none"/>
            <a:tailEnd len="med" w="med" type="none"/>
          </a:ln>
        </p:spPr>
      </p:cxnSp>
      <p:sp>
        <p:nvSpPr>
          <p:cNvPr id="2641" name="Google Shape;2641;p579"/>
          <p:cNvSpPr/>
          <p:nvPr/>
        </p:nvSpPr>
        <p:spPr>
          <a:xfrm>
            <a:off x="266925" y="3262700"/>
            <a:ext cx="2184600" cy="2198700"/>
          </a:xfrm>
          <a:prstGeom prst="roundRect">
            <a:avLst>
              <a:gd fmla="val 3810" name="adj"/>
            </a:avLst>
          </a:prstGeom>
          <a:solidFill>
            <a:schemeClr val="lt2"/>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850">
              <a:solidFill>
                <a:srgbClr val="414141"/>
              </a:solidFill>
              <a:latin typeface="Lato"/>
              <a:ea typeface="Lato"/>
              <a:cs typeface="Lato"/>
              <a:sym typeface="Lato"/>
            </a:endParaRPr>
          </a:p>
        </p:txBody>
      </p:sp>
      <p:pic>
        <p:nvPicPr>
          <p:cNvPr id="2642" name="Google Shape;2642;p579"/>
          <p:cNvPicPr preferRelativeResize="0"/>
          <p:nvPr/>
        </p:nvPicPr>
        <p:blipFill rotWithShape="1">
          <a:blip r:embed="rId4">
            <a:alphaModFix/>
          </a:blip>
          <a:srcRect b="0" l="0" r="0" t="0"/>
          <a:stretch/>
        </p:blipFill>
        <p:spPr>
          <a:xfrm>
            <a:off x="690645" y="3446859"/>
            <a:ext cx="211475" cy="212225"/>
          </a:xfrm>
          <a:prstGeom prst="rect">
            <a:avLst/>
          </a:prstGeom>
          <a:noFill/>
          <a:ln>
            <a:noFill/>
          </a:ln>
        </p:spPr>
      </p:pic>
      <p:sp>
        <p:nvSpPr>
          <p:cNvPr id="2643" name="Google Shape;2643;p579"/>
          <p:cNvSpPr txBox="1"/>
          <p:nvPr/>
        </p:nvSpPr>
        <p:spPr>
          <a:xfrm>
            <a:off x="379875" y="3659075"/>
            <a:ext cx="1958700" cy="1669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850">
                <a:solidFill>
                  <a:srgbClr val="414141"/>
                </a:solidFill>
                <a:latin typeface="Lato"/>
                <a:ea typeface="Lato"/>
                <a:cs typeface="Lato"/>
                <a:sym typeface="Lato"/>
              </a:rPr>
              <a:t>Your prototype has real data, real user quotes, a design reference, and a real hypothesis. </a:t>
            </a:r>
            <a:br>
              <a:rPr lang="en" sz="850">
                <a:solidFill>
                  <a:srgbClr val="414141"/>
                </a:solidFill>
                <a:latin typeface="Lato"/>
                <a:ea typeface="Lato"/>
                <a:cs typeface="Lato"/>
                <a:sym typeface="Lato"/>
              </a:rPr>
            </a:br>
            <a:br>
              <a:rPr lang="en" sz="850">
                <a:solidFill>
                  <a:srgbClr val="414141"/>
                </a:solidFill>
                <a:latin typeface="Lato"/>
                <a:ea typeface="Lato"/>
                <a:cs typeface="Lato"/>
                <a:sym typeface="Lato"/>
              </a:rPr>
            </a:br>
            <a:r>
              <a:rPr lang="en" sz="850">
                <a:solidFill>
                  <a:srgbClr val="414141"/>
                </a:solidFill>
                <a:latin typeface="Lato"/>
                <a:ea typeface="Lato"/>
                <a:cs typeface="Lato"/>
                <a:sym typeface="Lato"/>
              </a:rPr>
              <a:t>But, what happens when your VP and they ask, “Where’s the full flow? What </a:t>
            </a:r>
            <a:r>
              <a:rPr lang="en" sz="850">
                <a:solidFill>
                  <a:srgbClr val="414141"/>
                </a:solidFill>
                <a:latin typeface="Lato"/>
                <a:ea typeface="Lato"/>
                <a:cs typeface="Lato"/>
                <a:sym typeface="Lato"/>
              </a:rPr>
              <a:t>happens</a:t>
            </a:r>
            <a:r>
              <a:rPr lang="en" sz="850">
                <a:solidFill>
                  <a:srgbClr val="414141"/>
                </a:solidFill>
                <a:latin typeface="Lato"/>
                <a:ea typeface="Lato"/>
                <a:cs typeface="Lato"/>
                <a:sym typeface="Lato"/>
              </a:rPr>
              <a:t> when things go wrong?”</a:t>
            </a:r>
            <a:endParaRPr sz="850">
              <a:solidFill>
                <a:srgbClr val="414141"/>
              </a:solidFill>
              <a:latin typeface="Lato"/>
              <a:ea typeface="Lato"/>
              <a:cs typeface="Lato"/>
              <a:sym typeface="Lato"/>
            </a:endParaRPr>
          </a:p>
          <a:p>
            <a:pPr indent="0" lvl="0" marL="0" rtl="0" algn="l">
              <a:lnSpc>
                <a:spcPct val="115000"/>
              </a:lnSpc>
              <a:spcBef>
                <a:spcPts val="0"/>
              </a:spcBef>
              <a:spcAft>
                <a:spcPts val="0"/>
              </a:spcAft>
              <a:buNone/>
            </a:pPr>
            <a:r>
              <a:t/>
            </a:r>
            <a:endParaRPr sz="850">
              <a:solidFill>
                <a:srgbClr val="414141"/>
              </a:solidFill>
              <a:latin typeface="Lato"/>
              <a:ea typeface="Lato"/>
              <a:cs typeface="Lato"/>
              <a:sym typeface="Lato"/>
            </a:endParaRPr>
          </a:p>
          <a:p>
            <a:pPr indent="0" lvl="0" marL="0" rtl="0" algn="l">
              <a:lnSpc>
                <a:spcPct val="115000"/>
              </a:lnSpc>
              <a:spcBef>
                <a:spcPts val="0"/>
              </a:spcBef>
              <a:spcAft>
                <a:spcPts val="0"/>
              </a:spcAft>
              <a:buNone/>
            </a:pPr>
            <a:r>
              <a:rPr lang="en" sz="850">
                <a:solidFill>
                  <a:srgbClr val="414141"/>
                </a:solidFill>
                <a:latin typeface="Lato"/>
                <a:ea typeface="Lato"/>
                <a:cs typeface="Lato"/>
                <a:sym typeface="Lato"/>
              </a:rPr>
              <a:t>You need to prove you could ship this </a:t>
            </a:r>
            <a:r>
              <a:rPr lang="en" sz="850">
                <a:solidFill>
                  <a:srgbClr val="414141"/>
                </a:solidFill>
                <a:latin typeface="Lato"/>
                <a:ea typeface="Lato"/>
                <a:cs typeface="Lato"/>
                <a:sym typeface="Lato"/>
              </a:rPr>
              <a:t>tomorrow.</a:t>
            </a:r>
            <a:endParaRPr sz="850">
              <a:solidFill>
                <a:srgbClr val="414141"/>
              </a:solidFill>
              <a:latin typeface="Lato"/>
              <a:ea typeface="Lato"/>
              <a:cs typeface="Lato"/>
              <a:sym typeface="Lato"/>
            </a:endParaRPr>
          </a:p>
        </p:txBody>
      </p:sp>
      <p:sp>
        <p:nvSpPr>
          <p:cNvPr id="2644" name="Google Shape;2644;p579"/>
          <p:cNvSpPr txBox="1"/>
          <p:nvPr/>
        </p:nvSpPr>
        <p:spPr>
          <a:xfrm>
            <a:off x="850300" y="3391425"/>
            <a:ext cx="1177500" cy="32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900">
                <a:solidFill>
                  <a:schemeClr val="accent2"/>
                </a:solidFill>
                <a:latin typeface="Poppins"/>
                <a:ea typeface="Poppins"/>
                <a:cs typeface="Poppins"/>
                <a:sym typeface="Poppins"/>
              </a:rPr>
              <a:t>THE PROBLEM:</a:t>
            </a:r>
            <a:endParaRPr b="1" sz="900">
              <a:solidFill>
                <a:schemeClr val="accent2"/>
              </a:solidFill>
              <a:latin typeface="Poppins"/>
              <a:ea typeface="Poppins"/>
              <a:cs typeface="Poppins"/>
              <a:sym typeface="Poppins"/>
            </a:endParaRPr>
          </a:p>
        </p:txBody>
      </p:sp>
      <p:sp>
        <p:nvSpPr>
          <p:cNvPr id="2645" name="Google Shape;2645;p579" title="M3-Demospeedup-ezgif.com-optimize.gif"/>
          <p:cNvSpPr/>
          <p:nvPr/>
        </p:nvSpPr>
        <p:spPr>
          <a:xfrm>
            <a:off x="3549299" y="1290539"/>
            <a:ext cx="4672953" cy="3285712"/>
          </a:xfrm>
          <a:prstGeom prst="rect">
            <a:avLst/>
          </a:prstGeom>
          <a:noFill/>
          <a:ln>
            <a:noFill/>
          </a:ln>
        </p:spPr>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9" name="Shape 2649"/>
        <p:cNvGrpSpPr/>
        <p:nvPr/>
      </p:nvGrpSpPr>
      <p:grpSpPr>
        <a:xfrm>
          <a:off x="0" y="0"/>
          <a:ext cx="0" cy="0"/>
          <a:chOff x="0" y="0"/>
          <a:chExt cx="0" cy="0"/>
        </a:xfrm>
      </p:grpSpPr>
      <p:sp>
        <p:nvSpPr>
          <p:cNvPr id="2650" name="Google Shape;2650;p580"/>
          <p:cNvSpPr txBox="1"/>
          <p:nvPr>
            <p:ph idx="1" type="body"/>
          </p:nvPr>
        </p:nvSpPr>
        <p:spPr>
          <a:xfrm>
            <a:off x="4572000" y="457200"/>
            <a:ext cx="4114800" cy="4800600"/>
          </a:xfrm>
          <a:prstGeom prst="rect">
            <a:avLst/>
          </a:prstGeom>
        </p:spPr>
        <p:txBody>
          <a:bodyPr anchorCtr="0" anchor="b" bIns="474125" lIns="365750" spcFirstLastPara="1" rIns="365750" wrap="square" tIns="94800">
            <a:noAutofit/>
          </a:bodyPr>
          <a:lstStyle/>
          <a:p>
            <a:pPr indent="0" lvl="0" marL="0" rtl="0" algn="l">
              <a:spcBef>
                <a:spcPts val="0"/>
              </a:spcBef>
              <a:spcAft>
                <a:spcPts val="0"/>
              </a:spcAft>
              <a:buNone/>
            </a:pPr>
            <a:r>
              <a:rPr lang="en">
                <a:latin typeface="Poppins SemiBold"/>
                <a:ea typeface="Poppins SemiBold"/>
                <a:cs typeface="Poppins SemiBold"/>
                <a:sym typeface="Poppins SemiBold"/>
              </a:rPr>
              <a:t>Discuss the following question</a:t>
            </a:r>
            <a:r>
              <a:rPr lang="en">
                <a:latin typeface="Poppins SemiBold"/>
                <a:ea typeface="Poppins SemiBold"/>
                <a:cs typeface="Poppins SemiBold"/>
                <a:sym typeface="Poppins SemiBold"/>
              </a:rPr>
              <a:t>s</a:t>
            </a:r>
            <a:endParaRPr/>
          </a:p>
          <a:p>
            <a:pPr indent="0" lvl="0" marL="0" rtl="0" algn="l">
              <a:spcBef>
                <a:spcPts val="1000"/>
              </a:spcBef>
              <a:spcAft>
                <a:spcPts val="0"/>
              </a:spcAft>
              <a:buNone/>
            </a:pPr>
            <a:r>
              <a:rPr lang="en"/>
              <a:t>Open up your prototype from Module 2 and </a:t>
            </a:r>
            <a:r>
              <a:rPr b="1" lang="en"/>
              <a:t>take a deeper look.</a:t>
            </a:r>
            <a:r>
              <a:rPr lang="en"/>
              <a:t> </a:t>
            </a:r>
            <a:endParaRPr/>
          </a:p>
          <a:p>
            <a:pPr indent="-304800" lvl="0" marL="469900" rtl="0" algn="l">
              <a:spcBef>
                <a:spcPts val="1000"/>
              </a:spcBef>
              <a:spcAft>
                <a:spcPts val="0"/>
              </a:spcAft>
              <a:buSzPts val="1200"/>
              <a:buFont typeface="Poppins SemiBold"/>
              <a:buAutoNum type="arabicPeriod"/>
            </a:pPr>
            <a:r>
              <a:rPr lang="en"/>
              <a:t>How many screens does it have? Can you navigate between them?</a:t>
            </a:r>
            <a:endParaRPr/>
          </a:p>
          <a:p>
            <a:pPr indent="-304800" lvl="0" marL="469900" rtl="0" algn="l">
              <a:spcBef>
                <a:spcPts val="1000"/>
              </a:spcBef>
              <a:spcAft>
                <a:spcPts val="0"/>
              </a:spcAft>
              <a:buSzPts val="1200"/>
              <a:buFont typeface="Poppins SemiBold"/>
              <a:buAutoNum type="arabicPeriod"/>
            </a:pPr>
            <a:r>
              <a:rPr lang="en"/>
              <a:t>What happens while data is loading? What if there’s an error or no data?</a:t>
            </a:r>
            <a:endParaRPr/>
          </a:p>
          <a:p>
            <a:pPr indent="-304800" lvl="0" marL="469900" rtl="0" algn="l">
              <a:spcBef>
                <a:spcPts val="1000"/>
              </a:spcBef>
              <a:spcAft>
                <a:spcPts val="1000"/>
              </a:spcAft>
              <a:buSzPts val="1200"/>
              <a:buFont typeface="Poppins SemiBold"/>
              <a:buAutoNum type="arabicPeriod"/>
            </a:pPr>
            <a:r>
              <a:rPr lang="en"/>
              <a:t>If you had to pass this to a teammate today, could they reproduce this exact result using your current prompt?</a:t>
            </a:r>
            <a:endParaRPr/>
          </a:p>
        </p:txBody>
      </p:sp>
      <p:sp>
        <p:nvSpPr>
          <p:cNvPr id="2651" name="Google Shape;2651;p580"/>
          <p:cNvSpPr txBox="1"/>
          <p:nvPr/>
        </p:nvSpPr>
        <p:spPr>
          <a:xfrm>
            <a:off x="457200" y="470025"/>
            <a:ext cx="3661500" cy="2463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en" sz="1600">
                <a:solidFill>
                  <a:srgbClr val="60A5FA"/>
                </a:solidFill>
                <a:latin typeface="Poppins SemiBold"/>
                <a:ea typeface="Poppins SemiBold"/>
                <a:cs typeface="Poppins SemiBold"/>
                <a:sym typeface="Poppins SemiBold"/>
              </a:rPr>
              <a:t>Instructor-Led Q&amp;A</a:t>
            </a:r>
            <a:endParaRPr sz="1600">
              <a:solidFill>
                <a:srgbClr val="60A5FA"/>
              </a:solidFill>
              <a:latin typeface="Poppins SemiBold"/>
              <a:ea typeface="Poppins SemiBold"/>
              <a:cs typeface="Poppins SemiBold"/>
              <a:sym typeface="Poppins SemiBold"/>
            </a:endParaRPr>
          </a:p>
        </p:txBody>
      </p:sp>
      <p:sp>
        <p:nvSpPr>
          <p:cNvPr id="2652" name="Google Shape;2652;p580"/>
          <p:cNvSpPr txBox="1"/>
          <p:nvPr/>
        </p:nvSpPr>
        <p:spPr>
          <a:xfrm>
            <a:off x="457200" y="926546"/>
            <a:ext cx="3661500" cy="4617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None/>
            </a:pPr>
            <a:r>
              <a:rPr lang="en" sz="3000">
                <a:solidFill>
                  <a:srgbClr val="07182C"/>
                </a:solidFill>
                <a:latin typeface="Poppins Medium"/>
                <a:ea typeface="Poppins Medium"/>
                <a:cs typeface="Poppins Medium"/>
                <a:sym typeface="Poppins Medium"/>
              </a:rPr>
              <a:t>Reflection Moment</a:t>
            </a:r>
            <a:endParaRPr sz="3000">
              <a:solidFill>
                <a:srgbClr val="07182C"/>
              </a:solidFill>
              <a:latin typeface="Poppins Medium"/>
              <a:ea typeface="Poppins Medium"/>
              <a:cs typeface="Poppins Medium"/>
              <a:sym typeface="Poppins Medium"/>
            </a:endParaRPr>
          </a:p>
        </p:txBody>
      </p:sp>
      <p:grpSp>
        <p:nvGrpSpPr>
          <p:cNvPr id="2653" name="Google Shape;2653;p580"/>
          <p:cNvGrpSpPr/>
          <p:nvPr/>
        </p:nvGrpSpPr>
        <p:grpSpPr>
          <a:xfrm>
            <a:off x="7250711" y="758362"/>
            <a:ext cx="1157276" cy="307747"/>
            <a:chOff x="4859149" y="597592"/>
            <a:chExt cx="1157276" cy="276975"/>
          </a:xfrm>
        </p:grpSpPr>
        <p:sp>
          <p:nvSpPr>
            <p:cNvPr id="2654" name="Google Shape;2654;p580"/>
            <p:cNvSpPr txBox="1"/>
            <p:nvPr/>
          </p:nvSpPr>
          <p:spPr>
            <a:xfrm>
              <a:off x="5206425" y="610275"/>
              <a:ext cx="810000" cy="26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 sz="1200">
                  <a:solidFill>
                    <a:schemeClr val="accent1"/>
                  </a:solidFill>
                  <a:latin typeface="Lato"/>
                  <a:ea typeface="Lato"/>
                  <a:cs typeface="Lato"/>
                  <a:sym typeface="Lato"/>
                </a:rPr>
                <a:t>5 minutes </a:t>
              </a:r>
              <a:endParaRPr sz="1200">
                <a:solidFill>
                  <a:schemeClr val="accent1"/>
                </a:solidFill>
                <a:latin typeface="Lato"/>
                <a:ea typeface="Lato"/>
                <a:cs typeface="Lato"/>
                <a:sym typeface="Lato"/>
              </a:endParaRPr>
            </a:p>
          </p:txBody>
        </p:sp>
        <p:pic>
          <p:nvPicPr>
            <p:cNvPr id="2655" name="Google Shape;2655;p580"/>
            <p:cNvPicPr preferRelativeResize="0"/>
            <p:nvPr/>
          </p:nvPicPr>
          <p:blipFill rotWithShape="1">
            <a:blip r:embed="rId3">
              <a:alphaModFix/>
            </a:blip>
            <a:srcRect b="-9877" l="0" r="0" t="-1222"/>
            <a:stretch/>
          </p:blipFill>
          <p:spPr>
            <a:xfrm>
              <a:off x="4859149" y="597592"/>
              <a:ext cx="277007" cy="276975"/>
            </a:xfrm>
            <a:prstGeom prst="rect">
              <a:avLst/>
            </a:prstGeom>
            <a:noFill/>
            <a:ln>
              <a:noFill/>
            </a:ln>
          </p:spPr>
        </p:pic>
      </p:grpSp>
      <p:sp>
        <p:nvSpPr>
          <p:cNvPr id="2656" name="Google Shape;2656;p580"/>
          <p:cNvSpPr txBox="1"/>
          <p:nvPr/>
        </p:nvSpPr>
        <p:spPr>
          <a:xfrm>
            <a:off x="457200" y="1861825"/>
            <a:ext cx="3332700" cy="463200"/>
          </a:xfrm>
          <a:prstGeom prst="rect">
            <a:avLst/>
          </a:prstGeom>
          <a:noFill/>
          <a:ln>
            <a:noFill/>
          </a:ln>
        </p:spPr>
        <p:txBody>
          <a:bodyPr anchorCtr="0" anchor="ctr" bIns="0" lIns="0" spcFirstLastPara="1" rIns="0" wrap="square" tIns="0">
            <a:spAutoFit/>
          </a:bodyPr>
          <a:lstStyle/>
          <a:p>
            <a:pPr indent="0" lvl="0" marL="0" rtl="0" algn="l">
              <a:lnSpc>
                <a:spcPct val="115000"/>
              </a:lnSpc>
              <a:spcBef>
                <a:spcPts val="0"/>
              </a:spcBef>
              <a:spcAft>
                <a:spcPts val="0"/>
              </a:spcAft>
              <a:buNone/>
            </a:pPr>
            <a:r>
              <a:rPr lang="en">
                <a:solidFill>
                  <a:srgbClr val="737373"/>
                </a:solidFill>
                <a:latin typeface="Poppins SemiBold"/>
                <a:ea typeface="Poppins SemiBold"/>
                <a:cs typeface="Poppins SemiBold"/>
                <a:sym typeface="Poppins SemiBold"/>
              </a:rPr>
              <a:t>Feel free to </a:t>
            </a:r>
            <a:r>
              <a:rPr lang="en">
                <a:solidFill>
                  <a:schemeClr val="accent1"/>
                </a:solidFill>
                <a:latin typeface="Poppins SemiBold"/>
                <a:ea typeface="Poppins SemiBold"/>
                <a:cs typeface="Poppins SemiBold"/>
                <a:sym typeface="Poppins SemiBold"/>
              </a:rPr>
              <a:t>unmute and share, </a:t>
            </a:r>
            <a:r>
              <a:rPr lang="en">
                <a:solidFill>
                  <a:schemeClr val="dk2"/>
                </a:solidFill>
                <a:latin typeface="Poppins SemiBold"/>
                <a:ea typeface="Poppins SemiBold"/>
                <a:cs typeface="Poppins SemiBold"/>
                <a:sym typeface="Poppins SemiBold"/>
              </a:rPr>
              <a:t>or post your thoughts in the chat!</a:t>
            </a:r>
            <a:endParaRPr>
              <a:solidFill>
                <a:schemeClr val="dk2"/>
              </a:solidFill>
              <a:latin typeface="Poppins SemiBold"/>
              <a:ea typeface="Poppins SemiBold"/>
              <a:cs typeface="Poppins SemiBold"/>
              <a:sym typeface="Poppins SemiBold"/>
            </a:endParaRPr>
          </a:p>
        </p:txBody>
      </p:sp>
      <p:sp>
        <p:nvSpPr>
          <p:cNvPr id="2657" name="Google Shape;2657;p580"/>
          <p:cNvSpPr txBox="1"/>
          <p:nvPr/>
        </p:nvSpPr>
        <p:spPr>
          <a:xfrm>
            <a:off x="371700" y="2552700"/>
            <a:ext cx="3503700" cy="554100"/>
          </a:xfrm>
          <a:prstGeom prst="rect">
            <a:avLst/>
          </a:prstGeom>
          <a:noFill/>
          <a:ln>
            <a:noFill/>
          </a:ln>
        </p:spPr>
        <p:txBody>
          <a:bodyPr anchorCtr="0" anchor="t" bIns="0" lIns="0" spcFirstLastPara="1" rIns="0" wrap="square" tIns="0">
            <a:spAutoFit/>
          </a:bodyPr>
          <a:lstStyle/>
          <a:p>
            <a:pPr indent="-304800" lvl="0" marL="457200" rtl="0" algn="l">
              <a:lnSpc>
                <a:spcPct val="100000"/>
              </a:lnSpc>
              <a:spcBef>
                <a:spcPts val="1000"/>
              </a:spcBef>
              <a:spcAft>
                <a:spcPts val="0"/>
              </a:spcAft>
              <a:buClr>
                <a:srgbClr val="1241B0"/>
              </a:buClr>
              <a:buSzPts val="1200"/>
              <a:buFont typeface="Lato"/>
              <a:buChar char="→"/>
            </a:pPr>
            <a:r>
              <a:rPr lang="en" sz="1200">
                <a:solidFill>
                  <a:srgbClr val="737373"/>
                </a:solidFill>
                <a:latin typeface="Lato"/>
                <a:ea typeface="Lato"/>
                <a:cs typeface="Lato"/>
                <a:sym typeface="Lato"/>
              </a:rPr>
              <a:t>To get you started thinking about what is missing from your Module 2 prototype, share your perspective on: </a:t>
            </a:r>
            <a:endParaRPr sz="1200">
              <a:solidFill>
                <a:srgbClr val="737373"/>
              </a:solidFill>
              <a:latin typeface="Lato"/>
              <a:ea typeface="Lato"/>
              <a:cs typeface="Lato"/>
              <a:sym typeface="Lato"/>
            </a:endParaRPr>
          </a:p>
        </p:txBody>
      </p:sp>
      <p:sp>
        <p:nvSpPr>
          <p:cNvPr id="2658" name="Google Shape;2658;p580"/>
          <p:cNvSpPr/>
          <p:nvPr/>
        </p:nvSpPr>
        <p:spPr>
          <a:xfrm>
            <a:off x="4850800" y="765575"/>
            <a:ext cx="1399500" cy="293400"/>
          </a:xfrm>
          <a:prstGeom prst="roundRect">
            <a:avLst>
              <a:gd fmla="val 23345" name="adj"/>
            </a:avLst>
          </a:prstGeom>
          <a:solidFill>
            <a:schemeClr val="accent1"/>
          </a:solidFill>
          <a:ln>
            <a:noFill/>
          </a:ln>
        </p:spPr>
        <p:txBody>
          <a:bodyPr anchorCtr="0" anchor="ctr" bIns="41150" lIns="68575" spcFirstLastPara="1" rIns="68575" wrap="square" tIns="68575">
            <a:noAutofit/>
          </a:bodyPr>
          <a:lstStyle/>
          <a:p>
            <a:pPr indent="0" lvl="0" marL="0" rtl="0" algn="ctr">
              <a:lnSpc>
                <a:spcPct val="115000"/>
              </a:lnSpc>
              <a:spcBef>
                <a:spcPts val="0"/>
              </a:spcBef>
              <a:spcAft>
                <a:spcPts val="0"/>
              </a:spcAft>
              <a:buNone/>
            </a:pPr>
            <a:r>
              <a:rPr lang="en" sz="1100">
                <a:solidFill>
                  <a:srgbClr val="FFFFFF"/>
                </a:solidFill>
                <a:latin typeface="Poppins SemiBold"/>
                <a:ea typeface="Poppins SemiBold"/>
                <a:cs typeface="Poppins SemiBold"/>
                <a:sym typeface="Poppins SemiBold"/>
              </a:rPr>
              <a:t>Q&amp;A DISCUSSION</a:t>
            </a:r>
            <a:endParaRPr sz="1100">
              <a:solidFill>
                <a:srgbClr val="FFFFFF"/>
              </a:solidFill>
              <a:latin typeface="Poppins SemiBold"/>
              <a:ea typeface="Poppins SemiBold"/>
              <a:cs typeface="Poppins SemiBold"/>
              <a:sym typeface="Poppins SemiBo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62C"/>
        </a:solidFill>
      </p:bgPr>
    </p:bg>
    <p:spTree>
      <p:nvGrpSpPr>
        <p:cNvPr id="2662" name="Shape 2662"/>
        <p:cNvGrpSpPr/>
        <p:nvPr/>
      </p:nvGrpSpPr>
      <p:grpSpPr>
        <a:xfrm>
          <a:off x="0" y="0"/>
          <a:ext cx="0" cy="0"/>
          <a:chOff x="0" y="0"/>
          <a:chExt cx="0" cy="0"/>
        </a:xfrm>
      </p:grpSpPr>
      <p:sp>
        <p:nvSpPr>
          <p:cNvPr id="2663" name="Google Shape;2663;p581"/>
          <p:cNvSpPr txBox="1"/>
          <p:nvPr>
            <p:ph type="title"/>
          </p:nvPr>
        </p:nvSpPr>
        <p:spPr>
          <a:xfrm>
            <a:off x="457200" y="3565000"/>
            <a:ext cx="8220900" cy="14778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3200"/>
              <a:buNone/>
            </a:pPr>
            <a:r>
              <a:rPr lang="en"/>
              <a:t>A PM’s Precision </a:t>
            </a:r>
            <a:br>
              <a:rPr lang="en"/>
            </a:br>
            <a:r>
              <a:rPr lang="en"/>
              <a:t>Prompting Toolkit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7" name="Shape 2667"/>
        <p:cNvGrpSpPr/>
        <p:nvPr/>
      </p:nvGrpSpPr>
      <p:grpSpPr>
        <a:xfrm>
          <a:off x="0" y="0"/>
          <a:ext cx="0" cy="0"/>
          <a:chOff x="0" y="0"/>
          <a:chExt cx="0" cy="0"/>
        </a:xfrm>
      </p:grpSpPr>
      <p:sp>
        <p:nvSpPr>
          <p:cNvPr id="2668" name="Google Shape;2668;p582"/>
          <p:cNvSpPr txBox="1"/>
          <p:nvPr>
            <p:ph type="title"/>
          </p:nvPr>
        </p:nvSpPr>
        <p:spPr>
          <a:xfrm>
            <a:off x="457200" y="1092879"/>
            <a:ext cx="3667500" cy="923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The Prompting Maturity Curve</a:t>
            </a:r>
            <a:endParaRPr/>
          </a:p>
        </p:txBody>
      </p:sp>
      <p:sp>
        <p:nvSpPr>
          <p:cNvPr id="2669" name="Google Shape;2669;p582"/>
          <p:cNvSpPr txBox="1"/>
          <p:nvPr>
            <p:ph idx="1" type="subTitle"/>
          </p:nvPr>
        </p:nvSpPr>
        <p:spPr>
          <a:xfrm>
            <a:off x="457200" y="574213"/>
            <a:ext cx="3667500" cy="434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Connecting Precision </a:t>
            </a:r>
            <a:br>
              <a:rPr lang="en"/>
            </a:br>
            <a:r>
              <a:rPr lang="en"/>
              <a:t>with Confidence</a:t>
            </a:r>
            <a:endParaRPr/>
          </a:p>
          <a:p>
            <a:pPr indent="0" lvl="0" marL="0" rtl="0" algn="l">
              <a:spcBef>
                <a:spcPts val="0"/>
              </a:spcBef>
              <a:spcAft>
                <a:spcPts val="0"/>
              </a:spcAft>
              <a:buNone/>
            </a:pPr>
            <a:r>
              <a:t/>
            </a:r>
            <a:endParaRPr/>
          </a:p>
        </p:txBody>
      </p:sp>
      <p:sp>
        <p:nvSpPr>
          <p:cNvPr id="2670" name="Google Shape;2670;p582"/>
          <p:cNvSpPr txBox="1"/>
          <p:nvPr>
            <p:ph idx="3" type="body"/>
          </p:nvPr>
        </p:nvSpPr>
        <p:spPr>
          <a:xfrm>
            <a:off x="4581600" y="343262"/>
            <a:ext cx="4105200" cy="2442600"/>
          </a:xfrm>
          <a:prstGeom prst="rect">
            <a:avLst/>
          </a:prstGeom>
        </p:spPr>
        <p:txBody>
          <a:bodyPr anchorCtr="0" anchor="ctr" bIns="91425" lIns="0" spcFirstLastPara="1" rIns="0" wrap="square" tIns="0">
            <a:noAutofit/>
          </a:bodyPr>
          <a:lstStyle/>
          <a:p>
            <a:pPr indent="0" lvl="0" marL="0" rtl="0" algn="l">
              <a:spcBef>
                <a:spcPts val="0"/>
              </a:spcBef>
              <a:spcAft>
                <a:spcPts val="0"/>
              </a:spcAft>
              <a:buNone/>
            </a:pPr>
            <a:r>
              <a:t/>
            </a:r>
            <a:endParaRPr/>
          </a:p>
          <a:p>
            <a:pPr indent="-304800" lvl="0" marL="457200" rtl="0" algn="l">
              <a:spcBef>
                <a:spcPts val="1200"/>
              </a:spcBef>
              <a:spcAft>
                <a:spcPts val="0"/>
              </a:spcAft>
              <a:buSzPts val="1200"/>
              <a:buChar char="●"/>
            </a:pPr>
            <a:r>
              <a:rPr b="1" lang="en">
                <a:solidFill>
                  <a:schemeClr val="accent1"/>
                </a:solidFill>
              </a:rPr>
              <a:t>Exploration Prompts: </a:t>
            </a:r>
            <a:r>
              <a:rPr lang="en"/>
              <a:t>Open-ended and flexible. Define the “what” through layouts and workflow. You provide the problem and AI suggests the best interaction pattern.</a:t>
            </a:r>
            <a:br>
              <a:rPr lang="en"/>
            </a:br>
            <a:endParaRPr/>
          </a:p>
          <a:p>
            <a:pPr indent="-304800" lvl="0" marL="457200" rtl="0" algn="l">
              <a:spcBef>
                <a:spcPts val="0"/>
              </a:spcBef>
              <a:spcAft>
                <a:spcPts val="0"/>
              </a:spcAft>
              <a:buSzPts val="1200"/>
              <a:buChar char="●"/>
            </a:pPr>
            <a:r>
              <a:rPr b="1" lang="en">
                <a:solidFill>
                  <a:schemeClr val="accent1"/>
                </a:solidFill>
              </a:rPr>
              <a:t>Execution Prompts: </a:t>
            </a:r>
            <a:r>
              <a:rPr lang="en"/>
              <a:t>Rigid and constrained. Define the “how” through system-grade logic and depth. You dictate exact business rules and edge cases to ensure a professional, reliable demo.</a:t>
            </a:r>
            <a:endParaRPr/>
          </a:p>
        </p:txBody>
      </p:sp>
      <p:sp>
        <p:nvSpPr>
          <p:cNvPr id="2671" name="Google Shape;2671;p582"/>
          <p:cNvSpPr txBox="1"/>
          <p:nvPr/>
        </p:nvSpPr>
        <p:spPr>
          <a:xfrm>
            <a:off x="381000" y="2147490"/>
            <a:ext cx="3959700" cy="79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200">
                <a:solidFill>
                  <a:schemeClr val="dk2"/>
                </a:solidFill>
                <a:latin typeface="Lato"/>
                <a:ea typeface="Lato"/>
                <a:cs typeface="Lato"/>
                <a:sym typeface="Lato"/>
              </a:rPr>
              <a:t>Your prompt style should match your confidence level. As you learn more about what you're building, your prompts must get more specific.</a:t>
            </a:r>
            <a:endParaRPr sz="1200"/>
          </a:p>
        </p:txBody>
      </p:sp>
      <p:sp>
        <p:nvSpPr>
          <p:cNvPr id="2672" name="Google Shape;2672;p582"/>
          <p:cNvSpPr/>
          <p:nvPr/>
        </p:nvSpPr>
        <p:spPr>
          <a:xfrm>
            <a:off x="459175" y="4361950"/>
            <a:ext cx="8229600" cy="895800"/>
          </a:xfrm>
          <a:prstGeom prst="rightArrow">
            <a:avLst>
              <a:gd fmla="val 50000" name="adj1"/>
              <a:gd fmla="val 5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673" name="Google Shape;2673;p582"/>
          <p:cNvCxnSpPr/>
          <p:nvPr/>
        </p:nvCxnSpPr>
        <p:spPr>
          <a:xfrm>
            <a:off x="488700" y="3340275"/>
            <a:ext cx="0" cy="1077900"/>
          </a:xfrm>
          <a:prstGeom prst="straightConnector1">
            <a:avLst/>
          </a:prstGeom>
          <a:noFill/>
          <a:ln cap="flat" cmpd="sng" w="19050">
            <a:solidFill>
              <a:schemeClr val="dk1"/>
            </a:solidFill>
            <a:prstDash val="solid"/>
            <a:round/>
            <a:headEnd len="med" w="med" type="none"/>
            <a:tailEnd len="med" w="med" type="none"/>
          </a:ln>
        </p:spPr>
      </p:cxnSp>
      <p:sp>
        <p:nvSpPr>
          <p:cNvPr id="2674" name="Google Shape;2674;p582"/>
          <p:cNvSpPr/>
          <p:nvPr/>
        </p:nvSpPr>
        <p:spPr>
          <a:xfrm rot="5400000">
            <a:off x="4280338" y="4522838"/>
            <a:ext cx="713325" cy="576650"/>
          </a:xfrm>
          <a:prstGeom prst="flowChartExtract">
            <a:avLst/>
          </a:prstGeom>
          <a:no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675" name="Google Shape;2675;p582"/>
          <p:cNvSpPr/>
          <p:nvPr/>
        </p:nvSpPr>
        <p:spPr>
          <a:xfrm>
            <a:off x="4042650" y="4582740"/>
            <a:ext cx="437400" cy="447900"/>
          </a:xfrm>
          <a:prstGeom prst="rect">
            <a:avLst/>
          </a:prstGeom>
          <a:solidFill>
            <a:srgbClr val="1241B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2676" name="Google Shape;2676;p582" title="Group 72.png"/>
          <p:cNvPicPr preferRelativeResize="0"/>
          <p:nvPr/>
        </p:nvPicPr>
        <p:blipFill>
          <a:blip r:embed="rId3">
            <a:alphaModFix/>
          </a:blip>
          <a:stretch>
            <a:fillRect/>
          </a:stretch>
        </p:blipFill>
        <p:spPr>
          <a:xfrm>
            <a:off x="484423" y="3274769"/>
            <a:ext cx="7457398" cy="1128805"/>
          </a:xfrm>
          <a:prstGeom prst="rect">
            <a:avLst/>
          </a:prstGeom>
          <a:noFill/>
          <a:ln>
            <a:noFill/>
          </a:ln>
        </p:spPr>
      </p:pic>
      <p:sp>
        <p:nvSpPr>
          <p:cNvPr id="2677" name="Google Shape;2677;p582"/>
          <p:cNvSpPr txBox="1"/>
          <p:nvPr/>
        </p:nvSpPr>
        <p:spPr>
          <a:xfrm>
            <a:off x="6717550" y="3036250"/>
            <a:ext cx="3901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1"/>
                </a:solidFill>
                <a:latin typeface="Poppins SemiBold"/>
                <a:ea typeface="Poppins SemiBold"/>
                <a:cs typeface="Poppins SemiBold"/>
                <a:sym typeface="Poppins SemiBold"/>
              </a:rPr>
              <a:t>CERTAINTY</a:t>
            </a:r>
            <a:endParaRPr>
              <a:solidFill>
                <a:schemeClr val="accent1"/>
              </a:solidFill>
              <a:latin typeface="Poppins SemiBold"/>
              <a:ea typeface="Poppins SemiBold"/>
              <a:cs typeface="Poppins SemiBold"/>
              <a:sym typeface="Poppins SemiBold"/>
            </a:endParaRPr>
          </a:p>
        </p:txBody>
      </p:sp>
      <p:sp>
        <p:nvSpPr>
          <p:cNvPr id="2678" name="Google Shape;2678;p582"/>
          <p:cNvSpPr txBox="1"/>
          <p:nvPr/>
        </p:nvSpPr>
        <p:spPr>
          <a:xfrm>
            <a:off x="4877875" y="3629525"/>
            <a:ext cx="3901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3"/>
                </a:solidFill>
                <a:latin typeface="Poppins SemiBold"/>
                <a:ea typeface="Poppins SemiBold"/>
                <a:cs typeface="Poppins SemiBold"/>
                <a:sym typeface="Poppins SemiBold"/>
              </a:rPr>
              <a:t>PRECISION</a:t>
            </a:r>
            <a:endParaRPr>
              <a:solidFill>
                <a:schemeClr val="accent3"/>
              </a:solidFill>
              <a:latin typeface="Poppins SemiBold"/>
              <a:ea typeface="Poppins SemiBold"/>
              <a:cs typeface="Poppins SemiBold"/>
              <a:sym typeface="Poppins SemiBold"/>
            </a:endParaRPr>
          </a:p>
        </p:txBody>
      </p:sp>
      <p:sp>
        <p:nvSpPr>
          <p:cNvPr id="2679" name="Google Shape;2679;p582"/>
          <p:cNvSpPr txBox="1"/>
          <p:nvPr/>
        </p:nvSpPr>
        <p:spPr>
          <a:xfrm>
            <a:off x="1533225" y="3530638"/>
            <a:ext cx="3901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latin typeface="Poppins SemiBold"/>
                <a:ea typeface="Poppins SemiBold"/>
                <a:cs typeface="Poppins SemiBold"/>
                <a:sym typeface="Poppins SemiBold"/>
              </a:rPr>
              <a:t>UN</a:t>
            </a:r>
            <a:r>
              <a:rPr lang="en">
                <a:solidFill>
                  <a:schemeClr val="dk2"/>
                </a:solidFill>
                <a:latin typeface="Poppins SemiBold"/>
                <a:ea typeface="Poppins SemiBold"/>
                <a:cs typeface="Poppins SemiBold"/>
                <a:sym typeface="Poppins SemiBold"/>
              </a:rPr>
              <a:t>CERTAINTY</a:t>
            </a:r>
            <a:endParaRPr>
              <a:solidFill>
                <a:schemeClr val="dk2"/>
              </a:solidFill>
              <a:latin typeface="Poppins SemiBold"/>
              <a:ea typeface="Poppins SemiBold"/>
              <a:cs typeface="Poppins SemiBold"/>
              <a:sym typeface="Poppins SemiBold"/>
            </a:endParaRPr>
          </a:p>
        </p:txBody>
      </p:sp>
      <p:sp>
        <p:nvSpPr>
          <p:cNvPr id="2680" name="Google Shape;2680;p582"/>
          <p:cNvSpPr txBox="1"/>
          <p:nvPr/>
        </p:nvSpPr>
        <p:spPr>
          <a:xfrm>
            <a:off x="1938225" y="4635050"/>
            <a:ext cx="1881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Poppins SemiBold"/>
                <a:ea typeface="Poppins SemiBold"/>
                <a:cs typeface="Poppins SemiBold"/>
                <a:sym typeface="Poppins SemiBold"/>
              </a:rPr>
              <a:t>EXPLORATION</a:t>
            </a:r>
            <a:endParaRPr>
              <a:solidFill>
                <a:schemeClr val="lt1"/>
              </a:solidFill>
              <a:latin typeface="Poppins SemiBold"/>
              <a:ea typeface="Poppins SemiBold"/>
              <a:cs typeface="Poppins SemiBold"/>
              <a:sym typeface="Poppins SemiBold"/>
            </a:endParaRPr>
          </a:p>
        </p:txBody>
      </p:sp>
      <p:sp>
        <p:nvSpPr>
          <p:cNvPr id="2681" name="Google Shape;2681;p582"/>
          <p:cNvSpPr txBox="1"/>
          <p:nvPr/>
        </p:nvSpPr>
        <p:spPr>
          <a:xfrm>
            <a:off x="6385475" y="4635038"/>
            <a:ext cx="3901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Poppins SemiBold"/>
                <a:ea typeface="Poppins SemiBold"/>
                <a:cs typeface="Poppins SemiBold"/>
                <a:sym typeface="Poppins SemiBold"/>
              </a:rPr>
              <a:t>EXECUTION</a:t>
            </a:r>
            <a:endParaRPr>
              <a:solidFill>
                <a:schemeClr val="lt1"/>
              </a:solidFill>
              <a:latin typeface="Poppins SemiBold"/>
              <a:ea typeface="Poppins SemiBold"/>
              <a:cs typeface="Poppins SemiBold"/>
              <a:sym typeface="Poppins SemiBold"/>
            </a:endParaRPr>
          </a:p>
        </p:txBody>
      </p:sp>
      <p:pic>
        <p:nvPicPr>
          <p:cNvPr id="2682" name="Google Shape;2682;p582" title="explore.png"/>
          <p:cNvPicPr preferRelativeResize="0"/>
          <p:nvPr/>
        </p:nvPicPr>
        <p:blipFill>
          <a:blip r:embed="rId4">
            <a:alphaModFix/>
          </a:blip>
          <a:stretch>
            <a:fillRect/>
          </a:stretch>
        </p:blipFill>
        <p:spPr>
          <a:xfrm>
            <a:off x="1359925" y="4658569"/>
            <a:ext cx="320000" cy="320000"/>
          </a:xfrm>
          <a:prstGeom prst="rect">
            <a:avLst/>
          </a:prstGeom>
          <a:noFill/>
          <a:ln>
            <a:noFill/>
          </a:ln>
        </p:spPr>
      </p:pic>
      <p:pic>
        <p:nvPicPr>
          <p:cNvPr id="2683" name="Google Shape;2683;p582" title="simplicity.png"/>
          <p:cNvPicPr preferRelativeResize="0"/>
          <p:nvPr/>
        </p:nvPicPr>
        <p:blipFill rotWithShape="1">
          <a:blip r:embed="rId5">
            <a:alphaModFix/>
          </a:blip>
          <a:srcRect b="0" l="0" r="0" t="0"/>
          <a:stretch/>
        </p:blipFill>
        <p:spPr>
          <a:xfrm>
            <a:off x="5839725" y="4658569"/>
            <a:ext cx="320000" cy="320000"/>
          </a:xfrm>
          <a:prstGeom prst="rect">
            <a:avLst/>
          </a:prstGeom>
          <a:noFill/>
          <a:ln>
            <a:noFill/>
          </a:ln>
        </p:spPr>
      </p:pic>
      <p:cxnSp>
        <p:nvCxnSpPr>
          <p:cNvPr id="2684" name="Google Shape;2684;p582"/>
          <p:cNvCxnSpPr/>
          <p:nvPr/>
        </p:nvCxnSpPr>
        <p:spPr>
          <a:xfrm rot="10800000">
            <a:off x="488875" y="4418175"/>
            <a:ext cx="7457400" cy="0"/>
          </a:xfrm>
          <a:prstGeom prst="straightConnector1">
            <a:avLst/>
          </a:prstGeom>
          <a:noFill/>
          <a:ln cap="flat" cmpd="sng" w="19050">
            <a:solidFill>
              <a:schemeClr val="dk1"/>
            </a:solidFill>
            <a:prstDash val="solid"/>
            <a:round/>
            <a:headEnd len="med" w="med" type="none"/>
            <a:tailEnd len="med" w="med"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688" name="Shape 2688"/>
        <p:cNvGrpSpPr/>
        <p:nvPr/>
      </p:nvGrpSpPr>
      <p:grpSpPr>
        <a:xfrm>
          <a:off x="0" y="0"/>
          <a:ext cx="0" cy="0"/>
          <a:chOff x="0" y="0"/>
          <a:chExt cx="0" cy="0"/>
        </a:xfrm>
      </p:grpSpPr>
      <p:pic>
        <p:nvPicPr>
          <p:cNvPr id="2689" name="Google Shape;2689;p583" title="ThumbnailDoceboRise_03_Long.png"/>
          <p:cNvPicPr preferRelativeResize="0"/>
          <p:nvPr/>
        </p:nvPicPr>
        <p:blipFill rotWithShape="1">
          <a:blip r:embed="rId3">
            <a:alphaModFix amt="71000"/>
          </a:blip>
          <a:srcRect b="0" l="29773" r="24288" t="0"/>
          <a:stretch/>
        </p:blipFill>
        <p:spPr>
          <a:xfrm>
            <a:off x="1" y="0"/>
            <a:ext cx="9144003" cy="5715000"/>
          </a:xfrm>
          <a:prstGeom prst="rect">
            <a:avLst/>
          </a:prstGeom>
          <a:noFill/>
          <a:ln>
            <a:noFill/>
          </a:ln>
        </p:spPr>
      </p:pic>
      <p:sp>
        <p:nvSpPr>
          <p:cNvPr id="2690" name="Google Shape;2690;p583"/>
          <p:cNvSpPr/>
          <p:nvPr/>
        </p:nvSpPr>
        <p:spPr>
          <a:xfrm>
            <a:off x="2556050" y="2293812"/>
            <a:ext cx="1923000" cy="2796000"/>
          </a:xfrm>
          <a:prstGeom prst="roundRect">
            <a:avLst>
              <a:gd fmla="val 4792" name="adj"/>
            </a:avLst>
          </a:prstGeom>
          <a:solidFill>
            <a:srgbClr val="DBEAFE">
              <a:alpha val="784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691" name="Google Shape;2691;p583"/>
          <p:cNvSpPr txBox="1"/>
          <p:nvPr/>
        </p:nvSpPr>
        <p:spPr>
          <a:xfrm>
            <a:off x="457200" y="507990"/>
            <a:ext cx="8229600" cy="10776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None/>
            </a:pPr>
            <a:r>
              <a:rPr lang="en" sz="3500">
                <a:solidFill>
                  <a:schemeClr val="lt1"/>
                </a:solidFill>
                <a:latin typeface="Poppins Medium"/>
                <a:ea typeface="Poppins Medium"/>
                <a:cs typeface="Poppins Medium"/>
                <a:sym typeface="Poppins Medium"/>
              </a:rPr>
              <a:t>Three Common Prompting Traps</a:t>
            </a:r>
            <a:endParaRPr sz="3500">
              <a:solidFill>
                <a:schemeClr val="lt1"/>
              </a:solidFill>
              <a:latin typeface="Poppins Medium"/>
              <a:ea typeface="Poppins Medium"/>
              <a:cs typeface="Poppins Medium"/>
              <a:sym typeface="Poppins Medium"/>
            </a:endParaRPr>
          </a:p>
          <a:p>
            <a:pPr indent="0" lvl="0" marL="0" rtl="0" algn="l">
              <a:lnSpc>
                <a:spcPct val="100000"/>
              </a:lnSpc>
              <a:spcBef>
                <a:spcPts val="0"/>
              </a:spcBef>
              <a:spcAft>
                <a:spcPts val="0"/>
              </a:spcAft>
              <a:buNone/>
            </a:pPr>
            <a:r>
              <a:t/>
            </a:r>
            <a:endParaRPr sz="3500">
              <a:solidFill>
                <a:srgbClr val="FFFFFF"/>
              </a:solidFill>
              <a:latin typeface="Poppins Medium"/>
              <a:ea typeface="Poppins Medium"/>
              <a:cs typeface="Poppins Medium"/>
              <a:sym typeface="Poppins Medium"/>
            </a:endParaRPr>
          </a:p>
        </p:txBody>
      </p:sp>
      <p:sp>
        <p:nvSpPr>
          <p:cNvPr id="2692" name="Google Shape;2692;p583"/>
          <p:cNvSpPr txBox="1"/>
          <p:nvPr/>
        </p:nvSpPr>
        <p:spPr>
          <a:xfrm>
            <a:off x="2687051" y="3474216"/>
            <a:ext cx="1620000" cy="1369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en" sz="1000">
                <a:solidFill>
                  <a:schemeClr val="accent2"/>
                </a:solidFill>
                <a:latin typeface="Lato"/>
                <a:ea typeface="Lato"/>
                <a:cs typeface="Lato"/>
                <a:sym typeface="Lato"/>
              </a:rPr>
              <a:t>Don't try to build a database, API, and UI in one massive prompt. </a:t>
            </a:r>
            <a:endParaRPr sz="1000">
              <a:solidFill>
                <a:schemeClr val="accent2"/>
              </a:solidFill>
              <a:latin typeface="Lato"/>
              <a:ea typeface="Lato"/>
              <a:cs typeface="Lato"/>
              <a:sym typeface="Lato"/>
            </a:endParaRPr>
          </a:p>
          <a:p>
            <a:pPr indent="0" lvl="0" marL="0" rtl="0" algn="l">
              <a:lnSpc>
                <a:spcPct val="115000"/>
              </a:lnSpc>
              <a:spcBef>
                <a:spcPts val="1200"/>
              </a:spcBef>
              <a:spcAft>
                <a:spcPts val="1200"/>
              </a:spcAft>
              <a:buNone/>
            </a:pPr>
            <a:r>
              <a:rPr lang="en" sz="1000">
                <a:solidFill>
                  <a:schemeClr val="accent2"/>
                </a:solidFill>
                <a:latin typeface="Lato"/>
                <a:ea typeface="Lato"/>
                <a:cs typeface="Lato"/>
                <a:sym typeface="Lato"/>
              </a:rPr>
              <a:t>Use prompt chaining to build logic first, then apply the design, so if something fails, you know exactly where.</a:t>
            </a:r>
            <a:endParaRPr sz="1000">
              <a:solidFill>
                <a:schemeClr val="accent2"/>
              </a:solidFill>
              <a:latin typeface="Lato"/>
              <a:ea typeface="Lato"/>
              <a:cs typeface="Lato"/>
              <a:sym typeface="Lato"/>
            </a:endParaRPr>
          </a:p>
        </p:txBody>
      </p:sp>
      <p:sp>
        <p:nvSpPr>
          <p:cNvPr id="2693" name="Google Shape;2693;p583"/>
          <p:cNvSpPr txBox="1"/>
          <p:nvPr/>
        </p:nvSpPr>
        <p:spPr>
          <a:xfrm>
            <a:off x="2687057" y="2973529"/>
            <a:ext cx="1827300" cy="5880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solidFill>
                  <a:schemeClr val="accent2"/>
                </a:solidFill>
                <a:latin typeface="Poppins Medium"/>
                <a:ea typeface="Poppins Medium"/>
                <a:cs typeface="Poppins Medium"/>
                <a:sym typeface="Poppins Medium"/>
              </a:rPr>
              <a:t>The "Mega Prompt"</a:t>
            </a:r>
            <a:endParaRPr sz="1200">
              <a:solidFill>
                <a:schemeClr val="accent2"/>
              </a:solidFill>
              <a:latin typeface="Poppins Medium"/>
              <a:ea typeface="Poppins Medium"/>
              <a:cs typeface="Poppins Medium"/>
              <a:sym typeface="Poppins Medium"/>
            </a:endParaRPr>
          </a:p>
        </p:txBody>
      </p:sp>
      <p:cxnSp>
        <p:nvCxnSpPr>
          <p:cNvPr id="2694" name="Google Shape;2694;p583"/>
          <p:cNvCxnSpPr/>
          <p:nvPr/>
        </p:nvCxnSpPr>
        <p:spPr>
          <a:xfrm>
            <a:off x="2556062" y="5262047"/>
            <a:ext cx="1926300" cy="0"/>
          </a:xfrm>
          <a:prstGeom prst="straightConnector1">
            <a:avLst/>
          </a:prstGeom>
          <a:noFill/>
          <a:ln cap="flat" cmpd="sng" w="19050">
            <a:solidFill>
              <a:srgbClr val="1241B0"/>
            </a:solidFill>
            <a:prstDash val="solid"/>
            <a:round/>
            <a:headEnd len="med" w="med" type="none"/>
            <a:tailEnd len="med" w="med" type="none"/>
          </a:ln>
        </p:spPr>
      </p:cxnSp>
      <p:sp>
        <p:nvSpPr>
          <p:cNvPr id="2695" name="Google Shape;2695;p583"/>
          <p:cNvSpPr/>
          <p:nvPr/>
        </p:nvSpPr>
        <p:spPr>
          <a:xfrm>
            <a:off x="2690996" y="2443029"/>
            <a:ext cx="513600" cy="513600"/>
          </a:xfrm>
          <a:prstGeom prst="roundRect">
            <a:avLst>
              <a:gd fmla="val 16667" name="adj"/>
            </a:avLst>
          </a:prstGeom>
          <a:solidFill>
            <a:srgbClr val="1A2B6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696" name="Google Shape;2696;p583"/>
          <p:cNvSpPr/>
          <p:nvPr/>
        </p:nvSpPr>
        <p:spPr>
          <a:xfrm>
            <a:off x="4624624" y="2293812"/>
            <a:ext cx="1923000" cy="2796000"/>
          </a:xfrm>
          <a:prstGeom prst="roundRect">
            <a:avLst>
              <a:gd fmla="val 4792" name="adj"/>
            </a:avLst>
          </a:prstGeom>
          <a:solidFill>
            <a:srgbClr val="DBEAFE">
              <a:alpha val="784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697" name="Google Shape;2697;p583"/>
          <p:cNvSpPr txBox="1"/>
          <p:nvPr/>
        </p:nvSpPr>
        <p:spPr>
          <a:xfrm>
            <a:off x="4755622" y="3474225"/>
            <a:ext cx="1537200" cy="1369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en" sz="1000">
                <a:solidFill>
                  <a:schemeClr val="accent2"/>
                </a:solidFill>
                <a:latin typeface="Lato"/>
                <a:ea typeface="Lato"/>
                <a:cs typeface="Lato"/>
                <a:sym typeface="Lato"/>
              </a:rPr>
              <a:t>Asking for a feature without defining the user state creates hollow shells. </a:t>
            </a:r>
            <a:endParaRPr sz="1000">
              <a:solidFill>
                <a:schemeClr val="accent2"/>
              </a:solidFill>
              <a:latin typeface="Lato"/>
              <a:ea typeface="Lato"/>
              <a:cs typeface="Lato"/>
              <a:sym typeface="Lato"/>
            </a:endParaRPr>
          </a:p>
          <a:p>
            <a:pPr indent="0" lvl="0" marL="0" rtl="0" algn="l">
              <a:lnSpc>
                <a:spcPct val="115000"/>
              </a:lnSpc>
              <a:spcBef>
                <a:spcPts val="1200"/>
              </a:spcBef>
              <a:spcAft>
                <a:spcPts val="1200"/>
              </a:spcAft>
              <a:buNone/>
            </a:pPr>
            <a:r>
              <a:rPr lang="en" sz="1000">
                <a:solidFill>
                  <a:schemeClr val="accent2"/>
                </a:solidFill>
                <a:latin typeface="Lato"/>
                <a:ea typeface="Lato"/>
                <a:cs typeface="Lato"/>
                <a:sym typeface="Lato"/>
              </a:rPr>
              <a:t>Define the functionality and the specific user path before you hit enter to avoid hallucinated flows.</a:t>
            </a:r>
            <a:endParaRPr sz="1000">
              <a:solidFill>
                <a:schemeClr val="accent2"/>
              </a:solidFill>
              <a:latin typeface="Lato"/>
              <a:ea typeface="Lato"/>
              <a:cs typeface="Lato"/>
              <a:sym typeface="Lato"/>
            </a:endParaRPr>
          </a:p>
        </p:txBody>
      </p:sp>
      <p:sp>
        <p:nvSpPr>
          <p:cNvPr id="2698" name="Google Shape;2698;p583"/>
          <p:cNvSpPr txBox="1"/>
          <p:nvPr/>
        </p:nvSpPr>
        <p:spPr>
          <a:xfrm>
            <a:off x="4755630" y="2973529"/>
            <a:ext cx="1827300" cy="5880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solidFill>
                  <a:schemeClr val="accent2"/>
                </a:solidFill>
                <a:latin typeface="Poppins Medium"/>
                <a:ea typeface="Poppins Medium"/>
                <a:cs typeface="Poppins Medium"/>
                <a:sym typeface="Poppins Medium"/>
              </a:rPr>
              <a:t>The “Vague” Request</a:t>
            </a:r>
            <a:endParaRPr sz="1200">
              <a:solidFill>
                <a:schemeClr val="accent2"/>
              </a:solidFill>
              <a:latin typeface="Poppins Medium"/>
              <a:ea typeface="Poppins Medium"/>
              <a:cs typeface="Poppins Medium"/>
              <a:sym typeface="Poppins Medium"/>
            </a:endParaRPr>
          </a:p>
        </p:txBody>
      </p:sp>
      <p:sp>
        <p:nvSpPr>
          <p:cNvPr id="2699" name="Google Shape;2699;p583"/>
          <p:cNvSpPr/>
          <p:nvPr/>
        </p:nvSpPr>
        <p:spPr>
          <a:xfrm>
            <a:off x="4759571" y="2443029"/>
            <a:ext cx="513600" cy="513600"/>
          </a:xfrm>
          <a:prstGeom prst="roundRect">
            <a:avLst>
              <a:gd fmla="val 16667" name="adj"/>
            </a:avLst>
          </a:prstGeom>
          <a:solidFill>
            <a:srgbClr val="1A2B6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00" name="Google Shape;2700;p583"/>
          <p:cNvSpPr/>
          <p:nvPr/>
        </p:nvSpPr>
        <p:spPr>
          <a:xfrm>
            <a:off x="6728498" y="2293812"/>
            <a:ext cx="1923000" cy="2796000"/>
          </a:xfrm>
          <a:prstGeom prst="roundRect">
            <a:avLst>
              <a:gd fmla="val 4792" name="adj"/>
            </a:avLst>
          </a:prstGeom>
          <a:solidFill>
            <a:srgbClr val="DBEAFE">
              <a:alpha val="784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01" name="Google Shape;2701;p583"/>
          <p:cNvSpPr txBox="1"/>
          <p:nvPr/>
        </p:nvSpPr>
        <p:spPr>
          <a:xfrm>
            <a:off x="6859500" y="3474237"/>
            <a:ext cx="1679400" cy="1369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en" sz="1000">
                <a:solidFill>
                  <a:schemeClr val="accent2"/>
                </a:solidFill>
                <a:latin typeface="Lato"/>
                <a:ea typeface="Lato"/>
                <a:cs typeface="Lato"/>
                <a:sym typeface="Lato"/>
              </a:rPr>
              <a:t>Wasting credits on text-based pixel tweaks is inefficient and confusing for the AI. </a:t>
            </a:r>
            <a:endParaRPr sz="1000">
              <a:solidFill>
                <a:schemeClr val="accent2"/>
              </a:solidFill>
              <a:latin typeface="Lato"/>
              <a:ea typeface="Lato"/>
              <a:cs typeface="Lato"/>
              <a:sym typeface="Lato"/>
            </a:endParaRPr>
          </a:p>
          <a:p>
            <a:pPr indent="0" lvl="0" marL="0" rtl="0" algn="l">
              <a:lnSpc>
                <a:spcPct val="115000"/>
              </a:lnSpc>
              <a:spcBef>
                <a:spcPts val="1200"/>
              </a:spcBef>
              <a:spcAft>
                <a:spcPts val="1200"/>
              </a:spcAft>
              <a:buNone/>
            </a:pPr>
            <a:r>
              <a:rPr lang="en" sz="1000">
                <a:solidFill>
                  <a:schemeClr val="accent2"/>
                </a:solidFill>
                <a:latin typeface="Lato"/>
                <a:ea typeface="Lato"/>
                <a:cs typeface="Lato"/>
                <a:sym typeface="Lato"/>
              </a:rPr>
              <a:t>Use multimodal prompting to upload a screenshot of the exact style you want, forcing the AI to match it instantly.</a:t>
            </a:r>
            <a:endParaRPr sz="1000">
              <a:solidFill>
                <a:schemeClr val="accent2"/>
              </a:solidFill>
              <a:latin typeface="Lato"/>
              <a:ea typeface="Lato"/>
              <a:cs typeface="Lato"/>
              <a:sym typeface="Lato"/>
            </a:endParaRPr>
          </a:p>
        </p:txBody>
      </p:sp>
      <p:sp>
        <p:nvSpPr>
          <p:cNvPr id="2702" name="Google Shape;2702;p583"/>
          <p:cNvSpPr txBox="1"/>
          <p:nvPr/>
        </p:nvSpPr>
        <p:spPr>
          <a:xfrm>
            <a:off x="6859502" y="2973529"/>
            <a:ext cx="1827300" cy="5880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solidFill>
                  <a:schemeClr val="accent2"/>
                </a:solidFill>
                <a:latin typeface="Poppins Medium"/>
                <a:ea typeface="Poppins Medium"/>
                <a:cs typeface="Poppins Medium"/>
                <a:sym typeface="Poppins Medium"/>
              </a:rPr>
              <a:t>The “Micromanager”</a:t>
            </a:r>
            <a:endParaRPr sz="1200">
              <a:solidFill>
                <a:schemeClr val="accent2"/>
              </a:solidFill>
              <a:latin typeface="Poppins Medium"/>
              <a:ea typeface="Poppins Medium"/>
              <a:cs typeface="Poppins Medium"/>
              <a:sym typeface="Poppins Medium"/>
            </a:endParaRPr>
          </a:p>
        </p:txBody>
      </p:sp>
      <p:sp>
        <p:nvSpPr>
          <p:cNvPr id="2703" name="Google Shape;2703;p583"/>
          <p:cNvSpPr/>
          <p:nvPr/>
        </p:nvSpPr>
        <p:spPr>
          <a:xfrm>
            <a:off x="6863446" y="2443029"/>
            <a:ext cx="513600" cy="513600"/>
          </a:xfrm>
          <a:prstGeom prst="roundRect">
            <a:avLst>
              <a:gd fmla="val 16667" name="adj"/>
            </a:avLst>
          </a:prstGeom>
          <a:solidFill>
            <a:srgbClr val="1A2B6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2704" name="Google Shape;2704;p583" title="text.png"/>
          <p:cNvPicPr preferRelativeResize="0"/>
          <p:nvPr/>
        </p:nvPicPr>
        <p:blipFill rotWithShape="1">
          <a:blip r:embed="rId4">
            <a:alphaModFix/>
          </a:blip>
          <a:srcRect b="0" l="0" r="0" t="0"/>
          <a:stretch/>
        </p:blipFill>
        <p:spPr>
          <a:xfrm>
            <a:off x="2750850" y="2502879"/>
            <a:ext cx="393900" cy="393900"/>
          </a:xfrm>
          <a:prstGeom prst="rect">
            <a:avLst/>
          </a:prstGeom>
          <a:noFill/>
          <a:ln>
            <a:noFill/>
          </a:ln>
        </p:spPr>
      </p:pic>
      <p:pic>
        <p:nvPicPr>
          <p:cNvPr id="2705" name="Google Shape;2705;p583" title="question.png"/>
          <p:cNvPicPr preferRelativeResize="0"/>
          <p:nvPr/>
        </p:nvPicPr>
        <p:blipFill rotWithShape="1">
          <a:blip r:embed="rId5">
            <a:alphaModFix/>
          </a:blip>
          <a:srcRect b="0" l="0" r="0" t="0"/>
          <a:stretch/>
        </p:blipFill>
        <p:spPr>
          <a:xfrm>
            <a:off x="4819939" y="2501486"/>
            <a:ext cx="393900" cy="393900"/>
          </a:xfrm>
          <a:prstGeom prst="rect">
            <a:avLst/>
          </a:prstGeom>
          <a:noFill/>
          <a:ln>
            <a:noFill/>
          </a:ln>
        </p:spPr>
      </p:pic>
      <p:pic>
        <p:nvPicPr>
          <p:cNvPr id="2706" name="Google Shape;2706;p583" title="molecules.png"/>
          <p:cNvPicPr preferRelativeResize="0"/>
          <p:nvPr/>
        </p:nvPicPr>
        <p:blipFill rotWithShape="1">
          <a:blip r:embed="rId6">
            <a:alphaModFix/>
          </a:blip>
          <a:srcRect b="0" l="0" r="0" t="0"/>
          <a:stretch/>
        </p:blipFill>
        <p:spPr>
          <a:xfrm>
            <a:off x="6923300" y="2502879"/>
            <a:ext cx="393900" cy="393900"/>
          </a:xfrm>
          <a:prstGeom prst="rect">
            <a:avLst/>
          </a:prstGeom>
          <a:noFill/>
          <a:ln>
            <a:noFill/>
          </a:ln>
        </p:spPr>
      </p:pic>
      <p:cxnSp>
        <p:nvCxnSpPr>
          <p:cNvPr id="2707" name="Google Shape;2707;p583"/>
          <p:cNvCxnSpPr/>
          <p:nvPr/>
        </p:nvCxnSpPr>
        <p:spPr>
          <a:xfrm>
            <a:off x="4622987" y="5262047"/>
            <a:ext cx="1926300" cy="0"/>
          </a:xfrm>
          <a:prstGeom prst="straightConnector1">
            <a:avLst/>
          </a:prstGeom>
          <a:noFill/>
          <a:ln cap="flat" cmpd="sng" w="19050">
            <a:solidFill>
              <a:srgbClr val="1241B0"/>
            </a:solidFill>
            <a:prstDash val="solid"/>
            <a:round/>
            <a:headEnd len="med" w="med" type="none"/>
            <a:tailEnd len="med" w="med" type="none"/>
          </a:ln>
        </p:spPr>
      </p:cxnSp>
      <p:cxnSp>
        <p:nvCxnSpPr>
          <p:cNvPr id="2708" name="Google Shape;2708;p583"/>
          <p:cNvCxnSpPr/>
          <p:nvPr/>
        </p:nvCxnSpPr>
        <p:spPr>
          <a:xfrm>
            <a:off x="6736062" y="5262047"/>
            <a:ext cx="1926300" cy="0"/>
          </a:xfrm>
          <a:prstGeom prst="straightConnector1">
            <a:avLst/>
          </a:prstGeom>
          <a:noFill/>
          <a:ln cap="flat" cmpd="sng" w="19050">
            <a:solidFill>
              <a:srgbClr val="1241B0"/>
            </a:solidFill>
            <a:prstDash val="solid"/>
            <a:round/>
            <a:headEnd len="med" w="med" type="none"/>
            <a:tailEnd len="med" w="med"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BEAFE">
            <a:alpha val="78480"/>
          </a:srgbClr>
        </a:solidFill>
      </p:bgPr>
    </p:bg>
    <p:spTree>
      <p:nvGrpSpPr>
        <p:cNvPr id="2712" name="Shape 2712"/>
        <p:cNvGrpSpPr/>
        <p:nvPr/>
      </p:nvGrpSpPr>
      <p:grpSpPr>
        <a:xfrm>
          <a:off x="0" y="0"/>
          <a:ext cx="0" cy="0"/>
          <a:chOff x="0" y="0"/>
          <a:chExt cx="0" cy="0"/>
        </a:xfrm>
      </p:grpSpPr>
      <p:cxnSp>
        <p:nvCxnSpPr>
          <p:cNvPr id="2713" name="Google Shape;2713;p584"/>
          <p:cNvCxnSpPr/>
          <p:nvPr/>
        </p:nvCxnSpPr>
        <p:spPr>
          <a:xfrm>
            <a:off x="3316000" y="1397950"/>
            <a:ext cx="0" cy="3028500"/>
          </a:xfrm>
          <a:prstGeom prst="straightConnector1">
            <a:avLst/>
          </a:prstGeom>
          <a:noFill/>
          <a:ln cap="flat" cmpd="sng" w="19050">
            <a:solidFill>
              <a:schemeClr val="dk2"/>
            </a:solidFill>
            <a:prstDash val="dot"/>
            <a:round/>
            <a:headEnd len="med" w="med" type="none"/>
            <a:tailEnd len="med" w="med" type="none"/>
          </a:ln>
        </p:spPr>
      </p:cxnSp>
      <p:sp>
        <p:nvSpPr>
          <p:cNvPr id="2714" name="Google Shape;2714;p584"/>
          <p:cNvSpPr/>
          <p:nvPr/>
        </p:nvSpPr>
        <p:spPr>
          <a:xfrm>
            <a:off x="3210250" y="1697450"/>
            <a:ext cx="211500" cy="211500"/>
          </a:xfrm>
          <a:prstGeom prst="ellipse">
            <a:avLst/>
          </a:prstGeom>
          <a:solidFill>
            <a:srgbClr val="FFFFFF"/>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15" name="Google Shape;2715;p584"/>
          <p:cNvSpPr/>
          <p:nvPr/>
        </p:nvSpPr>
        <p:spPr>
          <a:xfrm>
            <a:off x="3210250" y="2719966"/>
            <a:ext cx="211500" cy="211500"/>
          </a:xfrm>
          <a:prstGeom prst="ellipse">
            <a:avLst/>
          </a:prstGeom>
          <a:solidFill>
            <a:srgbClr val="FFFFFF"/>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16" name="Google Shape;2716;p584"/>
          <p:cNvSpPr/>
          <p:nvPr/>
        </p:nvSpPr>
        <p:spPr>
          <a:xfrm>
            <a:off x="3210250" y="3830884"/>
            <a:ext cx="211500" cy="211500"/>
          </a:xfrm>
          <a:prstGeom prst="ellipse">
            <a:avLst/>
          </a:prstGeom>
          <a:solidFill>
            <a:srgbClr val="FFFFFF"/>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17" name="Google Shape;2717;p584"/>
          <p:cNvSpPr txBox="1"/>
          <p:nvPr/>
        </p:nvSpPr>
        <p:spPr>
          <a:xfrm>
            <a:off x="457200" y="507990"/>
            <a:ext cx="8229600" cy="369300"/>
          </a:xfrm>
          <a:prstGeom prst="rect">
            <a:avLst/>
          </a:prstGeom>
          <a:noFill/>
          <a:ln>
            <a:noFill/>
          </a:ln>
        </p:spPr>
        <p:txBody>
          <a:bodyPr anchorCtr="0" anchor="ctr" bIns="0" lIns="0" spcFirstLastPara="1" rIns="0" wrap="square" tIns="0">
            <a:spAutoFit/>
          </a:bodyPr>
          <a:lstStyle/>
          <a:p>
            <a:pPr indent="0" lvl="0" marL="0" rtl="0" algn="l">
              <a:lnSpc>
                <a:spcPct val="80000"/>
              </a:lnSpc>
              <a:spcBef>
                <a:spcPts val="0"/>
              </a:spcBef>
              <a:spcAft>
                <a:spcPts val="0"/>
              </a:spcAft>
              <a:buNone/>
            </a:pPr>
            <a:r>
              <a:t/>
            </a:r>
            <a:endParaRPr sz="3000">
              <a:solidFill>
                <a:srgbClr val="07182C"/>
              </a:solidFill>
              <a:latin typeface="Poppins Medium"/>
              <a:ea typeface="Poppins Medium"/>
              <a:cs typeface="Poppins Medium"/>
              <a:sym typeface="Poppins Medium"/>
            </a:endParaRPr>
          </a:p>
        </p:txBody>
      </p:sp>
      <p:sp>
        <p:nvSpPr>
          <p:cNvPr id="2718" name="Google Shape;2718;p584"/>
          <p:cNvSpPr/>
          <p:nvPr/>
        </p:nvSpPr>
        <p:spPr>
          <a:xfrm>
            <a:off x="5026250" y="236875"/>
            <a:ext cx="4484400" cy="305700"/>
          </a:xfrm>
          <a:prstGeom prst="roundRect">
            <a:avLst>
              <a:gd fmla="val 50000" name="adj"/>
            </a:avLst>
          </a:prstGeom>
          <a:gradFill>
            <a:gsLst>
              <a:gs pos="0">
                <a:srgbClr val="7AAAF9"/>
              </a:gs>
              <a:gs pos="100000">
                <a:srgbClr val="1360DD"/>
              </a:gs>
            </a:gsLst>
            <a:path path="circle">
              <a:fillToRect b="50%" l="50%" r="50%" t="50%"/>
            </a:path>
            <a:tileRect/>
          </a:gradFill>
          <a:ln>
            <a:noFill/>
          </a:ln>
        </p:spPr>
        <p:txBody>
          <a:bodyPr anchorCtr="0" anchor="ctr" bIns="105525" lIns="105525" spcFirstLastPara="1" rIns="105525" wrap="square" tIns="105525">
            <a:noAutofit/>
          </a:bodyPr>
          <a:lstStyle/>
          <a:p>
            <a:pPr indent="0" lvl="0" marL="0" rtl="0" algn="l">
              <a:lnSpc>
                <a:spcPct val="115000"/>
              </a:lnSpc>
              <a:spcBef>
                <a:spcPts val="0"/>
              </a:spcBef>
              <a:spcAft>
                <a:spcPts val="0"/>
              </a:spcAft>
              <a:buNone/>
            </a:pPr>
            <a:r>
              <a:t/>
            </a:r>
            <a:endParaRPr sz="1384">
              <a:solidFill>
                <a:srgbClr val="FFFFFF"/>
              </a:solidFill>
              <a:latin typeface="Lato"/>
              <a:ea typeface="Lato"/>
              <a:cs typeface="Lato"/>
              <a:sym typeface="Lato"/>
            </a:endParaRPr>
          </a:p>
        </p:txBody>
      </p:sp>
      <p:sp>
        <p:nvSpPr>
          <p:cNvPr id="2719" name="Google Shape;2719;p584"/>
          <p:cNvSpPr/>
          <p:nvPr/>
        </p:nvSpPr>
        <p:spPr>
          <a:xfrm>
            <a:off x="5075656" y="282028"/>
            <a:ext cx="225300" cy="215400"/>
          </a:xfrm>
          <a:prstGeom prst="ellipse">
            <a:avLst/>
          </a:prstGeom>
          <a:solidFill>
            <a:srgbClr val="FFFFFF"/>
          </a:solidFill>
          <a:ln>
            <a:noFill/>
          </a:ln>
        </p:spPr>
        <p:txBody>
          <a:bodyPr anchorCtr="0" anchor="ctr" bIns="105525" lIns="105525" spcFirstLastPara="1" rIns="105525" wrap="square" tIns="105525">
            <a:noAutofit/>
          </a:bodyPr>
          <a:lstStyle/>
          <a:p>
            <a:pPr indent="0" lvl="0" marL="0" rtl="0" algn="ctr">
              <a:lnSpc>
                <a:spcPct val="115000"/>
              </a:lnSpc>
              <a:spcBef>
                <a:spcPts val="0"/>
              </a:spcBef>
              <a:spcAft>
                <a:spcPts val="1154"/>
              </a:spcAft>
              <a:buNone/>
            </a:pPr>
            <a:r>
              <a:t/>
            </a:r>
            <a:endParaRPr sz="1615">
              <a:latin typeface="Lato"/>
              <a:ea typeface="Lato"/>
              <a:cs typeface="Lato"/>
              <a:sym typeface="Lato"/>
            </a:endParaRPr>
          </a:p>
        </p:txBody>
      </p:sp>
      <p:sp>
        <p:nvSpPr>
          <p:cNvPr id="2720" name="Google Shape;2720;p584"/>
          <p:cNvSpPr txBox="1"/>
          <p:nvPr/>
        </p:nvSpPr>
        <p:spPr>
          <a:xfrm>
            <a:off x="5269800" y="220600"/>
            <a:ext cx="3874200" cy="32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900">
                <a:solidFill>
                  <a:srgbClr val="FFFFFF"/>
                </a:solidFill>
                <a:latin typeface="Lato"/>
                <a:ea typeface="Lato"/>
                <a:cs typeface="Lato"/>
                <a:sym typeface="Lato"/>
              </a:rPr>
              <a:t>Get a full list of prompting techniques you can try with our </a:t>
            </a:r>
            <a:r>
              <a:rPr b="1" lang="en" sz="900" u="sng">
                <a:solidFill>
                  <a:schemeClr val="lt2"/>
                </a:solidFill>
                <a:latin typeface="Lato"/>
                <a:ea typeface="Lato"/>
                <a:cs typeface="Lato"/>
                <a:sym typeface="Lato"/>
                <a:hlinkClick r:id="rId3">
                  <a:extLst>
                    <a:ext uri="{A12FA001-AC4F-418D-AE19-62706E023703}">
                      <ahyp:hlinkClr val="tx"/>
                    </a:ext>
                  </a:extLst>
                </a:hlinkClick>
              </a:rPr>
              <a:t>template</a:t>
            </a:r>
            <a:endParaRPr b="1" sz="800">
              <a:solidFill>
                <a:schemeClr val="lt2"/>
              </a:solidFill>
              <a:latin typeface="Poppins"/>
              <a:ea typeface="Poppins"/>
              <a:cs typeface="Poppins"/>
              <a:sym typeface="Poppins"/>
            </a:endParaRPr>
          </a:p>
        </p:txBody>
      </p:sp>
      <p:sp>
        <p:nvSpPr>
          <p:cNvPr id="2721" name="Google Shape;2721;p584"/>
          <p:cNvSpPr txBox="1"/>
          <p:nvPr/>
        </p:nvSpPr>
        <p:spPr>
          <a:xfrm>
            <a:off x="5028278" y="212703"/>
            <a:ext cx="3048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000">
                <a:solidFill>
                  <a:schemeClr val="dk2"/>
                </a:solidFill>
                <a:latin typeface="Lato"/>
                <a:ea typeface="Lato"/>
                <a:cs typeface="Lato"/>
                <a:sym typeface="Lato"/>
              </a:rPr>
              <a:t>✍️</a:t>
            </a:r>
            <a:endParaRPr/>
          </a:p>
        </p:txBody>
      </p:sp>
      <p:sp>
        <p:nvSpPr>
          <p:cNvPr id="2722" name="Google Shape;2722;p584"/>
          <p:cNvSpPr txBox="1"/>
          <p:nvPr/>
        </p:nvSpPr>
        <p:spPr>
          <a:xfrm>
            <a:off x="457200" y="488700"/>
            <a:ext cx="4571100" cy="2463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en" sz="1600">
                <a:solidFill>
                  <a:srgbClr val="60A5FA"/>
                </a:solidFill>
                <a:latin typeface="Poppins SemiBold"/>
                <a:ea typeface="Poppins SemiBold"/>
                <a:cs typeface="Poppins SemiBold"/>
                <a:sym typeface="Poppins SemiBold"/>
              </a:rPr>
              <a:t>Prompt Chaining</a:t>
            </a:r>
            <a:endParaRPr sz="1600">
              <a:solidFill>
                <a:srgbClr val="60A5FA"/>
              </a:solidFill>
              <a:latin typeface="Poppins SemiBold"/>
              <a:ea typeface="Poppins SemiBold"/>
              <a:cs typeface="Poppins SemiBold"/>
              <a:sym typeface="Poppins SemiBold"/>
            </a:endParaRPr>
          </a:p>
        </p:txBody>
      </p:sp>
      <p:sp>
        <p:nvSpPr>
          <p:cNvPr id="2723" name="Google Shape;2723;p584"/>
          <p:cNvSpPr txBox="1"/>
          <p:nvPr/>
        </p:nvSpPr>
        <p:spPr>
          <a:xfrm>
            <a:off x="457200" y="792826"/>
            <a:ext cx="8229600" cy="393900"/>
          </a:xfrm>
          <a:prstGeom prst="rect">
            <a:avLst/>
          </a:prstGeom>
          <a:noFill/>
          <a:ln>
            <a:noFill/>
          </a:ln>
        </p:spPr>
        <p:txBody>
          <a:bodyPr anchorCtr="0" anchor="ctr" bIns="0" lIns="0" spcFirstLastPara="1" rIns="0" wrap="square" tIns="0">
            <a:spAutoFit/>
          </a:bodyPr>
          <a:lstStyle/>
          <a:p>
            <a:pPr indent="0" lvl="0" marL="0" rtl="0" algn="l">
              <a:lnSpc>
                <a:spcPct val="80000"/>
              </a:lnSpc>
              <a:spcBef>
                <a:spcPts val="0"/>
              </a:spcBef>
              <a:spcAft>
                <a:spcPts val="0"/>
              </a:spcAft>
              <a:buNone/>
            </a:pPr>
            <a:r>
              <a:rPr lang="en" sz="3200">
                <a:solidFill>
                  <a:srgbClr val="07182C"/>
                </a:solidFill>
                <a:latin typeface="Poppins Medium"/>
                <a:ea typeface="Poppins Medium"/>
                <a:cs typeface="Poppins Medium"/>
                <a:sym typeface="Poppins Medium"/>
              </a:rPr>
              <a:t>The Execution Toolkit</a:t>
            </a:r>
            <a:endParaRPr sz="3200">
              <a:solidFill>
                <a:srgbClr val="07182C"/>
              </a:solidFill>
              <a:latin typeface="Poppins Medium"/>
              <a:ea typeface="Poppins Medium"/>
              <a:cs typeface="Poppins Medium"/>
              <a:sym typeface="Poppins Medium"/>
            </a:endParaRPr>
          </a:p>
        </p:txBody>
      </p:sp>
      <p:sp>
        <p:nvSpPr>
          <p:cNvPr id="2724" name="Google Shape;2724;p584"/>
          <p:cNvSpPr/>
          <p:nvPr/>
        </p:nvSpPr>
        <p:spPr>
          <a:xfrm>
            <a:off x="3698000" y="1361550"/>
            <a:ext cx="4988700" cy="883200"/>
          </a:xfrm>
          <a:prstGeom prst="roundRect">
            <a:avLst>
              <a:gd fmla="val 5394" name="adj"/>
            </a:avLst>
          </a:prstGeom>
          <a:solidFill>
            <a:srgbClr val="FFFFFF"/>
          </a:solidFill>
          <a:ln cap="flat" cmpd="sng" w="19050">
            <a:solidFill>
              <a:srgbClr val="1241B0"/>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l">
              <a:lnSpc>
                <a:spcPct val="115000"/>
              </a:lnSpc>
              <a:spcBef>
                <a:spcPts val="0"/>
              </a:spcBef>
              <a:spcAft>
                <a:spcPts val="0"/>
              </a:spcAft>
              <a:buNone/>
            </a:pPr>
            <a:r>
              <a:t/>
            </a:r>
            <a:endParaRPr sz="700">
              <a:solidFill>
                <a:srgbClr val="C1C0CE"/>
              </a:solidFill>
              <a:latin typeface="Poppins SemiBold"/>
              <a:ea typeface="Poppins SemiBold"/>
              <a:cs typeface="Poppins SemiBold"/>
              <a:sym typeface="Poppins SemiBold"/>
            </a:endParaRPr>
          </a:p>
        </p:txBody>
      </p:sp>
      <p:sp>
        <p:nvSpPr>
          <p:cNvPr id="2725" name="Google Shape;2725;p584"/>
          <p:cNvSpPr/>
          <p:nvPr/>
        </p:nvSpPr>
        <p:spPr>
          <a:xfrm>
            <a:off x="457200" y="1361590"/>
            <a:ext cx="2476800" cy="883200"/>
          </a:xfrm>
          <a:prstGeom prst="roundRect">
            <a:avLst>
              <a:gd fmla="val 969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BAF7EC"/>
              </a:solidFill>
              <a:latin typeface="Lato"/>
              <a:ea typeface="Lato"/>
              <a:cs typeface="Lato"/>
              <a:sym typeface="Lato"/>
            </a:endParaRPr>
          </a:p>
        </p:txBody>
      </p:sp>
      <p:sp>
        <p:nvSpPr>
          <p:cNvPr id="2726" name="Google Shape;2726;p584"/>
          <p:cNvSpPr txBox="1"/>
          <p:nvPr/>
        </p:nvSpPr>
        <p:spPr>
          <a:xfrm>
            <a:off x="5333074" y="1459875"/>
            <a:ext cx="3203700" cy="766800"/>
          </a:xfrm>
          <a:prstGeom prst="rect">
            <a:avLst/>
          </a:prstGeom>
          <a:noFill/>
          <a:ln>
            <a:noFill/>
          </a:ln>
        </p:spPr>
        <p:txBody>
          <a:bodyPr anchorCtr="0" anchor="ctr" bIns="91425" lIns="0" spcFirstLastPara="1" rIns="182875" wrap="square" tIns="91425">
            <a:spAutoFit/>
          </a:bodyPr>
          <a:lstStyle/>
          <a:p>
            <a:pPr indent="-168275" lvl="0" marL="285750" rtl="0" algn="l">
              <a:lnSpc>
                <a:spcPct val="115000"/>
              </a:lnSpc>
              <a:spcBef>
                <a:spcPts val="0"/>
              </a:spcBef>
              <a:spcAft>
                <a:spcPts val="1000"/>
              </a:spcAft>
              <a:buClr>
                <a:schemeClr val="dk1"/>
              </a:buClr>
              <a:buSzPts val="850"/>
              <a:buFont typeface="Lato"/>
              <a:buChar char="●"/>
            </a:pPr>
            <a:r>
              <a:rPr lang="en" sz="850">
                <a:latin typeface="Poppins SemiBold"/>
                <a:ea typeface="Poppins SemiBold"/>
                <a:cs typeface="Poppins SemiBold"/>
                <a:sym typeface="Poppins SemiBold"/>
              </a:rPr>
              <a:t>How</a:t>
            </a:r>
            <a:r>
              <a:rPr lang="en" sz="850">
                <a:latin typeface="Poppins SemiBold"/>
                <a:ea typeface="Poppins SemiBold"/>
                <a:cs typeface="Poppins SemiBold"/>
                <a:sym typeface="Poppins SemiBold"/>
              </a:rPr>
              <a:t>: </a:t>
            </a:r>
            <a:r>
              <a:rPr lang="en" sz="850">
                <a:latin typeface="Lato"/>
                <a:ea typeface="Lato"/>
                <a:cs typeface="Lato"/>
                <a:sym typeface="Lato"/>
              </a:rPr>
              <a:t>Sequential Multi-Screen Building</a:t>
            </a:r>
            <a:br>
              <a:rPr lang="en" sz="850">
                <a:latin typeface="Lato"/>
                <a:ea typeface="Lato"/>
                <a:cs typeface="Lato"/>
                <a:sym typeface="Lato"/>
              </a:rPr>
            </a:br>
            <a:r>
              <a:rPr lang="en" sz="850">
                <a:latin typeface="Lato"/>
                <a:ea typeface="Lato"/>
                <a:cs typeface="Lato"/>
                <a:sym typeface="Lato"/>
              </a:rPr>
              <a:t>Force the AI to build in a strict, dependent order (Screen A &gt; B &gt; C). Use visual references for every new screen to anchor the layout while the prompt anchors the logic.</a:t>
            </a:r>
            <a:endParaRPr sz="850">
              <a:latin typeface="Poppins SemiBold"/>
              <a:ea typeface="Poppins SemiBold"/>
              <a:cs typeface="Poppins SemiBold"/>
              <a:sym typeface="Poppins SemiBold"/>
            </a:endParaRPr>
          </a:p>
        </p:txBody>
      </p:sp>
      <p:sp>
        <p:nvSpPr>
          <p:cNvPr id="2727" name="Google Shape;2727;p584"/>
          <p:cNvSpPr txBox="1"/>
          <p:nvPr/>
        </p:nvSpPr>
        <p:spPr>
          <a:xfrm>
            <a:off x="840450" y="1626801"/>
            <a:ext cx="1710300" cy="4311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chemeClr val="lt1"/>
                </a:solidFill>
                <a:latin typeface="Poppins SemiBold"/>
                <a:ea typeface="Poppins SemiBold"/>
                <a:cs typeface="Poppins SemiBold"/>
                <a:sym typeface="Poppins SemiBold"/>
              </a:rPr>
              <a:t>Step 1: Expand</a:t>
            </a:r>
            <a:br>
              <a:rPr lang="en">
                <a:solidFill>
                  <a:schemeClr val="lt1"/>
                </a:solidFill>
                <a:latin typeface="Poppins SemiBold"/>
                <a:ea typeface="Poppins SemiBold"/>
                <a:cs typeface="Poppins SemiBold"/>
                <a:sym typeface="Poppins SemiBold"/>
              </a:rPr>
            </a:br>
            <a:r>
              <a:rPr lang="en">
                <a:solidFill>
                  <a:schemeClr val="lt1"/>
                </a:solidFill>
                <a:latin typeface="Poppins"/>
                <a:ea typeface="Poppins"/>
                <a:cs typeface="Poppins"/>
                <a:sym typeface="Poppins"/>
              </a:rPr>
              <a:t>Build the Logic</a:t>
            </a:r>
            <a:endParaRPr>
              <a:solidFill>
                <a:schemeClr val="lt1"/>
              </a:solidFill>
              <a:latin typeface="Poppins"/>
              <a:ea typeface="Poppins"/>
              <a:cs typeface="Poppins"/>
              <a:sym typeface="Poppins"/>
            </a:endParaRPr>
          </a:p>
        </p:txBody>
      </p:sp>
      <p:sp>
        <p:nvSpPr>
          <p:cNvPr id="2728" name="Google Shape;2728;p584"/>
          <p:cNvSpPr txBox="1"/>
          <p:nvPr/>
        </p:nvSpPr>
        <p:spPr>
          <a:xfrm>
            <a:off x="747150" y="2794546"/>
            <a:ext cx="1896900" cy="4311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chemeClr val="lt1"/>
                </a:solidFill>
                <a:latin typeface="Poppins SemiBold"/>
                <a:ea typeface="Poppins SemiBold"/>
                <a:cs typeface="Poppins SemiBold"/>
                <a:sym typeface="Poppins SemiBold"/>
              </a:rPr>
              <a:t>“The Brand Police”</a:t>
            </a:r>
            <a:br>
              <a:rPr lang="en">
                <a:solidFill>
                  <a:schemeClr val="lt1"/>
                </a:solidFill>
                <a:latin typeface="Poppins SemiBold"/>
                <a:ea typeface="Poppins SemiBold"/>
                <a:cs typeface="Poppins SemiBold"/>
                <a:sym typeface="Poppins SemiBold"/>
              </a:rPr>
            </a:br>
            <a:r>
              <a:rPr lang="en">
                <a:solidFill>
                  <a:schemeClr val="lt1"/>
                </a:solidFill>
                <a:latin typeface="Poppins SemiBold"/>
                <a:ea typeface="Poppins SemiBold"/>
                <a:cs typeface="Poppins SemiBold"/>
                <a:sym typeface="Poppins SemiBold"/>
              </a:rPr>
              <a:t>RAG</a:t>
            </a:r>
            <a:endParaRPr>
              <a:solidFill>
                <a:schemeClr val="lt1"/>
              </a:solidFill>
              <a:latin typeface="Poppins SemiBold"/>
              <a:ea typeface="Poppins SemiBold"/>
              <a:cs typeface="Poppins SemiBold"/>
              <a:sym typeface="Poppins SemiBold"/>
            </a:endParaRPr>
          </a:p>
        </p:txBody>
      </p:sp>
      <p:sp>
        <p:nvSpPr>
          <p:cNvPr id="2729" name="Google Shape;2729;p584"/>
          <p:cNvSpPr/>
          <p:nvPr/>
        </p:nvSpPr>
        <p:spPr>
          <a:xfrm>
            <a:off x="3243400" y="1730600"/>
            <a:ext cx="145200" cy="145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30" name="Google Shape;2730;p584"/>
          <p:cNvSpPr/>
          <p:nvPr/>
        </p:nvSpPr>
        <p:spPr>
          <a:xfrm>
            <a:off x="3243400" y="2751052"/>
            <a:ext cx="145200" cy="145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31" name="Google Shape;2731;p584"/>
          <p:cNvSpPr/>
          <p:nvPr/>
        </p:nvSpPr>
        <p:spPr>
          <a:xfrm>
            <a:off x="3243400" y="3864034"/>
            <a:ext cx="145200" cy="145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732" name="Google Shape;2732;p584"/>
          <p:cNvCxnSpPr/>
          <p:nvPr/>
        </p:nvCxnSpPr>
        <p:spPr>
          <a:xfrm>
            <a:off x="5233432" y="1366379"/>
            <a:ext cx="0" cy="883200"/>
          </a:xfrm>
          <a:prstGeom prst="straightConnector1">
            <a:avLst/>
          </a:prstGeom>
          <a:noFill/>
          <a:ln cap="flat" cmpd="sng" w="9525">
            <a:solidFill>
              <a:schemeClr val="accent1"/>
            </a:solidFill>
            <a:prstDash val="solid"/>
            <a:round/>
            <a:headEnd len="med" w="med" type="none"/>
            <a:tailEnd len="med" w="med" type="none"/>
          </a:ln>
        </p:spPr>
      </p:cxnSp>
      <p:sp>
        <p:nvSpPr>
          <p:cNvPr id="2733" name="Google Shape;2733;p584"/>
          <p:cNvSpPr/>
          <p:nvPr/>
        </p:nvSpPr>
        <p:spPr>
          <a:xfrm>
            <a:off x="3698000" y="2420900"/>
            <a:ext cx="4988700" cy="883200"/>
          </a:xfrm>
          <a:prstGeom prst="roundRect">
            <a:avLst>
              <a:gd fmla="val 5394" name="adj"/>
            </a:avLst>
          </a:prstGeom>
          <a:solidFill>
            <a:srgbClr val="FFFFFF"/>
          </a:solidFill>
          <a:ln cap="flat" cmpd="sng" w="19050">
            <a:solidFill>
              <a:srgbClr val="1241B0"/>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l">
              <a:lnSpc>
                <a:spcPct val="115000"/>
              </a:lnSpc>
              <a:spcBef>
                <a:spcPts val="0"/>
              </a:spcBef>
              <a:spcAft>
                <a:spcPts val="0"/>
              </a:spcAft>
              <a:buNone/>
            </a:pPr>
            <a:r>
              <a:t/>
            </a:r>
            <a:endParaRPr sz="700">
              <a:solidFill>
                <a:srgbClr val="C1C0CE"/>
              </a:solidFill>
              <a:latin typeface="Poppins SemiBold"/>
              <a:ea typeface="Poppins SemiBold"/>
              <a:cs typeface="Poppins SemiBold"/>
              <a:sym typeface="Poppins SemiBold"/>
            </a:endParaRPr>
          </a:p>
        </p:txBody>
      </p:sp>
      <p:sp>
        <p:nvSpPr>
          <p:cNvPr id="2734" name="Google Shape;2734;p584"/>
          <p:cNvSpPr/>
          <p:nvPr/>
        </p:nvSpPr>
        <p:spPr>
          <a:xfrm>
            <a:off x="457200" y="2431777"/>
            <a:ext cx="2476800" cy="883200"/>
          </a:xfrm>
          <a:prstGeom prst="roundRect">
            <a:avLst>
              <a:gd fmla="val 969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BAF7EC"/>
              </a:solidFill>
              <a:latin typeface="Lato"/>
              <a:ea typeface="Lato"/>
              <a:cs typeface="Lato"/>
              <a:sym typeface="Lato"/>
            </a:endParaRPr>
          </a:p>
        </p:txBody>
      </p:sp>
      <p:sp>
        <p:nvSpPr>
          <p:cNvPr id="2735" name="Google Shape;2735;p584"/>
          <p:cNvSpPr txBox="1"/>
          <p:nvPr/>
        </p:nvSpPr>
        <p:spPr>
          <a:xfrm>
            <a:off x="676793" y="2610178"/>
            <a:ext cx="2047200" cy="4311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rgbClr val="FFFFFF"/>
                </a:solidFill>
                <a:latin typeface="Poppins SemiBold"/>
                <a:ea typeface="Poppins SemiBold"/>
                <a:cs typeface="Poppins SemiBold"/>
                <a:sym typeface="Poppins SemiBold"/>
              </a:rPr>
              <a:t>Step 2: Behavior</a:t>
            </a:r>
            <a:br>
              <a:rPr lang="en">
                <a:solidFill>
                  <a:srgbClr val="FFFFFF"/>
                </a:solidFill>
                <a:latin typeface="Poppins SemiBold"/>
                <a:ea typeface="Poppins SemiBold"/>
                <a:cs typeface="Poppins SemiBold"/>
                <a:sym typeface="Poppins SemiBold"/>
              </a:rPr>
            </a:br>
            <a:r>
              <a:rPr lang="en">
                <a:solidFill>
                  <a:srgbClr val="FFFFFF"/>
                </a:solidFill>
                <a:latin typeface="Poppins"/>
                <a:ea typeface="Poppins"/>
                <a:cs typeface="Poppins"/>
                <a:sym typeface="Poppins"/>
              </a:rPr>
              <a:t>Define the Flow</a:t>
            </a:r>
            <a:endParaRPr>
              <a:solidFill>
                <a:srgbClr val="FFFFFF"/>
              </a:solidFill>
              <a:latin typeface="Poppins"/>
              <a:ea typeface="Poppins"/>
              <a:cs typeface="Poppins"/>
              <a:sym typeface="Poppins"/>
            </a:endParaRPr>
          </a:p>
        </p:txBody>
      </p:sp>
      <p:cxnSp>
        <p:nvCxnSpPr>
          <p:cNvPr id="2736" name="Google Shape;2736;p584"/>
          <p:cNvCxnSpPr/>
          <p:nvPr/>
        </p:nvCxnSpPr>
        <p:spPr>
          <a:xfrm>
            <a:off x="5233432" y="2438439"/>
            <a:ext cx="0" cy="883200"/>
          </a:xfrm>
          <a:prstGeom prst="straightConnector1">
            <a:avLst/>
          </a:prstGeom>
          <a:noFill/>
          <a:ln cap="flat" cmpd="sng" w="9525">
            <a:solidFill>
              <a:schemeClr val="accent1"/>
            </a:solidFill>
            <a:prstDash val="solid"/>
            <a:round/>
            <a:headEnd len="med" w="med" type="none"/>
            <a:tailEnd len="med" w="med" type="none"/>
          </a:ln>
        </p:spPr>
      </p:cxnSp>
      <p:sp>
        <p:nvSpPr>
          <p:cNvPr id="2737" name="Google Shape;2737;p584"/>
          <p:cNvSpPr/>
          <p:nvPr/>
        </p:nvSpPr>
        <p:spPr>
          <a:xfrm>
            <a:off x="3698000" y="3546774"/>
            <a:ext cx="4988700" cy="883200"/>
          </a:xfrm>
          <a:prstGeom prst="roundRect">
            <a:avLst>
              <a:gd fmla="val 5394" name="adj"/>
            </a:avLst>
          </a:prstGeom>
          <a:solidFill>
            <a:srgbClr val="FFFFFF"/>
          </a:solidFill>
          <a:ln cap="flat" cmpd="sng" w="19050">
            <a:solidFill>
              <a:srgbClr val="1241B0"/>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l">
              <a:lnSpc>
                <a:spcPct val="115000"/>
              </a:lnSpc>
              <a:spcBef>
                <a:spcPts val="0"/>
              </a:spcBef>
              <a:spcAft>
                <a:spcPts val="0"/>
              </a:spcAft>
              <a:buNone/>
            </a:pPr>
            <a:r>
              <a:t/>
            </a:r>
            <a:endParaRPr sz="700">
              <a:solidFill>
                <a:srgbClr val="C1C0CE"/>
              </a:solidFill>
              <a:latin typeface="Poppins SemiBold"/>
              <a:ea typeface="Poppins SemiBold"/>
              <a:cs typeface="Poppins SemiBold"/>
              <a:sym typeface="Poppins SemiBold"/>
            </a:endParaRPr>
          </a:p>
        </p:txBody>
      </p:sp>
      <p:sp>
        <p:nvSpPr>
          <p:cNvPr id="2738" name="Google Shape;2738;p584"/>
          <p:cNvSpPr/>
          <p:nvPr/>
        </p:nvSpPr>
        <p:spPr>
          <a:xfrm>
            <a:off x="457200" y="3551295"/>
            <a:ext cx="2476800" cy="883200"/>
          </a:xfrm>
          <a:prstGeom prst="roundRect">
            <a:avLst>
              <a:gd fmla="val 9690"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BAF7EC"/>
              </a:solidFill>
              <a:latin typeface="Lato"/>
              <a:ea typeface="Lato"/>
              <a:cs typeface="Lato"/>
              <a:sym typeface="Lato"/>
            </a:endParaRPr>
          </a:p>
        </p:txBody>
      </p:sp>
      <p:sp>
        <p:nvSpPr>
          <p:cNvPr id="2739" name="Google Shape;2739;p584"/>
          <p:cNvSpPr txBox="1"/>
          <p:nvPr/>
        </p:nvSpPr>
        <p:spPr>
          <a:xfrm>
            <a:off x="840450" y="3783981"/>
            <a:ext cx="1710300" cy="4311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a:solidFill>
                  <a:schemeClr val="lt1"/>
                </a:solidFill>
                <a:latin typeface="Poppins SemiBold"/>
                <a:ea typeface="Poppins SemiBold"/>
                <a:cs typeface="Poppins SemiBold"/>
                <a:sym typeface="Poppins SemiBold"/>
              </a:rPr>
              <a:t>Step 3: Refine</a:t>
            </a:r>
            <a:br>
              <a:rPr lang="en">
                <a:solidFill>
                  <a:schemeClr val="lt1"/>
                </a:solidFill>
                <a:latin typeface="Poppins SemiBold"/>
                <a:ea typeface="Poppins SemiBold"/>
                <a:cs typeface="Poppins SemiBold"/>
                <a:sym typeface="Poppins SemiBold"/>
              </a:rPr>
            </a:br>
            <a:r>
              <a:rPr lang="en">
                <a:solidFill>
                  <a:schemeClr val="lt1"/>
                </a:solidFill>
                <a:latin typeface="Poppins"/>
                <a:ea typeface="Poppins"/>
                <a:cs typeface="Poppins"/>
                <a:sym typeface="Poppins"/>
              </a:rPr>
              <a:t>Polish the Design</a:t>
            </a:r>
            <a:endParaRPr>
              <a:solidFill>
                <a:srgbClr val="FFFFFF"/>
              </a:solidFill>
              <a:latin typeface="Poppins"/>
              <a:ea typeface="Poppins"/>
              <a:cs typeface="Poppins"/>
              <a:sym typeface="Poppins"/>
            </a:endParaRPr>
          </a:p>
        </p:txBody>
      </p:sp>
      <p:cxnSp>
        <p:nvCxnSpPr>
          <p:cNvPr id="2740" name="Google Shape;2740;p584"/>
          <p:cNvCxnSpPr/>
          <p:nvPr/>
        </p:nvCxnSpPr>
        <p:spPr>
          <a:xfrm>
            <a:off x="5233432" y="3536991"/>
            <a:ext cx="0" cy="883200"/>
          </a:xfrm>
          <a:prstGeom prst="straightConnector1">
            <a:avLst/>
          </a:prstGeom>
          <a:noFill/>
          <a:ln cap="flat" cmpd="sng" w="9525">
            <a:solidFill>
              <a:schemeClr val="accent1"/>
            </a:solidFill>
            <a:prstDash val="solid"/>
            <a:round/>
            <a:headEnd len="med" w="med" type="none"/>
            <a:tailEnd len="med" w="med" type="none"/>
          </a:ln>
        </p:spPr>
      </p:cxnSp>
      <p:sp>
        <p:nvSpPr>
          <p:cNvPr id="2741" name="Google Shape;2741;p584"/>
          <p:cNvSpPr txBox="1"/>
          <p:nvPr/>
        </p:nvSpPr>
        <p:spPr>
          <a:xfrm>
            <a:off x="3790775" y="1531253"/>
            <a:ext cx="1479000" cy="515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 sz="1000">
                <a:latin typeface="Poppins SemiBold"/>
                <a:ea typeface="Poppins SemiBold"/>
                <a:cs typeface="Poppins SemiBold"/>
                <a:sym typeface="Poppins SemiBold"/>
              </a:rPr>
              <a:t>Chain-of-Thought (COT) Prompting</a:t>
            </a:r>
            <a:endParaRPr sz="1000">
              <a:latin typeface="Lato"/>
              <a:ea typeface="Lato"/>
              <a:cs typeface="Lato"/>
              <a:sym typeface="Lato"/>
            </a:endParaRPr>
          </a:p>
        </p:txBody>
      </p:sp>
      <p:sp>
        <p:nvSpPr>
          <p:cNvPr id="2742" name="Google Shape;2742;p584"/>
          <p:cNvSpPr txBox="1"/>
          <p:nvPr/>
        </p:nvSpPr>
        <p:spPr>
          <a:xfrm>
            <a:off x="5362570" y="2494488"/>
            <a:ext cx="3203700" cy="766800"/>
          </a:xfrm>
          <a:prstGeom prst="rect">
            <a:avLst/>
          </a:prstGeom>
          <a:noFill/>
          <a:ln>
            <a:noFill/>
          </a:ln>
        </p:spPr>
        <p:txBody>
          <a:bodyPr anchorCtr="0" anchor="ctr" bIns="91425" lIns="0" spcFirstLastPara="1" rIns="182875" wrap="square" tIns="91425">
            <a:spAutoFit/>
          </a:bodyPr>
          <a:lstStyle/>
          <a:p>
            <a:pPr indent="-168275" lvl="0" marL="285750" rtl="0" algn="l">
              <a:lnSpc>
                <a:spcPct val="115000"/>
              </a:lnSpc>
              <a:spcBef>
                <a:spcPts val="0"/>
              </a:spcBef>
              <a:spcAft>
                <a:spcPts val="1000"/>
              </a:spcAft>
              <a:buClr>
                <a:schemeClr val="dk1"/>
              </a:buClr>
              <a:buSzPts val="850"/>
              <a:buFont typeface="Lato"/>
              <a:buChar char="●"/>
            </a:pPr>
            <a:r>
              <a:rPr lang="en" sz="850">
                <a:latin typeface="Poppins SemiBold"/>
                <a:ea typeface="Poppins SemiBold"/>
                <a:cs typeface="Poppins SemiBold"/>
                <a:sym typeface="Poppins SemiBold"/>
              </a:rPr>
              <a:t>How: </a:t>
            </a:r>
            <a:r>
              <a:rPr lang="en" sz="850">
                <a:latin typeface="Lato"/>
                <a:ea typeface="Lato"/>
                <a:cs typeface="Lato"/>
                <a:sym typeface="Lato"/>
              </a:rPr>
              <a:t>Constraint Injection</a:t>
            </a:r>
            <a:br>
              <a:rPr lang="en" sz="850">
                <a:latin typeface="Lato"/>
                <a:ea typeface="Lato"/>
                <a:cs typeface="Lato"/>
                <a:sym typeface="Lato"/>
              </a:rPr>
            </a:br>
            <a:r>
              <a:rPr lang="en" sz="850">
                <a:latin typeface="Lato"/>
                <a:ea typeface="Lato"/>
                <a:cs typeface="Lato"/>
                <a:sym typeface="Lato"/>
              </a:rPr>
              <a:t>Hard-code if/then triggers for the unhappy path. Ground the AI in specific rules for loading, empty, and error states so it behaves like real software, not a static mockup.</a:t>
            </a:r>
            <a:endParaRPr sz="850">
              <a:latin typeface="Poppins SemiBold"/>
              <a:ea typeface="Poppins SemiBold"/>
              <a:cs typeface="Poppins SemiBold"/>
              <a:sym typeface="Poppins SemiBold"/>
            </a:endParaRPr>
          </a:p>
        </p:txBody>
      </p:sp>
      <p:sp>
        <p:nvSpPr>
          <p:cNvPr id="2743" name="Google Shape;2743;p584"/>
          <p:cNvSpPr txBox="1"/>
          <p:nvPr/>
        </p:nvSpPr>
        <p:spPr>
          <a:xfrm>
            <a:off x="3818513" y="2601081"/>
            <a:ext cx="1479000" cy="515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 sz="1000">
                <a:latin typeface="Poppins SemiBold"/>
                <a:ea typeface="Poppins SemiBold"/>
                <a:cs typeface="Poppins SemiBold"/>
                <a:sym typeface="Poppins SemiBold"/>
              </a:rPr>
              <a:t>Constraint Grounding</a:t>
            </a:r>
            <a:endParaRPr sz="1000">
              <a:latin typeface="Lato"/>
              <a:ea typeface="Lato"/>
              <a:cs typeface="Lato"/>
              <a:sym typeface="Lato"/>
            </a:endParaRPr>
          </a:p>
        </p:txBody>
      </p:sp>
      <p:sp>
        <p:nvSpPr>
          <p:cNvPr id="2744" name="Google Shape;2744;p584"/>
          <p:cNvSpPr txBox="1"/>
          <p:nvPr/>
        </p:nvSpPr>
        <p:spPr>
          <a:xfrm>
            <a:off x="5362570" y="3611398"/>
            <a:ext cx="3203700" cy="766800"/>
          </a:xfrm>
          <a:prstGeom prst="rect">
            <a:avLst/>
          </a:prstGeom>
          <a:noFill/>
          <a:ln>
            <a:noFill/>
          </a:ln>
        </p:spPr>
        <p:txBody>
          <a:bodyPr anchorCtr="0" anchor="ctr" bIns="91425" lIns="0" spcFirstLastPara="1" rIns="182875" wrap="square" tIns="91425">
            <a:spAutoFit/>
          </a:bodyPr>
          <a:lstStyle/>
          <a:p>
            <a:pPr indent="-168275" lvl="0" marL="285750" rtl="0" algn="l">
              <a:lnSpc>
                <a:spcPct val="115000"/>
              </a:lnSpc>
              <a:spcBef>
                <a:spcPts val="0"/>
              </a:spcBef>
              <a:spcAft>
                <a:spcPts val="1000"/>
              </a:spcAft>
              <a:buClr>
                <a:schemeClr val="dk1"/>
              </a:buClr>
              <a:buSzPts val="850"/>
              <a:buFont typeface="Lato"/>
              <a:buChar char="●"/>
            </a:pPr>
            <a:r>
              <a:rPr lang="en" sz="850">
                <a:latin typeface="Poppins SemiBold"/>
                <a:ea typeface="Poppins SemiBold"/>
                <a:cs typeface="Poppins SemiBold"/>
                <a:sym typeface="Poppins SemiBold"/>
              </a:rPr>
              <a:t>How: </a:t>
            </a:r>
            <a:r>
              <a:rPr lang="en" sz="850">
                <a:latin typeface="Lato"/>
                <a:ea typeface="Lato"/>
                <a:cs typeface="Lato"/>
                <a:sym typeface="Lato"/>
              </a:rPr>
              <a:t>Surgical Steering</a:t>
            </a:r>
            <a:br>
              <a:rPr lang="en" sz="850">
                <a:latin typeface="Lato"/>
                <a:ea typeface="Lato"/>
                <a:cs typeface="Lato"/>
                <a:sym typeface="Lato"/>
              </a:rPr>
            </a:br>
            <a:r>
              <a:rPr lang="en" sz="850">
                <a:latin typeface="Lato"/>
                <a:ea typeface="Lato"/>
                <a:cs typeface="Lato"/>
                <a:sym typeface="Lato"/>
              </a:rPr>
              <a:t>Isolate a specific screen and force the AI to audit the UI and list gaps before editing. This ensures precision and prevents it from restarting or changing your core logic.</a:t>
            </a:r>
            <a:endParaRPr sz="850">
              <a:latin typeface="Poppins SemiBold"/>
              <a:ea typeface="Poppins SemiBold"/>
              <a:cs typeface="Poppins SemiBold"/>
              <a:sym typeface="Poppins SemiBold"/>
            </a:endParaRPr>
          </a:p>
        </p:txBody>
      </p:sp>
      <p:sp>
        <p:nvSpPr>
          <p:cNvPr id="2745" name="Google Shape;2745;p584"/>
          <p:cNvSpPr txBox="1"/>
          <p:nvPr/>
        </p:nvSpPr>
        <p:spPr>
          <a:xfrm>
            <a:off x="3818513" y="3699082"/>
            <a:ext cx="1479000" cy="515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 sz="1000">
                <a:latin typeface="Poppins SemiBold"/>
                <a:ea typeface="Poppins SemiBold"/>
                <a:cs typeface="Poppins SemiBold"/>
                <a:sym typeface="Poppins SemiBold"/>
              </a:rPr>
              <a:t>Reflection Prompting</a:t>
            </a:r>
            <a:endParaRPr sz="1000">
              <a:latin typeface="Lato"/>
              <a:ea typeface="Lato"/>
              <a:cs typeface="Lato"/>
              <a:sym typeface="Lato"/>
            </a:endParaRPr>
          </a:p>
        </p:txBody>
      </p:sp>
      <p:sp>
        <p:nvSpPr>
          <p:cNvPr id="2746" name="Google Shape;2746;p584"/>
          <p:cNvSpPr/>
          <p:nvPr/>
        </p:nvSpPr>
        <p:spPr>
          <a:xfrm>
            <a:off x="459300" y="4697225"/>
            <a:ext cx="8227500" cy="523200"/>
          </a:xfrm>
          <a:prstGeom prst="roundRect">
            <a:avLst>
              <a:gd fmla="val 5390"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Lato"/>
              <a:ea typeface="Lato"/>
              <a:cs typeface="Lato"/>
              <a:sym typeface="Lato"/>
            </a:endParaRPr>
          </a:p>
        </p:txBody>
      </p:sp>
      <p:sp>
        <p:nvSpPr>
          <p:cNvPr id="2747" name="Google Shape;2747;p584"/>
          <p:cNvSpPr txBox="1"/>
          <p:nvPr/>
        </p:nvSpPr>
        <p:spPr>
          <a:xfrm>
            <a:off x="580800" y="4689956"/>
            <a:ext cx="79917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accent1"/>
                </a:solidFill>
                <a:latin typeface="Poppins SemiBold"/>
                <a:ea typeface="Poppins SemiBold"/>
                <a:cs typeface="Poppins SemiBold"/>
                <a:sym typeface="Poppins SemiBold"/>
              </a:rPr>
              <a:t>TAKEAWAY: </a:t>
            </a:r>
            <a:r>
              <a:rPr lang="en" sz="1000">
                <a:solidFill>
                  <a:schemeClr val="accent1"/>
                </a:solidFill>
                <a:latin typeface="Lato"/>
                <a:ea typeface="Lato"/>
                <a:cs typeface="Lato"/>
                <a:sym typeface="Lato"/>
              </a:rPr>
              <a:t>You aren't just splitting one big prompt into three parts—you are layering different cognitive strategies in sequence so precision accumulates without breaking the foundation.</a:t>
            </a:r>
            <a:endParaRPr sz="1200">
              <a:solidFill>
                <a:schemeClr val="accent1"/>
              </a:solidFill>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71717"/>
        </a:solidFill>
      </p:bgPr>
    </p:bg>
    <p:spTree>
      <p:nvGrpSpPr>
        <p:cNvPr id="2752" name="Shape 2752"/>
        <p:cNvGrpSpPr/>
        <p:nvPr/>
      </p:nvGrpSpPr>
      <p:grpSpPr>
        <a:xfrm>
          <a:off x="0" y="0"/>
          <a:ext cx="0" cy="0"/>
          <a:chOff x="0" y="0"/>
          <a:chExt cx="0" cy="0"/>
        </a:xfrm>
      </p:grpSpPr>
      <p:sp>
        <p:nvSpPr>
          <p:cNvPr id="2753" name="Google Shape;2753;p585"/>
          <p:cNvSpPr txBox="1"/>
          <p:nvPr/>
        </p:nvSpPr>
        <p:spPr>
          <a:xfrm>
            <a:off x="457200" y="423079"/>
            <a:ext cx="3661500" cy="2463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en" sz="1600">
                <a:solidFill>
                  <a:srgbClr val="60A5FA"/>
                </a:solidFill>
                <a:latin typeface="Poppins SemiBold"/>
                <a:ea typeface="Poppins SemiBold"/>
                <a:cs typeface="Poppins SemiBold"/>
                <a:sym typeface="Poppins SemiBold"/>
              </a:rPr>
              <a:t>Prompt Chaining in Action</a:t>
            </a:r>
            <a:endParaRPr sz="1600">
              <a:solidFill>
                <a:srgbClr val="60A5FA"/>
              </a:solidFill>
              <a:latin typeface="Poppins SemiBold"/>
              <a:ea typeface="Poppins SemiBold"/>
              <a:cs typeface="Poppins SemiBold"/>
              <a:sym typeface="Poppins SemiBold"/>
            </a:endParaRPr>
          </a:p>
        </p:txBody>
      </p:sp>
      <p:sp>
        <p:nvSpPr>
          <p:cNvPr id="2754" name="Google Shape;2754;p585"/>
          <p:cNvSpPr/>
          <p:nvPr/>
        </p:nvSpPr>
        <p:spPr>
          <a:xfrm>
            <a:off x="459300" y="809775"/>
            <a:ext cx="8513700" cy="4597200"/>
          </a:xfrm>
          <a:prstGeom prst="roundRect">
            <a:avLst>
              <a:gd fmla="val 5783" name="adj"/>
            </a:avLst>
          </a:prstGeom>
          <a:solidFill>
            <a:srgbClr val="FFFFFF"/>
          </a:solidFill>
          <a:ln>
            <a:noFill/>
          </a:ln>
        </p:spPr>
        <p:txBody>
          <a:bodyPr anchorCtr="0" anchor="ctr" bIns="137150" lIns="137150" spcFirstLastPara="1" rIns="137150" wrap="square" tIns="137150">
            <a:noAutofit/>
          </a:bodyPr>
          <a:lstStyle/>
          <a:p>
            <a:pPr indent="0" lvl="0" marL="1714500" marR="0" rtl="0" algn="l">
              <a:lnSpc>
                <a:spcPct val="115000"/>
              </a:lnSpc>
              <a:spcBef>
                <a:spcPts val="0"/>
              </a:spcBef>
              <a:spcAft>
                <a:spcPts val="0"/>
              </a:spcAft>
              <a:buNone/>
            </a:pPr>
            <a:r>
              <a:t/>
            </a:r>
            <a:endParaRPr sz="1100">
              <a:solidFill>
                <a:schemeClr val="lt1"/>
              </a:solidFill>
              <a:latin typeface="IBM Plex Mono"/>
              <a:ea typeface="IBM Plex Mono"/>
              <a:cs typeface="IBM Plex Mono"/>
              <a:sym typeface="IBM Plex Mono"/>
            </a:endParaRPr>
          </a:p>
          <a:p>
            <a:pPr indent="0" lvl="0" marL="0" marR="0" rtl="0" algn="l">
              <a:lnSpc>
                <a:spcPct val="115000"/>
              </a:lnSpc>
              <a:spcBef>
                <a:spcPts val="800"/>
              </a:spcBef>
              <a:spcAft>
                <a:spcPts val="0"/>
              </a:spcAft>
              <a:buNone/>
            </a:pPr>
            <a:r>
              <a:t/>
            </a:r>
            <a:endParaRPr sz="1100">
              <a:solidFill>
                <a:schemeClr val="lt1"/>
              </a:solidFill>
              <a:highlight>
                <a:schemeClr val="accent4"/>
              </a:highlight>
              <a:latin typeface="IBM Plex Mono"/>
              <a:ea typeface="IBM Plex Mono"/>
              <a:cs typeface="IBM Plex Mono"/>
              <a:sym typeface="IBM Plex Mono"/>
            </a:endParaRPr>
          </a:p>
          <a:p>
            <a:pPr indent="0" lvl="0" marL="0" marR="0" rtl="0" algn="l">
              <a:lnSpc>
                <a:spcPct val="115000"/>
              </a:lnSpc>
              <a:spcBef>
                <a:spcPts val="800"/>
              </a:spcBef>
              <a:spcAft>
                <a:spcPts val="800"/>
              </a:spcAft>
              <a:buNone/>
            </a:pPr>
            <a:r>
              <a:t/>
            </a:r>
            <a:endParaRPr sz="1100">
              <a:solidFill>
                <a:schemeClr val="accent2"/>
              </a:solidFill>
              <a:highlight>
                <a:schemeClr val="lt2"/>
              </a:highlight>
              <a:latin typeface="IBM Plex Mono"/>
              <a:ea typeface="IBM Plex Mono"/>
              <a:cs typeface="IBM Plex Mono"/>
              <a:sym typeface="IBM Plex Mono"/>
            </a:endParaRPr>
          </a:p>
        </p:txBody>
      </p:sp>
      <p:sp>
        <p:nvSpPr>
          <p:cNvPr id="2755" name="Google Shape;2755;p585"/>
          <p:cNvSpPr/>
          <p:nvPr/>
        </p:nvSpPr>
        <p:spPr>
          <a:xfrm>
            <a:off x="687900" y="2566340"/>
            <a:ext cx="428100" cy="441000"/>
          </a:xfrm>
          <a:prstGeom prst="ellipse">
            <a:avLst/>
          </a:prstGeom>
          <a:solidFill>
            <a:schemeClr val="accent1"/>
          </a:solidFill>
          <a:ln>
            <a:noFill/>
          </a:ln>
        </p:spPr>
        <p:txBody>
          <a:bodyPr anchorCtr="0" anchor="ctr" bIns="102475" lIns="102475" spcFirstLastPara="1" rIns="102475" wrap="square" tIns="102475">
            <a:noAutofit/>
          </a:bodyPr>
          <a:lstStyle/>
          <a:p>
            <a:pPr indent="0" lvl="0" marL="0" rtl="0" algn="ctr">
              <a:spcBef>
                <a:spcPts val="0"/>
              </a:spcBef>
              <a:spcAft>
                <a:spcPts val="0"/>
              </a:spcAft>
              <a:buNone/>
            </a:pPr>
            <a:r>
              <a:t/>
            </a:r>
            <a:endParaRPr sz="1569">
              <a:solidFill>
                <a:schemeClr val="accent1"/>
              </a:solidFill>
              <a:latin typeface="Lato"/>
              <a:ea typeface="Lato"/>
              <a:cs typeface="Lato"/>
              <a:sym typeface="Lato"/>
            </a:endParaRPr>
          </a:p>
        </p:txBody>
      </p:sp>
      <p:sp>
        <p:nvSpPr>
          <p:cNvPr id="2756" name="Google Shape;2756;p585"/>
          <p:cNvSpPr/>
          <p:nvPr/>
        </p:nvSpPr>
        <p:spPr>
          <a:xfrm>
            <a:off x="687900" y="1232462"/>
            <a:ext cx="428100" cy="441000"/>
          </a:xfrm>
          <a:prstGeom prst="ellipse">
            <a:avLst/>
          </a:prstGeom>
          <a:solidFill>
            <a:schemeClr val="accent2"/>
          </a:solidFill>
          <a:ln>
            <a:noFill/>
          </a:ln>
        </p:spPr>
        <p:txBody>
          <a:bodyPr anchorCtr="0" anchor="ctr" bIns="102475" lIns="102475" spcFirstLastPara="1" rIns="102475" wrap="square" tIns="102475">
            <a:noAutofit/>
          </a:bodyPr>
          <a:lstStyle/>
          <a:p>
            <a:pPr indent="0" lvl="0" marL="0" rtl="0" algn="ctr">
              <a:spcBef>
                <a:spcPts val="0"/>
              </a:spcBef>
              <a:spcAft>
                <a:spcPts val="0"/>
              </a:spcAft>
              <a:buNone/>
            </a:pPr>
            <a:r>
              <a:t/>
            </a:r>
            <a:endParaRPr sz="1569">
              <a:solidFill>
                <a:schemeClr val="accent1"/>
              </a:solidFill>
              <a:latin typeface="Lato"/>
              <a:ea typeface="Lato"/>
              <a:cs typeface="Lato"/>
              <a:sym typeface="Lato"/>
            </a:endParaRPr>
          </a:p>
        </p:txBody>
      </p:sp>
      <p:sp>
        <p:nvSpPr>
          <p:cNvPr id="2757" name="Google Shape;2757;p585"/>
          <p:cNvSpPr/>
          <p:nvPr/>
        </p:nvSpPr>
        <p:spPr>
          <a:xfrm>
            <a:off x="687900" y="4088832"/>
            <a:ext cx="428100" cy="441000"/>
          </a:xfrm>
          <a:prstGeom prst="ellipse">
            <a:avLst/>
          </a:prstGeom>
          <a:solidFill>
            <a:schemeClr val="accent4"/>
          </a:solidFill>
          <a:ln>
            <a:noFill/>
          </a:ln>
        </p:spPr>
        <p:txBody>
          <a:bodyPr anchorCtr="0" anchor="ctr" bIns="102475" lIns="102475" spcFirstLastPara="1" rIns="102475" wrap="square" tIns="102475">
            <a:noAutofit/>
          </a:bodyPr>
          <a:lstStyle/>
          <a:p>
            <a:pPr indent="0" lvl="0" marL="0" rtl="0" algn="ctr">
              <a:spcBef>
                <a:spcPts val="0"/>
              </a:spcBef>
              <a:spcAft>
                <a:spcPts val="0"/>
              </a:spcAft>
              <a:buNone/>
            </a:pPr>
            <a:r>
              <a:t/>
            </a:r>
            <a:endParaRPr sz="1569">
              <a:solidFill>
                <a:schemeClr val="accent1"/>
              </a:solidFill>
              <a:latin typeface="Lato"/>
              <a:ea typeface="Lato"/>
              <a:cs typeface="Lato"/>
              <a:sym typeface="Lato"/>
            </a:endParaRPr>
          </a:p>
        </p:txBody>
      </p:sp>
      <p:sp>
        <p:nvSpPr>
          <p:cNvPr id="2758" name="Google Shape;2758;p585"/>
          <p:cNvSpPr txBox="1"/>
          <p:nvPr/>
        </p:nvSpPr>
        <p:spPr>
          <a:xfrm>
            <a:off x="749471" y="1279206"/>
            <a:ext cx="317100" cy="350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chemeClr val="lt1"/>
                </a:solidFill>
                <a:latin typeface="Poppins SemiBold"/>
                <a:ea typeface="Poppins SemiBold"/>
                <a:cs typeface="Poppins SemiBold"/>
                <a:sym typeface="Poppins SemiBold"/>
              </a:rPr>
              <a:t>1</a:t>
            </a:r>
            <a:endParaRPr sz="1300">
              <a:solidFill>
                <a:schemeClr val="lt1"/>
              </a:solidFill>
              <a:latin typeface="Poppins SemiBold"/>
              <a:ea typeface="Poppins SemiBold"/>
              <a:cs typeface="Poppins SemiBold"/>
              <a:sym typeface="Poppins SemiBold"/>
            </a:endParaRPr>
          </a:p>
        </p:txBody>
      </p:sp>
      <p:sp>
        <p:nvSpPr>
          <p:cNvPr id="2759" name="Google Shape;2759;p585"/>
          <p:cNvSpPr txBox="1"/>
          <p:nvPr/>
        </p:nvSpPr>
        <p:spPr>
          <a:xfrm>
            <a:off x="730848" y="2613691"/>
            <a:ext cx="353700" cy="350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chemeClr val="lt1"/>
                </a:solidFill>
                <a:latin typeface="Poppins SemiBold"/>
                <a:ea typeface="Poppins SemiBold"/>
                <a:cs typeface="Poppins SemiBold"/>
                <a:sym typeface="Poppins SemiBold"/>
              </a:rPr>
              <a:t>2</a:t>
            </a:r>
            <a:endParaRPr sz="1300">
              <a:solidFill>
                <a:schemeClr val="lt1"/>
              </a:solidFill>
              <a:latin typeface="Poppins SemiBold"/>
              <a:ea typeface="Poppins SemiBold"/>
              <a:cs typeface="Poppins SemiBold"/>
              <a:sym typeface="Poppins SemiBold"/>
            </a:endParaRPr>
          </a:p>
        </p:txBody>
      </p:sp>
      <p:sp>
        <p:nvSpPr>
          <p:cNvPr id="2760" name="Google Shape;2760;p585"/>
          <p:cNvSpPr txBox="1"/>
          <p:nvPr/>
        </p:nvSpPr>
        <p:spPr>
          <a:xfrm>
            <a:off x="730848" y="4131003"/>
            <a:ext cx="353700" cy="350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chemeClr val="lt1"/>
                </a:solidFill>
                <a:latin typeface="Poppins SemiBold"/>
                <a:ea typeface="Poppins SemiBold"/>
                <a:cs typeface="Poppins SemiBold"/>
                <a:sym typeface="Poppins SemiBold"/>
              </a:rPr>
              <a:t>3</a:t>
            </a:r>
            <a:endParaRPr sz="1300">
              <a:solidFill>
                <a:schemeClr val="lt1"/>
              </a:solidFill>
              <a:latin typeface="Poppins SemiBold"/>
              <a:ea typeface="Poppins SemiBold"/>
              <a:cs typeface="Poppins SemiBold"/>
              <a:sym typeface="Poppins SemiBold"/>
            </a:endParaRPr>
          </a:p>
        </p:txBody>
      </p:sp>
      <p:sp>
        <p:nvSpPr>
          <p:cNvPr id="2761" name="Google Shape;2761;p585"/>
          <p:cNvSpPr txBox="1"/>
          <p:nvPr/>
        </p:nvSpPr>
        <p:spPr>
          <a:xfrm>
            <a:off x="1116000" y="1275962"/>
            <a:ext cx="13674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Poppins Medium"/>
                <a:ea typeface="Poppins Medium"/>
                <a:cs typeface="Poppins Medium"/>
                <a:sym typeface="Poppins Medium"/>
              </a:rPr>
              <a:t>Expand: </a:t>
            </a:r>
            <a:br>
              <a:rPr lang="en" sz="1100">
                <a:latin typeface="Poppins Medium"/>
                <a:ea typeface="Poppins Medium"/>
                <a:cs typeface="Poppins Medium"/>
                <a:sym typeface="Poppins Medium"/>
              </a:rPr>
            </a:br>
            <a:r>
              <a:rPr lang="en" sz="1100">
                <a:latin typeface="Poppins Medium"/>
                <a:ea typeface="Poppins Medium"/>
                <a:cs typeface="Poppins Medium"/>
                <a:sym typeface="Poppins Medium"/>
              </a:rPr>
              <a:t>COT Prompt</a:t>
            </a:r>
            <a:endParaRPr sz="1100">
              <a:latin typeface="Poppins Medium"/>
              <a:ea typeface="Poppins Medium"/>
              <a:cs typeface="Poppins Medium"/>
              <a:sym typeface="Poppins Medium"/>
            </a:endParaRPr>
          </a:p>
        </p:txBody>
      </p:sp>
      <p:sp>
        <p:nvSpPr>
          <p:cNvPr id="2762" name="Google Shape;2762;p585"/>
          <p:cNvSpPr txBox="1"/>
          <p:nvPr/>
        </p:nvSpPr>
        <p:spPr>
          <a:xfrm>
            <a:off x="1116000" y="2583703"/>
            <a:ext cx="13674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Poppins Medium"/>
                <a:ea typeface="Poppins Medium"/>
                <a:cs typeface="Poppins Medium"/>
                <a:sym typeface="Poppins Medium"/>
              </a:rPr>
              <a:t>Behavior:</a:t>
            </a:r>
            <a:br>
              <a:rPr lang="en" sz="1100">
                <a:latin typeface="Poppins Medium"/>
                <a:ea typeface="Poppins Medium"/>
                <a:cs typeface="Poppins Medium"/>
                <a:sym typeface="Poppins Medium"/>
              </a:rPr>
            </a:br>
            <a:r>
              <a:rPr lang="en" sz="1100">
                <a:latin typeface="Poppins Medium"/>
                <a:ea typeface="Poppins Medium"/>
                <a:cs typeface="Poppins Medium"/>
                <a:sym typeface="Poppins Medium"/>
              </a:rPr>
              <a:t>Constraint Grounding</a:t>
            </a:r>
            <a:endParaRPr sz="1100">
              <a:latin typeface="Poppins Medium"/>
              <a:ea typeface="Poppins Medium"/>
              <a:cs typeface="Poppins Medium"/>
              <a:sym typeface="Poppins Medium"/>
            </a:endParaRPr>
          </a:p>
        </p:txBody>
      </p:sp>
      <p:sp>
        <p:nvSpPr>
          <p:cNvPr id="2763" name="Google Shape;2763;p585"/>
          <p:cNvSpPr txBox="1"/>
          <p:nvPr/>
        </p:nvSpPr>
        <p:spPr>
          <a:xfrm>
            <a:off x="1116000" y="4131006"/>
            <a:ext cx="13674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Poppins Medium"/>
                <a:ea typeface="Poppins Medium"/>
                <a:cs typeface="Poppins Medium"/>
                <a:sym typeface="Poppins Medium"/>
              </a:rPr>
              <a:t>Refine: </a:t>
            </a:r>
            <a:r>
              <a:rPr lang="en" sz="1100">
                <a:latin typeface="Poppins Medium"/>
                <a:ea typeface="Poppins Medium"/>
                <a:cs typeface="Poppins Medium"/>
                <a:sym typeface="Poppins Medium"/>
              </a:rPr>
              <a:t>Reflection</a:t>
            </a:r>
            <a:r>
              <a:rPr lang="en" sz="1100">
                <a:latin typeface="Poppins Medium"/>
                <a:ea typeface="Poppins Medium"/>
                <a:cs typeface="Poppins Medium"/>
                <a:sym typeface="Poppins Medium"/>
              </a:rPr>
              <a:t> Prompt</a:t>
            </a:r>
            <a:endParaRPr sz="1100">
              <a:latin typeface="Poppins Medium"/>
              <a:ea typeface="Poppins Medium"/>
              <a:cs typeface="Poppins Medium"/>
              <a:sym typeface="Poppins Medium"/>
            </a:endParaRPr>
          </a:p>
        </p:txBody>
      </p:sp>
      <p:sp>
        <p:nvSpPr>
          <p:cNvPr id="2764" name="Google Shape;2764;p585"/>
          <p:cNvSpPr/>
          <p:nvPr/>
        </p:nvSpPr>
        <p:spPr>
          <a:xfrm>
            <a:off x="2298850" y="1107450"/>
            <a:ext cx="3551700" cy="1173600"/>
          </a:xfrm>
          <a:prstGeom prst="roundRect">
            <a:avLst>
              <a:gd fmla="val 16667" name="adj"/>
            </a:avLst>
          </a:prstGeom>
          <a:solidFill>
            <a:srgbClr val="1A2B6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65" name="Google Shape;2765;p585"/>
          <p:cNvSpPr txBox="1"/>
          <p:nvPr/>
        </p:nvSpPr>
        <p:spPr>
          <a:xfrm>
            <a:off x="2344835" y="1151706"/>
            <a:ext cx="3465300" cy="10851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800"/>
              </a:spcAft>
              <a:buNone/>
            </a:pPr>
            <a:r>
              <a:rPr lang="en" sz="650">
                <a:solidFill>
                  <a:schemeClr val="lt1"/>
                </a:solidFill>
                <a:latin typeface="IBM Plex Mono"/>
                <a:ea typeface="IBM Plex Mono"/>
                <a:cs typeface="IBM Plex Mono"/>
                <a:sym typeface="IBM Plex Mono"/>
              </a:rPr>
              <a:t>“Build the next phase of this app in a strict sequence: </a:t>
            </a:r>
            <a:br>
              <a:rPr lang="en" sz="650">
                <a:solidFill>
                  <a:schemeClr val="lt1"/>
                </a:solidFill>
                <a:latin typeface="IBM Plex Mono"/>
                <a:ea typeface="IBM Plex Mono"/>
                <a:cs typeface="IBM Plex Mono"/>
                <a:sym typeface="IBM Plex Mono"/>
              </a:rPr>
            </a:br>
            <a:r>
              <a:rPr lang="en" sz="650">
                <a:solidFill>
                  <a:schemeClr val="lt1"/>
                </a:solidFill>
                <a:latin typeface="IBM Plex Mono"/>
                <a:ea typeface="IBM Plex Mono"/>
                <a:cs typeface="IBM Plex Mono"/>
                <a:sym typeface="IBM Plex Mono"/>
              </a:rPr>
              <a:t>1. Add a 2nd screen: 'User Settings'. Match the layout and spacing of the attached Asana reference. </a:t>
            </a:r>
            <a:br>
              <a:rPr lang="en" sz="650">
                <a:solidFill>
                  <a:schemeClr val="lt1"/>
                </a:solidFill>
                <a:latin typeface="IBM Plex Mono"/>
                <a:ea typeface="IBM Plex Mono"/>
                <a:cs typeface="IBM Plex Mono"/>
                <a:sym typeface="IBM Plex Mono"/>
              </a:rPr>
            </a:br>
            <a:r>
              <a:rPr lang="en" sz="650">
                <a:solidFill>
                  <a:schemeClr val="lt1"/>
                </a:solidFill>
                <a:latin typeface="IBM Plex Mono"/>
                <a:ea typeface="IBM Plex Mono"/>
                <a:cs typeface="IBM Plex Mono"/>
                <a:sym typeface="IBM Plex Mono"/>
              </a:rPr>
              <a:t>2. Add a 3rd screen: 'Account Activity'. Match the data-heavy density of the attached Intercom reference. </a:t>
            </a:r>
            <a:br>
              <a:rPr lang="en" sz="650">
                <a:solidFill>
                  <a:schemeClr val="lt1"/>
                </a:solidFill>
                <a:latin typeface="IBM Plex Mono"/>
                <a:ea typeface="IBM Plex Mono"/>
                <a:cs typeface="IBM Plex Mono"/>
                <a:sym typeface="IBM Plex Mono"/>
              </a:rPr>
            </a:br>
            <a:r>
              <a:rPr lang="en" sz="650">
                <a:solidFill>
                  <a:schemeClr val="lt1"/>
                </a:solidFill>
                <a:latin typeface="IBM Plex Mono"/>
                <a:ea typeface="IBM Plex Mono"/>
                <a:cs typeface="IBM Plex Mono"/>
                <a:sym typeface="IBM Plex Mono"/>
              </a:rPr>
              <a:t>3. Navigation: Write the logic so 'User Settings' links to 'Account Activity'. </a:t>
            </a:r>
            <a:br>
              <a:rPr lang="en" sz="650">
                <a:solidFill>
                  <a:schemeClr val="lt1"/>
                </a:solidFill>
                <a:latin typeface="IBM Plex Mono"/>
                <a:ea typeface="IBM Plex Mono"/>
                <a:cs typeface="IBM Plex Mono"/>
                <a:sym typeface="IBM Plex Mono"/>
              </a:rPr>
            </a:br>
            <a:r>
              <a:rPr lang="en" sz="650">
                <a:solidFill>
                  <a:schemeClr val="lt1"/>
                </a:solidFill>
                <a:latin typeface="IBM Plex Mono"/>
                <a:ea typeface="IBM Plex Mono"/>
                <a:cs typeface="IBM Plex Mono"/>
                <a:sym typeface="IBM Plex Mono"/>
              </a:rPr>
              <a:t>Build these in order so the Settings screen serves as the mandatory anchor for the Activity view.”</a:t>
            </a:r>
            <a:endParaRPr sz="650">
              <a:solidFill>
                <a:schemeClr val="lt1"/>
              </a:solidFill>
              <a:latin typeface="IBM Plex Mono"/>
              <a:ea typeface="IBM Plex Mono"/>
              <a:cs typeface="IBM Plex Mono"/>
              <a:sym typeface="IBM Plex Mono"/>
            </a:endParaRPr>
          </a:p>
        </p:txBody>
      </p:sp>
      <p:sp>
        <p:nvSpPr>
          <p:cNvPr id="2766" name="Google Shape;2766;p585"/>
          <p:cNvSpPr/>
          <p:nvPr/>
        </p:nvSpPr>
        <p:spPr>
          <a:xfrm>
            <a:off x="2301625" y="2405725"/>
            <a:ext cx="3551700" cy="1245000"/>
          </a:xfrm>
          <a:prstGeom prst="roundRect">
            <a:avLst>
              <a:gd fmla="val 16667" name="adj"/>
            </a:avLst>
          </a:prstGeom>
          <a:solidFill>
            <a:srgbClr val="1241B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67" name="Google Shape;2767;p585"/>
          <p:cNvSpPr txBox="1"/>
          <p:nvPr/>
        </p:nvSpPr>
        <p:spPr>
          <a:xfrm>
            <a:off x="2351207" y="2445549"/>
            <a:ext cx="3447000" cy="1205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800"/>
              </a:spcAft>
              <a:buNone/>
            </a:pPr>
            <a:r>
              <a:rPr lang="en" sz="650">
                <a:solidFill>
                  <a:schemeClr val="lt1"/>
                </a:solidFill>
                <a:latin typeface="IBM Plex Mono"/>
                <a:ea typeface="IBM Plex Mono"/>
                <a:cs typeface="IBM Plex Mono"/>
                <a:sym typeface="IBM Plex Mono"/>
              </a:rPr>
              <a:t>"Apply the following logic constraints to the 'Account Activity' flow: </a:t>
            </a:r>
            <a:br>
              <a:rPr lang="en" sz="650">
                <a:solidFill>
                  <a:schemeClr val="lt1"/>
                </a:solidFill>
                <a:latin typeface="IBM Plex Mono"/>
                <a:ea typeface="IBM Plex Mono"/>
                <a:cs typeface="IBM Plex Mono"/>
                <a:sym typeface="IBM Plex Mono"/>
              </a:rPr>
            </a:br>
            <a:r>
              <a:rPr lang="en" sz="650">
                <a:solidFill>
                  <a:schemeClr val="lt1"/>
                </a:solidFill>
                <a:latin typeface="IBM Plex Mono"/>
                <a:ea typeface="IBM Plex Mono"/>
                <a:cs typeface="IBM Plex Mono"/>
                <a:sym typeface="IBM Plex Mono"/>
              </a:rPr>
              <a:t>- Use skeleton screens for the transaction list loading state. If no data is present, show the empty state message: 'No activity yet. Start your first project to see data here.' </a:t>
            </a:r>
            <a:br>
              <a:rPr lang="en" sz="650">
                <a:solidFill>
                  <a:schemeClr val="lt1"/>
                </a:solidFill>
                <a:latin typeface="IBM Plex Mono"/>
                <a:ea typeface="IBM Plex Mono"/>
                <a:cs typeface="IBM Plex Mono"/>
                <a:sym typeface="IBM Plex Mono"/>
              </a:rPr>
            </a:br>
            <a:r>
              <a:rPr lang="en" sz="650">
                <a:solidFill>
                  <a:schemeClr val="lt1"/>
                </a:solidFill>
                <a:latin typeface="IBM Plex Mono"/>
                <a:ea typeface="IBM Plex Mono"/>
                <a:cs typeface="IBM Plex Mono"/>
                <a:sym typeface="IBM Plex Mono"/>
              </a:rPr>
              <a:t>- In the event of a fetch failure, trigger the error state: 'Connection lost. Please refresh the dashboard.</a:t>
            </a:r>
            <a:br>
              <a:rPr lang="en" sz="650">
                <a:solidFill>
                  <a:schemeClr val="lt1"/>
                </a:solidFill>
                <a:latin typeface="IBM Plex Mono"/>
                <a:ea typeface="IBM Plex Mono"/>
                <a:cs typeface="IBM Plex Mono"/>
                <a:sym typeface="IBM Plex Mono"/>
              </a:rPr>
            </a:br>
            <a:r>
              <a:rPr lang="en" sz="650">
                <a:solidFill>
                  <a:schemeClr val="lt1"/>
                </a:solidFill>
                <a:latin typeface="IBM Plex Mono"/>
                <a:ea typeface="IBM Plex Mono"/>
                <a:cs typeface="IBM Plex Mono"/>
                <a:sym typeface="IBM Plex Mono"/>
              </a:rPr>
              <a:t>Maintain the same design language throughout and tether all behavior strictly to these rules."</a:t>
            </a:r>
            <a:endParaRPr sz="650">
              <a:solidFill>
                <a:schemeClr val="lt1"/>
              </a:solidFill>
              <a:latin typeface="IBM Plex Mono"/>
              <a:ea typeface="IBM Plex Mono"/>
              <a:cs typeface="IBM Plex Mono"/>
              <a:sym typeface="IBM Plex Mono"/>
            </a:endParaRPr>
          </a:p>
        </p:txBody>
      </p:sp>
      <p:sp>
        <p:nvSpPr>
          <p:cNvPr id="2768" name="Google Shape;2768;p585"/>
          <p:cNvSpPr/>
          <p:nvPr/>
        </p:nvSpPr>
        <p:spPr>
          <a:xfrm>
            <a:off x="2301625" y="3894050"/>
            <a:ext cx="3551700" cy="1205100"/>
          </a:xfrm>
          <a:prstGeom prst="roundRect">
            <a:avLst>
              <a:gd fmla="val 16667" name="adj"/>
            </a:avLst>
          </a:prstGeom>
          <a:solidFill>
            <a:srgbClr val="60A5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69" name="Google Shape;2769;p585"/>
          <p:cNvSpPr txBox="1"/>
          <p:nvPr/>
        </p:nvSpPr>
        <p:spPr>
          <a:xfrm>
            <a:off x="2351193" y="4060942"/>
            <a:ext cx="3447000" cy="860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800"/>
              </a:spcAft>
              <a:buNone/>
            </a:pPr>
            <a:r>
              <a:rPr lang="en" sz="650">
                <a:solidFill>
                  <a:schemeClr val="lt1"/>
                </a:solidFill>
                <a:latin typeface="IBM Plex Mono"/>
                <a:ea typeface="IBM Plex Mono"/>
                <a:cs typeface="IBM Plex Mono"/>
                <a:sym typeface="IBM Plex Mono"/>
              </a:rPr>
              <a:t>"The User Settings screen needs a professional Asana-style polish. Start by listing the 3 biggest gaps in typography and spacing compared to the Asana design system. Once you've identified those, resize the headers and update the primary button hex code to match that standard.Don't change anything else in the project or touch the underlying logic."</a:t>
            </a:r>
            <a:endParaRPr sz="650">
              <a:solidFill>
                <a:schemeClr val="lt1"/>
              </a:solidFill>
              <a:latin typeface="IBM Plex Mono"/>
              <a:ea typeface="IBM Plex Mono"/>
              <a:cs typeface="IBM Plex Mono"/>
              <a:sym typeface="IBM Plex Mono"/>
            </a:endParaRPr>
          </a:p>
        </p:txBody>
      </p:sp>
      <p:pic>
        <p:nvPicPr>
          <p:cNvPr id="2770" name="Google Shape;2770;p585"/>
          <p:cNvPicPr preferRelativeResize="0"/>
          <p:nvPr/>
        </p:nvPicPr>
        <p:blipFill rotWithShape="1">
          <a:blip r:embed="rId4">
            <a:alphaModFix/>
          </a:blip>
          <a:srcRect b="33110" l="3518" r="2160" t="2511"/>
          <a:stretch/>
        </p:blipFill>
        <p:spPr>
          <a:xfrm>
            <a:off x="6121550" y="1045113"/>
            <a:ext cx="2494651" cy="1298276"/>
          </a:xfrm>
          <a:prstGeom prst="rect">
            <a:avLst/>
          </a:prstGeom>
          <a:solidFill>
            <a:srgbClr val="FFFFFF"/>
          </a:solidFill>
          <a:ln>
            <a:noFill/>
          </a:ln>
        </p:spPr>
      </p:pic>
      <p:pic>
        <p:nvPicPr>
          <p:cNvPr id="2771" name="Google Shape;2771;p585"/>
          <p:cNvPicPr preferRelativeResize="0"/>
          <p:nvPr/>
        </p:nvPicPr>
        <p:blipFill rotWithShape="1">
          <a:blip r:embed="rId5">
            <a:alphaModFix/>
          </a:blip>
          <a:srcRect b="0" l="0" r="0" t="0"/>
          <a:stretch/>
        </p:blipFill>
        <p:spPr>
          <a:xfrm>
            <a:off x="6121550" y="2478763"/>
            <a:ext cx="2494650" cy="1098925"/>
          </a:xfrm>
          <a:prstGeom prst="rect">
            <a:avLst/>
          </a:prstGeom>
          <a:solidFill>
            <a:srgbClr val="FFFFFF"/>
          </a:solidFill>
          <a:ln>
            <a:noFill/>
          </a:ln>
        </p:spPr>
      </p:pic>
      <p:pic>
        <p:nvPicPr>
          <p:cNvPr id="2772" name="Google Shape;2772;p585"/>
          <p:cNvPicPr preferRelativeResize="0"/>
          <p:nvPr/>
        </p:nvPicPr>
        <p:blipFill>
          <a:blip r:embed="rId6">
            <a:alphaModFix/>
          </a:blip>
          <a:stretch>
            <a:fillRect/>
          </a:stretch>
        </p:blipFill>
        <p:spPr>
          <a:xfrm>
            <a:off x="6038520" y="3941550"/>
            <a:ext cx="2627679" cy="10989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6" name="Shape 2776"/>
        <p:cNvGrpSpPr/>
        <p:nvPr/>
      </p:nvGrpSpPr>
      <p:grpSpPr>
        <a:xfrm>
          <a:off x="0" y="0"/>
          <a:ext cx="0" cy="0"/>
          <a:chOff x="0" y="0"/>
          <a:chExt cx="0" cy="0"/>
        </a:xfrm>
      </p:grpSpPr>
      <p:sp>
        <p:nvSpPr>
          <p:cNvPr id="2777" name="Google Shape;2777;p586"/>
          <p:cNvSpPr txBox="1"/>
          <p:nvPr>
            <p:ph idx="1" type="body"/>
          </p:nvPr>
        </p:nvSpPr>
        <p:spPr>
          <a:xfrm>
            <a:off x="4572000" y="457200"/>
            <a:ext cx="4114800" cy="4800600"/>
          </a:xfrm>
          <a:prstGeom prst="rect">
            <a:avLst/>
          </a:prstGeom>
        </p:spPr>
        <p:txBody>
          <a:bodyPr anchorCtr="0" anchor="b" bIns="474125" lIns="365750" spcFirstLastPara="1" rIns="365750" wrap="square" tIns="94800">
            <a:noAutofit/>
          </a:bodyPr>
          <a:lstStyle/>
          <a:p>
            <a:pPr indent="0" lvl="0" marL="0" rtl="0" algn="l">
              <a:spcBef>
                <a:spcPts val="0"/>
              </a:spcBef>
              <a:spcAft>
                <a:spcPts val="0"/>
              </a:spcAft>
              <a:buNone/>
            </a:pPr>
            <a:r>
              <a:rPr lang="en">
                <a:latin typeface="Poppins SemiBold"/>
                <a:ea typeface="Poppins SemiBold"/>
                <a:cs typeface="Poppins SemiBold"/>
                <a:sym typeface="Poppins SemiBold"/>
              </a:rPr>
              <a:t>Steps to Follow:</a:t>
            </a:r>
            <a:endParaRPr sz="1200"/>
          </a:p>
          <a:p>
            <a:pPr indent="-298450" lvl="0" marL="457200" rtl="0" algn="l">
              <a:spcBef>
                <a:spcPts val="1000"/>
              </a:spcBef>
              <a:spcAft>
                <a:spcPts val="0"/>
              </a:spcAft>
              <a:buSzPts val="1100"/>
              <a:buFont typeface="Poppins"/>
              <a:buAutoNum type="arabicPeriod"/>
            </a:pPr>
            <a:r>
              <a:rPr lang="en" sz="1000"/>
              <a:t>Open your Module 2 prototype and audit its current architecture. Identify 3-5 flow gaps, 3 specific friction points, and 1 targeted UI element to refine.</a:t>
            </a:r>
            <a:endParaRPr sz="1000"/>
          </a:p>
          <a:p>
            <a:pPr indent="-298450" lvl="0" marL="457200" rtl="0" algn="l">
              <a:spcBef>
                <a:spcPts val="1000"/>
              </a:spcBef>
              <a:spcAft>
                <a:spcPts val="0"/>
              </a:spcAft>
              <a:buSzPts val="1100"/>
              <a:buFont typeface="Poppins"/>
              <a:buAutoNum type="arabicPeriod"/>
            </a:pPr>
            <a:r>
              <a:rPr lang="en" sz="1000"/>
              <a:t>Draft your three step </a:t>
            </a:r>
            <a:r>
              <a:rPr lang="en" sz="1000"/>
              <a:t>chain using your own logic, or try the 🔗</a:t>
            </a:r>
            <a:r>
              <a:rPr b="1" lang="en" sz="1000" u="sng">
                <a:solidFill>
                  <a:schemeClr val="accent4"/>
                </a:solidFill>
                <a:hlinkClick r:id="rId3">
                  <a:extLst>
                    <a:ext uri="{A12FA001-AC4F-418D-AE19-62706E023703}">
                      <ahyp:hlinkClr val="tx"/>
                    </a:ext>
                  </a:extLst>
                </a:hlinkClick>
              </a:rPr>
              <a:t>Prompt Chain Planner</a:t>
            </a:r>
            <a:r>
              <a:rPr lang="en" sz="1000"/>
              <a:t> (if you get stuck!) to write your Expand, Behavior, and Refine prompts. </a:t>
            </a:r>
            <a:endParaRPr sz="1000"/>
          </a:p>
          <a:p>
            <a:pPr indent="-298450" lvl="1" marL="914400" rtl="0" algn="l">
              <a:spcBef>
                <a:spcPts val="1000"/>
              </a:spcBef>
              <a:spcAft>
                <a:spcPts val="0"/>
              </a:spcAft>
              <a:buSzPts val="1100"/>
              <a:buChar char="○"/>
            </a:pPr>
            <a:r>
              <a:rPr lang="en" sz="1000"/>
              <a:t>For the COT sequence, make sure you gather the screenshots or references you want to use to build your additional screens. </a:t>
            </a:r>
            <a:endParaRPr sz="1000"/>
          </a:p>
          <a:p>
            <a:pPr indent="-298450" lvl="0" marL="457200" rtl="0" algn="l">
              <a:spcBef>
                <a:spcPts val="1000"/>
              </a:spcBef>
              <a:spcAft>
                <a:spcPts val="1000"/>
              </a:spcAft>
              <a:buSzPts val="1100"/>
              <a:buFont typeface="Poppins"/>
              <a:buAutoNum type="arabicPeriod"/>
            </a:pPr>
            <a:r>
              <a:rPr lang="en" sz="1000"/>
              <a:t>Ensure you copy and paste your finalized prompts into the corresponding section of the table in your exercise document for safe keeping. You’ll need them for peer review and the upcoming lab!</a:t>
            </a:r>
            <a:br>
              <a:rPr lang="en" sz="1000"/>
            </a:br>
            <a:endParaRPr sz="1100"/>
          </a:p>
        </p:txBody>
      </p:sp>
      <p:sp>
        <p:nvSpPr>
          <p:cNvPr id="2778" name="Google Shape;2778;p586"/>
          <p:cNvSpPr txBox="1"/>
          <p:nvPr/>
        </p:nvSpPr>
        <p:spPr>
          <a:xfrm>
            <a:off x="457200" y="470025"/>
            <a:ext cx="3661500" cy="2463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en" sz="1600">
                <a:solidFill>
                  <a:srgbClr val="60A5FA"/>
                </a:solidFill>
                <a:latin typeface="Poppins SemiBold"/>
                <a:ea typeface="Poppins SemiBold"/>
                <a:cs typeface="Poppins SemiBold"/>
                <a:sym typeface="Poppins SemiBold"/>
              </a:rPr>
              <a:t>Individual Exercise</a:t>
            </a:r>
            <a:endParaRPr sz="1600">
              <a:solidFill>
                <a:srgbClr val="60A5FA"/>
              </a:solidFill>
              <a:latin typeface="Poppins SemiBold"/>
              <a:ea typeface="Poppins SemiBold"/>
              <a:cs typeface="Poppins SemiBold"/>
              <a:sym typeface="Poppins SemiBold"/>
            </a:endParaRPr>
          </a:p>
        </p:txBody>
      </p:sp>
      <p:sp>
        <p:nvSpPr>
          <p:cNvPr id="2779" name="Google Shape;2779;p586"/>
          <p:cNvSpPr txBox="1"/>
          <p:nvPr/>
        </p:nvSpPr>
        <p:spPr>
          <a:xfrm>
            <a:off x="457200" y="926546"/>
            <a:ext cx="3661500" cy="9852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None/>
            </a:pPr>
            <a:r>
              <a:rPr lang="en" sz="3200">
                <a:solidFill>
                  <a:srgbClr val="07182C"/>
                </a:solidFill>
                <a:latin typeface="Poppins Medium"/>
                <a:ea typeface="Poppins Medium"/>
                <a:cs typeface="Poppins Medium"/>
                <a:sym typeface="Poppins Medium"/>
              </a:rPr>
              <a:t>Plan Your </a:t>
            </a:r>
            <a:br>
              <a:rPr lang="en" sz="3200">
                <a:solidFill>
                  <a:srgbClr val="07182C"/>
                </a:solidFill>
                <a:latin typeface="Poppins Medium"/>
                <a:ea typeface="Poppins Medium"/>
                <a:cs typeface="Poppins Medium"/>
                <a:sym typeface="Poppins Medium"/>
              </a:rPr>
            </a:br>
            <a:r>
              <a:rPr lang="en" sz="3200">
                <a:solidFill>
                  <a:srgbClr val="07182C"/>
                </a:solidFill>
                <a:latin typeface="Poppins Medium"/>
                <a:ea typeface="Poppins Medium"/>
                <a:cs typeface="Poppins Medium"/>
                <a:sym typeface="Poppins Medium"/>
              </a:rPr>
              <a:t>Prompt Chain</a:t>
            </a:r>
            <a:endParaRPr sz="3200">
              <a:solidFill>
                <a:srgbClr val="07182C"/>
              </a:solidFill>
              <a:latin typeface="Poppins Medium"/>
              <a:ea typeface="Poppins Medium"/>
              <a:cs typeface="Poppins Medium"/>
              <a:sym typeface="Poppins Medium"/>
            </a:endParaRPr>
          </a:p>
        </p:txBody>
      </p:sp>
      <p:grpSp>
        <p:nvGrpSpPr>
          <p:cNvPr id="2780" name="Google Shape;2780;p586"/>
          <p:cNvGrpSpPr/>
          <p:nvPr/>
        </p:nvGrpSpPr>
        <p:grpSpPr>
          <a:xfrm>
            <a:off x="7250711" y="758362"/>
            <a:ext cx="1157276" cy="307747"/>
            <a:chOff x="4859149" y="597592"/>
            <a:chExt cx="1157276" cy="276975"/>
          </a:xfrm>
        </p:grpSpPr>
        <p:sp>
          <p:nvSpPr>
            <p:cNvPr id="2781" name="Google Shape;2781;p586"/>
            <p:cNvSpPr txBox="1"/>
            <p:nvPr/>
          </p:nvSpPr>
          <p:spPr>
            <a:xfrm>
              <a:off x="5206425" y="610275"/>
              <a:ext cx="810000" cy="26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 sz="1200">
                  <a:solidFill>
                    <a:schemeClr val="accent1"/>
                  </a:solidFill>
                  <a:latin typeface="Lato"/>
                  <a:ea typeface="Lato"/>
                  <a:cs typeface="Lato"/>
                  <a:sym typeface="Lato"/>
                </a:rPr>
                <a:t>15</a:t>
              </a:r>
              <a:r>
                <a:rPr lang="en" sz="1200">
                  <a:solidFill>
                    <a:schemeClr val="accent1"/>
                  </a:solidFill>
                  <a:latin typeface="Lato"/>
                  <a:ea typeface="Lato"/>
                  <a:cs typeface="Lato"/>
                  <a:sym typeface="Lato"/>
                </a:rPr>
                <a:t> minutes </a:t>
              </a:r>
              <a:endParaRPr sz="1200">
                <a:solidFill>
                  <a:schemeClr val="accent1"/>
                </a:solidFill>
                <a:latin typeface="Lato"/>
                <a:ea typeface="Lato"/>
                <a:cs typeface="Lato"/>
                <a:sym typeface="Lato"/>
              </a:endParaRPr>
            </a:p>
          </p:txBody>
        </p:sp>
        <p:pic>
          <p:nvPicPr>
            <p:cNvPr id="2782" name="Google Shape;2782;p586"/>
            <p:cNvPicPr preferRelativeResize="0"/>
            <p:nvPr/>
          </p:nvPicPr>
          <p:blipFill rotWithShape="1">
            <a:blip r:embed="rId4">
              <a:alphaModFix/>
            </a:blip>
            <a:srcRect b="-9877" l="0" r="0" t="-1222"/>
            <a:stretch/>
          </p:blipFill>
          <p:spPr>
            <a:xfrm>
              <a:off x="4859149" y="597592"/>
              <a:ext cx="277007" cy="276975"/>
            </a:xfrm>
            <a:prstGeom prst="rect">
              <a:avLst/>
            </a:prstGeom>
            <a:noFill/>
            <a:ln>
              <a:noFill/>
            </a:ln>
          </p:spPr>
        </p:pic>
      </p:grpSp>
      <p:sp>
        <p:nvSpPr>
          <p:cNvPr id="2783" name="Google Shape;2783;p586"/>
          <p:cNvSpPr/>
          <p:nvPr/>
        </p:nvSpPr>
        <p:spPr>
          <a:xfrm>
            <a:off x="4850800" y="765575"/>
            <a:ext cx="2018100" cy="293400"/>
          </a:xfrm>
          <a:prstGeom prst="roundRect">
            <a:avLst>
              <a:gd fmla="val 23345" name="adj"/>
            </a:avLst>
          </a:prstGeom>
          <a:solidFill>
            <a:schemeClr val="accent1"/>
          </a:solidFill>
          <a:ln>
            <a:noFill/>
          </a:ln>
        </p:spPr>
        <p:txBody>
          <a:bodyPr anchorCtr="0" anchor="ctr" bIns="41150" lIns="68575" spcFirstLastPara="1" rIns="68575" wrap="square" tIns="68575">
            <a:noAutofit/>
          </a:bodyPr>
          <a:lstStyle/>
          <a:p>
            <a:pPr indent="0" lvl="0" marL="0" rtl="0" algn="ctr">
              <a:lnSpc>
                <a:spcPct val="115000"/>
              </a:lnSpc>
              <a:spcBef>
                <a:spcPts val="0"/>
              </a:spcBef>
              <a:spcAft>
                <a:spcPts val="0"/>
              </a:spcAft>
              <a:buNone/>
            </a:pPr>
            <a:r>
              <a:rPr lang="en" sz="1100">
                <a:solidFill>
                  <a:srgbClr val="FFFFFF"/>
                </a:solidFill>
                <a:latin typeface="Poppins SemiBold"/>
                <a:ea typeface="Poppins SemiBold"/>
                <a:cs typeface="Poppins SemiBold"/>
                <a:sym typeface="Poppins SemiBold"/>
              </a:rPr>
              <a:t>INSTRUCTIONS</a:t>
            </a:r>
            <a:endParaRPr sz="1100">
              <a:solidFill>
                <a:srgbClr val="FFFFFF"/>
              </a:solidFill>
              <a:latin typeface="Poppins SemiBold"/>
              <a:ea typeface="Poppins SemiBold"/>
              <a:cs typeface="Poppins SemiBold"/>
              <a:sym typeface="Poppins SemiBold"/>
            </a:endParaRPr>
          </a:p>
        </p:txBody>
      </p:sp>
      <p:sp>
        <p:nvSpPr>
          <p:cNvPr id="2784" name="Google Shape;2784;p586"/>
          <p:cNvSpPr txBox="1"/>
          <p:nvPr/>
        </p:nvSpPr>
        <p:spPr>
          <a:xfrm>
            <a:off x="457200" y="3457804"/>
            <a:ext cx="3661500" cy="1800000"/>
          </a:xfrm>
          <a:prstGeom prst="rect">
            <a:avLst/>
          </a:prstGeom>
          <a:noFill/>
          <a:ln>
            <a:noFill/>
          </a:ln>
        </p:spPr>
        <p:txBody>
          <a:bodyPr anchorCtr="0" anchor="t" bIns="0" lIns="0" spcFirstLastPara="1" rIns="0" wrap="square" tIns="0">
            <a:spAutoFit/>
          </a:bodyPr>
          <a:lstStyle/>
          <a:p>
            <a:pPr indent="-304800" lvl="0" marL="457200" rtl="0" algn="l">
              <a:lnSpc>
                <a:spcPct val="115000"/>
              </a:lnSpc>
              <a:spcBef>
                <a:spcPts val="1000"/>
              </a:spcBef>
              <a:spcAft>
                <a:spcPts val="0"/>
              </a:spcAft>
              <a:buClr>
                <a:srgbClr val="1241B0"/>
              </a:buClr>
              <a:buSzPts val="1200"/>
              <a:buFont typeface="Lato"/>
              <a:buChar char="→"/>
            </a:pPr>
            <a:r>
              <a:rPr lang="en" sz="1200">
                <a:solidFill>
                  <a:srgbClr val="737373"/>
                </a:solidFill>
                <a:latin typeface="Lato"/>
                <a:ea typeface="Lato"/>
                <a:cs typeface="Lato"/>
                <a:sym typeface="Lato"/>
              </a:rPr>
              <a:t>Your goal is </a:t>
            </a:r>
            <a:r>
              <a:rPr lang="en" sz="1200">
                <a:solidFill>
                  <a:srgbClr val="737373"/>
                </a:solidFill>
                <a:latin typeface="Lato"/>
                <a:ea typeface="Lato"/>
                <a:cs typeface="Lato"/>
                <a:sym typeface="Lato"/>
              </a:rPr>
              <a:t>to audit your existing screens to bridge the gaps in your flow, hard-code the unhappy path for error and loading states, and select a specific UI target for a surgical design polish.</a:t>
            </a:r>
            <a:endParaRPr sz="1200">
              <a:solidFill>
                <a:srgbClr val="737373"/>
              </a:solidFill>
              <a:latin typeface="Lato"/>
              <a:ea typeface="Lato"/>
              <a:cs typeface="Lato"/>
              <a:sym typeface="Lato"/>
            </a:endParaRPr>
          </a:p>
          <a:p>
            <a:pPr indent="-304800" lvl="0" marL="457200" rtl="0" algn="l">
              <a:lnSpc>
                <a:spcPct val="115000"/>
              </a:lnSpc>
              <a:spcBef>
                <a:spcPts val="1000"/>
              </a:spcBef>
              <a:spcAft>
                <a:spcPts val="0"/>
              </a:spcAft>
              <a:buClr>
                <a:srgbClr val="1241B0"/>
              </a:buClr>
              <a:buSzPts val="1200"/>
              <a:buFont typeface="Lato"/>
              <a:buChar char="→"/>
            </a:pPr>
            <a:r>
              <a:rPr b="1" lang="en" sz="1200">
                <a:solidFill>
                  <a:srgbClr val="737373"/>
                </a:solidFill>
                <a:latin typeface="Lato"/>
                <a:ea typeface="Lato"/>
                <a:cs typeface="Lato"/>
                <a:sym typeface="Lato"/>
              </a:rPr>
              <a:t>Note:</a:t>
            </a:r>
            <a:r>
              <a:rPr lang="en" sz="1200">
                <a:solidFill>
                  <a:srgbClr val="737373"/>
                </a:solidFill>
                <a:latin typeface="Lato"/>
                <a:ea typeface="Lato"/>
                <a:cs typeface="Lato"/>
                <a:sym typeface="Lato"/>
              </a:rPr>
              <a:t> This is pre-work </a:t>
            </a:r>
            <a:r>
              <a:rPr lang="en" sz="1200">
                <a:solidFill>
                  <a:srgbClr val="737373"/>
                </a:solidFill>
                <a:latin typeface="Lato"/>
                <a:ea typeface="Lato"/>
                <a:cs typeface="Lato"/>
                <a:sym typeface="Lato"/>
              </a:rPr>
              <a:t>to lock in your system architecture.</a:t>
            </a:r>
            <a:r>
              <a:rPr lang="en" sz="1200">
                <a:solidFill>
                  <a:srgbClr val="737373"/>
                </a:solidFill>
                <a:latin typeface="Lato"/>
                <a:ea typeface="Lato"/>
                <a:cs typeface="Lato"/>
                <a:sym typeface="Lato"/>
              </a:rPr>
              <a:t> </a:t>
            </a:r>
            <a:r>
              <a:rPr b="1" lang="en" sz="1200">
                <a:solidFill>
                  <a:srgbClr val="737373"/>
                </a:solidFill>
                <a:latin typeface="Lato"/>
                <a:ea typeface="Lato"/>
                <a:cs typeface="Lato"/>
                <a:sym typeface="Lato"/>
              </a:rPr>
              <a:t>Do not open Lovable or begin building yet.</a:t>
            </a:r>
            <a:endParaRPr b="1" sz="1200">
              <a:solidFill>
                <a:srgbClr val="737373"/>
              </a:solidFill>
              <a:latin typeface="Lato"/>
              <a:ea typeface="Lato"/>
              <a:cs typeface="Lato"/>
              <a:sym typeface="Lato"/>
            </a:endParaRPr>
          </a:p>
        </p:txBody>
      </p:sp>
      <p:sp>
        <p:nvSpPr>
          <p:cNvPr id="2785" name="Google Shape;2785;p586"/>
          <p:cNvSpPr txBox="1"/>
          <p:nvPr/>
        </p:nvSpPr>
        <p:spPr>
          <a:xfrm>
            <a:off x="457200" y="2134850"/>
            <a:ext cx="3661500" cy="1206900"/>
          </a:xfrm>
          <a:prstGeom prst="rect">
            <a:avLst/>
          </a:prstGeom>
          <a:noFill/>
          <a:ln>
            <a:noFill/>
          </a:ln>
        </p:spPr>
        <p:txBody>
          <a:bodyPr anchorCtr="0" anchor="ctr" bIns="0" lIns="0" spcFirstLastPara="1" rIns="0" wrap="square" tIns="0">
            <a:spAutoFit/>
          </a:bodyPr>
          <a:lstStyle/>
          <a:p>
            <a:pPr indent="0" lvl="0" marL="0" rtl="0" algn="l">
              <a:lnSpc>
                <a:spcPct val="115000"/>
              </a:lnSpc>
              <a:spcBef>
                <a:spcPts val="0"/>
              </a:spcBef>
              <a:spcAft>
                <a:spcPts val="0"/>
              </a:spcAft>
              <a:buNone/>
            </a:pPr>
            <a:r>
              <a:rPr lang="en">
                <a:solidFill>
                  <a:srgbClr val="737373"/>
                </a:solidFill>
                <a:latin typeface="Poppins SemiBold"/>
                <a:ea typeface="Poppins SemiBold"/>
                <a:cs typeface="Poppins SemiBold"/>
                <a:sym typeface="Poppins SemiBold"/>
              </a:rPr>
              <a:t>In this individual exercise, you will </a:t>
            </a:r>
            <a:r>
              <a:rPr lang="en">
                <a:solidFill>
                  <a:srgbClr val="737373"/>
                </a:solidFill>
                <a:latin typeface="Poppins SemiBold"/>
                <a:ea typeface="Poppins SemiBold"/>
                <a:cs typeface="Poppins SemiBold"/>
                <a:sym typeface="Poppins SemiBold"/>
              </a:rPr>
              <a:t>apply the execution toolkit to your project and map out your Expansion, Behavior, and Refinement prompts for your three-step prompt chain.</a:t>
            </a:r>
            <a:endParaRPr>
              <a:solidFill>
                <a:srgbClr val="737373"/>
              </a:solidFill>
              <a:latin typeface="Poppins SemiBold"/>
              <a:ea typeface="Poppins SemiBold"/>
              <a:cs typeface="Poppins SemiBold"/>
              <a:sym typeface="Poppins SemiBold"/>
            </a:endParaRPr>
          </a:p>
        </p:txBody>
      </p:sp>
      <p:sp>
        <p:nvSpPr>
          <p:cNvPr id="2786" name="Google Shape;2786;p586"/>
          <p:cNvSpPr/>
          <p:nvPr/>
        </p:nvSpPr>
        <p:spPr>
          <a:xfrm>
            <a:off x="4572000" y="4797375"/>
            <a:ext cx="4114800" cy="460200"/>
          </a:xfrm>
          <a:prstGeom prst="roundRect">
            <a:avLst>
              <a:gd fmla="val 4227" name="adj"/>
            </a:avLst>
          </a:prstGeom>
          <a:solidFill>
            <a:srgbClr val="1241AF"/>
          </a:solidFill>
          <a:ln cap="flat" cmpd="sng" w="9525">
            <a:solidFill>
              <a:srgbClr val="1A2B6B"/>
            </a:solidFill>
            <a:prstDash val="solid"/>
            <a:round/>
            <a:headEnd len="sm" w="sm" type="none"/>
            <a:tailEnd len="sm" w="sm" type="none"/>
          </a:ln>
        </p:spPr>
        <p:txBody>
          <a:bodyPr anchorCtr="0" anchor="ctr" bIns="94800" lIns="182875" spcFirstLastPara="1" rIns="94800" wrap="square" tIns="94800">
            <a:noAutofit/>
          </a:bodyPr>
          <a:lstStyle/>
          <a:p>
            <a:pPr indent="0" lvl="0" marL="0" rtl="0" algn="l">
              <a:spcBef>
                <a:spcPts val="0"/>
              </a:spcBef>
              <a:spcAft>
                <a:spcPts val="0"/>
              </a:spcAft>
              <a:buNone/>
            </a:pPr>
            <a:r>
              <a:rPr lang="en" sz="950">
                <a:solidFill>
                  <a:srgbClr val="DBEAFE"/>
                </a:solidFill>
                <a:latin typeface="Poppins Medium"/>
                <a:ea typeface="Poppins Medium"/>
                <a:cs typeface="Poppins Medium"/>
                <a:sym typeface="Poppins Medium"/>
              </a:rPr>
              <a:t>✍️  Complete your prompt chain in this activity </a:t>
            </a:r>
            <a:r>
              <a:rPr b="1" lang="en" sz="950" u="sng">
                <a:solidFill>
                  <a:srgbClr val="60A5FA"/>
                </a:solidFill>
                <a:latin typeface="Poppins"/>
                <a:ea typeface="Poppins"/>
                <a:cs typeface="Poppins"/>
                <a:sym typeface="Poppins"/>
                <a:hlinkClick r:id="rId5">
                  <a:extLst>
                    <a:ext uri="{A12FA001-AC4F-418D-AE19-62706E023703}">
                      <ahyp:hlinkClr val="tx"/>
                    </a:ext>
                  </a:extLst>
                </a:hlinkClick>
              </a:rPr>
              <a:t>here</a:t>
            </a:r>
            <a:endParaRPr b="1" sz="950" u="sng">
              <a:solidFill>
                <a:srgbClr val="60A5FA"/>
              </a:solidFill>
              <a:latin typeface="Poppins"/>
              <a:ea typeface="Poppins"/>
              <a:cs typeface="Poppins"/>
              <a:sym typeface="Poppi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0" name="Shape 2790"/>
        <p:cNvGrpSpPr/>
        <p:nvPr/>
      </p:nvGrpSpPr>
      <p:grpSpPr>
        <a:xfrm>
          <a:off x="0" y="0"/>
          <a:ext cx="0" cy="0"/>
          <a:chOff x="0" y="0"/>
          <a:chExt cx="0" cy="0"/>
        </a:xfrm>
      </p:grpSpPr>
      <p:sp>
        <p:nvSpPr>
          <p:cNvPr id="2791" name="Google Shape;2791;p587"/>
          <p:cNvSpPr txBox="1"/>
          <p:nvPr>
            <p:ph idx="1" type="body"/>
          </p:nvPr>
        </p:nvSpPr>
        <p:spPr>
          <a:xfrm>
            <a:off x="4572000" y="457200"/>
            <a:ext cx="4114800" cy="4800600"/>
          </a:xfrm>
          <a:prstGeom prst="rect">
            <a:avLst/>
          </a:prstGeom>
        </p:spPr>
        <p:txBody>
          <a:bodyPr anchorCtr="0" anchor="b" bIns="474125" lIns="365750" spcFirstLastPara="1" rIns="365750" wrap="square" tIns="94800">
            <a:noAutofit/>
          </a:bodyPr>
          <a:lstStyle/>
          <a:p>
            <a:pPr indent="0" lvl="0" marL="0" rtl="0" algn="l">
              <a:spcBef>
                <a:spcPts val="0"/>
              </a:spcBef>
              <a:spcAft>
                <a:spcPts val="0"/>
              </a:spcAft>
              <a:buNone/>
            </a:pPr>
            <a:r>
              <a:rPr lang="en">
                <a:latin typeface="Poppins SemiBold"/>
                <a:ea typeface="Poppins SemiBold"/>
                <a:cs typeface="Poppins SemiBold"/>
                <a:sym typeface="Poppins SemiBold"/>
              </a:rPr>
              <a:t>After 3 minutes of silent reading discuss the following:</a:t>
            </a:r>
            <a:endParaRPr sz="1200"/>
          </a:p>
          <a:p>
            <a:pPr indent="-304800" lvl="0" marL="457200" rtl="0" algn="l">
              <a:spcBef>
                <a:spcPts val="1000"/>
              </a:spcBef>
              <a:spcAft>
                <a:spcPts val="0"/>
              </a:spcAft>
              <a:buSzPts val="1200"/>
              <a:buFont typeface="Poppins"/>
              <a:buAutoNum type="arabicPeriod"/>
            </a:pPr>
            <a:r>
              <a:rPr lang="en"/>
              <a:t>Did you notice a sudden jump or any confusion in the screen sequence, and if so, where?</a:t>
            </a:r>
            <a:endParaRPr/>
          </a:p>
          <a:p>
            <a:pPr indent="-304800" lvl="0" marL="457200" rtl="0" algn="l">
              <a:spcBef>
                <a:spcPts val="1000"/>
              </a:spcBef>
              <a:spcAft>
                <a:spcPts val="0"/>
              </a:spcAft>
              <a:buSzPts val="1200"/>
              <a:buFont typeface="Poppins"/>
              <a:buAutoNum type="arabicPeriod"/>
            </a:pPr>
            <a:r>
              <a:rPr lang="en"/>
              <a:t>Is there a specific piece of logic for error handling or loading states that might have been missed?</a:t>
            </a:r>
            <a:endParaRPr/>
          </a:p>
          <a:p>
            <a:pPr indent="-304800" lvl="0" marL="457200" rtl="0" algn="l">
              <a:spcBef>
                <a:spcPts val="1000"/>
              </a:spcBef>
              <a:spcAft>
                <a:spcPts val="1000"/>
              </a:spcAft>
              <a:buSzPts val="1200"/>
              <a:buFont typeface="Poppins"/>
              <a:buAutoNum type="arabicPeriod"/>
            </a:pPr>
            <a:r>
              <a:rPr lang="en"/>
              <a:t>What is the strongest part of this chain that makes it reusable for other projects?</a:t>
            </a:r>
            <a:endParaRPr sz="1200"/>
          </a:p>
        </p:txBody>
      </p:sp>
      <p:sp>
        <p:nvSpPr>
          <p:cNvPr id="2792" name="Google Shape;2792;p587"/>
          <p:cNvSpPr txBox="1"/>
          <p:nvPr/>
        </p:nvSpPr>
        <p:spPr>
          <a:xfrm>
            <a:off x="457200" y="470025"/>
            <a:ext cx="3661500" cy="2463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en" sz="1600">
                <a:solidFill>
                  <a:srgbClr val="60A5FA"/>
                </a:solidFill>
                <a:latin typeface="Poppins SemiBold"/>
                <a:ea typeface="Poppins SemiBold"/>
                <a:cs typeface="Poppins SemiBold"/>
                <a:sym typeface="Poppins SemiBold"/>
              </a:rPr>
              <a:t>Breakout Group Exercise</a:t>
            </a:r>
            <a:endParaRPr sz="1600">
              <a:solidFill>
                <a:srgbClr val="60A5FA"/>
              </a:solidFill>
              <a:latin typeface="Poppins SemiBold"/>
              <a:ea typeface="Poppins SemiBold"/>
              <a:cs typeface="Poppins SemiBold"/>
              <a:sym typeface="Poppins SemiBold"/>
            </a:endParaRPr>
          </a:p>
        </p:txBody>
      </p:sp>
      <p:sp>
        <p:nvSpPr>
          <p:cNvPr id="2793" name="Google Shape;2793;p587"/>
          <p:cNvSpPr txBox="1"/>
          <p:nvPr/>
        </p:nvSpPr>
        <p:spPr>
          <a:xfrm>
            <a:off x="457200" y="926546"/>
            <a:ext cx="3661500" cy="9852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None/>
            </a:pPr>
            <a:r>
              <a:rPr lang="en" sz="3200">
                <a:solidFill>
                  <a:srgbClr val="07182C"/>
                </a:solidFill>
                <a:latin typeface="Poppins Medium"/>
                <a:ea typeface="Poppins Medium"/>
                <a:cs typeface="Poppins Medium"/>
                <a:sym typeface="Poppins Medium"/>
              </a:rPr>
              <a:t>Show and Swap Your Prompt </a:t>
            </a:r>
            <a:endParaRPr sz="3200">
              <a:solidFill>
                <a:srgbClr val="07182C"/>
              </a:solidFill>
              <a:latin typeface="Poppins Medium"/>
              <a:ea typeface="Poppins Medium"/>
              <a:cs typeface="Poppins Medium"/>
              <a:sym typeface="Poppins Medium"/>
            </a:endParaRPr>
          </a:p>
        </p:txBody>
      </p:sp>
      <p:grpSp>
        <p:nvGrpSpPr>
          <p:cNvPr id="2794" name="Google Shape;2794;p587"/>
          <p:cNvGrpSpPr/>
          <p:nvPr/>
        </p:nvGrpSpPr>
        <p:grpSpPr>
          <a:xfrm>
            <a:off x="7250711" y="758362"/>
            <a:ext cx="1157276" cy="307747"/>
            <a:chOff x="4859149" y="597592"/>
            <a:chExt cx="1157276" cy="276975"/>
          </a:xfrm>
        </p:grpSpPr>
        <p:sp>
          <p:nvSpPr>
            <p:cNvPr id="2795" name="Google Shape;2795;p587"/>
            <p:cNvSpPr txBox="1"/>
            <p:nvPr/>
          </p:nvSpPr>
          <p:spPr>
            <a:xfrm>
              <a:off x="5206425" y="610275"/>
              <a:ext cx="810000" cy="26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 sz="1200">
                  <a:solidFill>
                    <a:schemeClr val="accent1"/>
                  </a:solidFill>
                  <a:latin typeface="Lato"/>
                  <a:ea typeface="Lato"/>
                  <a:cs typeface="Lato"/>
                  <a:sym typeface="Lato"/>
                </a:rPr>
                <a:t>10 minutes </a:t>
              </a:r>
              <a:endParaRPr sz="1200">
                <a:solidFill>
                  <a:schemeClr val="accent1"/>
                </a:solidFill>
                <a:latin typeface="Lato"/>
                <a:ea typeface="Lato"/>
                <a:cs typeface="Lato"/>
                <a:sym typeface="Lato"/>
              </a:endParaRPr>
            </a:p>
          </p:txBody>
        </p:sp>
        <p:pic>
          <p:nvPicPr>
            <p:cNvPr id="2796" name="Google Shape;2796;p587"/>
            <p:cNvPicPr preferRelativeResize="0"/>
            <p:nvPr/>
          </p:nvPicPr>
          <p:blipFill rotWithShape="1">
            <a:blip r:embed="rId3">
              <a:alphaModFix/>
            </a:blip>
            <a:srcRect b="-9877" l="0" r="0" t="-1222"/>
            <a:stretch/>
          </p:blipFill>
          <p:spPr>
            <a:xfrm>
              <a:off x="4859149" y="597592"/>
              <a:ext cx="277007" cy="276975"/>
            </a:xfrm>
            <a:prstGeom prst="rect">
              <a:avLst/>
            </a:prstGeom>
            <a:noFill/>
            <a:ln>
              <a:noFill/>
            </a:ln>
          </p:spPr>
        </p:pic>
      </p:grpSp>
      <p:sp>
        <p:nvSpPr>
          <p:cNvPr id="2797" name="Google Shape;2797;p587"/>
          <p:cNvSpPr/>
          <p:nvPr/>
        </p:nvSpPr>
        <p:spPr>
          <a:xfrm>
            <a:off x="4850800" y="765575"/>
            <a:ext cx="2018100" cy="293400"/>
          </a:xfrm>
          <a:prstGeom prst="roundRect">
            <a:avLst>
              <a:gd fmla="val 23345" name="adj"/>
            </a:avLst>
          </a:prstGeom>
          <a:solidFill>
            <a:schemeClr val="accent1"/>
          </a:solidFill>
          <a:ln>
            <a:noFill/>
          </a:ln>
        </p:spPr>
        <p:txBody>
          <a:bodyPr anchorCtr="0" anchor="ctr" bIns="41150" lIns="68575" spcFirstLastPara="1" rIns="68575" wrap="square" tIns="68575">
            <a:noAutofit/>
          </a:bodyPr>
          <a:lstStyle/>
          <a:p>
            <a:pPr indent="0" lvl="0" marL="0" rtl="0" algn="ctr">
              <a:lnSpc>
                <a:spcPct val="115000"/>
              </a:lnSpc>
              <a:spcBef>
                <a:spcPts val="0"/>
              </a:spcBef>
              <a:spcAft>
                <a:spcPts val="0"/>
              </a:spcAft>
              <a:buNone/>
            </a:pPr>
            <a:r>
              <a:rPr lang="en" sz="1100">
                <a:solidFill>
                  <a:srgbClr val="FFFFFF"/>
                </a:solidFill>
                <a:latin typeface="Poppins SemiBold"/>
                <a:ea typeface="Poppins SemiBold"/>
                <a:cs typeface="Poppins SemiBold"/>
                <a:sym typeface="Poppins SemiBold"/>
              </a:rPr>
              <a:t>FEEDBACK DISCUSSION</a:t>
            </a:r>
            <a:endParaRPr sz="1100">
              <a:solidFill>
                <a:srgbClr val="FFFFFF"/>
              </a:solidFill>
              <a:latin typeface="Poppins SemiBold"/>
              <a:ea typeface="Poppins SemiBold"/>
              <a:cs typeface="Poppins SemiBold"/>
              <a:sym typeface="Poppins SemiBold"/>
            </a:endParaRPr>
          </a:p>
        </p:txBody>
      </p:sp>
      <p:sp>
        <p:nvSpPr>
          <p:cNvPr id="2798" name="Google Shape;2798;p587"/>
          <p:cNvSpPr txBox="1"/>
          <p:nvPr/>
        </p:nvSpPr>
        <p:spPr>
          <a:xfrm>
            <a:off x="457200" y="3883254"/>
            <a:ext cx="3661500" cy="1162500"/>
          </a:xfrm>
          <a:prstGeom prst="rect">
            <a:avLst/>
          </a:prstGeom>
          <a:noFill/>
          <a:ln>
            <a:noFill/>
          </a:ln>
        </p:spPr>
        <p:txBody>
          <a:bodyPr anchorCtr="0" anchor="t" bIns="0" lIns="0" spcFirstLastPara="1" rIns="0" wrap="square" tIns="0">
            <a:spAutoFit/>
          </a:bodyPr>
          <a:lstStyle/>
          <a:p>
            <a:pPr indent="-304800" lvl="0" marL="457200" rtl="0" algn="l">
              <a:lnSpc>
                <a:spcPct val="115000"/>
              </a:lnSpc>
              <a:spcBef>
                <a:spcPts val="1000"/>
              </a:spcBef>
              <a:spcAft>
                <a:spcPts val="0"/>
              </a:spcAft>
              <a:buClr>
                <a:srgbClr val="1241B0"/>
              </a:buClr>
              <a:buSzPts val="1200"/>
              <a:buFont typeface="Lato"/>
              <a:buChar char="→"/>
            </a:pPr>
            <a:r>
              <a:rPr lang="en" sz="1200">
                <a:solidFill>
                  <a:srgbClr val="737373"/>
                </a:solidFill>
                <a:latin typeface="Lato"/>
                <a:ea typeface="Lato"/>
                <a:cs typeface="Lato"/>
                <a:sym typeface="Lato"/>
              </a:rPr>
              <a:t>Swap your Prompt Chain Plan (your three drafted prompts) in the chat.</a:t>
            </a:r>
            <a:endParaRPr sz="1200">
              <a:solidFill>
                <a:srgbClr val="737373"/>
              </a:solidFill>
              <a:latin typeface="Lato"/>
              <a:ea typeface="Lato"/>
              <a:cs typeface="Lato"/>
              <a:sym typeface="Lato"/>
            </a:endParaRPr>
          </a:p>
          <a:p>
            <a:pPr indent="-304800" lvl="0" marL="457200" rtl="0" algn="l">
              <a:lnSpc>
                <a:spcPct val="115000"/>
              </a:lnSpc>
              <a:spcBef>
                <a:spcPts val="1000"/>
              </a:spcBef>
              <a:spcAft>
                <a:spcPts val="0"/>
              </a:spcAft>
              <a:buClr>
                <a:srgbClr val="1241B0"/>
              </a:buClr>
              <a:buSzPts val="1200"/>
              <a:buFont typeface="Lato"/>
              <a:buChar char="→"/>
            </a:pPr>
            <a:r>
              <a:rPr lang="en" sz="1200">
                <a:solidFill>
                  <a:srgbClr val="737373"/>
                </a:solidFill>
                <a:latin typeface="Lato"/>
                <a:ea typeface="Lato"/>
                <a:cs typeface="Lato"/>
                <a:sym typeface="Lato"/>
              </a:rPr>
              <a:t>Read your partner’s prompts silently for 3 minutes. Do not provide or receive any verbal context or explanations.</a:t>
            </a:r>
            <a:endParaRPr sz="1200">
              <a:solidFill>
                <a:srgbClr val="737373"/>
              </a:solidFill>
              <a:latin typeface="Lato"/>
              <a:ea typeface="Lato"/>
              <a:cs typeface="Lato"/>
              <a:sym typeface="Lato"/>
            </a:endParaRPr>
          </a:p>
        </p:txBody>
      </p:sp>
      <p:sp>
        <p:nvSpPr>
          <p:cNvPr id="2799" name="Google Shape;2799;p587"/>
          <p:cNvSpPr txBox="1"/>
          <p:nvPr/>
        </p:nvSpPr>
        <p:spPr>
          <a:xfrm>
            <a:off x="457200" y="2134850"/>
            <a:ext cx="3661500" cy="1454700"/>
          </a:xfrm>
          <a:prstGeom prst="rect">
            <a:avLst/>
          </a:prstGeom>
          <a:noFill/>
          <a:ln>
            <a:noFill/>
          </a:ln>
        </p:spPr>
        <p:txBody>
          <a:bodyPr anchorCtr="0" anchor="ctr" bIns="0" lIns="0" spcFirstLastPara="1" rIns="0" wrap="square" tIns="0">
            <a:spAutoFit/>
          </a:bodyPr>
          <a:lstStyle/>
          <a:p>
            <a:pPr indent="0" lvl="0" marL="0" rtl="0" algn="l">
              <a:lnSpc>
                <a:spcPct val="115000"/>
              </a:lnSpc>
              <a:spcBef>
                <a:spcPts val="0"/>
              </a:spcBef>
              <a:spcAft>
                <a:spcPts val="0"/>
              </a:spcAft>
              <a:buNone/>
            </a:pPr>
            <a:r>
              <a:rPr lang="en">
                <a:solidFill>
                  <a:srgbClr val="737373"/>
                </a:solidFill>
                <a:latin typeface="Poppins SemiBold"/>
                <a:ea typeface="Poppins SemiBold"/>
                <a:cs typeface="Poppins SemiBold"/>
                <a:sym typeface="Poppins SemiBold"/>
              </a:rPr>
              <a:t>To reflect upon what you’ve built, pair up with a peer and </a:t>
            </a:r>
            <a:r>
              <a:rPr lang="en">
                <a:solidFill>
                  <a:srgbClr val="737373"/>
                </a:solidFill>
                <a:latin typeface="Poppins SemiBold"/>
                <a:ea typeface="Poppins SemiBold"/>
                <a:cs typeface="Poppins SemiBold"/>
                <a:sym typeface="Poppins SemiBold"/>
              </a:rPr>
              <a:t>let them cold-read your prompt logic. This mirrors professional hand-offs and proves whether your expansion and grounding strategy is a reusable system or or not.</a:t>
            </a:r>
            <a:endParaRPr>
              <a:solidFill>
                <a:srgbClr val="737373"/>
              </a:solidFill>
              <a:latin typeface="Poppins SemiBold"/>
              <a:ea typeface="Poppins SemiBold"/>
              <a:cs typeface="Poppins SemiBold"/>
              <a:sym typeface="Poppins SemiBo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3" name="Shape 2803"/>
        <p:cNvGrpSpPr/>
        <p:nvPr/>
      </p:nvGrpSpPr>
      <p:grpSpPr>
        <a:xfrm>
          <a:off x="0" y="0"/>
          <a:ext cx="0" cy="0"/>
          <a:chOff x="0" y="0"/>
          <a:chExt cx="0" cy="0"/>
        </a:xfrm>
      </p:grpSpPr>
      <p:sp>
        <p:nvSpPr>
          <p:cNvPr id="2804" name="Google Shape;2804;p588"/>
          <p:cNvSpPr/>
          <p:nvPr/>
        </p:nvSpPr>
        <p:spPr>
          <a:xfrm>
            <a:off x="4034125" y="75025"/>
            <a:ext cx="5032500" cy="5552400"/>
          </a:xfrm>
          <a:prstGeom prst="roundRect">
            <a:avLst>
              <a:gd fmla="val 13816"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805" name="Google Shape;2805;p588"/>
          <p:cNvSpPr/>
          <p:nvPr/>
        </p:nvSpPr>
        <p:spPr>
          <a:xfrm rot="5400000">
            <a:off x="-797950" y="885250"/>
            <a:ext cx="5539800" cy="3944400"/>
          </a:xfrm>
          <a:prstGeom prst="round2SameRect">
            <a:avLst>
              <a:gd fmla="val 16667" name="adj1"/>
              <a:gd fmla="val 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806" name="Google Shape;2806;p588"/>
          <p:cNvSpPr txBox="1"/>
          <p:nvPr>
            <p:ph idx="1" type="subTitle"/>
          </p:nvPr>
        </p:nvSpPr>
        <p:spPr>
          <a:xfrm>
            <a:off x="457200" y="508000"/>
            <a:ext cx="3661500" cy="2463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
              <a:t>Quick Debrief</a:t>
            </a:r>
            <a:endParaRPr/>
          </a:p>
        </p:txBody>
      </p:sp>
      <p:sp>
        <p:nvSpPr>
          <p:cNvPr id="2807" name="Google Shape;2807;p588"/>
          <p:cNvSpPr txBox="1"/>
          <p:nvPr>
            <p:ph idx="2" type="title"/>
          </p:nvPr>
        </p:nvSpPr>
        <p:spPr>
          <a:xfrm>
            <a:off x="457200" y="2336128"/>
            <a:ext cx="3661500" cy="985200"/>
          </a:xfrm>
          <a:prstGeom prst="rect">
            <a:avLst/>
          </a:prstGeom>
        </p:spPr>
        <p:txBody>
          <a:bodyPr anchorCtr="0" anchor="ctr" bIns="0" lIns="0" spcFirstLastPara="1" rIns="0" wrap="square" tIns="0">
            <a:spAutoFit/>
          </a:bodyPr>
          <a:lstStyle/>
          <a:p>
            <a:pPr indent="0" lvl="0" marL="0" rtl="0" algn="l">
              <a:lnSpc>
                <a:spcPct val="100000"/>
              </a:lnSpc>
              <a:spcBef>
                <a:spcPts val="0"/>
              </a:spcBef>
              <a:spcAft>
                <a:spcPts val="0"/>
              </a:spcAft>
              <a:buNone/>
            </a:pPr>
            <a:r>
              <a:rPr lang="en" sz="3200">
                <a:solidFill>
                  <a:schemeClr val="lt1"/>
                </a:solidFill>
              </a:rPr>
              <a:t>Key Learning Statement</a:t>
            </a:r>
            <a:endParaRPr sz="3200">
              <a:solidFill>
                <a:schemeClr val="lt1"/>
              </a:solidFill>
            </a:endParaRPr>
          </a:p>
        </p:txBody>
      </p:sp>
      <p:sp>
        <p:nvSpPr>
          <p:cNvPr id="2808" name="Google Shape;2808;p588"/>
          <p:cNvSpPr/>
          <p:nvPr/>
        </p:nvSpPr>
        <p:spPr>
          <a:xfrm>
            <a:off x="457200" y="3592125"/>
            <a:ext cx="1548000" cy="310500"/>
          </a:xfrm>
          <a:prstGeom prst="roundRect">
            <a:avLst>
              <a:gd fmla="val 23345" name="adj"/>
            </a:avLst>
          </a:prstGeom>
          <a:solidFill>
            <a:schemeClr val="lt1"/>
          </a:solidFill>
          <a:ln>
            <a:noFill/>
          </a:ln>
        </p:spPr>
        <p:txBody>
          <a:bodyPr anchorCtr="0" anchor="ctr" bIns="0" lIns="75300" spcFirstLastPara="1" rIns="75300" wrap="square" tIns="0">
            <a:noAutofit/>
          </a:bodyPr>
          <a:lstStyle/>
          <a:p>
            <a:pPr indent="0" lvl="0" marL="0" marR="0" rtl="0" algn="ctr">
              <a:lnSpc>
                <a:spcPct val="100000"/>
              </a:lnSpc>
              <a:spcBef>
                <a:spcPts val="0"/>
              </a:spcBef>
              <a:spcAft>
                <a:spcPts val="0"/>
              </a:spcAft>
              <a:buClr>
                <a:srgbClr val="000000"/>
              </a:buClr>
              <a:buSzPts val="1000"/>
              <a:buFont typeface="Poppins SemiBold"/>
              <a:buNone/>
            </a:pPr>
            <a:r>
              <a:rPr lang="en" sz="1000">
                <a:solidFill>
                  <a:srgbClr val="1241AF"/>
                </a:solidFill>
                <a:latin typeface="Poppins SemiBold"/>
                <a:ea typeface="Poppins SemiBold"/>
                <a:cs typeface="Poppins SemiBold"/>
                <a:sym typeface="Poppins SemiBold"/>
              </a:rPr>
              <a:t>POST ON SLACK</a:t>
            </a:r>
            <a:endParaRPr sz="1000">
              <a:solidFill>
                <a:srgbClr val="1241AF"/>
              </a:solidFill>
              <a:latin typeface="Poppins SemiBold"/>
              <a:ea typeface="Poppins SemiBold"/>
              <a:cs typeface="Poppins SemiBold"/>
              <a:sym typeface="Poppins SemiBold"/>
            </a:endParaRPr>
          </a:p>
        </p:txBody>
      </p:sp>
      <p:sp>
        <p:nvSpPr>
          <p:cNvPr id="2809" name="Google Shape;2809;p588"/>
          <p:cNvSpPr/>
          <p:nvPr/>
        </p:nvSpPr>
        <p:spPr>
          <a:xfrm>
            <a:off x="2087875" y="3553074"/>
            <a:ext cx="424800" cy="426000"/>
          </a:xfrm>
          <a:prstGeom prst="ellipse">
            <a:avLst/>
          </a:prstGeom>
          <a:solidFill>
            <a:srgbClr val="FFFFFF">
              <a:alpha val="16000"/>
            </a:srgbClr>
          </a:solidFill>
          <a:ln>
            <a:noFill/>
          </a:ln>
        </p:spPr>
        <p:txBody>
          <a:bodyPr anchorCtr="0" anchor="ctr" bIns="91425" lIns="91425" spcFirstLastPara="1" rIns="91425" wrap="square" tIns="91425">
            <a:noAutofit/>
          </a:bodyPr>
          <a:lstStyle/>
          <a:p>
            <a:pPr indent="-142875" lvl="0" marL="0" marR="0" rtl="0" algn="ctr">
              <a:spcBef>
                <a:spcPts val="0"/>
              </a:spcBef>
              <a:spcAft>
                <a:spcPts val="0"/>
              </a:spcAft>
              <a:buNone/>
            </a:pPr>
            <a:r>
              <a:t/>
            </a:r>
            <a:endParaRPr sz="1800">
              <a:solidFill>
                <a:schemeClr val="accent1"/>
              </a:solidFill>
              <a:latin typeface="Poppins"/>
              <a:ea typeface="Poppins"/>
              <a:cs typeface="Poppins"/>
              <a:sym typeface="Poppins"/>
            </a:endParaRPr>
          </a:p>
        </p:txBody>
      </p:sp>
      <p:pic>
        <p:nvPicPr>
          <p:cNvPr id="2810" name="Google Shape;2810;p588" title="slack-icon-icon-sm.png"/>
          <p:cNvPicPr preferRelativeResize="0"/>
          <p:nvPr/>
        </p:nvPicPr>
        <p:blipFill>
          <a:blip r:embed="rId3">
            <a:alphaModFix/>
          </a:blip>
          <a:stretch>
            <a:fillRect/>
          </a:stretch>
        </p:blipFill>
        <p:spPr>
          <a:xfrm>
            <a:off x="2172288" y="3638088"/>
            <a:ext cx="255975" cy="255975"/>
          </a:xfrm>
          <a:prstGeom prst="rect">
            <a:avLst/>
          </a:prstGeom>
          <a:noFill/>
          <a:ln>
            <a:noFill/>
          </a:ln>
        </p:spPr>
      </p:pic>
      <p:sp>
        <p:nvSpPr>
          <p:cNvPr id="2811" name="Google Shape;2811;p588"/>
          <p:cNvSpPr txBox="1"/>
          <p:nvPr/>
        </p:nvSpPr>
        <p:spPr>
          <a:xfrm>
            <a:off x="5142975" y="2378275"/>
            <a:ext cx="3000000" cy="1390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4"/>
                </a:solidFill>
                <a:latin typeface="Poppins SemiBold"/>
                <a:ea typeface="Poppins SemiBold"/>
                <a:cs typeface="Poppins SemiBold"/>
                <a:sym typeface="Poppins SemiBold"/>
              </a:rPr>
              <a:t>IN ONE SENTENCE:</a:t>
            </a:r>
            <a:endParaRPr>
              <a:solidFill>
                <a:schemeClr val="accent4"/>
              </a:solidFill>
              <a:latin typeface="Poppins SemiBold"/>
              <a:ea typeface="Poppins SemiBold"/>
              <a:cs typeface="Poppins SemiBold"/>
              <a:sym typeface="Poppins SemiBold"/>
            </a:endParaRPr>
          </a:p>
          <a:p>
            <a:pPr indent="0" lvl="0" marL="0" rtl="0" algn="ctr">
              <a:spcBef>
                <a:spcPts val="1000"/>
              </a:spcBef>
              <a:spcAft>
                <a:spcPts val="0"/>
              </a:spcAft>
              <a:buNone/>
            </a:pPr>
            <a:r>
              <a:rPr lang="en">
                <a:solidFill>
                  <a:schemeClr val="accent2"/>
                </a:solidFill>
                <a:latin typeface="Lato"/>
                <a:ea typeface="Lato"/>
                <a:cs typeface="Lato"/>
                <a:sym typeface="Lato"/>
              </a:rPr>
              <a:t>What was the</a:t>
            </a:r>
            <a:r>
              <a:rPr b="1" lang="en">
                <a:solidFill>
                  <a:schemeClr val="accent2"/>
                </a:solidFill>
                <a:latin typeface="Lato"/>
                <a:ea typeface="Lato"/>
                <a:cs typeface="Lato"/>
                <a:sym typeface="Lato"/>
              </a:rPr>
              <a:t> biggest logic gap</a:t>
            </a:r>
            <a:r>
              <a:rPr lang="en">
                <a:solidFill>
                  <a:schemeClr val="accent2"/>
                </a:solidFill>
                <a:latin typeface="Lato"/>
                <a:ea typeface="Lato"/>
                <a:cs typeface="Lato"/>
                <a:sym typeface="Lato"/>
              </a:rPr>
              <a:t> your partner found in your prompt chain that </a:t>
            </a:r>
            <a:r>
              <a:rPr b="1" lang="en">
                <a:solidFill>
                  <a:schemeClr val="accent2"/>
                </a:solidFill>
                <a:latin typeface="Lato"/>
                <a:ea typeface="Lato"/>
                <a:cs typeface="Lato"/>
                <a:sym typeface="Lato"/>
              </a:rPr>
              <a:t>you completely took for granted.</a:t>
            </a:r>
            <a:endParaRPr b="1">
              <a:solidFill>
                <a:schemeClr val="accent2"/>
              </a:solidFill>
              <a:latin typeface="Lato"/>
              <a:ea typeface="Lato"/>
              <a:cs typeface="Lato"/>
              <a:sym typeface="Lato"/>
            </a:endParaRPr>
          </a:p>
        </p:txBody>
      </p:sp>
      <p:sp>
        <p:nvSpPr>
          <p:cNvPr id="2812" name="Google Shape;2812;p588"/>
          <p:cNvSpPr/>
          <p:nvPr/>
        </p:nvSpPr>
        <p:spPr>
          <a:xfrm>
            <a:off x="-1192780" y="4539347"/>
            <a:ext cx="2414400" cy="2414400"/>
          </a:xfrm>
          <a:prstGeom prst="arc">
            <a:avLst>
              <a:gd fmla="val 16200000" name="adj1"/>
              <a:gd fmla="val 0" name="adj2"/>
            </a:avLst>
          </a:prstGeom>
          <a:noFill/>
          <a:ln cap="flat" cmpd="sng" w="1143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2813" name="Google Shape;2813;p588" title="alert.png"/>
          <p:cNvPicPr preferRelativeResize="0"/>
          <p:nvPr/>
        </p:nvPicPr>
        <p:blipFill>
          <a:blip r:embed="rId4">
            <a:alphaModFix/>
          </a:blip>
          <a:stretch>
            <a:fillRect/>
          </a:stretch>
        </p:blipFill>
        <p:spPr>
          <a:xfrm>
            <a:off x="6363375" y="1843525"/>
            <a:ext cx="492600" cy="4926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7" name="Shape 2817"/>
        <p:cNvGrpSpPr/>
        <p:nvPr/>
      </p:nvGrpSpPr>
      <p:grpSpPr>
        <a:xfrm>
          <a:off x="0" y="0"/>
          <a:ext cx="0" cy="0"/>
          <a:chOff x="0" y="0"/>
          <a:chExt cx="0" cy="0"/>
        </a:xfrm>
      </p:grpSpPr>
      <p:sp>
        <p:nvSpPr>
          <p:cNvPr id="2818" name="Google Shape;2818;p589"/>
          <p:cNvSpPr txBox="1"/>
          <p:nvPr>
            <p:ph idx="1" type="body"/>
          </p:nvPr>
        </p:nvSpPr>
        <p:spPr>
          <a:xfrm>
            <a:off x="1724925" y="3052678"/>
            <a:ext cx="5043000" cy="215400"/>
          </a:xfrm>
          <a:prstGeom prst="rect">
            <a:avLst/>
          </a:prstGeom>
        </p:spPr>
        <p:txBody>
          <a:bodyPr anchorCtr="0" anchor="ctr" bIns="0" lIns="0" spcFirstLastPara="1" rIns="0" wrap="square" tIns="0">
            <a:spAutoFit/>
          </a:bodyPr>
          <a:lstStyle/>
          <a:p>
            <a:pPr indent="0" lvl="0" marL="0" rtl="0" algn="l">
              <a:spcBef>
                <a:spcPts val="0"/>
              </a:spcBef>
              <a:spcAft>
                <a:spcPts val="1200"/>
              </a:spcAft>
              <a:buNone/>
            </a:pPr>
            <a:r>
              <a:rPr lang="en"/>
              <a:t>Estimated time: 5 minutes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2" name="Shape 2822"/>
        <p:cNvGrpSpPr/>
        <p:nvPr/>
      </p:nvGrpSpPr>
      <p:grpSpPr>
        <a:xfrm>
          <a:off x="0" y="0"/>
          <a:ext cx="0" cy="0"/>
          <a:chOff x="0" y="0"/>
          <a:chExt cx="0" cy="0"/>
        </a:xfrm>
      </p:grpSpPr>
      <p:sp>
        <p:nvSpPr>
          <p:cNvPr id="2823" name="Google Shape;2823;p590"/>
          <p:cNvSpPr/>
          <p:nvPr/>
        </p:nvSpPr>
        <p:spPr>
          <a:xfrm>
            <a:off x="478150" y="1605200"/>
            <a:ext cx="8208600" cy="2800500"/>
          </a:xfrm>
          <a:prstGeom prst="roundRect">
            <a:avLst>
              <a:gd fmla="val 8943"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824" name="Google Shape;2824;p590"/>
          <p:cNvSpPr txBox="1"/>
          <p:nvPr/>
        </p:nvSpPr>
        <p:spPr>
          <a:xfrm>
            <a:off x="1252300" y="2257200"/>
            <a:ext cx="3000000" cy="1577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rgbClr val="FFFFFF"/>
                </a:solidFill>
                <a:latin typeface="Poppins SemiBold"/>
                <a:ea typeface="Poppins SemiBold"/>
                <a:cs typeface="Poppins SemiBold"/>
                <a:sym typeface="Poppins SemiBold"/>
              </a:rPr>
              <a:t>Reminder! 🚨</a:t>
            </a:r>
            <a:endParaRPr sz="2000">
              <a:solidFill>
                <a:srgbClr val="FFFFFF"/>
              </a:solidFill>
              <a:latin typeface="Poppins SemiBold"/>
              <a:ea typeface="Poppins SemiBold"/>
              <a:cs typeface="Poppins SemiBold"/>
              <a:sym typeface="Poppins SemiBold"/>
            </a:endParaRPr>
          </a:p>
          <a:p>
            <a:pPr indent="0" lvl="0" marL="0" rtl="0" algn="l">
              <a:spcBef>
                <a:spcPts val="0"/>
              </a:spcBef>
              <a:spcAft>
                <a:spcPts val="0"/>
              </a:spcAft>
              <a:buNone/>
            </a:pPr>
            <a:br>
              <a:rPr lang="en" sz="1150">
                <a:solidFill>
                  <a:srgbClr val="D1D2D3"/>
                </a:solidFill>
              </a:rPr>
            </a:br>
            <a:br>
              <a:rPr lang="en" sz="1150">
                <a:solidFill>
                  <a:srgbClr val="D1D2D3"/>
                </a:solidFill>
              </a:rPr>
            </a:br>
            <a:endParaRPr sz="1150">
              <a:solidFill>
                <a:srgbClr val="D1D2D3"/>
              </a:solidFill>
            </a:endParaRPr>
          </a:p>
          <a:p>
            <a:pPr indent="0" lvl="0" marL="0" rtl="0" algn="l">
              <a:spcBef>
                <a:spcPts val="0"/>
              </a:spcBef>
              <a:spcAft>
                <a:spcPts val="0"/>
              </a:spcAft>
              <a:buNone/>
            </a:pPr>
            <a:r>
              <a:rPr lang="en" sz="1200">
                <a:solidFill>
                  <a:srgbClr val="FFFFFF"/>
                </a:solidFill>
                <a:latin typeface="Lato"/>
                <a:ea typeface="Lato"/>
                <a:cs typeface="Lato"/>
                <a:sym typeface="Lato"/>
              </a:rPr>
              <a:t>It's always better to see your smiling face! Be present and visible to stay engaged and keep interactions valuable.</a:t>
            </a:r>
            <a:endParaRPr sz="1200">
              <a:solidFill>
                <a:srgbClr val="FFFFFF"/>
              </a:solidFill>
              <a:latin typeface="Lato"/>
              <a:ea typeface="Lato"/>
              <a:cs typeface="Lato"/>
              <a:sym typeface="Lato"/>
            </a:endParaRPr>
          </a:p>
        </p:txBody>
      </p:sp>
      <p:sp>
        <p:nvSpPr>
          <p:cNvPr id="2825" name="Google Shape;2825;p590"/>
          <p:cNvSpPr txBox="1"/>
          <p:nvPr/>
        </p:nvSpPr>
        <p:spPr>
          <a:xfrm>
            <a:off x="1174431" y="2699025"/>
            <a:ext cx="3000000" cy="4002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accent3"/>
              </a:buClr>
              <a:buSzPts val="1400"/>
              <a:buFont typeface="Poppins SemiBold"/>
              <a:buChar char="➔"/>
            </a:pPr>
            <a:r>
              <a:rPr lang="en">
                <a:solidFill>
                  <a:srgbClr val="FFFFFF"/>
                </a:solidFill>
                <a:latin typeface="Poppins SemiBold"/>
                <a:ea typeface="Poppins SemiBold"/>
                <a:cs typeface="Poppins SemiBold"/>
                <a:sym typeface="Poppins SemiBold"/>
              </a:rPr>
              <a:t>Cameras On</a:t>
            </a:r>
            <a:endParaRPr/>
          </a:p>
        </p:txBody>
      </p:sp>
      <p:pic>
        <p:nvPicPr>
          <p:cNvPr id="2826" name="Google Shape;2826;p590" title="360_F_361342769_X26dTcofZpukhMGYWFcn1wJNABEFtNLH.jpg"/>
          <p:cNvPicPr preferRelativeResize="0"/>
          <p:nvPr/>
        </p:nvPicPr>
        <p:blipFill>
          <a:blip r:embed="rId3">
            <a:alphaModFix/>
          </a:blip>
          <a:stretch>
            <a:fillRect/>
          </a:stretch>
        </p:blipFill>
        <p:spPr>
          <a:xfrm>
            <a:off x="5690998" y="1153547"/>
            <a:ext cx="1655803" cy="1103881"/>
          </a:xfrm>
          <a:prstGeom prst="rect">
            <a:avLst/>
          </a:prstGeom>
          <a:noFill/>
          <a:ln>
            <a:noFill/>
          </a:ln>
        </p:spPr>
      </p:pic>
      <p:pic>
        <p:nvPicPr>
          <p:cNvPr id="2827" name="Google Shape;2827;p590" title="360_F_376317314_VGtnskyAMWhXn8BaT86WkODxMTVlvl1G.jpg"/>
          <p:cNvPicPr preferRelativeResize="0"/>
          <p:nvPr/>
        </p:nvPicPr>
        <p:blipFill>
          <a:blip r:embed="rId4">
            <a:alphaModFix/>
          </a:blip>
          <a:stretch>
            <a:fillRect/>
          </a:stretch>
        </p:blipFill>
        <p:spPr>
          <a:xfrm>
            <a:off x="5690998" y="4613156"/>
            <a:ext cx="1652740" cy="1101839"/>
          </a:xfrm>
          <a:prstGeom prst="rect">
            <a:avLst/>
          </a:prstGeom>
          <a:noFill/>
          <a:ln>
            <a:noFill/>
          </a:ln>
        </p:spPr>
      </p:pic>
      <p:pic>
        <p:nvPicPr>
          <p:cNvPr id="2828" name="Google Shape;2828;p590" title="istockphoto-1319103417-612x612.jpg"/>
          <p:cNvPicPr preferRelativeResize="0"/>
          <p:nvPr/>
        </p:nvPicPr>
        <p:blipFill>
          <a:blip r:embed="rId5">
            <a:alphaModFix/>
          </a:blip>
          <a:stretch>
            <a:fillRect/>
          </a:stretch>
        </p:blipFill>
        <p:spPr>
          <a:xfrm>
            <a:off x="5690998" y="0"/>
            <a:ext cx="1655804" cy="1103870"/>
          </a:xfrm>
          <a:prstGeom prst="rect">
            <a:avLst/>
          </a:prstGeom>
          <a:noFill/>
          <a:ln>
            <a:noFill/>
          </a:ln>
        </p:spPr>
      </p:pic>
      <p:pic>
        <p:nvPicPr>
          <p:cNvPr id="2829" name="Google Shape;2829;p590" title="360_F_359417856_CiAy787xGWJ3mAntkWgwwdslyY12xk30.jpg"/>
          <p:cNvPicPr preferRelativeResize="0"/>
          <p:nvPr/>
        </p:nvPicPr>
        <p:blipFill>
          <a:blip r:embed="rId6">
            <a:alphaModFix/>
          </a:blip>
          <a:stretch>
            <a:fillRect/>
          </a:stretch>
        </p:blipFill>
        <p:spPr>
          <a:xfrm>
            <a:off x="5690998" y="3461150"/>
            <a:ext cx="1655804" cy="1101840"/>
          </a:xfrm>
          <a:prstGeom prst="rect">
            <a:avLst/>
          </a:prstGeom>
          <a:noFill/>
          <a:ln>
            <a:noFill/>
          </a:ln>
        </p:spPr>
      </p:pic>
      <p:pic>
        <p:nvPicPr>
          <p:cNvPr id="2830" name="Google Shape;2830;p590" title="istockphoto-1129638608-612x612.jpg"/>
          <p:cNvPicPr preferRelativeResize="0"/>
          <p:nvPr/>
        </p:nvPicPr>
        <p:blipFill>
          <a:blip r:embed="rId7">
            <a:alphaModFix/>
          </a:blip>
          <a:stretch>
            <a:fillRect/>
          </a:stretch>
        </p:blipFill>
        <p:spPr>
          <a:xfrm>
            <a:off x="5690998" y="2307110"/>
            <a:ext cx="1655804" cy="110387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4" name="Shape 2834"/>
        <p:cNvGrpSpPr/>
        <p:nvPr/>
      </p:nvGrpSpPr>
      <p:grpSpPr>
        <a:xfrm>
          <a:off x="0" y="0"/>
          <a:ext cx="0" cy="0"/>
          <a:chOff x="0" y="0"/>
          <a:chExt cx="0" cy="0"/>
        </a:xfrm>
      </p:grpSpPr>
      <p:sp>
        <p:nvSpPr>
          <p:cNvPr id="2835" name="Google Shape;2835;p591"/>
          <p:cNvSpPr txBox="1"/>
          <p:nvPr>
            <p:ph type="title"/>
          </p:nvPr>
        </p:nvSpPr>
        <p:spPr>
          <a:xfrm>
            <a:off x="457200" y="4026308"/>
            <a:ext cx="8229600" cy="1231500"/>
          </a:xfrm>
          <a:prstGeom prst="rect">
            <a:avLst/>
          </a:prstGeom>
        </p:spPr>
        <p:txBody>
          <a:bodyPr anchorCtr="0" anchor="b" bIns="0" lIns="0" spcFirstLastPara="1" rIns="0" wrap="square" tIns="0">
            <a:spAutoFit/>
          </a:bodyPr>
          <a:lstStyle/>
          <a:p>
            <a:pPr indent="0" lvl="0" marL="0" marR="0" rtl="0" algn="l">
              <a:lnSpc>
                <a:spcPct val="100000"/>
              </a:lnSpc>
              <a:spcBef>
                <a:spcPts val="0"/>
              </a:spcBef>
              <a:spcAft>
                <a:spcPts val="0"/>
              </a:spcAft>
              <a:buNone/>
            </a:pPr>
            <a:r>
              <a:rPr lang="en" sz="4000"/>
              <a:t>Execute Your Prompt Chain </a:t>
            </a:r>
            <a:br>
              <a:rPr lang="en" sz="4000"/>
            </a:br>
            <a:r>
              <a:rPr lang="en" sz="4000"/>
              <a:t>and Extend Your Build </a:t>
            </a:r>
            <a:endParaRPr sz="4000"/>
          </a:p>
        </p:txBody>
      </p:sp>
      <p:sp>
        <p:nvSpPr>
          <p:cNvPr id="2836" name="Google Shape;2836;p591"/>
          <p:cNvSpPr txBox="1"/>
          <p:nvPr>
            <p:ph idx="1" type="subTitle"/>
          </p:nvPr>
        </p:nvSpPr>
        <p:spPr>
          <a:xfrm>
            <a:off x="457200" y="3592308"/>
            <a:ext cx="5010300" cy="434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Hands-On Lab</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840" name="Shape 2840"/>
        <p:cNvGrpSpPr/>
        <p:nvPr/>
      </p:nvGrpSpPr>
      <p:grpSpPr>
        <a:xfrm>
          <a:off x="0" y="0"/>
          <a:ext cx="0" cy="0"/>
          <a:chOff x="0" y="0"/>
          <a:chExt cx="0" cy="0"/>
        </a:xfrm>
      </p:grpSpPr>
      <p:sp>
        <p:nvSpPr>
          <p:cNvPr id="2841" name="Google Shape;2841;p592"/>
          <p:cNvSpPr txBox="1"/>
          <p:nvPr>
            <p:ph idx="4294967295" type="body"/>
          </p:nvPr>
        </p:nvSpPr>
        <p:spPr>
          <a:xfrm>
            <a:off x="4572000" y="457200"/>
            <a:ext cx="4114800" cy="4800600"/>
          </a:xfrm>
          <a:prstGeom prst="rect">
            <a:avLst/>
          </a:prstGeom>
          <a:solidFill>
            <a:srgbClr val="FFFFFF">
              <a:alpha val="16000"/>
            </a:srgbClr>
          </a:solidFill>
        </p:spPr>
        <p:txBody>
          <a:bodyPr anchorCtr="0" anchor="b" bIns="457200" lIns="274300" spcFirstLastPara="1" rIns="274300" wrap="square" tIns="91425">
            <a:noAutofit/>
          </a:bodyPr>
          <a:lstStyle/>
          <a:p>
            <a:pPr indent="0" lvl="0" marL="0" rtl="0" algn="l">
              <a:lnSpc>
                <a:spcPct val="115000"/>
              </a:lnSpc>
              <a:spcBef>
                <a:spcPts val="0"/>
              </a:spcBef>
              <a:spcAft>
                <a:spcPts val="0"/>
              </a:spcAft>
              <a:buNone/>
            </a:pPr>
            <a:r>
              <a:rPr lang="en">
                <a:solidFill>
                  <a:schemeClr val="lt1"/>
                </a:solidFill>
                <a:latin typeface="Poppins SemiBold"/>
                <a:ea typeface="Poppins SemiBold"/>
                <a:cs typeface="Poppins SemiBold"/>
                <a:sym typeface="Poppins SemiBold"/>
              </a:rPr>
              <a:t>Steps to follow:</a:t>
            </a:r>
            <a:endParaRPr b="1" sz="1000">
              <a:solidFill>
                <a:schemeClr val="lt1"/>
              </a:solidFill>
            </a:endParaRPr>
          </a:p>
          <a:p>
            <a:pPr indent="-292100" lvl="0" marL="457200" rtl="0" algn="l">
              <a:spcBef>
                <a:spcPts val="1000"/>
              </a:spcBef>
              <a:spcAft>
                <a:spcPts val="0"/>
              </a:spcAft>
              <a:buClr>
                <a:schemeClr val="lt1"/>
              </a:buClr>
              <a:buSzPts val="1000"/>
              <a:buFont typeface="Poppins SemiBold"/>
              <a:buAutoNum type="arabicPeriod"/>
            </a:pPr>
            <a:r>
              <a:rPr lang="en" sz="1000">
                <a:solidFill>
                  <a:schemeClr val="lt1"/>
                </a:solidFill>
              </a:rPr>
              <a:t>Open your Module 2 </a:t>
            </a:r>
            <a:r>
              <a:rPr lang="en" sz="1000">
                <a:solidFill>
                  <a:schemeClr val="lt1"/>
                </a:solidFill>
              </a:rPr>
              <a:t>prototype</a:t>
            </a:r>
            <a:r>
              <a:rPr lang="en" sz="1000">
                <a:solidFill>
                  <a:schemeClr val="lt1"/>
                </a:solidFill>
              </a:rPr>
              <a:t> in 🔗</a:t>
            </a:r>
            <a:r>
              <a:rPr lang="en" sz="1000">
                <a:solidFill>
                  <a:schemeClr val="accent4"/>
                </a:solidFill>
              </a:rPr>
              <a:t> </a:t>
            </a:r>
            <a:r>
              <a:rPr b="1" lang="en" sz="1000" u="sng">
                <a:solidFill>
                  <a:schemeClr val="accent4"/>
                </a:solidFill>
                <a:hlinkClick r:id="rId3">
                  <a:extLst>
                    <a:ext uri="{A12FA001-AC4F-418D-AE19-62706E023703}">
                      <ahyp:hlinkClr val="tx"/>
                    </a:ext>
                  </a:extLst>
                </a:hlinkClick>
              </a:rPr>
              <a:t>Lovable</a:t>
            </a:r>
            <a:r>
              <a:rPr lang="en" sz="1000">
                <a:solidFill>
                  <a:schemeClr val="lt1"/>
                </a:solidFill>
              </a:rPr>
              <a:t>.</a:t>
            </a:r>
            <a:endParaRPr sz="1000">
              <a:solidFill>
                <a:schemeClr val="lt1"/>
              </a:solidFill>
            </a:endParaRPr>
          </a:p>
          <a:p>
            <a:pPr indent="-292100" lvl="0" marL="457200" rtl="0" algn="l">
              <a:spcBef>
                <a:spcPts val="1000"/>
              </a:spcBef>
              <a:spcAft>
                <a:spcPts val="0"/>
              </a:spcAft>
              <a:buClr>
                <a:schemeClr val="lt1"/>
              </a:buClr>
              <a:buSzPts val="1000"/>
              <a:buFont typeface="Poppins SemiBold"/>
              <a:buAutoNum type="arabicPeriod"/>
            </a:pPr>
            <a:r>
              <a:rPr lang="en" sz="1000">
                <a:solidFill>
                  <a:schemeClr val="lt1"/>
                </a:solidFill>
              </a:rPr>
              <a:t>Execute Prompt 1: Expand. Copy your prompt from the Planner, attach your references, and build your new screens. Fix any layout issues, then document what was produced.</a:t>
            </a:r>
            <a:endParaRPr sz="1000">
              <a:solidFill>
                <a:schemeClr val="lt1"/>
              </a:solidFill>
            </a:endParaRPr>
          </a:p>
          <a:p>
            <a:pPr indent="-292100" lvl="0" marL="457200" rtl="0" algn="l">
              <a:spcBef>
                <a:spcPts val="1000"/>
              </a:spcBef>
              <a:spcAft>
                <a:spcPts val="0"/>
              </a:spcAft>
              <a:buClr>
                <a:schemeClr val="lt1"/>
              </a:buClr>
              <a:buSzPts val="1000"/>
              <a:buFont typeface="Poppins SemiBold"/>
              <a:buAutoNum type="arabicPeriod"/>
            </a:pPr>
            <a:r>
              <a:rPr lang="en" sz="1000">
                <a:solidFill>
                  <a:schemeClr val="lt1"/>
                </a:solidFill>
              </a:rPr>
              <a:t>Execute Prompt 2: Behavior. Paste your logic for loading, error, and empty states. Verify one "unhappy path" works in the prototype, then record the result in your Planner.</a:t>
            </a:r>
            <a:endParaRPr sz="1000">
              <a:solidFill>
                <a:schemeClr val="lt1"/>
              </a:solidFill>
            </a:endParaRPr>
          </a:p>
          <a:p>
            <a:pPr indent="-292100" lvl="0" marL="457200" rtl="0" algn="l">
              <a:spcBef>
                <a:spcPts val="1000"/>
              </a:spcBef>
              <a:spcAft>
                <a:spcPts val="0"/>
              </a:spcAft>
              <a:buClr>
                <a:schemeClr val="lt1"/>
              </a:buClr>
              <a:buSzPts val="1000"/>
              <a:buFont typeface="Poppins SemiBold"/>
              <a:buAutoNum type="arabicPeriod"/>
            </a:pPr>
            <a:r>
              <a:rPr lang="en" sz="1000">
                <a:solidFill>
                  <a:schemeClr val="lt1"/>
                </a:solidFill>
              </a:rPr>
              <a:t>Execute Prompt 3: Refine. Use surgical steering to polish one specific element. Check that the change is localized, then document the final output in your Planner.</a:t>
            </a:r>
            <a:endParaRPr sz="1000">
              <a:solidFill>
                <a:schemeClr val="lt1"/>
              </a:solidFill>
            </a:endParaRPr>
          </a:p>
          <a:p>
            <a:pPr indent="-292100" lvl="0" marL="457200" rtl="0" algn="l">
              <a:spcBef>
                <a:spcPts val="1000"/>
              </a:spcBef>
              <a:spcAft>
                <a:spcPts val="1000"/>
              </a:spcAft>
              <a:buClr>
                <a:schemeClr val="lt1"/>
              </a:buClr>
              <a:buSzPts val="1000"/>
              <a:buFont typeface="Poppins SemiBold"/>
              <a:buAutoNum type="arabicPeriod"/>
            </a:pPr>
            <a:r>
              <a:rPr lang="en" sz="1000">
                <a:solidFill>
                  <a:schemeClr val="lt1"/>
                </a:solidFill>
              </a:rPr>
              <a:t>Finalize your Prompt Chain Planner and ensure all "What did this produce?" sections are filled. This becomes the raw data for your final Living Prompt Pack.</a:t>
            </a:r>
            <a:br>
              <a:rPr lang="en" sz="900">
                <a:solidFill>
                  <a:schemeClr val="lt1"/>
                </a:solidFill>
              </a:rPr>
            </a:br>
            <a:endParaRPr sz="900">
              <a:solidFill>
                <a:schemeClr val="lt1"/>
              </a:solidFill>
            </a:endParaRPr>
          </a:p>
        </p:txBody>
      </p:sp>
      <p:sp>
        <p:nvSpPr>
          <p:cNvPr id="2842" name="Google Shape;2842;p592"/>
          <p:cNvSpPr txBox="1"/>
          <p:nvPr/>
        </p:nvSpPr>
        <p:spPr>
          <a:xfrm>
            <a:off x="457200" y="508000"/>
            <a:ext cx="3661500" cy="2463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en" sz="1600">
                <a:solidFill>
                  <a:srgbClr val="60A5FA"/>
                </a:solidFill>
                <a:latin typeface="Poppins SemiBold"/>
                <a:ea typeface="Poppins SemiBold"/>
                <a:cs typeface="Poppins SemiBold"/>
                <a:sym typeface="Poppins SemiBold"/>
              </a:rPr>
              <a:t>Individual</a:t>
            </a:r>
            <a:r>
              <a:rPr lang="en" sz="1600">
                <a:solidFill>
                  <a:srgbClr val="60A5FA"/>
                </a:solidFill>
                <a:latin typeface="Poppins SemiBold"/>
                <a:ea typeface="Poppins SemiBold"/>
                <a:cs typeface="Poppins SemiBold"/>
                <a:sym typeface="Poppins SemiBold"/>
              </a:rPr>
              <a:t> Exercise</a:t>
            </a:r>
            <a:endParaRPr sz="1600">
              <a:solidFill>
                <a:srgbClr val="60A5FA"/>
              </a:solidFill>
              <a:latin typeface="Poppins SemiBold"/>
              <a:ea typeface="Poppins SemiBold"/>
              <a:cs typeface="Poppins SemiBold"/>
              <a:sym typeface="Poppins SemiBold"/>
            </a:endParaRPr>
          </a:p>
        </p:txBody>
      </p:sp>
      <p:sp>
        <p:nvSpPr>
          <p:cNvPr id="2843" name="Google Shape;2843;p592"/>
          <p:cNvSpPr txBox="1"/>
          <p:nvPr/>
        </p:nvSpPr>
        <p:spPr>
          <a:xfrm>
            <a:off x="457200" y="964528"/>
            <a:ext cx="3661500" cy="14778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None/>
            </a:pPr>
            <a:r>
              <a:rPr lang="en" sz="2400">
                <a:solidFill>
                  <a:schemeClr val="lt1"/>
                </a:solidFill>
                <a:latin typeface="Poppins Medium"/>
                <a:ea typeface="Poppins Medium"/>
                <a:cs typeface="Poppins Medium"/>
                <a:sym typeface="Poppins Medium"/>
              </a:rPr>
              <a:t>Execute Your Prompt Chain and Extend Your Build</a:t>
            </a:r>
            <a:endParaRPr sz="2400">
              <a:solidFill>
                <a:schemeClr val="lt1"/>
              </a:solidFill>
              <a:latin typeface="Poppins Medium"/>
              <a:ea typeface="Poppins Medium"/>
              <a:cs typeface="Poppins Medium"/>
              <a:sym typeface="Poppins Medium"/>
            </a:endParaRPr>
          </a:p>
          <a:p>
            <a:pPr indent="0" lvl="0" marL="0" rtl="0" algn="l">
              <a:lnSpc>
                <a:spcPct val="100000"/>
              </a:lnSpc>
              <a:spcBef>
                <a:spcPts val="0"/>
              </a:spcBef>
              <a:spcAft>
                <a:spcPts val="0"/>
              </a:spcAft>
              <a:buNone/>
            </a:pPr>
            <a:r>
              <a:t/>
            </a:r>
            <a:endParaRPr sz="2400">
              <a:solidFill>
                <a:schemeClr val="lt1"/>
              </a:solidFill>
              <a:latin typeface="Poppins Medium"/>
              <a:ea typeface="Poppins Medium"/>
              <a:cs typeface="Poppins Medium"/>
              <a:sym typeface="Poppins Medium"/>
            </a:endParaRPr>
          </a:p>
        </p:txBody>
      </p:sp>
      <p:sp>
        <p:nvSpPr>
          <p:cNvPr id="2844" name="Google Shape;2844;p592"/>
          <p:cNvSpPr txBox="1"/>
          <p:nvPr/>
        </p:nvSpPr>
        <p:spPr>
          <a:xfrm>
            <a:off x="457200" y="2254050"/>
            <a:ext cx="3661500" cy="1206900"/>
          </a:xfrm>
          <a:prstGeom prst="rect">
            <a:avLst/>
          </a:prstGeom>
          <a:noFill/>
          <a:ln>
            <a:noFill/>
          </a:ln>
        </p:spPr>
        <p:txBody>
          <a:bodyPr anchorCtr="0" anchor="ctr" bIns="0" lIns="0" spcFirstLastPara="1" rIns="0" wrap="square" tIns="0">
            <a:spAutoFit/>
          </a:bodyPr>
          <a:lstStyle/>
          <a:p>
            <a:pPr indent="0" lvl="0" marL="0" rtl="0" algn="l">
              <a:lnSpc>
                <a:spcPct val="115000"/>
              </a:lnSpc>
              <a:spcBef>
                <a:spcPts val="0"/>
              </a:spcBef>
              <a:spcAft>
                <a:spcPts val="0"/>
              </a:spcAft>
              <a:buNone/>
            </a:pPr>
            <a:r>
              <a:rPr lang="en">
                <a:solidFill>
                  <a:schemeClr val="lt2"/>
                </a:solidFill>
                <a:latin typeface="Poppins SemiBold"/>
                <a:ea typeface="Poppins SemiBold"/>
                <a:cs typeface="Poppins SemiBold"/>
                <a:sym typeface="Poppins SemiBold"/>
              </a:rPr>
              <a:t>In this hands-on lab, y</a:t>
            </a:r>
            <a:r>
              <a:rPr lang="en">
                <a:solidFill>
                  <a:schemeClr val="lt2"/>
                </a:solidFill>
                <a:latin typeface="Poppins SemiBold"/>
                <a:ea typeface="Poppins SemiBold"/>
                <a:cs typeface="Poppins SemiBold"/>
                <a:sym typeface="Poppins SemiBold"/>
              </a:rPr>
              <a:t>ou’ll return to your M2 prototype and systematically deploy your three-step prompt chain to evolve your core screens into a comprehensive, multi-state system.</a:t>
            </a:r>
            <a:endParaRPr>
              <a:solidFill>
                <a:schemeClr val="lt2"/>
              </a:solidFill>
              <a:latin typeface="Poppins SemiBold"/>
              <a:ea typeface="Poppins SemiBold"/>
              <a:cs typeface="Poppins SemiBold"/>
              <a:sym typeface="Poppins SemiBold"/>
            </a:endParaRPr>
          </a:p>
        </p:txBody>
      </p:sp>
      <p:sp>
        <p:nvSpPr>
          <p:cNvPr id="2845" name="Google Shape;2845;p592"/>
          <p:cNvSpPr txBox="1"/>
          <p:nvPr/>
        </p:nvSpPr>
        <p:spPr>
          <a:xfrm>
            <a:off x="457200" y="3669974"/>
            <a:ext cx="3661500" cy="1375200"/>
          </a:xfrm>
          <a:prstGeom prst="rect">
            <a:avLst/>
          </a:prstGeom>
          <a:noFill/>
          <a:ln>
            <a:noFill/>
          </a:ln>
        </p:spPr>
        <p:txBody>
          <a:bodyPr anchorCtr="0" anchor="t" bIns="0" lIns="0" spcFirstLastPara="1" rIns="0" wrap="square" tIns="0">
            <a:spAutoFit/>
          </a:bodyPr>
          <a:lstStyle/>
          <a:p>
            <a:pPr indent="-304800" lvl="0" marL="457200" rtl="0" algn="l">
              <a:lnSpc>
                <a:spcPct val="115000"/>
              </a:lnSpc>
              <a:spcBef>
                <a:spcPts val="1000"/>
              </a:spcBef>
              <a:spcAft>
                <a:spcPts val="0"/>
              </a:spcAft>
              <a:buClr>
                <a:schemeClr val="accent4"/>
              </a:buClr>
              <a:buSzPts val="1200"/>
              <a:buFont typeface="Lato"/>
              <a:buChar char="→"/>
            </a:pPr>
            <a:r>
              <a:rPr lang="en" sz="1200">
                <a:solidFill>
                  <a:schemeClr val="lt2"/>
                </a:solidFill>
                <a:latin typeface="Lato"/>
                <a:ea typeface="Lato"/>
                <a:cs typeface="Lato"/>
                <a:sym typeface="Lato"/>
              </a:rPr>
              <a:t>Your goal is to </a:t>
            </a:r>
            <a:r>
              <a:rPr lang="en" sz="1200">
                <a:solidFill>
                  <a:schemeClr val="lt2"/>
                </a:solidFill>
                <a:latin typeface="Lato"/>
                <a:ea typeface="Lato"/>
                <a:cs typeface="Lato"/>
                <a:sym typeface="Lato"/>
              </a:rPr>
              <a:t>execute your Expansion, Behavior, and Refinement prompts one by one. </a:t>
            </a:r>
            <a:endParaRPr sz="1200">
              <a:solidFill>
                <a:schemeClr val="lt2"/>
              </a:solidFill>
              <a:latin typeface="Lato"/>
              <a:ea typeface="Lato"/>
              <a:cs typeface="Lato"/>
              <a:sym typeface="Lato"/>
            </a:endParaRPr>
          </a:p>
          <a:p>
            <a:pPr indent="-304800" lvl="0" marL="457200" rtl="0" algn="l">
              <a:lnSpc>
                <a:spcPct val="115000"/>
              </a:lnSpc>
              <a:spcBef>
                <a:spcPts val="1000"/>
              </a:spcBef>
              <a:spcAft>
                <a:spcPts val="0"/>
              </a:spcAft>
              <a:buClr>
                <a:schemeClr val="accent4"/>
              </a:buClr>
              <a:buSzPts val="1200"/>
              <a:buFont typeface="Lato"/>
              <a:buChar char="→"/>
            </a:pPr>
            <a:r>
              <a:rPr lang="en" sz="1200">
                <a:solidFill>
                  <a:schemeClr val="lt2"/>
                </a:solidFill>
                <a:latin typeface="Lato"/>
                <a:ea typeface="Lato"/>
                <a:cs typeface="Lato"/>
                <a:sym typeface="Lato"/>
              </a:rPr>
              <a:t>Keep in mind: Y</a:t>
            </a:r>
            <a:r>
              <a:rPr lang="en" sz="1200">
                <a:solidFill>
                  <a:schemeClr val="lt2"/>
                </a:solidFill>
                <a:latin typeface="Lato"/>
                <a:ea typeface="Lato"/>
                <a:cs typeface="Lato"/>
                <a:sym typeface="Lato"/>
              </a:rPr>
              <a:t>ou must record the result of every prompt in your planner to finalize your Prompt Library - an essential deliverable for your final project.</a:t>
            </a:r>
            <a:endParaRPr b="1" sz="1200">
              <a:solidFill>
                <a:schemeClr val="lt2"/>
              </a:solidFill>
              <a:latin typeface="Lato"/>
              <a:ea typeface="Lato"/>
              <a:cs typeface="Lato"/>
              <a:sym typeface="Lato"/>
            </a:endParaRPr>
          </a:p>
        </p:txBody>
      </p:sp>
      <p:sp>
        <p:nvSpPr>
          <p:cNvPr id="2846" name="Google Shape;2846;p592"/>
          <p:cNvSpPr/>
          <p:nvPr/>
        </p:nvSpPr>
        <p:spPr>
          <a:xfrm>
            <a:off x="4850800" y="765575"/>
            <a:ext cx="1218000" cy="293400"/>
          </a:xfrm>
          <a:prstGeom prst="roundRect">
            <a:avLst>
              <a:gd fmla="val 23345" name="adj"/>
            </a:avLst>
          </a:prstGeom>
          <a:solidFill>
            <a:schemeClr val="accent1"/>
          </a:solidFill>
          <a:ln>
            <a:noFill/>
          </a:ln>
        </p:spPr>
        <p:txBody>
          <a:bodyPr anchorCtr="0" anchor="ctr" bIns="41150" lIns="68575" spcFirstLastPara="1" rIns="68575" wrap="square" tIns="68575">
            <a:noAutofit/>
          </a:bodyPr>
          <a:lstStyle/>
          <a:p>
            <a:pPr indent="0" lvl="0" marL="0" rtl="0" algn="ctr">
              <a:lnSpc>
                <a:spcPct val="115000"/>
              </a:lnSpc>
              <a:spcBef>
                <a:spcPts val="0"/>
              </a:spcBef>
              <a:spcAft>
                <a:spcPts val="0"/>
              </a:spcAft>
              <a:buNone/>
            </a:pPr>
            <a:r>
              <a:rPr lang="en" sz="1100">
                <a:solidFill>
                  <a:srgbClr val="FFFFFF"/>
                </a:solidFill>
                <a:latin typeface="Poppins SemiBold"/>
                <a:ea typeface="Poppins SemiBold"/>
                <a:cs typeface="Poppins SemiBold"/>
                <a:sym typeface="Poppins SemiBold"/>
              </a:rPr>
              <a:t>LAB</a:t>
            </a:r>
            <a:r>
              <a:rPr lang="en" sz="1100">
                <a:solidFill>
                  <a:srgbClr val="FFFFFF"/>
                </a:solidFill>
                <a:latin typeface="Poppins SemiBold"/>
                <a:ea typeface="Poppins SemiBold"/>
                <a:cs typeface="Poppins SemiBold"/>
                <a:sym typeface="Poppins SemiBold"/>
              </a:rPr>
              <a:t> EXERCISE</a:t>
            </a:r>
            <a:endParaRPr sz="1100">
              <a:solidFill>
                <a:srgbClr val="FFFFFF"/>
              </a:solidFill>
              <a:latin typeface="Poppins SemiBold"/>
              <a:ea typeface="Poppins SemiBold"/>
              <a:cs typeface="Poppins SemiBold"/>
              <a:sym typeface="Poppins SemiBold"/>
            </a:endParaRPr>
          </a:p>
        </p:txBody>
      </p:sp>
      <p:grpSp>
        <p:nvGrpSpPr>
          <p:cNvPr id="2847" name="Google Shape;2847;p592"/>
          <p:cNvGrpSpPr/>
          <p:nvPr/>
        </p:nvGrpSpPr>
        <p:grpSpPr>
          <a:xfrm>
            <a:off x="7250711" y="758362"/>
            <a:ext cx="1157276" cy="307747"/>
            <a:chOff x="4859149" y="597592"/>
            <a:chExt cx="1157276" cy="276975"/>
          </a:xfrm>
        </p:grpSpPr>
        <p:sp>
          <p:nvSpPr>
            <p:cNvPr id="2848" name="Google Shape;2848;p592"/>
            <p:cNvSpPr txBox="1"/>
            <p:nvPr/>
          </p:nvSpPr>
          <p:spPr>
            <a:xfrm>
              <a:off x="5206425" y="610275"/>
              <a:ext cx="810000" cy="26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 sz="1200">
                  <a:solidFill>
                    <a:schemeClr val="lt1"/>
                  </a:solidFill>
                  <a:latin typeface="Lato"/>
                  <a:ea typeface="Lato"/>
                  <a:cs typeface="Lato"/>
                  <a:sym typeface="Lato"/>
                </a:rPr>
                <a:t>3</a:t>
              </a:r>
              <a:r>
                <a:rPr lang="en" sz="1200">
                  <a:solidFill>
                    <a:schemeClr val="lt1"/>
                  </a:solidFill>
                  <a:latin typeface="Lato"/>
                  <a:ea typeface="Lato"/>
                  <a:cs typeface="Lato"/>
                  <a:sym typeface="Lato"/>
                </a:rPr>
                <a:t>0 minutes </a:t>
              </a:r>
              <a:endParaRPr sz="1200">
                <a:solidFill>
                  <a:schemeClr val="lt1"/>
                </a:solidFill>
                <a:latin typeface="Lato"/>
                <a:ea typeface="Lato"/>
                <a:cs typeface="Lato"/>
                <a:sym typeface="Lato"/>
              </a:endParaRPr>
            </a:p>
          </p:txBody>
        </p:sp>
        <p:pic>
          <p:nvPicPr>
            <p:cNvPr id="2849" name="Google Shape;2849;p592"/>
            <p:cNvPicPr preferRelativeResize="0"/>
            <p:nvPr/>
          </p:nvPicPr>
          <p:blipFill rotWithShape="1">
            <a:blip r:embed="rId4">
              <a:alphaModFix/>
            </a:blip>
            <a:srcRect b="-9877" l="0" r="0" t="-1222"/>
            <a:stretch/>
          </p:blipFill>
          <p:spPr>
            <a:xfrm>
              <a:off x="4859149" y="597592"/>
              <a:ext cx="277007" cy="276975"/>
            </a:xfrm>
            <a:prstGeom prst="rect">
              <a:avLst/>
            </a:prstGeom>
            <a:noFill/>
            <a:ln>
              <a:noFill/>
            </a:ln>
          </p:spPr>
        </p:pic>
      </p:grpSp>
      <p:sp>
        <p:nvSpPr>
          <p:cNvPr id="2850" name="Google Shape;2850;p592"/>
          <p:cNvSpPr/>
          <p:nvPr/>
        </p:nvSpPr>
        <p:spPr>
          <a:xfrm>
            <a:off x="4572000" y="4797375"/>
            <a:ext cx="4114800" cy="460200"/>
          </a:xfrm>
          <a:prstGeom prst="roundRect">
            <a:avLst>
              <a:gd fmla="val 4227" name="adj"/>
            </a:avLst>
          </a:prstGeom>
          <a:solidFill>
            <a:srgbClr val="1241AF"/>
          </a:solidFill>
          <a:ln cap="flat" cmpd="sng" w="9525">
            <a:solidFill>
              <a:schemeClr val="accent2"/>
            </a:solidFill>
            <a:prstDash val="solid"/>
            <a:round/>
            <a:headEnd len="sm" w="sm" type="none"/>
            <a:tailEnd len="sm" w="sm" type="none"/>
          </a:ln>
        </p:spPr>
        <p:txBody>
          <a:bodyPr anchorCtr="0" anchor="ctr" bIns="94800" lIns="182875" spcFirstLastPara="1" rIns="94800" wrap="square" tIns="94800">
            <a:noAutofit/>
          </a:bodyPr>
          <a:lstStyle/>
          <a:p>
            <a:pPr indent="0" lvl="0" marL="0" rtl="0" algn="l">
              <a:spcBef>
                <a:spcPts val="0"/>
              </a:spcBef>
              <a:spcAft>
                <a:spcPts val="0"/>
              </a:spcAft>
              <a:buNone/>
            </a:pPr>
            <a:r>
              <a:rPr lang="en" sz="850">
                <a:solidFill>
                  <a:schemeClr val="lt2"/>
                </a:solidFill>
                <a:latin typeface="Poppins Medium"/>
                <a:ea typeface="Poppins Medium"/>
                <a:cs typeface="Poppins Medium"/>
                <a:sym typeface="Poppins Medium"/>
              </a:rPr>
              <a:t>✍️  Return to your exercise guide from earlier to complete this lab</a:t>
            </a:r>
            <a:r>
              <a:rPr b="1" lang="en" sz="850">
                <a:solidFill>
                  <a:schemeClr val="lt1"/>
                </a:solidFill>
                <a:latin typeface="Poppins"/>
                <a:ea typeface="Poppins"/>
                <a:cs typeface="Poppins"/>
                <a:sym typeface="Poppins"/>
              </a:rPr>
              <a:t>.</a:t>
            </a:r>
            <a:endParaRPr sz="850">
              <a:solidFill>
                <a:schemeClr val="lt2"/>
              </a:solidFill>
              <a:latin typeface="Poppins Medium"/>
              <a:ea typeface="Poppins Medium"/>
              <a:cs typeface="Poppins Medium"/>
              <a:sym typeface="Poppins Medium"/>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4" name="Shape 2854"/>
        <p:cNvGrpSpPr/>
        <p:nvPr/>
      </p:nvGrpSpPr>
      <p:grpSpPr>
        <a:xfrm>
          <a:off x="0" y="0"/>
          <a:ext cx="0" cy="0"/>
          <a:chOff x="0" y="0"/>
          <a:chExt cx="0" cy="0"/>
        </a:xfrm>
      </p:grpSpPr>
      <p:sp>
        <p:nvSpPr>
          <p:cNvPr id="2855" name="Google Shape;2855;p593"/>
          <p:cNvSpPr/>
          <p:nvPr/>
        </p:nvSpPr>
        <p:spPr>
          <a:xfrm>
            <a:off x="4034125" y="75025"/>
            <a:ext cx="5032500" cy="5552400"/>
          </a:xfrm>
          <a:prstGeom prst="roundRect">
            <a:avLst>
              <a:gd fmla="val 13816"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856" name="Google Shape;2856;p593"/>
          <p:cNvSpPr/>
          <p:nvPr/>
        </p:nvSpPr>
        <p:spPr>
          <a:xfrm rot="5400000">
            <a:off x="-797950" y="885250"/>
            <a:ext cx="5539800" cy="3944400"/>
          </a:xfrm>
          <a:prstGeom prst="round2SameRect">
            <a:avLst>
              <a:gd fmla="val 16667" name="adj1"/>
              <a:gd fmla="val 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857" name="Google Shape;2857;p593"/>
          <p:cNvSpPr txBox="1"/>
          <p:nvPr>
            <p:ph idx="1" type="subTitle"/>
          </p:nvPr>
        </p:nvSpPr>
        <p:spPr>
          <a:xfrm>
            <a:off x="457200" y="508000"/>
            <a:ext cx="3661500" cy="2463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
              <a:t>Quick Debrief</a:t>
            </a:r>
            <a:endParaRPr/>
          </a:p>
        </p:txBody>
      </p:sp>
      <p:sp>
        <p:nvSpPr>
          <p:cNvPr id="2858" name="Google Shape;2858;p593"/>
          <p:cNvSpPr txBox="1"/>
          <p:nvPr>
            <p:ph idx="2" type="title"/>
          </p:nvPr>
        </p:nvSpPr>
        <p:spPr>
          <a:xfrm>
            <a:off x="457200" y="1843528"/>
            <a:ext cx="3661500" cy="1477800"/>
          </a:xfrm>
          <a:prstGeom prst="rect">
            <a:avLst/>
          </a:prstGeom>
        </p:spPr>
        <p:txBody>
          <a:bodyPr anchorCtr="0" anchor="ctr" bIns="0" lIns="0" spcFirstLastPara="1" rIns="0" wrap="square" tIns="0">
            <a:spAutoFit/>
          </a:bodyPr>
          <a:lstStyle/>
          <a:p>
            <a:pPr indent="0" lvl="0" marL="0" rtl="0" algn="l">
              <a:lnSpc>
                <a:spcPct val="100000"/>
              </a:lnSpc>
              <a:spcBef>
                <a:spcPts val="0"/>
              </a:spcBef>
              <a:spcAft>
                <a:spcPts val="0"/>
              </a:spcAft>
              <a:buNone/>
            </a:pPr>
            <a:r>
              <a:rPr lang="en" sz="3200">
                <a:solidFill>
                  <a:schemeClr val="lt1"/>
                </a:solidFill>
              </a:rPr>
              <a:t>Prompt </a:t>
            </a:r>
            <a:r>
              <a:rPr lang="en" sz="3200">
                <a:solidFill>
                  <a:schemeClr val="lt1"/>
                </a:solidFill>
              </a:rPr>
              <a:t>Functionality</a:t>
            </a:r>
            <a:r>
              <a:rPr lang="en" sz="3200">
                <a:solidFill>
                  <a:schemeClr val="lt1"/>
                </a:solidFill>
              </a:rPr>
              <a:t> </a:t>
            </a:r>
            <a:r>
              <a:rPr lang="en" sz="3200">
                <a:solidFill>
                  <a:schemeClr val="lt1"/>
                </a:solidFill>
              </a:rPr>
              <a:t>Statement</a:t>
            </a:r>
            <a:endParaRPr sz="3200">
              <a:solidFill>
                <a:schemeClr val="lt1"/>
              </a:solidFill>
            </a:endParaRPr>
          </a:p>
        </p:txBody>
      </p:sp>
      <p:sp>
        <p:nvSpPr>
          <p:cNvPr id="2859" name="Google Shape;2859;p593"/>
          <p:cNvSpPr/>
          <p:nvPr/>
        </p:nvSpPr>
        <p:spPr>
          <a:xfrm>
            <a:off x="457200" y="3592125"/>
            <a:ext cx="1548000" cy="310500"/>
          </a:xfrm>
          <a:prstGeom prst="roundRect">
            <a:avLst>
              <a:gd fmla="val 23345" name="adj"/>
            </a:avLst>
          </a:prstGeom>
          <a:solidFill>
            <a:schemeClr val="lt1"/>
          </a:solidFill>
          <a:ln>
            <a:noFill/>
          </a:ln>
        </p:spPr>
        <p:txBody>
          <a:bodyPr anchorCtr="0" anchor="ctr" bIns="0" lIns="75300" spcFirstLastPara="1" rIns="75300" wrap="square" tIns="0">
            <a:noAutofit/>
          </a:bodyPr>
          <a:lstStyle/>
          <a:p>
            <a:pPr indent="0" lvl="0" marL="0" marR="0" rtl="0" algn="ctr">
              <a:lnSpc>
                <a:spcPct val="100000"/>
              </a:lnSpc>
              <a:spcBef>
                <a:spcPts val="0"/>
              </a:spcBef>
              <a:spcAft>
                <a:spcPts val="0"/>
              </a:spcAft>
              <a:buClr>
                <a:srgbClr val="000000"/>
              </a:buClr>
              <a:buSzPts val="1000"/>
              <a:buFont typeface="Poppins SemiBold"/>
              <a:buNone/>
            </a:pPr>
            <a:r>
              <a:rPr lang="en" sz="1000">
                <a:solidFill>
                  <a:srgbClr val="1241AF"/>
                </a:solidFill>
                <a:latin typeface="Poppins SemiBold"/>
                <a:ea typeface="Poppins SemiBold"/>
                <a:cs typeface="Poppins SemiBold"/>
                <a:sym typeface="Poppins SemiBold"/>
              </a:rPr>
              <a:t>POST ON SLACK</a:t>
            </a:r>
            <a:endParaRPr sz="1000">
              <a:solidFill>
                <a:srgbClr val="1241AF"/>
              </a:solidFill>
              <a:latin typeface="Poppins SemiBold"/>
              <a:ea typeface="Poppins SemiBold"/>
              <a:cs typeface="Poppins SemiBold"/>
              <a:sym typeface="Poppins SemiBold"/>
            </a:endParaRPr>
          </a:p>
        </p:txBody>
      </p:sp>
      <p:sp>
        <p:nvSpPr>
          <p:cNvPr id="2860" name="Google Shape;2860;p593"/>
          <p:cNvSpPr/>
          <p:nvPr/>
        </p:nvSpPr>
        <p:spPr>
          <a:xfrm>
            <a:off x="2087875" y="3553074"/>
            <a:ext cx="424800" cy="426000"/>
          </a:xfrm>
          <a:prstGeom prst="ellipse">
            <a:avLst/>
          </a:prstGeom>
          <a:solidFill>
            <a:srgbClr val="FFFFFF">
              <a:alpha val="16000"/>
            </a:srgbClr>
          </a:solidFill>
          <a:ln>
            <a:noFill/>
          </a:ln>
        </p:spPr>
        <p:txBody>
          <a:bodyPr anchorCtr="0" anchor="ctr" bIns="91425" lIns="91425" spcFirstLastPara="1" rIns="91425" wrap="square" tIns="91425">
            <a:noAutofit/>
          </a:bodyPr>
          <a:lstStyle/>
          <a:p>
            <a:pPr indent="-142875" lvl="0" marL="0" marR="0" rtl="0" algn="ctr">
              <a:spcBef>
                <a:spcPts val="0"/>
              </a:spcBef>
              <a:spcAft>
                <a:spcPts val="0"/>
              </a:spcAft>
              <a:buNone/>
            </a:pPr>
            <a:r>
              <a:t/>
            </a:r>
            <a:endParaRPr sz="1800">
              <a:solidFill>
                <a:schemeClr val="accent1"/>
              </a:solidFill>
              <a:latin typeface="Poppins"/>
              <a:ea typeface="Poppins"/>
              <a:cs typeface="Poppins"/>
              <a:sym typeface="Poppins"/>
            </a:endParaRPr>
          </a:p>
        </p:txBody>
      </p:sp>
      <p:pic>
        <p:nvPicPr>
          <p:cNvPr id="2861" name="Google Shape;2861;p593" title="slack-icon-icon-sm.png"/>
          <p:cNvPicPr preferRelativeResize="0"/>
          <p:nvPr/>
        </p:nvPicPr>
        <p:blipFill>
          <a:blip r:embed="rId3">
            <a:alphaModFix/>
          </a:blip>
          <a:stretch>
            <a:fillRect/>
          </a:stretch>
        </p:blipFill>
        <p:spPr>
          <a:xfrm>
            <a:off x="2172288" y="3638088"/>
            <a:ext cx="255975" cy="255975"/>
          </a:xfrm>
          <a:prstGeom prst="rect">
            <a:avLst/>
          </a:prstGeom>
          <a:noFill/>
          <a:ln>
            <a:noFill/>
          </a:ln>
        </p:spPr>
      </p:pic>
      <p:sp>
        <p:nvSpPr>
          <p:cNvPr id="2862" name="Google Shape;2862;p593"/>
          <p:cNvSpPr txBox="1"/>
          <p:nvPr/>
        </p:nvSpPr>
        <p:spPr>
          <a:xfrm>
            <a:off x="5142975" y="2378275"/>
            <a:ext cx="3000000" cy="182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4"/>
                </a:solidFill>
                <a:latin typeface="Poppins SemiBold"/>
                <a:ea typeface="Poppins SemiBold"/>
                <a:cs typeface="Poppins SemiBold"/>
                <a:sym typeface="Poppins SemiBold"/>
              </a:rPr>
              <a:t>IN ONE SENTENCE:</a:t>
            </a:r>
            <a:endParaRPr>
              <a:solidFill>
                <a:schemeClr val="accent4"/>
              </a:solidFill>
              <a:latin typeface="Poppins SemiBold"/>
              <a:ea typeface="Poppins SemiBold"/>
              <a:cs typeface="Poppins SemiBold"/>
              <a:sym typeface="Poppins SemiBold"/>
            </a:endParaRPr>
          </a:p>
          <a:p>
            <a:pPr indent="0" lvl="0" marL="0" rtl="0" algn="ctr">
              <a:spcBef>
                <a:spcPts val="1000"/>
              </a:spcBef>
              <a:spcAft>
                <a:spcPts val="0"/>
              </a:spcAft>
              <a:buNone/>
            </a:pPr>
            <a:r>
              <a:rPr lang="en">
                <a:solidFill>
                  <a:schemeClr val="accent2"/>
                </a:solidFill>
                <a:latin typeface="Lato"/>
                <a:ea typeface="Lato"/>
                <a:cs typeface="Lato"/>
                <a:sym typeface="Lato"/>
              </a:rPr>
              <a:t>What </a:t>
            </a:r>
            <a:r>
              <a:rPr b="1" lang="en">
                <a:solidFill>
                  <a:schemeClr val="accent2"/>
                </a:solidFill>
                <a:latin typeface="Lato"/>
                <a:ea typeface="Lato"/>
                <a:cs typeface="Lato"/>
                <a:sym typeface="Lato"/>
              </a:rPr>
              <a:t>made your prompt work?</a:t>
            </a:r>
            <a:r>
              <a:rPr lang="en">
                <a:solidFill>
                  <a:schemeClr val="accent2"/>
                </a:solidFill>
                <a:latin typeface="Lato"/>
                <a:ea typeface="Lato"/>
                <a:cs typeface="Lato"/>
                <a:sym typeface="Lato"/>
              </a:rPr>
              <a:t> Or, what </a:t>
            </a:r>
            <a:r>
              <a:rPr b="1" lang="en">
                <a:solidFill>
                  <a:schemeClr val="accent2"/>
                </a:solidFill>
                <a:latin typeface="Lato"/>
                <a:ea typeface="Lato"/>
                <a:cs typeface="Lato"/>
                <a:sym typeface="Lato"/>
              </a:rPr>
              <a:t>didn’t and what did you change?</a:t>
            </a:r>
            <a:endParaRPr b="1">
              <a:solidFill>
                <a:schemeClr val="accent2"/>
              </a:solidFill>
              <a:latin typeface="Lato"/>
              <a:ea typeface="Lato"/>
              <a:cs typeface="Lato"/>
              <a:sym typeface="Lato"/>
            </a:endParaRPr>
          </a:p>
          <a:p>
            <a:pPr indent="0" lvl="0" marL="0" rtl="0" algn="ctr">
              <a:spcBef>
                <a:spcPts val="0"/>
              </a:spcBef>
              <a:spcAft>
                <a:spcPts val="0"/>
              </a:spcAft>
              <a:buNone/>
            </a:pPr>
            <a:r>
              <a:t/>
            </a:r>
            <a:endParaRPr>
              <a:solidFill>
                <a:schemeClr val="accent2"/>
              </a:solidFill>
              <a:latin typeface="Lato"/>
              <a:ea typeface="Lato"/>
              <a:cs typeface="Lato"/>
              <a:sym typeface="Lato"/>
            </a:endParaRPr>
          </a:p>
          <a:p>
            <a:pPr indent="0" lvl="0" marL="0" rtl="0" algn="ctr">
              <a:spcBef>
                <a:spcPts val="0"/>
              </a:spcBef>
              <a:spcAft>
                <a:spcPts val="0"/>
              </a:spcAft>
              <a:buNone/>
            </a:pPr>
            <a:r>
              <a:rPr lang="en">
                <a:solidFill>
                  <a:schemeClr val="accent2"/>
                </a:solidFill>
                <a:latin typeface="Lato"/>
                <a:ea typeface="Lato"/>
                <a:cs typeface="Lato"/>
                <a:sym typeface="Lato"/>
              </a:rPr>
              <a:t>Then, reply to 2 other learning sentences from your peers.</a:t>
            </a:r>
            <a:endParaRPr>
              <a:solidFill>
                <a:schemeClr val="accent2"/>
              </a:solidFill>
              <a:latin typeface="Lato"/>
              <a:ea typeface="Lato"/>
              <a:cs typeface="Lato"/>
              <a:sym typeface="Lato"/>
            </a:endParaRPr>
          </a:p>
        </p:txBody>
      </p:sp>
      <p:sp>
        <p:nvSpPr>
          <p:cNvPr id="2863" name="Google Shape;2863;p593"/>
          <p:cNvSpPr/>
          <p:nvPr/>
        </p:nvSpPr>
        <p:spPr>
          <a:xfrm>
            <a:off x="-1192780" y="4539347"/>
            <a:ext cx="2414400" cy="2414400"/>
          </a:xfrm>
          <a:prstGeom prst="arc">
            <a:avLst>
              <a:gd fmla="val 16200000" name="adj1"/>
              <a:gd fmla="val 0" name="adj2"/>
            </a:avLst>
          </a:prstGeom>
          <a:noFill/>
          <a:ln cap="flat" cmpd="sng" w="1143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2864" name="Google Shape;2864;p593" title="alert.png"/>
          <p:cNvPicPr preferRelativeResize="0"/>
          <p:nvPr/>
        </p:nvPicPr>
        <p:blipFill>
          <a:blip r:embed="rId4">
            <a:alphaModFix/>
          </a:blip>
          <a:stretch>
            <a:fillRect/>
          </a:stretch>
        </p:blipFill>
        <p:spPr>
          <a:xfrm>
            <a:off x="6363375" y="1843525"/>
            <a:ext cx="492600" cy="4926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8" name="Shape 2868"/>
        <p:cNvGrpSpPr/>
        <p:nvPr/>
      </p:nvGrpSpPr>
      <p:grpSpPr>
        <a:xfrm>
          <a:off x="0" y="0"/>
          <a:ext cx="0" cy="0"/>
          <a:chOff x="0" y="0"/>
          <a:chExt cx="0" cy="0"/>
        </a:xfrm>
      </p:grpSpPr>
      <p:sp>
        <p:nvSpPr>
          <p:cNvPr id="2869" name="Google Shape;2869;p594"/>
          <p:cNvSpPr/>
          <p:nvPr/>
        </p:nvSpPr>
        <p:spPr>
          <a:xfrm rot="2814068">
            <a:off x="4921573" y="4920858"/>
            <a:ext cx="2724002" cy="817584"/>
          </a:xfrm>
          <a:prstGeom prst="roundRect">
            <a:avLst>
              <a:gd fmla="val 50000" name="adj"/>
            </a:avLst>
          </a:prstGeom>
          <a:solidFill>
            <a:srgbClr val="3C485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870" name="Google Shape;2870;p594"/>
          <p:cNvCxnSpPr/>
          <p:nvPr/>
        </p:nvCxnSpPr>
        <p:spPr>
          <a:xfrm>
            <a:off x="3625350" y="4483150"/>
            <a:ext cx="1708500" cy="0"/>
          </a:xfrm>
          <a:prstGeom prst="straightConnector1">
            <a:avLst/>
          </a:prstGeom>
          <a:noFill/>
          <a:ln cap="flat" cmpd="sng" w="28575">
            <a:solidFill>
              <a:srgbClr val="3D4856"/>
            </a:solidFill>
            <a:prstDash val="solid"/>
            <a:round/>
            <a:headEnd len="med" w="med" type="none"/>
            <a:tailEnd len="med" w="med" type="none"/>
          </a:ln>
        </p:spPr>
      </p:cxnSp>
      <p:cxnSp>
        <p:nvCxnSpPr>
          <p:cNvPr id="2871" name="Google Shape;2871;p594"/>
          <p:cNvCxnSpPr/>
          <p:nvPr/>
        </p:nvCxnSpPr>
        <p:spPr>
          <a:xfrm>
            <a:off x="3637852" y="3777125"/>
            <a:ext cx="2426400" cy="0"/>
          </a:xfrm>
          <a:prstGeom prst="straightConnector1">
            <a:avLst/>
          </a:prstGeom>
          <a:noFill/>
          <a:ln cap="flat" cmpd="sng" w="28575">
            <a:solidFill>
              <a:schemeClr val="accent2"/>
            </a:solidFill>
            <a:prstDash val="solid"/>
            <a:round/>
            <a:headEnd len="med" w="med" type="none"/>
            <a:tailEnd len="med" w="med" type="none"/>
          </a:ln>
        </p:spPr>
      </p:cxnSp>
      <p:cxnSp>
        <p:nvCxnSpPr>
          <p:cNvPr id="2872" name="Google Shape;2872;p594"/>
          <p:cNvCxnSpPr/>
          <p:nvPr/>
        </p:nvCxnSpPr>
        <p:spPr>
          <a:xfrm>
            <a:off x="3630810" y="3078652"/>
            <a:ext cx="2948100" cy="0"/>
          </a:xfrm>
          <a:prstGeom prst="straightConnector1">
            <a:avLst/>
          </a:prstGeom>
          <a:noFill/>
          <a:ln cap="flat" cmpd="sng" w="28575">
            <a:solidFill>
              <a:schemeClr val="accent1"/>
            </a:solidFill>
            <a:prstDash val="solid"/>
            <a:round/>
            <a:headEnd len="med" w="med" type="none"/>
            <a:tailEnd len="med" w="med" type="none"/>
          </a:ln>
        </p:spPr>
      </p:cxnSp>
      <p:cxnSp>
        <p:nvCxnSpPr>
          <p:cNvPr id="2873" name="Google Shape;2873;p594"/>
          <p:cNvCxnSpPr/>
          <p:nvPr/>
        </p:nvCxnSpPr>
        <p:spPr>
          <a:xfrm>
            <a:off x="3626401" y="2357981"/>
            <a:ext cx="3749100" cy="0"/>
          </a:xfrm>
          <a:prstGeom prst="straightConnector1">
            <a:avLst/>
          </a:prstGeom>
          <a:noFill/>
          <a:ln cap="flat" cmpd="sng" w="28575">
            <a:solidFill>
              <a:schemeClr val="accent3"/>
            </a:solidFill>
            <a:prstDash val="solid"/>
            <a:round/>
            <a:headEnd len="med" w="med" type="none"/>
            <a:tailEnd len="med" w="med" type="none"/>
          </a:ln>
        </p:spPr>
      </p:cxnSp>
      <p:sp>
        <p:nvSpPr>
          <p:cNvPr id="2874" name="Google Shape;2874;p594"/>
          <p:cNvSpPr txBox="1"/>
          <p:nvPr>
            <p:ph idx="1" type="body"/>
          </p:nvPr>
        </p:nvSpPr>
        <p:spPr>
          <a:xfrm>
            <a:off x="448475" y="1656175"/>
            <a:ext cx="2459100" cy="2208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chemeClr val="dk2"/>
                </a:solidFill>
              </a:rPr>
              <a:t>When a prompt chain goes off-rails, diagnose before re-prompting. Throwing more prompts at a broken chain just compounds the error.</a:t>
            </a:r>
            <a:endParaRPr>
              <a:solidFill>
                <a:schemeClr val="dk2"/>
              </a:solidFill>
            </a:endParaRPr>
          </a:p>
          <a:p>
            <a:pPr indent="0" lvl="0" marL="0" rtl="0" algn="l">
              <a:spcBef>
                <a:spcPts val="1000"/>
              </a:spcBef>
              <a:spcAft>
                <a:spcPts val="0"/>
              </a:spcAft>
              <a:buNone/>
            </a:pPr>
            <a:r>
              <a:rPr b="1" lang="en">
                <a:solidFill>
                  <a:schemeClr val="accent1"/>
                </a:solidFill>
              </a:rPr>
              <a:t>If you're 5+ prompts deep on the same issue, the problem isn't the tool — it's your framing</a:t>
            </a:r>
            <a:r>
              <a:rPr lang="en">
                <a:solidFill>
                  <a:schemeClr val="accent1"/>
                </a:solidFill>
              </a:rPr>
              <a:t>.</a:t>
            </a:r>
            <a:endParaRPr>
              <a:solidFill>
                <a:schemeClr val="accent1"/>
              </a:solidFill>
            </a:endParaRPr>
          </a:p>
          <a:p>
            <a:pPr indent="0" lvl="0" marL="0" rtl="0" algn="l">
              <a:spcBef>
                <a:spcPts val="1000"/>
              </a:spcBef>
              <a:spcAft>
                <a:spcPts val="1000"/>
              </a:spcAft>
              <a:buNone/>
            </a:pPr>
            <a:r>
              <a:t/>
            </a:r>
            <a:endParaRPr>
              <a:solidFill>
                <a:schemeClr val="dk2"/>
              </a:solidFill>
            </a:endParaRPr>
          </a:p>
        </p:txBody>
      </p:sp>
      <p:sp>
        <p:nvSpPr>
          <p:cNvPr id="2875" name="Google Shape;2875;p594"/>
          <p:cNvSpPr txBox="1"/>
          <p:nvPr/>
        </p:nvSpPr>
        <p:spPr>
          <a:xfrm>
            <a:off x="3534124" y="2652372"/>
            <a:ext cx="24591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 sz="1200">
                <a:solidFill>
                  <a:srgbClr val="0F243E"/>
                </a:solidFill>
                <a:latin typeface="Poppins SemiBold"/>
                <a:ea typeface="Poppins SemiBold"/>
                <a:cs typeface="Poppins SemiBold"/>
                <a:sym typeface="Poppins SemiBold"/>
              </a:rPr>
              <a:t>Compare the Output</a:t>
            </a:r>
            <a:endParaRPr>
              <a:latin typeface="Poppins SemiBold"/>
              <a:ea typeface="Poppins SemiBold"/>
              <a:cs typeface="Poppins SemiBold"/>
              <a:sym typeface="Poppins SemiBold"/>
            </a:endParaRPr>
          </a:p>
        </p:txBody>
      </p:sp>
      <p:sp>
        <p:nvSpPr>
          <p:cNvPr id="2876" name="Google Shape;2876;p594"/>
          <p:cNvSpPr txBox="1"/>
          <p:nvPr/>
        </p:nvSpPr>
        <p:spPr>
          <a:xfrm>
            <a:off x="3534124" y="3373000"/>
            <a:ext cx="24591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 sz="1200">
                <a:solidFill>
                  <a:srgbClr val="0F243E"/>
                </a:solidFill>
                <a:latin typeface="Poppins SemiBold"/>
                <a:ea typeface="Poppins SemiBold"/>
                <a:cs typeface="Poppins SemiBold"/>
                <a:sym typeface="Poppins SemiBold"/>
              </a:rPr>
              <a:t>Diagnose</a:t>
            </a:r>
            <a:endParaRPr>
              <a:latin typeface="Poppins SemiBold"/>
              <a:ea typeface="Poppins SemiBold"/>
              <a:cs typeface="Poppins SemiBold"/>
              <a:sym typeface="Poppins SemiBold"/>
            </a:endParaRPr>
          </a:p>
        </p:txBody>
      </p:sp>
      <p:sp>
        <p:nvSpPr>
          <p:cNvPr id="2877" name="Google Shape;2877;p594"/>
          <p:cNvSpPr txBox="1"/>
          <p:nvPr/>
        </p:nvSpPr>
        <p:spPr>
          <a:xfrm>
            <a:off x="3534137" y="1935150"/>
            <a:ext cx="23769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 sz="1200">
                <a:solidFill>
                  <a:srgbClr val="0F243E"/>
                </a:solidFill>
                <a:latin typeface="Poppins SemiBold"/>
                <a:ea typeface="Poppins SemiBold"/>
                <a:cs typeface="Poppins SemiBold"/>
                <a:sym typeface="Poppins SemiBold"/>
              </a:rPr>
              <a:t>Read the Chain</a:t>
            </a:r>
            <a:endParaRPr>
              <a:latin typeface="Poppins SemiBold"/>
              <a:ea typeface="Poppins SemiBold"/>
              <a:cs typeface="Poppins SemiBold"/>
              <a:sym typeface="Poppins SemiBold"/>
            </a:endParaRPr>
          </a:p>
        </p:txBody>
      </p:sp>
      <p:sp>
        <p:nvSpPr>
          <p:cNvPr id="2878" name="Google Shape;2878;p594"/>
          <p:cNvSpPr txBox="1"/>
          <p:nvPr/>
        </p:nvSpPr>
        <p:spPr>
          <a:xfrm>
            <a:off x="3534113" y="1545645"/>
            <a:ext cx="2737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60A5FA"/>
                </a:solidFill>
                <a:latin typeface="Poppins SemiBold"/>
                <a:ea typeface="Poppins SemiBold"/>
                <a:cs typeface="Poppins SemiBold"/>
                <a:sym typeface="Poppins SemiBold"/>
              </a:rPr>
              <a:t>WORK STEP BY STEP</a:t>
            </a:r>
            <a:r>
              <a:rPr lang="en">
                <a:solidFill>
                  <a:srgbClr val="60A5FA"/>
                </a:solidFill>
                <a:latin typeface="Poppins SemiBold"/>
                <a:ea typeface="Poppins SemiBold"/>
                <a:cs typeface="Poppins SemiBold"/>
                <a:sym typeface="Poppins SemiBold"/>
              </a:rPr>
              <a:t>:</a:t>
            </a:r>
            <a:endParaRPr>
              <a:solidFill>
                <a:srgbClr val="60A5FA"/>
              </a:solidFill>
              <a:latin typeface="Poppins SemiBold"/>
              <a:ea typeface="Poppins SemiBold"/>
              <a:cs typeface="Poppins SemiBold"/>
              <a:sym typeface="Poppins SemiBold"/>
            </a:endParaRPr>
          </a:p>
        </p:txBody>
      </p:sp>
      <p:sp>
        <p:nvSpPr>
          <p:cNvPr id="2879" name="Google Shape;2879;p594"/>
          <p:cNvSpPr/>
          <p:nvPr/>
        </p:nvSpPr>
        <p:spPr>
          <a:xfrm rot="2813962">
            <a:off x="5324762" y="4599606"/>
            <a:ext cx="4134604" cy="817584"/>
          </a:xfrm>
          <a:prstGeom prst="round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880" name="Google Shape;2880;p594"/>
          <p:cNvSpPr txBox="1"/>
          <p:nvPr/>
        </p:nvSpPr>
        <p:spPr>
          <a:xfrm>
            <a:off x="457200" y="458391"/>
            <a:ext cx="8229600" cy="2463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en" sz="1600">
                <a:solidFill>
                  <a:srgbClr val="60A5FA"/>
                </a:solidFill>
                <a:latin typeface="Poppins SemiBold"/>
                <a:ea typeface="Poppins SemiBold"/>
                <a:cs typeface="Poppins SemiBold"/>
                <a:sym typeface="Poppins SemiBold"/>
              </a:rPr>
              <a:t>“Break It” Mindset</a:t>
            </a:r>
            <a:endParaRPr sz="1600">
              <a:solidFill>
                <a:srgbClr val="60A5FA"/>
              </a:solidFill>
              <a:latin typeface="Poppins SemiBold"/>
              <a:ea typeface="Poppins SemiBold"/>
              <a:cs typeface="Poppins SemiBold"/>
              <a:sym typeface="Poppins SemiBold"/>
            </a:endParaRPr>
          </a:p>
        </p:txBody>
      </p:sp>
      <p:sp>
        <p:nvSpPr>
          <p:cNvPr id="2881" name="Google Shape;2881;p594"/>
          <p:cNvSpPr txBox="1"/>
          <p:nvPr/>
        </p:nvSpPr>
        <p:spPr>
          <a:xfrm>
            <a:off x="457200" y="815068"/>
            <a:ext cx="8229600" cy="393900"/>
          </a:xfrm>
          <a:prstGeom prst="rect">
            <a:avLst/>
          </a:prstGeom>
          <a:noFill/>
          <a:ln>
            <a:noFill/>
          </a:ln>
        </p:spPr>
        <p:txBody>
          <a:bodyPr anchorCtr="0" anchor="ctr" bIns="0" lIns="0" spcFirstLastPara="1" rIns="0" wrap="square" tIns="0">
            <a:spAutoFit/>
          </a:bodyPr>
          <a:lstStyle/>
          <a:p>
            <a:pPr indent="0" lvl="0" marL="0" rtl="0" algn="l">
              <a:lnSpc>
                <a:spcPct val="80000"/>
              </a:lnSpc>
              <a:spcBef>
                <a:spcPts val="0"/>
              </a:spcBef>
              <a:spcAft>
                <a:spcPts val="0"/>
              </a:spcAft>
              <a:buNone/>
            </a:pPr>
            <a:r>
              <a:rPr lang="en" sz="3200">
                <a:solidFill>
                  <a:srgbClr val="07182C"/>
                </a:solidFill>
                <a:latin typeface="Poppins Medium"/>
                <a:ea typeface="Poppins Medium"/>
                <a:cs typeface="Poppins Medium"/>
                <a:sym typeface="Poppins Medium"/>
              </a:rPr>
              <a:t>Prompt Chain Debugging</a:t>
            </a:r>
            <a:endParaRPr sz="3200">
              <a:solidFill>
                <a:srgbClr val="07182C"/>
              </a:solidFill>
              <a:latin typeface="Poppins Medium"/>
              <a:ea typeface="Poppins Medium"/>
              <a:cs typeface="Poppins Medium"/>
              <a:sym typeface="Poppins Medium"/>
            </a:endParaRPr>
          </a:p>
        </p:txBody>
      </p:sp>
      <p:sp>
        <p:nvSpPr>
          <p:cNvPr id="2882" name="Google Shape;2882;p594"/>
          <p:cNvSpPr/>
          <p:nvPr/>
        </p:nvSpPr>
        <p:spPr>
          <a:xfrm>
            <a:off x="5976799" y="3495749"/>
            <a:ext cx="607200" cy="6072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latin typeface="Lato"/>
                <a:ea typeface="Lato"/>
                <a:cs typeface="Lato"/>
                <a:sym typeface="Lato"/>
              </a:rPr>
              <a:t>03</a:t>
            </a:r>
            <a:endParaRPr b="1" sz="1300">
              <a:latin typeface="Lato"/>
              <a:ea typeface="Lato"/>
              <a:cs typeface="Lato"/>
              <a:sym typeface="Lato"/>
            </a:endParaRPr>
          </a:p>
        </p:txBody>
      </p:sp>
      <p:sp>
        <p:nvSpPr>
          <p:cNvPr id="2883" name="Google Shape;2883;p594"/>
          <p:cNvSpPr/>
          <p:nvPr/>
        </p:nvSpPr>
        <p:spPr>
          <a:xfrm rot="2813962">
            <a:off x="6035337" y="3860131"/>
            <a:ext cx="4134604" cy="817584"/>
          </a:xfrm>
          <a:prstGeom prst="roundRect">
            <a:avLst>
              <a:gd fmla="val 50000" name="adj"/>
            </a:avLst>
          </a:prstGeom>
          <a:gradFill>
            <a:gsLst>
              <a:gs pos="0">
                <a:srgbClr val="2740A0"/>
              </a:gs>
              <a:gs pos="100000">
                <a:srgbClr val="101834"/>
              </a:gs>
            </a:gsLst>
            <a:lin ang="10800025"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884" name="Google Shape;2884;p594"/>
          <p:cNvSpPr/>
          <p:nvPr/>
        </p:nvSpPr>
        <p:spPr>
          <a:xfrm>
            <a:off x="6687374" y="2756274"/>
            <a:ext cx="607200" cy="6072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latin typeface="Lato"/>
                <a:ea typeface="Lato"/>
                <a:cs typeface="Lato"/>
                <a:sym typeface="Lato"/>
              </a:rPr>
              <a:t>02</a:t>
            </a:r>
            <a:endParaRPr b="1" sz="1300">
              <a:latin typeface="Lato"/>
              <a:ea typeface="Lato"/>
              <a:cs typeface="Lato"/>
              <a:sym typeface="Lato"/>
            </a:endParaRPr>
          </a:p>
        </p:txBody>
      </p:sp>
      <p:sp>
        <p:nvSpPr>
          <p:cNvPr id="2885" name="Google Shape;2885;p594"/>
          <p:cNvSpPr/>
          <p:nvPr/>
        </p:nvSpPr>
        <p:spPr>
          <a:xfrm rot="2813962">
            <a:off x="6723887" y="3143281"/>
            <a:ext cx="4134604" cy="817584"/>
          </a:xfrm>
          <a:prstGeom prst="roundRect">
            <a:avLst>
              <a:gd fmla="val 50000" name="adj"/>
            </a:avLst>
          </a:prstGeom>
          <a:gradFill>
            <a:gsLst>
              <a:gs pos="0">
                <a:srgbClr val="A0C9FC"/>
              </a:gs>
              <a:gs pos="100000">
                <a:srgbClr val="2882F1"/>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886" name="Google Shape;2886;p594"/>
          <p:cNvSpPr/>
          <p:nvPr/>
        </p:nvSpPr>
        <p:spPr>
          <a:xfrm>
            <a:off x="7375924" y="2039424"/>
            <a:ext cx="607200" cy="6072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latin typeface="Lato"/>
                <a:ea typeface="Lato"/>
                <a:cs typeface="Lato"/>
                <a:sym typeface="Lato"/>
              </a:rPr>
              <a:t>01</a:t>
            </a:r>
            <a:endParaRPr b="1" sz="1300">
              <a:latin typeface="Lato"/>
              <a:ea typeface="Lato"/>
              <a:cs typeface="Lato"/>
              <a:sym typeface="Lato"/>
            </a:endParaRPr>
          </a:p>
        </p:txBody>
      </p:sp>
      <p:sp>
        <p:nvSpPr>
          <p:cNvPr id="2887" name="Google Shape;2887;p594"/>
          <p:cNvSpPr/>
          <p:nvPr/>
        </p:nvSpPr>
        <p:spPr>
          <a:xfrm>
            <a:off x="9143988" y="2759625"/>
            <a:ext cx="1235400" cy="3323400"/>
          </a:xfrm>
          <a:prstGeom prst="rect">
            <a:avLst/>
          </a:prstGeom>
          <a:solidFill>
            <a:srgbClr val="F9FBF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888" name="Google Shape;2888;p594"/>
          <p:cNvSpPr/>
          <p:nvPr/>
        </p:nvSpPr>
        <p:spPr>
          <a:xfrm rot="5400000">
            <a:off x="6920674" y="4841711"/>
            <a:ext cx="1517700" cy="3264300"/>
          </a:xfrm>
          <a:prstGeom prst="rect">
            <a:avLst/>
          </a:prstGeom>
          <a:solidFill>
            <a:srgbClr val="F9FBF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889" name="Google Shape;2889;p594"/>
          <p:cNvSpPr txBox="1"/>
          <p:nvPr/>
        </p:nvSpPr>
        <p:spPr>
          <a:xfrm>
            <a:off x="3534124" y="4056800"/>
            <a:ext cx="24591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 sz="1200">
                <a:solidFill>
                  <a:srgbClr val="0F243E"/>
                </a:solidFill>
                <a:latin typeface="Poppins SemiBold"/>
                <a:ea typeface="Poppins SemiBold"/>
                <a:cs typeface="Poppins SemiBold"/>
                <a:sym typeface="Poppins SemiBold"/>
              </a:rPr>
              <a:t>Fix It</a:t>
            </a:r>
            <a:endParaRPr>
              <a:latin typeface="Poppins SemiBold"/>
              <a:ea typeface="Poppins SemiBold"/>
              <a:cs typeface="Poppins SemiBold"/>
              <a:sym typeface="Poppins SemiBold"/>
            </a:endParaRPr>
          </a:p>
        </p:txBody>
      </p:sp>
      <p:sp>
        <p:nvSpPr>
          <p:cNvPr id="2890" name="Google Shape;2890;p594"/>
          <p:cNvSpPr/>
          <p:nvPr/>
        </p:nvSpPr>
        <p:spPr>
          <a:xfrm>
            <a:off x="5350249" y="4331949"/>
            <a:ext cx="607200" cy="6072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latin typeface="Lato"/>
                <a:ea typeface="Lato"/>
                <a:cs typeface="Lato"/>
                <a:sym typeface="Lato"/>
              </a:rPr>
              <a:t>04</a:t>
            </a:r>
            <a:endParaRPr b="1" sz="1300">
              <a:latin typeface="Lato"/>
              <a:ea typeface="Lato"/>
              <a:cs typeface="Lato"/>
              <a:sym typeface="La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4" name="Shape 2894"/>
        <p:cNvGrpSpPr/>
        <p:nvPr/>
      </p:nvGrpSpPr>
      <p:grpSpPr>
        <a:xfrm>
          <a:off x="0" y="0"/>
          <a:ext cx="0" cy="0"/>
          <a:chOff x="0" y="0"/>
          <a:chExt cx="0" cy="0"/>
        </a:xfrm>
      </p:grpSpPr>
      <p:pic>
        <p:nvPicPr>
          <p:cNvPr id="2895" name="Google Shape;2895;p595" title="kamran-abdullayev-HoHLO5FrL7Y-unsplash.jpg"/>
          <p:cNvPicPr preferRelativeResize="0"/>
          <p:nvPr/>
        </p:nvPicPr>
        <p:blipFill rotWithShape="1">
          <a:blip r:embed="rId4">
            <a:alphaModFix/>
          </a:blip>
          <a:srcRect b="61596" l="0" r="5105" t="2225"/>
          <a:stretch/>
        </p:blipFill>
        <p:spPr>
          <a:xfrm>
            <a:off x="0" y="0"/>
            <a:ext cx="9144000" cy="2179028"/>
          </a:xfrm>
          <a:prstGeom prst="rect">
            <a:avLst/>
          </a:prstGeom>
          <a:noFill/>
          <a:ln>
            <a:noFill/>
          </a:ln>
        </p:spPr>
      </p:pic>
      <p:sp>
        <p:nvSpPr>
          <p:cNvPr id="2896" name="Google Shape;2896;p595"/>
          <p:cNvSpPr/>
          <p:nvPr/>
        </p:nvSpPr>
        <p:spPr>
          <a:xfrm>
            <a:off x="0" y="-9917"/>
            <a:ext cx="9144000" cy="2178900"/>
          </a:xfrm>
          <a:prstGeom prst="rect">
            <a:avLst/>
          </a:prstGeom>
          <a:gradFill>
            <a:gsLst>
              <a:gs pos="0">
                <a:srgbClr val="BFBFBF">
                  <a:alpha val="0"/>
                </a:srgbClr>
              </a:gs>
              <a:gs pos="100000">
                <a:srgbClr val="171717">
                  <a:alpha val="81568"/>
                </a:srgbClr>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897" name="Google Shape;2897;p595"/>
          <p:cNvSpPr/>
          <p:nvPr/>
        </p:nvSpPr>
        <p:spPr>
          <a:xfrm>
            <a:off x="690265" y="1757750"/>
            <a:ext cx="3677400" cy="2943000"/>
          </a:xfrm>
          <a:prstGeom prst="roundRect">
            <a:avLst>
              <a:gd fmla="val 0" name="adj"/>
            </a:avLst>
          </a:prstGeom>
          <a:solidFill>
            <a:srgbClr val="DBEAFE"/>
          </a:solidFill>
          <a:ln>
            <a:noFill/>
          </a:ln>
        </p:spPr>
        <p:txBody>
          <a:bodyPr anchorCtr="0" anchor="t" bIns="92000" lIns="92000" spcFirstLastPara="1" rIns="92000" wrap="square" tIns="92000">
            <a:noAutofit/>
          </a:bodyPr>
          <a:lstStyle/>
          <a:p>
            <a:pPr indent="0" lvl="0" marL="171450" marR="80426" rtl="0" algn="l">
              <a:spcBef>
                <a:spcPts val="0"/>
              </a:spcBef>
              <a:spcAft>
                <a:spcPts val="0"/>
              </a:spcAft>
              <a:buClr>
                <a:srgbClr val="000000"/>
              </a:buClr>
              <a:buSzPts val="1006"/>
              <a:buFont typeface="Poppins SemiBold"/>
              <a:buNone/>
            </a:pPr>
            <a:r>
              <a:t/>
            </a:r>
            <a:endParaRPr sz="1715">
              <a:solidFill>
                <a:srgbClr val="1241B0"/>
              </a:solidFill>
              <a:latin typeface="Poppins Medium"/>
              <a:ea typeface="Poppins Medium"/>
              <a:cs typeface="Poppins Medium"/>
              <a:sym typeface="Poppins Medium"/>
            </a:endParaRPr>
          </a:p>
          <a:p>
            <a:pPr indent="0" lvl="0" marL="171450" marR="80426" rtl="0" algn="l">
              <a:spcBef>
                <a:spcPts val="0"/>
              </a:spcBef>
              <a:spcAft>
                <a:spcPts val="0"/>
              </a:spcAft>
              <a:buClr>
                <a:srgbClr val="000000"/>
              </a:buClr>
              <a:buSzPts val="1006"/>
              <a:buFont typeface="Poppins SemiBold"/>
              <a:buNone/>
            </a:pPr>
            <a:r>
              <a:rPr lang="en" sz="1715">
                <a:solidFill>
                  <a:srgbClr val="1241B0"/>
                </a:solidFill>
                <a:latin typeface="Poppins Medium"/>
                <a:ea typeface="Poppins Medium"/>
                <a:cs typeface="Poppins Medium"/>
                <a:sym typeface="Poppins Medium"/>
              </a:rPr>
              <a:t>The Anatomy</a:t>
            </a:r>
            <a:endParaRPr sz="1715">
              <a:solidFill>
                <a:srgbClr val="1241B0"/>
              </a:solidFill>
              <a:latin typeface="Poppins Medium"/>
              <a:ea typeface="Poppins Medium"/>
              <a:cs typeface="Poppins Medium"/>
              <a:sym typeface="Poppins Medium"/>
            </a:endParaRPr>
          </a:p>
          <a:p>
            <a:pPr indent="0" lvl="0" marL="171450" marR="80426" rtl="0" algn="l">
              <a:lnSpc>
                <a:spcPct val="115000"/>
              </a:lnSpc>
              <a:spcBef>
                <a:spcPts val="1006"/>
              </a:spcBef>
              <a:spcAft>
                <a:spcPts val="0"/>
              </a:spcAft>
              <a:buNone/>
            </a:pPr>
            <a:r>
              <a:rPr lang="en" sz="900">
                <a:latin typeface="Lato"/>
                <a:ea typeface="Lato"/>
                <a:cs typeface="Lato"/>
                <a:sym typeface="Lato"/>
              </a:rPr>
              <a:t>Your Prompt Pack is a markdown asset that encodes your product's DNA into four reusable blocks:</a:t>
            </a:r>
            <a:endParaRPr sz="900">
              <a:latin typeface="Lato"/>
              <a:ea typeface="Lato"/>
              <a:cs typeface="Lato"/>
              <a:sym typeface="Lato"/>
            </a:endParaRPr>
          </a:p>
          <a:p>
            <a:pPr indent="-285750" lvl="0" marL="457200" marR="80426" rtl="0" algn="l">
              <a:lnSpc>
                <a:spcPct val="115000"/>
              </a:lnSpc>
              <a:spcBef>
                <a:spcPts val="1006"/>
              </a:spcBef>
              <a:spcAft>
                <a:spcPts val="0"/>
              </a:spcAft>
              <a:buClr>
                <a:schemeClr val="accent1"/>
              </a:buClr>
              <a:buSzPts val="900"/>
              <a:buFont typeface="Lato"/>
              <a:buChar char="●"/>
            </a:pPr>
            <a:r>
              <a:rPr b="1" lang="en" sz="900">
                <a:latin typeface="Lato"/>
                <a:ea typeface="Lato"/>
                <a:cs typeface="Lato"/>
                <a:sym typeface="Lato"/>
              </a:rPr>
              <a:t>Product Context: </a:t>
            </a:r>
            <a:r>
              <a:rPr lang="en" sz="900">
                <a:latin typeface="Lato"/>
                <a:ea typeface="Lato"/>
                <a:cs typeface="Lato"/>
                <a:sym typeface="Lato"/>
              </a:rPr>
              <a:t>Your source of truth for every new session.</a:t>
            </a:r>
            <a:endParaRPr sz="900">
              <a:latin typeface="Lato"/>
              <a:ea typeface="Lato"/>
              <a:cs typeface="Lato"/>
              <a:sym typeface="Lato"/>
            </a:endParaRPr>
          </a:p>
          <a:p>
            <a:pPr indent="-285750" lvl="0" marL="457200" marR="80426" rtl="0" algn="l">
              <a:lnSpc>
                <a:spcPct val="115000"/>
              </a:lnSpc>
              <a:spcBef>
                <a:spcPts val="1000"/>
              </a:spcBef>
              <a:spcAft>
                <a:spcPts val="0"/>
              </a:spcAft>
              <a:buClr>
                <a:schemeClr val="accent1"/>
              </a:buClr>
              <a:buSzPts val="900"/>
              <a:buFont typeface="Lato"/>
              <a:buChar char="●"/>
            </a:pPr>
            <a:r>
              <a:rPr b="1" lang="en" sz="900">
                <a:latin typeface="Lato"/>
                <a:ea typeface="Lato"/>
                <a:cs typeface="Lato"/>
                <a:sym typeface="Lato"/>
              </a:rPr>
              <a:t>Design Reference: </a:t>
            </a:r>
            <a:r>
              <a:rPr lang="en" sz="900">
                <a:latin typeface="Lato"/>
                <a:ea typeface="Lato"/>
                <a:cs typeface="Lato"/>
                <a:sym typeface="Lato"/>
              </a:rPr>
              <a:t>Visual DNA</a:t>
            </a:r>
            <a:endParaRPr sz="900">
              <a:latin typeface="Lato"/>
              <a:ea typeface="Lato"/>
              <a:cs typeface="Lato"/>
              <a:sym typeface="Lato"/>
            </a:endParaRPr>
          </a:p>
          <a:p>
            <a:pPr indent="-285750" lvl="0" marL="457200" marR="80426" rtl="0" algn="l">
              <a:lnSpc>
                <a:spcPct val="115000"/>
              </a:lnSpc>
              <a:spcBef>
                <a:spcPts val="1000"/>
              </a:spcBef>
              <a:spcAft>
                <a:spcPts val="0"/>
              </a:spcAft>
              <a:buClr>
                <a:schemeClr val="accent1"/>
              </a:buClr>
              <a:buSzPts val="900"/>
              <a:buFont typeface="Lato"/>
              <a:buChar char="●"/>
            </a:pPr>
            <a:r>
              <a:rPr b="1" lang="en" sz="900">
                <a:latin typeface="Lato"/>
                <a:ea typeface="Lato"/>
                <a:cs typeface="Lato"/>
                <a:sym typeface="Lato"/>
              </a:rPr>
              <a:t>Constraint Templates: </a:t>
            </a:r>
            <a:r>
              <a:rPr lang="en" sz="900">
                <a:latin typeface="Lato"/>
                <a:ea typeface="Lato"/>
                <a:cs typeface="Lato"/>
                <a:sym typeface="Lato"/>
              </a:rPr>
              <a:t>"Always/Never" logic</a:t>
            </a:r>
            <a:endParaRPr sz="900">
              <a:latin typeface="Lato"/>
              <a:ea typeface="Lato"/>
              <a:cs typeface="Lato"/>
              <a:sym typeface="Lato"/>
            </a:endParaRPr>
          </a:p>
          <a:p>
            <a:pPr indent="-285750" lvl="0" marL="457200" marR="80426" rtl="0" algn="l">
              <a:lnSpc>
                <a:spcPct val="115000"/>
              </a:lnSpc>
              <a:spcBef>
                <a:spcPts val="1006"/>
              </a:spcBef>
              <a:spcAft>
                <a:spcPts val="1000"/>
              </a:spcAft>
              <a:buClr>
                <a:schemeClr val="accent1"/>
              </a:buClr>
              <a:buSzPts val="900"/>
              <a:buFont typeface="Lato"/>
              <a:buChar char="●"/>
            </a:pPr>
            <a:r>
              <a:rPr b="1" lang="en" sz="900">
                <a:latin typeface="Lato"/>
                <a:ea typeface="Lato"/>
                <a:cs typeface="Lato"/>
                <a:sym typeface="Lato"/>
              </a:rPr>
              <a:t>Output Templates: </a:t>
            </a:r>
            <a:r>
              <a:rPr lang="en" sz="900">
                <a:latin typeface="Lato"/>
                <a:ea typeface="Lato"/>
                <a:cs typeface="Lato"/>
                <a:sym typeface="Lato"/>
              </a:rPr>
              <a:t>Blueprints for components and navigation flows.</a:t>
            </a:r>
            <a:endParaRPr sz="900">
              <a:latin typeface="Lato"/>
              <a:ea typeface="Lato"/>
              <a:cs typeface="Lato"/>
              <a:sym typeface="Lato"/>
            </a:endParaRPr>
          </a:p>
        </p:txBody>
      </p:sp>
      <p:sp>
        <p:nvSpPr>
          <p:cNvPr id="2898" name="Google Shape;2898;p595"/>
          <p:cNvSpPr/>
          <p:nvPr/>
        </p:nvSpPr>
        <p:spPr>
          <a:xfrm>
            <a:off x="4776325" y="1768900"/>
            <a:ext cx="3677400" cy="2943000"/>
          </a:xfrm>
          <a:prstGeom prst="roundRect">
            <a:avLst>
              <a:gd fmla="val 0" name="adj"/>
            </a:avLst>
          </a:prstGeom>
          <a:solidFill>
            <a:srgbClr val="DBEAFE"/>
          </a:solidFill>
          <a:ln>
            <a:noFill/>
          </a:ln>
        </p:spPr>
        <p:txBody>
          <a:bodyPr anchorCtr="0" anchor="t" bIns="92000" lIns="92000" spcFirstLastPara="1" rIns="92000" wrap="square" tIns="92000">
            <a:noAutofit/>
          </a:bodyPr>
          <a:lstStyle/>
          <a:p>
            <a:pPr indent="0" lvl="0" marL="171450" rtl="0" algn="l">
              <a:spcBef>
                <a:spcPts val="0"/>
              </a:spcBef>
              <a:spcAft>
                <a:spcPts val="0"/>
              </a:spcAft>
              <a:buClr>
                <a:srgbClr val="000000"/>
              </a:buClr>
              <a:buSzPts val="1006"/>
              <a:buFont typeface="Poppins SemiBold"/>
              <a:buNone/>
            </a:pPr>
            <a:r>
              <a:t/>
            </a:r>
            <a:endParaRPr sz="1715">
              <a:solidFill>
                <a:srgbClr val="1241B0"/>
              </a:solidFill>
              <a:latin typeface="Poppins Medium"/>
              <a:ea typeface="Poppins Medium"/>
              <a:cs typeface="Poppins Medium"/>
              <a:sym typeface="Poppins Medium"/>
            </a:endParaRPr>
          </a:p>
          <a:p>
            <a:pPr indent="0" lvl="0" marL="171450" rtl="0" algn="l">
              <a:spcBef>
                <a:spcPts val="0"/>
              </a:spcBef>
              <a:spcAft>
                <a:spcPts val="0"/>
              </a:spcAft>
              <a:buClr>
                <a:srgbClr val="000000"/>
              </a:buClr>
              <a:buSzPts val="1006"/>
              <a:buFont typeface="Poppins SemiBold"/>
              <a:buNone/>
            </a:pPr>
            <a:r>
              <a:rPr lang="en" sz="1715">
                <a:solidFill>
                  <a:srgbClr val="1241B0"/>
                </a:solidFill>
                <a:latin typeface="Poppins Medium"/>
                <a:ea typeface="Poppins Medium"/>
                <a:cs typeface="Poppins Medium"/>
                <a:sym typeface="Poppins Medium"/>
              </a:rPr>
              <a:t>The ROI</a:t>
            </a:r>
            <a:endParaRPr sz="1715">
              <a:solidFill>
                <a:srgbClr val="1241B0"/>
              </a:solidFill>
              <a:latin typeface="Poppins Medium"/>
              <a:ea typeface="Poppins Medium"/>
              <a:cs typeface="Poppins Medium"/>
              <a:sym typeface="Poppins Medium"/>
            </a:endParaRPr>
          </a:p>
          <a:p>
            <a:pPr indent="0" lvl="0" marL="171450" rtl="0" algn="l">
              <a:lnSpc>
                <a:spcPct val="115000"/>
              </a:lnSpc>
              <a:spcBef>
                <a:spcPts val="1006"/>
              </a:spcBef>
              <a:spcAft>
                <a:spcPts val="0"/>
              </a:spcAft>
              <a:buNone/>
            </a:pPr>
            <a:r>
              <a:rPr lang="en" sz="900">
                <a:latin typeface="Lato"/>
                <a:ea typeface="Lato"/>
                <a:cs typeface="Lato"/>
                <a:sym typeface="Lato"/>
              </a:rPr>
              <a:t>Your Prompt Pack becomes a tool-agnostic asset that secures your product logic:</a:t>
            </a:r>
            <a:endParaRPr sz="900">
              <a:latin typeface="Lato"/>
              <a:ea typeface="Lato"/>
              <a:cs typeface="Lato"/>
              <a:sym typeface="Lato"/>
            </a:endParaRPr>
          </a:p>
          <a:p>
            <a:pPr indent="-285750" lvl="0" marL="457200" rtl="0" algn="l">
              <a:lnSpc>
                <a:spcPct val="115000"/>
              </a:lnSpc>
              <a:spcBef>
                <a:spcPts val="1006"/>
              </a:spcBef>
              <a:spcAft>
                <a:spcPts val="0"/>
              </a:spcAft>
              <a:buClr>
                <a:schemeClr val="accent1"/>
              </a:buClr>
              <a:buSzPts val="900"/>
              <a:buFont typeface="Lato"/>
              <a:buChar char="●"/>
            </a:pPr>
            <a:r>
              <a:rPr b="1" lang="en" sz="900">
                <a:latin typeface="Lato"/>
                <a:ea typeface="Lato"/>
                <a:cs typeface="Lato"/>
                <a:sym typeface="Lato"/>
              </a:rPr>
              <a:t>Cross-Tool Portability:</a:t>
            </a:r>
            <a:r>
              <a:rPr lang="en" sz="900">
                <a:latin typeface="Lato"/>
                <a:ea typeface="Lato"/>
                <a:cs typeface="Lato"/>
                <a:sym typeface="Lato"/>
              </a:rPr>
              <a:t> Move between vibe coding tools without losing your core </a:t>
            </a:r>
            <a:r>
              <a:rPr lang="en" sz="900">
                <a:latin typeface="Lato"/>
                <a:ea typeface="Lato"/>
                <a:cs typeface="Lato"/>
                <a:sym typeface="Lato"/>
              </a:rPr>
              <a:t>logic. </a:t>
            </a:r>
            <a:endParaRPr sz="900">
              <a:latin typeface="Lato"/>
              <a:ea typeface="Lato"/>
              <a:cs typeface="Lato"/>
              <a:sym typeface="Lato"/>
            </a:endParaRPr>
          </a:p>
          <a:p>
            <a:pPr indent="-285750" lvl="0" marL="457200" rtl="0" algn="l">
              <a:lnSpc>
                <a:spcPct val="115000"/>
              </a:lnSpc>
              <a:spcBef>
                <a:spcPts val="1000"/>
              </a:spcBef>
              <a:spcAft>
                <a:spcPts val="0"/>
              </a:spcAft>
              <a:buClr>
                <a:schemeClr val="accent1"/>
              </a:buClr>
              <a:buSzPts val="900"/>
              <a:buFont typeface="Lato"/>
              <a:buChar char="●"/>
            </a:pPr>
            <a:r>
              <a:rPr b="1" lang="en" sz="900">
                <a:latin typeface="Lato"/>
                <a:ea typeface="Lato"/>
                <a:cs typeface="Lato"/>
                <a:sym typeface="Lato"/>
              </a:rPr>
              <a:t>Guaranteed Reproducibility:</a:t>
            </a:r>
            <a:r>
              <a:rPr lang="en" sz="900">
                <a:latin typeface="Lato"/>
                <a:ea typeface="Lato"/>
                <a:cs typeface="Lato"/>
                <a:sym typeface="Lato"/>
              </a:rPr>
              <a:t> Anyone can run your pack and get the exact same professional result.</a:t>
            </a:r>
            <a:endParaRPr sz="900">
              <a:latin typeface="Lato"/>
              <a:ea typeface="Lato"/>
              <a:cs typeface="Lato"/>
              <a:sym typeface="Lato"/>
            </a:endParaRPr>
          </a:p>
          <a:p>
            <a:pPr indent="-285750" lvl="0" marL="457200" rtl="0" algn="l">
              <a:lnSpc>
                <a:spcPct val="115000"/>
              </a:lnSpc>
              <a:spcBef>
                <a:spcPts val="1006"/>
              </a:spcBef>
              <a:spcAft>
                <a:spcPts val="0"/>
              </a:spcAft>
              <a:buClr>
                <a:schemeClr val="accent1"/>
              </a:buClr>
              <a:buSzPts val="900"/>
              <a:buFont typeface="Lato"/>
              <a:buChar char="●"/>
            </a:pPr>
            <a:r>
              <a:rPr b="1" lang="en" sz="900">
                <a:latin typeface="Lato"/>
                <a:ea typeface="Lato"/>
                <a:cs typeface="Lato"/>
                <a:sym typeface="Lato"/>
              </a:rPr>
              <a:t>Cumulative Precision</a:t>
            </a:r>
            <a:r>
              <a:rPr lang="en" sz="900">
                <a:latin typeface="Lato"/>
                <a:ea typeface="Lato"/>
                <a:cs typeface="Lato"/>
                <a:sym typeface="Lato"/>
              </a:rPr>
              <a:t>: Every refined constraint becomes a permanent, reusable Skill.</a:t>
            </a:r>
            <a:endParaRPr sz="900">
              <a:latin typeface="Lato"/>
              <a:ea typeface="Lato"/>
              <a:cs typeface="Lato"/>
              <a:sym typeface="Lato"/>
            </a:endParaRPr>
          </a:p>
          <a:p>
            <a:pPr indent="0" lvl="0" marL="171450" rtl="0" algn="l">
              <a:lnSpc>
                <a:spcPct val="115000"/>
              </a:lnSpc>
              <a:spcBef>
                <a:spcPts val="1006"/>
              </a:spcBef>
              <a:spcAft>
                <a:spcPts val="1006"/>
              </a:spcAft>
              <a:buNone/>
            </a:pPr>
            <a:r>
              <a:t/>
            </a:r>
            <a:endParaRPr sz="956">
              <a:latin typeface="Lato"/>
              <a:ea typeface="Lato"/>
              <a:cs typeface="Lato"/>
              <a:sym typeface="Lato"/>
            </a:endParaRPr>
          </a:p>
        </p:txBody>
      </p:sp>
      <p:sp>
        <p:nvSpPr>
          <p:cNvPr id="2899" name="Google Shape;2899;p595"/>
          <p:cNvSpPr txBox="1"/>
          <p:nvPr/>
        </p:nvSpPr>
        <p:spPr>
          <a:xfrm>
            <a:off x="457200" y="779990"/>
            <a:ext cx="8229600" cy="393900"/>
          </a:xfrm>
          <a:prstGeom prst="rect">
            <a:avLst/>
          </a:prstGeom>
          <a:noFill/>
          <a:ln>
            <a:noFill/>
          </a:ln>
        </p:spPr>
        <p:txBody>
          <a:bodyPr anchorCtr="0" anchor="ctr" bIns="0" lIns="0" spcFirstLastPara="1" rIns="0" wrap="square" tIns="0">
            <a:spAutoFit/>
          </a:bodyPr>
          <a:lstStyle/>
          <a:p>
            <a:pPr indent="0" lvl="0" marL="0" rtl="0" algn="l">
              <a:lnSpc>
                <a:spcPct val="80000"/>
              </a:lnSpc>
              <a:spcBef>
                <a:spcPts val="0"/>
              </a:spcBef>
              <a:spcAft>
                <a:spcPts val="0"/>
              </a:spcAft>
              <a:buNone/>
            </a:pPr>
            <a:r>
              <a:rPr lang="en" sz="3200">
                <a:solidFill>
                  <a:srgbClr val="FFFFFF"/>
                </a:solidFill>
                <a:latin typeface="Poppins Medium"/>
                <a:ea typeface="Poppins Medium"/>
                <a:cs typeface="Poppins Medium"/>
                <a:sym typeface="Poppins Medium"/>
              </a:rPr>
              <a:t>Living Prompt Packs</a:t>
            </a:r>
            <a:endParaRPr sz="3200">
              <a:solidFill>
                <a:srgbClr val="FFFFFF"/>
              </a:solidFill>
              <a:latin typeface="Poppins Medium"/>
              <a:ea typeface="Poppins Medium"/>
              <a:cs typeface="Poppins Medium"/>
              <a:sym typeface="Poppins Medium"/>
            </a:endParaRPr>
          </a:p>
        </p:txBody>
      </p:sp>
      <p:sp>
        <p:nvSpPr>
          <p:cNvPr id="2900" name="Google Shape;2900;p595"/>
          <p:cNvSpPr/>
          <p:nvPr/>
        </p:nvSpPr>
        <p:spPr>
          <a:xfrm>
            <a:off x="690250" y="4381500"/>
            <a:ext cx="7763400" cy="825300"/>
          </a:xfrm>
          <a:prstGeom prst="round2SameRect">
            <a:avLst>
              <a:gd fmla="val 0" name="adj1"/>
              <a:gd fmla="val 50000" name="adj2"/>
            </a:avLst>
          </a:prstGeom>
          <a:solidFill>
            <a:srgbClr val="1241AF"/>
          </a:solidFill>
          <a:ln>
            <a:noFill/>
          </a:ln>
        </p:spPr>
        <p:txBody>
          <a:bodyPr anchorCtr="0" anchor="ctr" bIns="0" lIns="65350" spcFirstLastPara="1" rIns="65350" wrap="square" tIns="65350">
            <a:noAutofit/>
          </a:bodyPr>
          <a:lstStyle/>
          <a:p>
            <a:pPr indent="0" lvl="0" marL="0" marR="0" rtl="0" algn="ctr">
              <a:lnSpc>
                <a:spcPct val="115000"/>
              </a:lnSpc>
              <a:spcBef>
                <a:spcPts val="0"/>
              </a:spcBef>
              <a:spcAft>
                <a:spcPts val="0"/>
              </a:spcAft>
              <a:buNone/>
            </a:pPr>
            <a:r>
              <a:rPr lang="en" sz="814">
                <a:solidFill>
                  <a:srgbClr val="FFFFFF"/>
                </a:solidFill>
                <a:latin typeface="Poppins SemiBold"/>
                <a:ea typeface="Poppins SemiBold"/>
                <a:cs typeface="Poppins SemiBold"/>
                <a:sym typeface="Poppins SemiBold"/>
              </a:rPr>
              <a:t>TAKEAWAY</a:t>
            </a:r>
            <a:endParaRPr sz="814">
              <a:solidFill>
                <a:srgbClr val="FFFFFF"/>
              </a:solidFill>
              <a:latin typeface="Poppins SemiBold"/>
              <a:ea typeface="Poppins SemiBold"/>
              <a:cs typeface="Poppins SemiBold"/>
              <a:sym typeface="Poppins SemiBold"/>
            </a:endParaRPr>
          </a:p>
          <a:p>
            <a:pPr indent="0" lvl="0" marL="0" marR="0" rtl="0" algn="ctr">
              <a:lnSpc>
                <a:spcPct val="115000"/>
              </a:lnSpc>
              <a:spcBef>
                <a:spcPts val="0"/>
              </a:spcBef>
              <a:spcAft>
                <a:spcPts val="0"/>
              </a:spcAft>
              <a:buNone/>
            </a:pPr>
            <a:r>
              <a:rPr lang="en" sz="714">
                <a:solidFill>
                  <a:srgbClr val="FFFFFF"/>
                </a:solidFill>
                <a:latin typeface="IBM Plex Mono"/>
                <a:ea typeface="IBM Plex Mono"/>
                <a:cs typeface="IBM Plex Mono"/>
                <a:sym typeface="IBM Plex Mono"/>
              </a:rPr>
              <a:t>In Module 1, you learned that AI Skills exist—now, you are architecting them yourself. You no longer shop for solutions or wait for a marketplace; you drive the execution from scratch.</a:t>
            </a:r>
            <a:endParaRPr sz="714">
              <a:solidFill>
                <a:srgbClr val="FFFFFF"/>
              </a:solidFill>
              <a:latin typeface="IBM Plex Mono"/>
              <a:ea typeface="IBM Plex Mono"/>
              <a:cs typeface="IBM Plex Mono"/>
              <a:sym typeface="IBM Plex Mono"/>
            </a:endParaRPr>
          </a:p>
        </p:txBody>
      </p:sp>
      <p:sp>
        <p:nvSpPr>
          <p:cNvPr id="2901" name="Google Shape;2901;p595"/>
          <p:cNvSpPr txBox="1"/>
          <p:nvPr/>
        </p:nvSpPr>
        <p:spPr>
          <a:xfrm>
            <a:off x="457200" y="423079"/>
            <a:ext cx="3661500" cy="2463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en" sz="1600">
                <a:solidFill>
                  <a:srgbClr val="60A5FA"/>
                </a:solidFill>
                <a:latin typeface="Poppins SemiBold"/>
                <a:ea typeface="Poppins SemiBold"/>
                <a:cs typeface="Poppins SemiBold"/>
                <a:sym typeface="Poppins SemiBold"/>
              </a:rPr>
              <a:t>Your Product Skill File </a:t>
            </a:r>
            <a:endParaRPr sz="1600">
              <a:solidFill>
                <a:srgbClr val="60A5FA"/>
              </a:solidFill>
              <a:latin typeface="Poppins SemiBold"/>
              <a:ea typeface="Poppins SemiBold"/>
              <a:cs typeface="Poppins SemiBold"/>
              <a:sym typeface="Poppins SemiBo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5" name="Shape 2905"/>
        <p:cNvGrpSpPr/>
        <p:nvPr/>
      </p:nvGrpSpPr>
      <p:grpSpPr>
        <a:xfrm>
          <a:off x="0" y="0"/>
          <a:ext cx="0" cy="0"/>
          <a:chOff x="0" y="0"/>
          <a:chExt cx="0" cy="0"/>
        </a:xfrm>
      </p:grpSpPr>
      <p:pic>
        <p:nvPicPr>
          <p:cNvPr id="2906" name="Google Shape;2906;p596" title="BG.png"/>
          <p:cNvPicPr preferRelativeResize="0"/>
          <p:nvPr/>
        </p:nvPicPr>
        <p:blipFill>
          <a:blip r:embed="rId4">
            <a:alphaModFix amt="55000"/>
          </a:blip>
          <a:stretch>
            <a:fillRect/>
          </a:stretch>
        </p:blipFill>
        <p:spPr>
          <a:xfrm>
            <a:off x="0" y="0"/>
            <a:ext cx="9144000" cy="5715001"/>
          </a:xfrm>
          <a:prstGeom prst="rect">
            <a:avLst/>
          </a:prstGeom>
          <a:noFill/>
          <a:ln>
            <a:noFill/>
          </a:ln>
        </p:spPr>
      </p:pic>
      <p:sp>
        <p:nvSpPr>
          <p:cNvPr id="2907" name="Google Shape;2907;p596"/>
          <p:cNvSpPr/>
          <p:nvPr/>
        </p:nvSpPr>
        <p:spPr>
          <a:xfrm>
            <a:off x="317500" y="3540597"/>
            <a:ext cx="1474500" cy="5460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908" name="Google Shape;2908;p596"/>
          <p:cNvSpPr/>
          <p:nvPr/>
        </p:nvSpPr>
        <p:spPr>
          <a:xfrm>
            <a:off x="317500" y="2784647"/>
            <a:ext cx="1474500" cy="5460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909" name="Google Shape;2909;p596"/>
          <p:cNvSpPr/>
          <p:nvPr/>
        </p:nvSpPr>
        <p:spPr>
          <a:xfrm>
            <a:off x="282825" y="1025178"/>
            <a:ext cx="1017900" cy="179400"/>
          </a:xfrm>
          <a:prstGeom prst="roundRect">
            <a:avLst>
              <a:gd fmla="val 20366" name="adj"/>
            </a:avLst>
          </a:prstGeom>
          <a:solidFill>
            <a:schemeClr val="accent1"/>
          </a:solidFill>
          <a:ln>
            <a:noFill/>
          </a:ln>
        </p:spPr>
        <p:txBody>
          <a:bodyPr anchorCtr="0" anchor="ctr" bIns="77900" lIns="77900" spcFirstLastPara="1" rIns="77900" wrap="square" tIns="77900">
            <a:noAutofit/>
          </a:bodyPr>
          <a:lstStyle/>
          <a:p>
            <a:pPr indent="0" lvl="0" marL="0" rtl="0" algn="l">
              <a:spcBef>
                <a:spcPts val="0"/>
              </a:spcBef>
              <a:spcAft>
                <a:spcPts val="0"/>
              </a:spcAft>
              <a:buNone/>
            </a:pPr>
            <a:r>
              <a:t/>
            </a:r>
            <a:endParaRPr/>
          </a:p>
        </p:txBody>
      </p:sp>
      <p:sp>
        <p:nvSpPr>
          <p:cNvPr id="2910" name="Google Shape;2910;p596"/>
          <p:cNvSpPr/>
          <p:nvPr/>
        </p:nvSpPr>
        <p:spPr>
          <a:xfrm>
            <a:off x="347950" y="1057750"/>
            <a:ext cx="952800" cy="114300"/>
          </a:xfrm>
          <a:prstGeom prst="rect">
            <a:avLst/>
          </a:prstGeom>
          <a:noFill/>
          <a:ln>
            <a:noFill/>
          </a:ln>
        </p:spPr>
        <p:txBody>
          <a:bodyPr anchorCtr="0" anchor="t" bIns="0" lIns="0" spcFirstLastPara="1" rIns="0" wrap="square" tIns="0">
            <a:noAutofit/>
          </a:bodyPr>
          <a:lstStyle/>
          <a:p>
            <a:pPr indent="0" lvl="0" marL="0" marR="0" rtl="0" algn="l">
              <a:lnSpc>
                <a:spcPct val="131250"/>
              </a:lnSpc>
              <a:spcBef>
                <a:spcPts val="0"/>
              </a:spcBef>
              <a:spcAft>
                <a:spcPts val="0"/>
              </a:spcAft>
              <a:buClr>
                <a:srgbClr val="52586B"/>
              </a:buClr>
              <a:buSzPts val="682"/>
              <a:buFont typeface="Funnel Sans"/>
              <a:buNone/>
            </a:pPr>
            <a:r>
              <a:rPr i="0" lang="en" sz="681" u="none" cap="none" strike="noStrike">
                <a:solidFill>
                  <a:schemeClr val="lt1"/>
                </a:solidFill>
                <a:latin typeface="Poppins SemiBold"/>
                <a:ea typeface="Poppins SemiBold"/>
                <a:cs typeface="Poppins SemiBold"/>
                <a:sym typeface="Poppins SemiBold"/>
              </a:rPr>
              <a:t>MODULE </a:t>
            </a:r>
            <a:r>
              <a:rPr lang="en" sz="681">
                <a:solidFill>
                  <a:schemeClr val="lt1"/>
                </a:solidFill>
                <a:latin typeface="Poppins SemiBold"/>
                <a:ea typeface="Poppins SemiBold"/>
                <a:cs typeface="Poppins SemiBold"/>
                <a:sym typeface="Poppins SemiBold"/>
              </a:rPr>
              <a:t>3</a:t>
            </a:r>
            <a:r>
              <a:rPr lang="en" sz="681">
                <a:solidFill>
                  <a:schemeClr val="lt1"/>
                </a:solidFill>
                <a:latin typeface="Poppins SemiBold"/>
                <a:ea typeface="Poppins SemiBold"/>
                <a:cs typeface="Poppins SemiBold"/>
                <a:sym typeface="Poppins SemiBold"/>
              </a:rPr>
              <a:t> </a:t>
            </a:r>
            <a:r>
              <a:rPr i="0" lang="en" sz="681" u="none" cap="none" strike="noStrike">
                <a:solidFill>
                  <a:schemeClr val="lt1"/>
                </a:solidFill>
                <a:latin typeface="Poppins SemiBold"/>
                <a:ea typeface="Poppins SemiBold"/>
                <a:cs typeface="Poppins SemiBold"/>
                <a:sym typeface="Poppins SemiBold"/>
              </a:rPr>
              <a:t>COMPLETE</a:t>
            </a:r>
            <a:endParaRPr i="0" sz="681" u="none" cap="none" strike="noStrike">
              <a:solidFill>
                <a:schemeClr val="lt1"/>
              </a:solidFill>
              <a:latin typeface="Poppins SemiBold"/>
              <a:ea typeface="Poppins SemiBold"/>
              <a:cs typeface="Poppins SemiBold"/>
              <a:sym typeface="Poppins SemiBold"/>
            </a:endParaRPr>
          </a:p>
        </p:txBody>
      </p:sp>
      <p:sp>
        <p:nvSpPr>
          <p:cNvPr id="2911" name="Google Shape;2911;p596"/>
          <p:cNvSpPr/>
          <p:nvPr/>
        </p:nvSpPr>
        <p:spPr>
          <a:xfrm>
            <a:off x="282825" y="469551"/>
            <a:ext cx="7933200" cy="339600"/>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Clr>
                <a:srgbClr val="373B48"/>
              </a:buClr>
              <a:buSzPts val="2130"/>
              <a:buFont typeface="Mona Sans"/>
              <a:buNone/>
            </a:pPr>
            <a:r>
              <a:rPr i="0" lang="en" sz="3230" u="none" cap="none" strike="noStrike">
                <a:latin typeface="Poppins Medium"/>
                <a:ea typeface="Poppins Medium"/>
                <a:cs typeface="Poppins Medium"/>
                <a:sym typeface="Poppins Medium"/>
              </a:rPr>
              <a:t>What You Accomplished Today</a:t>
            </a:r>
            <a:endParaRPr i="0" sz="3230" u="none" cap="none" strike="noStrike">
              <a:latin typeface="Poppins Medium"/>
              <a:ea typeface="Poppins Medium"/>
              <a:cs typeface="Poppins Medium"/>
              <a:sym typeface="Poppins Medium"/>
            </a:endParaRPr>
          </a:p>
        </p:txBody>
      </p:sp>
      <p:sp>
        <p:nvSpPr>
          <p:cNvPr id="2912" name="Google Shape;2912;p596"/>
          <p:cNvSpPr/>
          <p:nvPr/>
        </p:nvSpPr>
        <p:spPr>
          <a:xfrm>
            <a:off x="1464969" y="1032809"/>
            <a:ext cx="8572500" cy="114300"/>
          </a:xfrm>
          <a:prstGeom prst="rect">
            <a:avLst/>
          </a:prstGeom>
          <a:noFill/>
          <a:ln>
            <a:noFill/>
          </a:ln>
        </p:spPr>
        <p:txBody>
          <a:bodyPr anchorCtr="0" anchor="t" bIns="0" lIns="0" spcFirstLastPara="1" rIns="0" wrap="square" tIns="0">
            <a:noAutofit/>
          </a:bodyPr>
          <a:lstStyle/>
          <a:p>
            <a:pPr indent="0" lvl="0" marL="0" marR="0" rtl="0" algn="l">
              <a:lnSpc>
                <a:spcPct val="131250"/>
              </a:lnSpc>
              <a:spcBef>
                <a:spcPts val="0"/>
              </a:spcBef>
              <a:spcAft>
                <a:spcPts val="0"/>
              </a:spcAft>
              <a:buClr>
                <a:srgbClr val="52586B"/>
              </a:buClr>
              <a:buSzPts val="682"/>
              <a:buFont typeface="Funnel Sans"/>
              <a:buNone/>
            </a:pPr>
            <a:r>
              <a:rPr b="1" lang="en" sz="1100">
                <a:solidFill>
                  <a:schemeClr val="accent1"/>
                </a:solidFill>
                <a:latin typeface="Lato"/>
                <a:ea typeface="Lato"/>
                <a:cs typeface="Lato"/>
                <a:sym typeface="Lato"/>
              </a:rPr>
              <a:t>The Operational Pivot</a:t>
            </a:r>
            <a:r>
              <a:rPr b="1" i="0" lang="en" sz="1100" u="none" cap="none" strike="noStrike">
                <a:solidFill>
                  <a:schemeClr val="accent1"/>
                </a:solidFill>
                <a:latin typeface="Lato"/>
                <a:ea typeface="Lato"/>
                <a:cs typeface="Lato"/>
                <a:sym typeface="Lato"/>
              </a:rPr>
              <a:t> — </a:t>
            </a:r>
            <a:r>
              <a:rPr b="1" lang="en" sz="1100">
                <a:solidFill>
                  <a:schemeClr val="accent1"/>
                </a:solidFill>
                <a:latin typeface="Lato"/>
                <a:ea typeface="Lato"/>
                <a:cs typeface="Lato"/>
                <a:sym typeface="Lato"/>
              </a:rPr>
              <a:t>From Instinct to Architecture</a:t>
            </a:r>
            <a:r>
              <a:rPr b="1" i="0" lang="en" sz="1100" u="none" cap="none" strike="noStrike">
                <a:latin typeface="Lato"/>
                <a:ea typeface="Lato"/>
                <a:cs typeface="Lato"/>
                <a:sym typeface="Lato"/>
              </a:rPr>
              <a:t> |</a:t>
            </a:r>
            <a:r>
              <a:rPr i="0" lang="en" sz="1100" u="none" cap="none" strike="noStrike">
                <a:latin typeface="Lato"/>
                <a:ea typeface="Lato"/>
                <a:cs typeface="Lato"/>
                <a:sym typeface="Lato"/>
              </a:rPr>
              <a:t> Vibe Coding Certification</a:t>
            </a:r>
            <a:endParaRPr i="0" sz="1100" u="none" cap="none" strike="noStrike">
              <a:latin typeface="Lato"/>
              <a:ea typeface="Lato"/>
              <a:cs typeface="Lato"/>
              <a:sym typeface="Lato"/>
            </a:endParaRPr>
          </a:p>
        </p:txBody>
      </p:sp>
      <p:sp>
        <p:nvSpPr>
          <p:cNvPr id="2913" name="Google Shape;2913;p596"/>
          <p:cNvSpPr/>
          <p:nvPr/>
        </p:nvSpPr>
        <p:spPr>
          <a:xfrm>
            <a:off x="321969" y="1753011"/>
            <a:ext cx="1630500" cy="203700"/>
          </a:xfrm>
          <a:prstGeom prst="rect">
            <a:avLst/>
          </a:prstGeom>
          <a:noFill/>
          <a:ln>
            <a:noFill/>
          </a:ln>
        </p:spPr>
        <p:txBody>
          <a:bodyPr anchorCtr="0" anchor="t" bIns="0" lIns="0" spcFirstLastPara="1" rIns="0" wrap="square" tIns="0">
            <a:noAutofit/>
          </a:bodyPr>
          <a:lstStyle/>
          <a:p>
            <a:pPr indent="0" lvl="0" marL="0" marR="0" rtl="0" algn="l">
              <a:lnSpc>
                <a:spcPct val="123333"/>
              </a:lnSpc>
              <a:spcBef>
                <a:spcPts val="0"/>
              </a:spcBef>
              <a:spcAft>
                <a:spcPts val="0"/>
              </a:spcAft>
              <a:buClr>
                <a:srgbClr val="373B48"/>
              </a:buClr>
              <a:buSzPts val="1278"/>
              <a:buFont typeface="Mona Sans"/>
              <a:buNone/>
            </a:pPr>
            <a:r>
              <a:rPr i="0" lang="en" sz="1278" u="none" cap="none" strike="noStrike">
                <a:solidFill>
                  <a:schemeClr val="accent1"/>
                </a:solidFill>
                <a:latin typeface="Poppins Medium"/>
                <a:ea typeface="Poppins Medium"/>
                <a:cs typeface="Poppins Medium"/>
                <a:sym typeface="Poppins Medium"/>
              </a:rPr>
              <a:t>The Numbers</a:t>
            </a:r>
            <a:endParaRPr i="0" sz="1278" u="none" cap="none" strike="noStrike">
              <a:solidFill>
                <a:schemeClr val="accent1"/>
              </a:solidFill>
              <a:latin typeface="Poppins Medium"/>
              <a:ea typeface="Poppins Medium"/>
              <a:cs typeface="Poppins Medium"/>
              <a:sym typeface="Poppins Medium"/>
            </a:endParaRPr>
          </a:p>
        </p:txBody>
      </p:sp>
      <p:sp>
        <p:nvSpPr>
          <p:cNvPr id="2914" name="Google Shape;2914;p596"/>
          <p:cNvSpPr/>
          <p:nvPr/>
        </p:nvSpPr>
        <p:spPr>
          <a:xfrm>
            <a:off x="1937300" y="2164002"/>
            <a:ext cx="2150100" cy="324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2586B"/>
              </a:buClr>
              <a:buSzPts val="852"/>
              <a:buFont typeface="Funnel Sans"/>
              <a:buNone/>
            </a:pPr>
            <a:r>
              <a:rPr lang="en" sz="900">
                <a:solidFill>
                  <a:srgbClr val="52586B"/>
                </a:solidFill>
                <a:latin typeface="Lato"/>
                <a:ea typeface="Lato"/>
                <a:cs typeface="Lato"/>
                <a:sym typeface="Lato"/>
              </a:rPr>
              <a:t>You replaced the AI guessing with a 3-step sequence: Expand, Behavior, and Refine to scale your build.</a:t>
            </a:r>
            <a:endParaRPr i="0" sz="900" u="none" cap="none" strike="noStrike">
              <a:latin typeface="Lato"/>
              <a:ea typeface="Lato"/>
              <a:cs typeface="Lato"/>
              <a:sym typeface="Lato"/>
            </a:endParaRPr>
          </a:p>
        </p:txBody>
      </p:sp>
      <p:sp>
        <p:nvSpPr>
          <p:cNvPr id="2915" name="Google Shape;2915;p596"/>
          <p:cNvSpPr/>
          <p:nvPr/>
        </p:nvSpPr>
        <p:spPr>
          <a:xfrm>
            <a:off x="4531282" y="1753011"/>
            <a:ext cx="1630500" cy="203700"/>
          </a:xfrm>
          <a:prstGeom prst="rect">
            <a:avLst/>
          </a:prstGeom>
          <a:noFill/>
          <a:ln>
            <a:noFill/>
          </a:ln>
        </p:spPr>
        <p:txBody>
          <a:bodyPr anchorCtr="0" anchor="t" bIns="0" lIns="0" spcFirstLastPara="1" rIns="0" wrap="square" tIns="0">
            <a:noAutofit/>
          </a:bodyPr>
          <a:lstStyle/>
          <a:p>
            <a:pPr indent="0" lvl="0" marL="0" marR="0" rtl="0" algn="l">
              <a:lnSpc>
                <a:spcPct val="123333"/>
              </a:lnSpc>
              <a:spcBef>
                <a:spcPts val="0"/>
              </a:spcBef>
              <a:spcAft>
                <a:spcPts val="0"/>
              </a:spcAft>
              <a:buClr>
                <a:srgbClr val="373B48"/>
              </a:buClr>
              <a:buSzPts val="1278"/>
              <a:buFont typeface="Mona Sans"/>
              <a:buNone/>
            </a:pPr>
            <a:r>
              <a:rPr i="0" lang="en" sz="1278" u="none" cap="none" strike="noStrike">
                <a:solidFill>
                  <a:schemeClr val="accent1"/>
                </a:solidFill>
                <a:latin typeface="Poppins Medium"/>
                <a:ea typeface="Poppins Medium"/>
                <a:cs typeface="Poppins Medium"/>
                <a:sym typeface="Poppins Medium"/>
              </a:rPr>
              <a:t>The Shifts</a:t>
            </a:r>
            <a:endParaRPr i="0" sz="1278" u="none" cap="none" strike="noStrike">
              <a:solidFill>
                <a:schemeClr val="accent1"/>
              </a:solidFill>
              <a:latin typeface="Poppins Medium"/>
              <a:ea typeface="Poppins Medium"/>
              <a:cs typeface="Poppins Medium"/>
              <a:sym typeface="Poppins Medium"/>
            </a:endParaRPr>
          </a:p>
        </p:txBody>
      </p:sp>
      <p:sp>
        <p:nvSpPr>
          <p:cNvPr id="2916" name="Google Shape;2916;p596"/>
          <p:cNvSpPr/>
          <p:nvPr/>
        </p:nvSpPr>
        <p:spPr>
          <a:xfrm>
            <a:off x="4531275" y="2126650"/>
            <a:ext cx="4155600" cy="911400"/>
          </a:xfrm>
          <a:prstGeom prst="roundRect">
            <a:avLst>
              <a:gd fmla="val 6838" name="adj"/>
            </a:avLst>
          </a:prstGeom>
          <a:solidFill>
            <a:srgbClr val="FFFFFF">
              <a:alpha val="94900"/>
            </a:srgbClr>
          </a:solidFill>
          <a:ln cap="flat" cmpd="sng" w="12950">
            <a:solidFill>
              <a:schemeClr val="accent1"/>
            </a:solidFill>
            <a:prstDash val="solid"/>
            <a:round/>
            <a:headEnd len="sm" w="sm" type="none"/>
            <a:tailEnd len="sm" w="sm" type="none"/>
          </a:ln>
        </p:spPr>
        <p:txBody>
          <a:bodyPr anchorCtr="0" anchor="ctr" bIns="77900" lIns="77900" spcFirstLastPara="1" rIns="77900" wrap="square" tIns="77900">
            <a:noAutofit/>
          </a:bodyPr>
          <a:lstStyle/>
          <a:p>
            <a:pPr indent="0" lvl="0" marL="0" rtl="0" algn="l">
              <a:spcBef>
                <a:spcPts val="0"/>
              </a:spcBef>
              <a:spcAft>
                <a:spcPts val="0"/>
              </a:spcAft>
              <a:buNone/>
            </a:pPr>
            <a:r>
              <a:t/>
            </a:r>
            <a:endParaRPr/>
          </a:p>
        </p:txBody>
      </p:sp>
      <p:sp>
        <p:nvSpPr>
          <p:cNvPr id="2917" name="Google Shape;2917;p596"/>
          <p:cNvSpPr/>
          <p:nvPr/>
        </p:nvSpPr>
        <p:spPr>
          <a:xfrm>
            <a:off x="4518298" y="2126641"/>
            <a:ext cx="51600" cy="911400"/>
          </a:xfrm>
          <a:prstGeom prst="roundRect">
            <a:avLst>
              <a:gd fmla="val 87907" name="adj"/>
            </a:avLst>
          </a:prstGeom>
          <a:solidFill>
            <a:schemeClr val="accent1"/>
          </a:solidFill>
          <a:ln>
            <a:noFill/>
          </a:ln>
        </p:spPr>
        <p:txBody>
          <a:bodyPr anchorCtr="0" anchor="ctr" bIns="77900" lIns="77900" spcFirstLastPara="1" rIns="77900" wrap="square" tIns="77900">
            <a:noAutofit/>
          </a:bodyPr>
          <a:lstStyle/>
          <a:p>
            <a:pPr indent="0" lvl="0" marL="0" rtl="0" algn="l">
              <a:spcBef>
                <a:spcPts val="0"/>
              </a:spcBef>
              <a:spcAft>
                <a:spcPts val="0"/>
              </a:spcAft>
              <a:buNone/>
            </a:pPr>
            <a:r>
              <a:t/>
            </a:r>
            <a:endParaRPr/>
          </a:p>
        </p:txBody>
      </p:sp>
      <p:sp>
        <p:nvSpPr>
          <p:cNvPr id="2918" name="Google Shape;2918;p596"/>
          <p:cNvSpPr/>
          <p:nvPr/>
        </p:nvSpPr>
        <p:spPr>
          <a:xfrm>
            <a:off x="4691878" y="2248275"/>
            <a:ext cx="2415900" cy="170100"/>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Clr>
                <a:srgbClr val="52586B"/>
              </a:buClr>
              <a:buSzPts val="1065"/>
              <a:buFont typeface="Mona Sans"/>
              <a:buNone/>
            </a:pPr>
            <a:r>
              <a:rPr b="1" lang="en" sz="1065">
                <a:solidFill>
                  <a:schemeClr val="accent1"/>
                </a:solidFill>
                <a:latin typeface="Lato"/>
                <a:ea typeface="Lato"/>
                <a:cs typeface="Lato"/>
                <a:sym typeface="Lato"/>
              </a:rPr>
              <a:t>The Fragility Gap: Hardened</a:t>
            </a:r>
            <a:endParaRPr b="1" i="0" sz="1065" u="none" cap="none" strike="noStrike">
              <a:solidFill>
                <a:schemeClr val="accent1"/>
              </a:solidFill>
              <a:latin typeface="Lato"/>
              <a:ea typeface="Lato"/>
              <a:cs typeface="Lato"/>
              <a:sym typeface="Lato"/>
            </a:endParaRPr>
          </a:p>
        </p:txBody>
      </p:sp>
      <p:sp>
        <p:nvSpPr>
          <p:cNvPr id="2919" name="Google Shape;2919;p596"/>
          <p:cNvSpPr/>
          <p:nvPr/>
        </p:nvSpPr>
        <p:spPr>
          <a:xfrm>
            <a:off x="4691874" y="2487975"/>
            <a:ext cx="3834600" cy="4284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86B"/>
              </a:buClr>
              <a:buSzPts val="852"/>
              <a:buFont typeface="Funnel Sans"/>
              <a:buNone/>
            </a:pPr>
            <a:r>
              <a:rPr lang="en" sz="852">
                <a:solidFill>
                  <a:srgbClr val="434343"/>
                </a:solidFill>
                <a:latin typeface="Lato"/>
                <a:ea typeface="Lato"/>
                <a:cs typeface="Lato"/>
                <a:sym typeface="Lato"/>
              </a:rPr>
              <a:t>You’ve eliminated happy path traps by mastering system states. By baking in loading skeletons and error handling, you’ve transformed a static mockup into a resilient machine that anticipates failure like a professional product.</a:t>
            </a:r>
            <a:endParaRPr i="0" sz="852" u="none" cap="none" strike="noStrike">
              <a:solidFill>
                <a:srgbClr val="434343"/>
              </a:solidFill>
              <a:latin typeface="Lato"/>
              <a:ea typeface="Lato"/>
              <a:cs typeface="Lato"/>
              <a:sym typeface="Lato"/>
            </a:endParaRPr>
          </a:p>
        </p:txBody>
      </p:sp>
      <p:sp>
        <p:nvSpPr>
          <p:cNvPr id="2920" name="Google Shape;2920;p596"/>
          <p:cNvSpPr/>
          <p:nvPr/>
        </p:nvSpPr>
        <p:spPr>
          <a:xfrm>
            <a:off x="4531275" y="3195558"/>
            <a:ext cx="4155600" cy="911400"/>
          </a:xfrm>
          <a:prstGeom prst="roundRect">
            <a:avLst>
              <a:gd fmla="val 6838" name="adj"/>
            </a:avLst>
          </a:prstGeom>
          <a:solidFill>
            <a:srgbClr val="FFFFFF">
              <a:alpha val="94900"/>
            </a:srgbClr>
          </a:solidFill>
          <a:ln cap="flat" cmpd="sng" w="12950">
            <a:solidFill>
              <a:schemeClr val="accent1"/>
            </a:solidFill>
            <a:prstDash val="solid"/>
            <a:round/>
            <a:headEnd len="sm" w="sm" type="none"/>
            <a:tailEnd len="sm" w="sm" type="none"/>
          </a:ln>
        </p:spPr>
        <p:txBody>
          <a:bodyPr anchorCtr="0" anchor="ctr" bIns="77900" lIns="77900" spcFirstLastPara="1" rIns="77900" wrap="square" tIns="77900">
            <a:noAutofit/>
          </a:bodyPr>
          <a:lstStyle/>
          <a:p>
            <a:pPr indent="0" lvl="0" marL="0" rtl="0" algn="l">
              <a:spcBef>
                <a:spcPts val="0"/>
              </a:spcBef>
              <a:spcAft>
                <a:spcPts val="0"/>
              </a:spcAft>
              <a:buNone/>
            </a:pPr>
            <a:r>
              <a:t/>
            </a:r>
            <a:endParaRPr/>
          </a:p>
        </p:txBody>
      </p:sp>
      <p:sp>
        <p:nvSpPr>
          <p:cNvPr id="2921" name="Google Shape;2921;p596"/>
          <p:cNvSpPr/>
          <p:nvPr/>
        </p:nvSpPr>
        <p:spPr>
          <a:xfrm>
            <a:off x="4518298" y="3195558"/>
            <a:ext cx="51600" cy="911400"/>
          </a:xfrm>
          <a:prstGeom prst="roundRect">
            <a:avLst>
              <a:gd fmla="val 87907" name="adj"/>
            </a:avLst>
          </a:prstGeom>
          <a:solidFill>
            <a:schemeClr val="accent1"/>
          </a:solidFill>
          <a:ln>
            <a:noFill/>
          </a:ln>
        </p:spPr>
        <p:txBody>
          <a:bodyPr anchorCtr="0" anchor="ctr" bIns="77900" lIns="77900" spcFirstLastPara="1" rIns="77900" wrap="square" tIns="77900">
            <a:noAutofit/>
          </a:bodyPr>
          <a:lstStyle/>
          <a:p>
            <a:pPr indent="0" lvl="0" marL="0" rtl="0" algn="l">
              <a:spcBef>
                <a:spcPts val="0"/>
              </a:spcBef>
              <a:spcAft>
                <a:spcPts val="0"/>
              </a:spcAft>
              <a:buNone/>
            </a:pPr>
            <a:r>
              <a:t/>
            </a:r>
            <a:endParaRPr/>
          </a:p>
        </p:txBody>
      </p:sp>
      <p:sp>
        <p:nvSpPr>
          <p:cNvPr id="2922" name="Google Shape;2922;p596"/>
          <p:cNvSpPr/>
          <p:nvPr/>
        </p:nvSpPr>
        <p:spPr>
          <a:xfrm>
            <a:off x="4691873" y="3317175"/>
            <a:ext cx="2917500" cy="170100"/>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Clr>
                <a:srgbClr val="52586B"/>
              </a:buClr>
              <a:buSzPts val="1065"/>
              <a:buFont typeface="Mona Sans"/>
              <a:buNone/>
            </a:pPr>
            <a:r>
              <a:rPr b="1" lang="en" sz="1065">
                <a:solidFill>
                  <a:schemeClr val="accent1"/>
                </a:solidFill>
                <a:latin typeface="Lato"/>
                <a:ea typeface="Lato"/>
                <a:cs typeface="Lato"/>
                <a:sym typeface="Lato"/>
              </a:rPr>
              <a:t>Portable Assets: Secured</a:t>
            </a:r>
            <a:endParaRPr b="1" i="0" sz="1065" u="none" cap="none" strike="noStrike">
              <a:solidFill>
                <a:schemeClr val="accent1"/>
              </a:solidFill>
              <a:latin typeface="Lato"/>
              <a:ea typeface="Lato"/>
              <a:cs typeface="Lato"/>
              <a:sym typeface="Lato"/>
            </a:endParaRPr>
          </a:p>
        </p:txBody>
      </p:sp>
      <p:sp>
        <p:nvSpPr>
          <p:cNvPr id="2923" name="Google Shape;2923;p596"/>
          <p:cNvSpPr/>
          <p:nvPr/>
        </p:nvSpPr>
        <p:spPr>
          <a:xfrm>
            <a:off x="4691874" y="3556901"/>
            <a:ext cx="3834600" cy="4284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2586B"/>
              </a:buClr>
              <a:buSzPts val="852"/>
              <a:buFont typeface="Funnel Sans"/>
              <a:buNone/>
            </a:pPr>
            <a:r>
              <a:rPr lang="en" sz="852">
                <a:solidFill>
                  <a:srgbClr val="434343"/>
                </a:solidFill>
                <a:latin typeface="Lato"/>
                <a:ea typeface="Lato"/>
                <a:cs typeface="Lato"/>
                <a:sym typeface="Lato"/>
              </a:rPr>
              <a:t>You’ve launched your living library. You now realize a prompt's value is the underlying framework, not project data. You have reusable skeletons that port into any future product challenge.</a:t>
            </a:r>
            <a:endParaRPr i="0" sz="852" u="none" cap="none" strike="noStrike">
              <a:solidFill>
                <a:srgbClr val="434343"/>
              </a:solidFill>
              <a:latin typeface="Lato"/>
              <a:ea typeface="Lato"/>
              <a:cs typeface="Lato"/>
              <a:sym typeface="Lato"/>
            </a:endParaRPr>
          </a:p>
        </p:txBody>
      </p:sp>
      <p:sp>
        <p:nvSpPr>
          <p:cNvPr id="2924" name="Google Shape;2924;p596"/>
          <p:cNvSpPr/>
          <p:nvPr/>
        </p:nvSpPr>
        <p:spPr>
          <a:xfrm>
            <a:off x="282825" y="5205441"/>
            <a:ext cx="8572500" cy="357000"/>
          </a:xfrm>
          <a:prstGeom prst="roundRect">
            <a:avLst>
              <a:gd fmla="val 12794" name="adj"/>
            </a:avLst>
          </a:prstGeom>
          <a:solidFill>
            <a:schemeClr val="accent2"/>
          </a:solidFill>
          <a:ln>
            <a:noFill/>
          </a:ln>
        </p:spPr>
        <p:txBody>
          <a:bodyPr anchorCtr="0" anchor="ctr" bIns="77900" lIns="77900" spcFirstLastPara="1" rIns="77900" wrap="square" tIns="77900">
            <a:noAutofit/>
          </a:bodyPr>
          <a:lstStyle/>
          <a:p>
            <a:pPr indent="0" lvl="0" marL="0" rtl="0" algn="l">
              <a:spcBef>
                <a:spcPts val="0"/>
              </a:spcBef>
              <a:spcAft>
                <a:spcPts val="0"/>
              </a:spcAft>
              <a:buNone/>
            </a:pPr>
            <a:r>
              <a:t/>
            </a:r>
            <a:endParaRPr/>
          </a:p>
        </p:txBody>
      </p:sp>
      <p:sp>
        <p:nvSpPr>
          <p:cNvPr id="2925" name="Google Shape;2925;p596"/>
          <p:cNvSpPr/>
          <p:nvPr/>
        </p:nvSpPr>
        <p:spPr>
          <a:xfrm>
            <a:off x="635942" y="5317199"/>
            <a:ext cx="8110200" cy="1431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52"/>
              <a:buFont typeface="Funnel Sans"/>
              <a:buNone/>
            </a:pPr>
            <a:r>
              <a:rPr b="1" i="0" lang="en" sz="1000" u="none" cap="none" strike="noStrike">
                <a:solidFill>
                  <a:schemeClr val="lt1"/>
                </a:solidFill>
                <a:latin typeface="Lato"/>
                <a:ea typeface="Lato"/>
                <a:cs typeface="Lato"/>
                <a:sym typeface="Lato"/>
              </a:rPr>
              <a:t>Next: Module </a:t>
            </a:r>
            <a:r>
              <a:rPr b="1" lang="en" sz="1000">
                <a:solidFill>
                  <a:schemeClr val="lt1"/>
                </a:solidFill>
                <a:latin typeface="Lato"/>
                <a:ea typeface="Lato"/>
                <a:cs typeface="Lato"/>
                <a:sym typeface="Lato"/>
              </a:rPr>
              <a:t>4</a:t>
            </a:r>
            <a:r>
              <a:rPr i="0" lang="en" sz="1000" u="none" cap="none" strike="noStrike">
                <a:solidFill>
                  <a:schemeClr val="lt1"/>
                </a:solidFill>
                <a:latin typeface="Lato"/>
                <a:ea typeface="Lato"/>
                <a:cs typeface="Lato"/>
                <a:sym typeface="Lato"/>
              </a:rPr>
              <a:t> — </a:t>
            </a:r>
            <a:r>
              <a:rPr lang="en" sz="1000">
                <a:solidFill>
                  <a:schemeClr val="lt1"/>
                </a:solidFill>
                <a:latin typeface="Lato"/>
                <a:ea typeface="Lato"/>
                <a:cs typeface="Lato"/>
                <a:sym typeface="Lato"/>
              </a:rPr>
              <a:t>Make the jump from prototype to production.</a:t>
            </a:r>
            <a:endParaRPr i="0" sz="1000" u="none" cap="none" strike="noStrike">
              <a:solidFill>
                <a:schemeClr val="lt1"/>
              </a:solidFill>
              <a:latin typeface="Lato"/>
              <a:ea typeface="Lato"/>
              <a:cs typeface="Lato"/>
              <a:sym typeface="Lato"/>
            </a:endParaRPr>
          </a:p>
        </p:txBody>
      </p:sp>
      <p:cxnSp>
        <p:nvCxnSpPr>
          <p:cNvPr id="2926" name="Google Shape;2926;p596"/>
          <p:cNvCxnSpPr/>
          <p:nvPr/>
        </p:nvCxnSpPr>
        <p:spPr>
          <a:xfrm>
            <a:off x="326200" y="1354900"/>
            <a:ext cx="8089800" cy="0"/>
          </a:xfrm>
          <a:prstGeom prst="straightConnector1">
            <a:avLst/>
          </a:prstGeom>
          <a:noFill/>
          <a:ln cap="flat" cmpd="sng" w="9525">
            <a:solidFill>
              <a:schemeClr val="accent1"/>
            </a:solidFill>
            <a:prstDash val="solid"/>
            <a:round/>
            <a:headEnd len="med" w="med" type="none"/>
            <a:tailEnd len="med" w="med" type="none"/>
          </a:ln>
        </p:spPr>
      </p:cxnSp>
      <p:sp>
        <p:nvSpPr>
          <p:cNvPr id="2927" name="Google Shape;2927;p596"/>
          <p:cNvSpPr/>
          <p:nvPr/>
        </p:nvSpPr>
        <p:spPr>
          <a:xfrm>
            <a:off x="317500" y="2070410"/>
            <a:ext cx="1474500" cy="5460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928" name="Google Shape;2928;p596"/>
          <p:cNvSpPr/>
          <p:nvPr/>
        </p:nvSpPr>
        <p:spPr>
          <a:xfrm>
            <a:off x="-393249" y="2064748"/>
            <a:ext cx="1944900" cy="357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2586B"/>
              </a:buClr>
              <a:buSzPts val="2812"/>
              <a:buFont typeface="Mona Sans"/>
              <a:buNone/>
            </a:pPr>
            <a:r>
              <a:rPr lang="en" sz="3611">
                <a:solidFill>
                  <a:schemeClr val="lt1"/>
                </a:solidFill>
                <a:latin typeface="Poppins Medium"/>
                <a:ea typeface="Poppins Medium"/>
                <a:cs typeface="Poppins Medium"/>
                <a:sym typeface="Poppins Medium"/>
              </a:rPr>
              <a:t>3</a:t>
            </a:r>
            <a:endParaRPr i="0" sz="3611" u="none" cap="none" strike="noStrike">
              <a:solidFill>
                <a:schemeClr val="lt1"/>
              </a:solidFill>
              <a:latin typeface="Poppins Medium"/>
              <a:ea typeface="Poppins Medium"/>
              <a:cs typeface="Poppins Medium"/>
              <a:sym typeface="Poppins Medium"/>
            </a:endParaRPr>
          </a:p>
        </p:txBody>
      </p:sp>
      <p:sp>
        <p:nvSpPr>
          <p:cNvPr id="2929" name="Google Shape;2929;p596"/>
          <p:cNvSpPr/>
          <p:nvPr/>
        </p:nvSpPr>
        <p:spPr>
          <a:xfrm>
            <a:off x="774942" y="2140890"/>
            <a:ext cx="1359000" cy="170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2586B"/>
              </a:buClr>
              <a:buSzPts val="1065"/>
              <a:buFont typeface="Mona Sans"/>
              <a:buNone/>
            </a:pPr>
            <a:r>
              <a:rPr lang="en" sz="1265">
                <a:solidFill>
                  <a:schemeClr val="lt1"/>
                </a:solidFill>
                <a:latin typeface="Poppins Medium"/>
                <a:ea typeface="Poppins Medium"/>
                <a:cs typeface="Poppins Medium"/>
                <a:sym typeface="Poppins Medium"/>
              </a:rPr>
              <a:t>Chained</a:t>
            </a:r>
            <a:br>
              <a:rPr lang="en" sz="1265">
                <a:solidFill>
                  <a:schemeClr val="lt1"/>
                </a:solidFill>
                <a:latin typeface="Poppins Medium"/>
                <a:ea typeface="Poppins Medium"/>
                <a:cs typeface="Poppins Medium"/>
                <a:sym typeface="Poppins Medium"/>
              </a:rPr>
            </a:br>
            <a:r>
              <a:rPr lang="en" sz="1265">
                <a:solidFill>
                  <a:schemeClr val="lt1"/>
                </a:solidFill>
                <a:latin typeface="Poppins Medium"/>
                <a:ea typeface="Poppins Medium"/>
                <a:cs typeface="Poppins Medium"/>
                <a:sym typeface="Poppins Medium"/>
              </a:rPr>
              <a:t>Prompts</a:t>
            </a:r>
            <a:endParaRPr i="0" sz="1265" u="none" cap="none" strike="noStrike">
              <a:solidFill>
                <a:schemeClr val="lt1"/>
              </a:solidFill>
              <a:latin typeface="Poppins Medium"/>
              <a:ea typeface="Poppins Medium"/>
              <a:cs typeface="Poppins Medium"/>
              <a:sym typeface="Poppins Medium"/>
            </a:endParaRPr>
          </a:p>
        </p:txBody>
      </p:sp>
      <p:sp>
        <p:nvSpPr>
          <p:cNvPr id="2930" name="Google Shape;2930;p596"/>
          <p:cNvSpPr/>
          <p:nvPr/>
        </p:nvSpPr>
        <p:spPr>
          <a:xfrm>
            <a:off x="10567202" y="1776815"/>
            <a:ext cx="1359000" cy="170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2586B"/>
              </a:buClr>
              <a:buSzPts val="1065"/>
              <a:buFont typeface="Mona Sans"/>
              <a:buNone/>
            </a:pPr>
            <a:r>
              <a:rPr lang="en" sz="1665">
                <a:solidFill>
                  <a:schemeClr val="lt1"/>
                </a:solidFill>
                <a:latin typeface="Poppins Medium"/>
                <a:ea typeface="Poppins Medium"/>
                <a:cs typeface="Poppins Medium"/>
                <a:sym typeface="Poppins Medium"/>
              </a:rPr>
              <a:t>Stress-Test </a:t>
            </a:r>
            <a:br>
              <a:rPr lang="en" sz="1665">
                <a:solidFill>
                  <a:schemeClr val="lt1"/>
                </a:solidFill>
                <a:latin typeface="Poppins Medium"/>
                <a:ea typeface="Poppins Medium"/>
                <a:cs typeface="Poppins Medium"/>
                <a:sym typeface="Poppins Medium"/>
              </a:rPr>
            </a:br>
            <a:r>
              <a:rPr lang="en" sz="1665">
                <a:solidFill>
                  <a:schemeClr val="lt1"/>
                </a:solidFill>
                <a:latin typeface="Poppins Medium"/>
                <a:ea typeface="Poppins Medium"/>
                <a:cs typeface="Poppins Medium"/>
                <a:sym typeface="Poppins Medium"/>
              </a:rPr>
              <a:t>Review</a:t>
            </a:r>
            <a:endParaRPr sz="1665">
              <a:solidFill>
                <a:schemeClr val="lt1"/>
              </a:solidFill>
              <a:latin typeface="Poppins Medium"/>
              <a:ea typeface="Poppins Medium"/>
              <a:cs typeface="Poppins Medium"/>
              <a:sym typeface="Poppins Medium"/>
            </a:endParaRPr>
          </a:p>
        </p:txBody>
      </p:sp>
      <p:pic>
        <p:nvPicPr>
          <p:cNvPr id="2931" name="Google Shape;2931;p596"/>
          <p:cNvPicPr preferRelativeResize="0"/>
          <p:nvPr/>
        </p:nvPicPr>
        <p:blipFill rotWithShape="1">
          <a:blip r:embed="rId5">
            <a:alphaModFix/>
          </a:blip>
          <a:srcRect b="0" l="0" r="0" t="0"/>
          <a:stretch/>
        </p:blipFill>
        <p:spPr>
          <a:xfrm>
            <a:off x="351457" y="5282646"/>
            <a:ext cx="211475" cy="212225"/>
          </a:xfrm>
          <a:prstGeom prst="rect">
            <a:avLst/>
          </a:prstGeom>
          <a:noFill/>
          <a:ln>
            <a:noFill/>
          </a:ln>
        </p:spPr>
      </p:pic>
      <p:sp>
        <p:nvSpPr>
          <p:cNvPr id="2932" name="Google Shape;2932;p596"/>
          <p:cNvSpPr/>
          <p:nvPr/>
        </p:nvSpPr>
        <p:spPr>
          <a:xfrm>
            <a:off x="1937300" y="2847400"/>
            <a:ext cx="2150100" cy="324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52586B"/>
              </a:buClr>
              <a:buSzPts val="852"/>
              <a:buFont typeface="Funnel Sans"/>
              <a:buNone/>
            </a:pPr>
            <a:r>
              <a:rPr lang="en" sz="900">
                <a:solidFill>
                  <a:srgbClr val="52586B"/>
                </a:solidFill>
                <a:latin typeface="Lato"/>
                <a:ea typeface="Lato"/>
                <a:cs typeface="Lato"/>
                <a:sym typeface="Lato"/>
              </a:rPr>
              <a:t>You proved your intent was sharp enough for a peer to read and understand your logic without a walkthrough.</a:t>
            </a:r>
            <a:endParaRPr sz="900">
              <a:solidFill>
                <a:srgbClr val="52586B"/>
              </a:solidFill>
              <a:latin typeface="Lato"/>
              <a:ea typeface="Lato"/>
              <a:cs typeface="Lato"/>
              <a:sym typeface="Lato"/>
            </a:endParaRPr>
          </a:p>
        </p:txBody>
      </p:sp>
      <p:sp>
        <p:nvSpPr>
          <p:cNvPr id="2933" name="Google Shape;2933;p596"/>
          <p:cNvSpPr/>
          <p:nvPr/>
        </p:nvSpPr>
        <p:spPr>
          <a:xfrm>
            <a:off x="-393249" y="2787291"/>
            <a:ext cx="1944900" cy="357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2586B"/>
              </a:buClr>
              <a:buSzPts val="2812"/>
              <a:buFont typeface="Mona Sans"/>
              <a:buNone/>
            </a:pPr>
            <a:r>
              <a:rPr lang="en" sz="3611">
                <a:solidFill>
                  <a:schemeClr val="lt1"/>
                </a:solidFill>
                <a:latin typeface="Poppins Medium"/>
                <a:ea typeface="Poppins Medium"/>
                <a:cs typeface="Poppins Medium"/>
                <a:sym typeface="Poppins Medium"/>
              </a:rPr>
              <a:t>1</a:t>
            </a:r>
            <a:endParaRPr i="0" sz="3611" u="none" cap="none" strike="noStrike">
              <a:solidFill>
                <a:schemeClr val="lt1"/>
              </a:solidFill>
              <a:latin typeface="Poppins Medium"/>
              <a:ea typeface="Poppins Medium"/>
              <a:cs typeface="Poppins Medium"/>
              <a:sym typeface="Poppins Medium"/>
            </a:endParaRPr>
          </a:p>
        </p:txBody>
      </p:sp>
      <p:sp>
        <p:nvSpPr>
          <p:cNvPr id="2934" name="Google Shape;2934;p596"/>
          <p:cNvSpPr/>
          <p:nvPr/>
        </p:nvSpPr>
        <p:spPr>
          <a:xfrm>
            <a:off x="774942" y="2863433"/>
            <a:ext cx="1359000" cy="170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2586B"/>
              </a:buClr>
              <a:buSzPts val="1065"/>
              <a:buFont typeface="Mona Sans"/>
              <a:buNone/>
            </a:pPr>
            <a:r>
              <a:rPr lang="en" sz="1265">
                <a:solidFill>
                  <a:schemeClr val="lt1"/>
                </a:solidFill>
                <a:latin typeface="Poppins Medium"/>
                <a:ea typeface="Poppins Medium"/>
                <a:cs typeface="Poppins Medium"/>
                <a:sym typeface="Poppins Medium"/>
              </a:rPr>
              <a:t>Peer </a:t>
            </a:r>
            <a:br>
              <a:rPr lang="en" sz="1265">
                <a:solidFill>
                  <a:schemeClr val="lt1"/>
                </a:solidFill>
                <a:latin typeface="Poppins Medium"/>
                <a:ea typeface="Poppins Medium"/>
                <a:cs typeface="Poppins Medium"/>
                <a:sym typeface="Poppins Medium"/>
              </a:rPr>
            </a:br>
            <a:r>
              <a:rPr lang="en" sz="1265">
                <a:solidFill>
                  <a:schemeClr val="lt1"/>
                </a:solidFill>
                <a:latin typeface="Poppins Medium"/>
                <a:ea typeface="Poppins Medium"/>
                <a:cs typeface="Poppins Medium"/>
                <a:sym typeface="Poppins Medium"/>
              </a:rPr>
              <a:t>Audit</a:t>
            </a:r>
            <a:endParaRPr i="0" sz="1265" u="none" cap="none" strike="noStrike">
              <a:solidFill>
                <a:schemeClr val="lt1"/>
              </a:solidFill>
              <a:latin typeface="Poppins Medium"/>
              <a:ea typeface="Poppins Medium"/>
              <a:cs typeface="Poppins Medium"/>
              <a:sym typeface="Poppins Medium"/>
            </a:endParaRPr>
          </a:p>
        </p:txBody>
      </p:sp>
      <p:sp>
        <p:nvSpPr>
          <p:cNvPr id="2935" name="Google Shape;2935;p596"/>
          <p:cNvSpPr/>
          <p:nvPr/>
        </p:nvSpPr>
        <p:spPr>
          <a:xfrm>
            <a:off x="1937300" y="3573724"/>
            <a:ext cx="2150100" cy="546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52586B"/>
              </a:buClr>
              <a:buSzPts val="852"/>
              <a:buFont typeface="Funnel Sans"/>
              <a:buNone/>
            </a:pPr>
            <a:r>
              <a:rPr lang="en" sz="900">
                <a:solidFill>
                  <a:srgbClr val="52586B"/>
                </a:solidFill>
                <a:latin typeface="Lato"/>
                <a:ea typeface="Lato"/>
                <a:cs typeface="Lato"/>
                <a:sym typeface="Lato"/>
              </a:rPr>
              <a:t>You’ve started a collection of high-performance prompt structures that will serve as the engine for any future project.</a:t>
            </a:r>
            <a:endParaRPr sz="900">
              <a:solidFill>
                <a:srgbClr val="52586B"/>
              </a:solidFill>
              <a:latin typeface="Lato"/>
              <a:ea typeface="Lato"/>
              <a:cs typeface="Lato"/>
              <a:sym typeface="Lato"/>
            </a:endParaRPr>
          </a:p>
        </p:txBody>
      </p:sp>
      <p:sp>
        <p:nvSpPr>
          <p:cNvPr id="2936" name="Google Shape;2936;p596"/>
          <p:cNvSpPr/>
          <p:nvPr/>
        </p:nvSpPr>
        <p:spPr>
          <a:xfrm>
            <a:off x="-401077" y="3538016"/>
            <a:ext cx="1944900" cy="357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2586B"/>
              </a:buClr>
              <a:buSzPts val="2812"/>
              <a:buFont typeface="Mona Sans"/>
              <a:buNone/>
            </a:pPr>
            <a:r>
              <a:rPr lang="en" sz="3611">
                <a:solidFill>
                  <a:schemeClr val="lt1"/>
                </a:solidFill>
                <a:latin typeface="Poppins Medium"/>
                <a:ea typeface="Poppins Medium"/>
                <a:cs typeface="Poppins Medium"/>
                <a:sym typeface="Poppins Medium"/>
              </a:rPr>
              <a:t>1</a:t>
            </a:r>
            <a:endParaRPr i="0" sz="3611" u="none" cap="none" strike="noStrike">
              <a:solidFill>
                <a:schemeClr val="lt1"/>
              </a:solidFill>
              <a:latin typeface="Poppins Medium"/>
              <a:ea typeface="Poppins Medium"/>
              <a:cs typeface="Poppins Medium"/>
              <a:sym typeface="Poppins Medium"/>
            </a:endParaRPr>
          </a:p>
        </p:txBody>
      </p:sp>
      <p:sp>
        <p:nvSpPr>
          <p:cNvPr id="2937" name="Google Shape;2937;p596"/>
          <p:cNvSpPr/>
          <p:nvPr/>
        </p:nvSpPr>
        <p:spPr>
          <a:xfrm>
            <a:off x="774942" y="3614158"/>
            <a:ext cx="1359000" cy="170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2586B"/>
              </a:buClr>
              <a:buSzPts val="1065"/>
              <a:buFont typeface="Mona Sans"/>
              <a:buNone/>
            </a:pPr>
            <a:r>
              <a:rPr lang="en" sz="1265">
                <a:solidFill>
                  <a:schemeClr val="lt1"/>
                </a:solidFill>
                <a:latin typeface="Poppins Medium"/>
                <a:ea typeface="Poppins Medium"/>
                <a:cs typeface="Poppins Medium"/>
                <a:sym typeface="Poppins Medium"/>
              </a:rPr>
              <a:t>Living </a:t>
            </a:r>
            <a:br>
              <a:rPr lang="en" sz="1265">
                <a:solidFill>
                  <a:schemeClr val="lt1"/>
                </a:solidFill>
                <a:latin typeface="Poppins Medium"/>
                <a:ea typeface="Poppins Medium"/>
                <a:cs typeface="Poppins Medium"/>
                <a:sym typeface="Poppins Medium"/>
              </a:rPr>
            </a:br>
            <a:r>
              <a:rPr lang="en" sz="1265">
                <a:solidFill>
                  <a:schemeClr val="lt1"/>
                </a:solidFill>
                <a:latin typeface="Poppins Medium"/>
                <a:ea typeface="Poppins Medium"/>
                <a:cs typeface="Poppins Medium"/>
                <a:sym typeface="Poppins Medium"/>
              </a:rPr>
              <a:t>Library</a:t>
            </a:r>
            <a:endParaRPr i="0" sz="1265" u="none" cap="none" strike="noStrike">
              <a:solidFill>
                <a:schemeClr val="lt1"/>
              </a:solidFill>
              <a:latin typeface="Poppins Medium"/>
              <a:ea typeface="Poppins Medium"/>
              <a:cs typeface="Poppins Medium"/>
              <a:sym typeface="Poppins Medium"/>
            </a:endParaRPr>
          </a:p>
        </p:txBody>
      </p:sp>
      <p:sp>
        <p:nvSpPr>
          <p:cNvPr id="2938" name="Google Shape;2938;p596"/>
          <p:cNvSpPr txBox="1"/>
          <p:nvPr/>
        </p:nvSpPr>
        <p:spPr>
          <a:xfrm>
            <a:off x="351450" y="4522050"/>
            <a:ext cx="83673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latin typeface="Poppins"/>
                <a:ea typeface="Poppins"/>
                <a:cs typeface="Poppins"/>
                <a:sym typeface="Poppins"/>
              </a:rPr>
              <a:t>📍 Project Deliverable Check:</a:t>
            </a:r>
            <a:r>
              <a:rPr lang="en" sz="1000">
                <a:latin typeface="Poppins"/>
                <a:ea typeface="Poppins"/>
                <a:cs typeface="Poppins"/>
                <a:sym typeface="Poppins"/>
              </a:rPr>
              <a:t> Copy your successful “gold standard” prompts from today into the Prompt Library and Logic on  slide 8 of your final project deliverables deck today.</a:t>
            </a:r>
            <a:endParaRPr sz="1000">
              <a:latin typeface="Poppins"/>
              <a:ea typeface="Poppins"/>
              <a:cs typeface="Poppins"/>
              <a:sym typeface="Poppi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942" name="Shape 2942"/>
        <p:cNvGrpSpPr/>
        <p:nvPr/>
      </p:nvGrpSpPr>
      <p:grpSpPr>
        <a:xfrm>
          <a:off x="0" y="0"/>
          <a:ext cx="0" cy="0"/>
          <a:chOff x="0" y="0"/>
          <a:chExt cx="0" cy="0"/>
        </a:xfrm>
      </p:grpSpPr>
      <p:sp>
        <p:nvSpPr>
          <p:cNvPr id="2943" name="Google Shape;2943;p597"/>
          <p:cNvSpPr txBox="1"/>
          <p:nvPr>
            <p:ph idx="4" type="body"/>
          </p:nvPr>
        </p:nvSpPr>
        <p:spPr>
          <a:xfrm>
            <a:off x="22500" y="2648081"/>
            <a:ext cx="4560600" cy="3040500"/>
          </a:xfrm>
          <a:prstGeom prst="rect">
            <a:avLst/>
          </a:prstGeom>
        </p:spPr>
        <p:txBody>
          <a:bodyPr anchorCtr="0" anchor="t" bIns="365750" lIns="365750" spcFirstLastPara="1" rIns="365750" wrap="square" tIns="365750">
            <a:spAutoFit/>
          </a:bodyPr>
          <a:lstStyle/>
          <a:p>
            <a:pPr indent="-213359" lvl="0" marL="228600" rtl="0" algn="l">
              <a:spcBef>
                <a:spcPts val="0"/>
              </a:spcBef>
              <a:spcAft>
                <a:spcPts val="0"/>
              </a:spcAft>
              <a:buClr>
                <a:schemeClr val="accent4"/>
              </a:buClr>
              <a:buSzPts val="1200"/>
              <a:buChar char="■"/>
            </a:pPr>
            <a:r>
              <a:rPr b="1" lang="en" sz="1200"/>
              <a:t>Product Managers must evolve from open-ended exploration to rigid, rule-bound execution as confidence grows. </a:t>
            </a:r>
            <a:r>
              <a:rPr lang="en" sz="1200"/>
              <a:t>Prompts must shift from defining the “what” to dictating the exact “how” through system-grade logic and depth.</a:t>
            </a:r>
            <a:endParaRPr sz="1200"/>
          </a:p>
          <a:p>
            <a:pPr indent="-213359" lvl="0" marL="228600" rtl="0" algn="l">
              <a:spcBef>
                <a:spcPts val="800"/>
              </a:spcBef>
              <a:spcAft>
                <a:spcPts val="0"/>
              </a:spcAft>
              <a:buClr>
                <a:schemeClr val="accent4"/>
              </a:buClr>
              <a:buSzPts val="1200"/>
              <a:buChar char="■"/>
            </a:pPr>
            <a:r>
              <a:rPr b="1" lang="en" sz="1200"/>
              <a:t>When a chain fails, PMs must stop rage prompting and diagnose the framing error before attempting a fix. </a:t>
            </a:r>
            <a:r>
              <a:rPr lang="en" sz="1200"/>
              <a:t>If a build is five prompts deep on one issue, the problem is the underlying .</a:t>
            </a:r>
            <a:endParaRPr sz="1200"/>
          </a:p>
          <a:p>
            <a:pPr indent="-137160" lvl="0" marL="228600" rtl="0" algn="l">
              <a:spcBef>
                <a:spcPts val="800"/>
              </a:spcBef>
              <a:spcAft>
                <a:spcPts val="800"/>
              </a:spcAft>
              <a:buNone/>
            </a:pPr>
            <a:r>
              <a:t/>
            </a:r>
            <a:endParaRPr sz="1200"/>
          </a:p>
        </p:txBody>
      </p:sp>
      <p:cxnSp>
        <p:nvCxnSpPr>
          <p:cNvPr id="2944" name="Google Shape;2944;p597"/>
          <p:cNvCxnSpPr/>
          <p:nvPr/>
        </p:nvCxnSpPr>
        <p:spPr>
          <a:xfrm>
            <a:off x="-9" y="2648089"/>
            <a:ext cx="9166500" cy="0"/>
          </a:xfrm>
          <a:prstGeom prst="straightConnector1">
            <a:avLst/>
          </a:prstGeom>
          <a:noFill/>
          <a:ln cap="flat" cmpd="sng" w="9525">
            <a:solidFill>
              <a:schemeClr val="lt1"/>
            </a:solidFill>
            <a:prstDash val="solid"/>
            <a:round/>
            <a:headEnd len="med" w="med" type="none"/>
            <a:tailEnd len="med" w="med" type="none"/>
          </a:ln>
        </p:spPr>
      </p:cxnSp>
      <p:cxnSp>
        <p:nvCxnSpPr>
          <p:cNvPr id="2945" name="Google Shape;2945;p597"/>
          <p:cNvCxnSpPr/>
          <p:nvPr/>
        </p:nvCxnSpPr>
        <p:spPr>
          <a:xfrm>
            <a:off x="4583250" y="2664731"/>
            <a:ext cx="0" cy="4171800"/>
          </a:xfrm>
          <a:prstGeom prst="straightConnector1">
            <a:avLst/>
          </a:prstGeom>
          <a:noFill/>
          <a:ln cap="flat" cmpd="sng" w="9525">
            <a:solidFill>
              <a:schemeClr val="lt1"/>
            </a:solidFill>
            <a:prstDash val="solid"/>
            <a:round/>
            <a:headEnd len="med" w="med" type="none"/>
            <a:tailEnd len="med" w="med" type="none"/>
          </a:ln>
        </p:spPr>
      </p:cxnSp>
      <p:sp>
        <p:nvSpPr>
          <p:cNvPr id="2946" name="Google Shape;2946;p597"/>
          <p:cNvSpPr txBox="1"/>
          <p:nvPr/>
        </p:nvSpPr>
        <p:spPr>
          <a:xfrm>
            <a:off x="457200" y="457200"/>
            <a:ext cx="3661500" cy="2463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en" sz="1600">
                <a:solidFill>
                  <a:schemeClr val="accent4"/>
                </a:solidFill>
                <a:latin typeface="Poppins SemiBold"/>
                <a:ea typeface="Poppins SemiBold"/>
                <a:cs typeface="Poppins SemiBold"/>
                <a:sym typeface="Poppins SemiBold"/>
              </a:rPr>
              <a:t>Key Takeaways</a:t>
            </a:r>
            <a:endParaRPr sz="1600">
              <a:solidFill>
                <a:schemeClr val="accent4"/>
              </a:solidFill>
              <a:latin typeface="Poppins SemiBold"/>
              <a:ea typeface="Poppins SemiBold"/>
              <a:cs typeface="Poppins SemiBold"/>
              <a:sym typeface="Poppins SemiBold"/>
            </a:endParaRPr>
          </a:p>
        </p:txBody>
      </p:sp>
      <p:sp>
        <p:nvSpPr>
          <p:cNvPr id="2947" name="Google Shape;2947;p597"/>
          <p:cNvSpPr txBox="1"/>
          <p:nvPr/>
        </p:nvSpPr>
        <p:spPr>
          <a:xfrm>
            <a:off x="457200" y="1155128"/>
            <a:ext cx="8252100" cy="9234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None/>
            </a:pPr>
            <a:r>
              <a:rPr lang="en" sz="3000">
                <a:solidFill>
                  <a:srgbClr val="FFFFFF"/>
                </a:solidFill>
                <a:latin typeface="Poppins Medium"/>
                <a:ea typeface="Poppins Medium"/>
                <a:cs typeface="Poppins Medium"/>
                <a:sym typeface="Poppins Medium"/>
              </a:rPr>
              <a:t>Ensure Complex System </a:t>
            </a:r>
            <a:endParaRPr sz="3000">
              <a:solidFill>
                <a:srgbClr val="FFFFFF"/>
              </a:solidFill>
              <a:latin typeface="Poppins Medium"/>
              <a:ea typeface="Poppins Medium"/>
              <a:cs typeface="Poppins Medium"/>
              <a:sym typeface="Poppins Medium"/>
            </a:endParaRPr>
          </a:p>
          <a:p>
            <a:pPr indent="0" lvl="0" marL="0" rtl="0" algn="l">
              <a:lnSpc>
                <a:spcPct val="100000"/>
              </a:lnSpc>
              <a:spcBef>
                <a:spcPts val="0"/>
              </a:spcBef>
              <a:spcAft>
                <a:spcPts val="0"/>
              </a:spcAft>
              <a:buNone/>
            </a:pPr>
            <a:r>
              <a:rPr lang="en" sz="3000">
                <a:solidFill>
                  <a:srgbClr val="FFFFFF"/>
                </a:solidFill>
                <a:latin typeface="Poppins Medium"/>
                <a:ea typeface="Poppins Medium"/>
                <a:cs typeface="Poppins Medium"/>
                <a:sym typeface="Poppins Medium"/>
              </a:rPr>
              <a:t>Stability with Prompt Chaining</a:t>
            </a:r>
            <a:endParaRPr sz="3000">
              <a:solidFill>
                <a:srgbClr val="FFFFFF"/>
              </a:solidFill>
              <a:latin typeface="Poppins Medium"/>
              <a:ea typeface="Poppins Medium"/>
              <a:cs typeface="Poppins Medium"/>
              <a:sym typeface="Poppins Medium"/>
            </a:endParaRPr>
          </a:p>
        </p:txBody>
      </p:sp>
      <p:sp>
        <p:nvSpPr>
          <p:cNvPr id="2948" name="Google Shape;2948;p597"/>
          <p:cNvSpPr txBox="1"/>
          <p:nvPr>
            <p:ph idx="5" type="subTitle"/>
          </p:nvPr>
        </p:nvSpPr>
        <p:spPr>
          <a:xfrm>
            <a:off x="4583475" y="2648081"/>
            <a:ext cx="4560600" cy="2088300"/>
          </a:xfrm>
          <a:prstGeom prst="rect">
            <a:avLst/>
          </a:prstGeom>
        </p:spPr>
        <p:txBody>
          <a:bodyPr anchorCtr="0" anchor="t" bIns="365750" lIns="365750" spcFirstLastPara="1" rIns="365750" wrap="square" tIns="365750">
            <a:spAutoFit/>
          </a:bodyPr>
          <a:lstStyle/>
          <a:p>
            <a:pPr indent="-304800" lvl="0" marL="457200" rtl="0" algn="l">
              <a:spcBef>
                <a:spcPts val="0"/>
              </a:spcBef>
              <a:spcAft>
                <a:spcPts val="0"/>
              </a:spcAft>
              <a:buClr>
                <a:schemeClr val="accent4"/>
              </a:buClr>
              <a:buSzPts val="1200"/>
              <a:buChar char="■"/>
            </a:pPr>
            <a:r>
              <a:rPr b="1" lang="en" sz="1200"/>
              <a:t>PMs master multi-screen builds by chaining Expand, Behavior, and Refine stages to anchor both layout and logic. </a:t>
            </a:r>
            <a:r>
              <a:rPr lang="en" sz="1200"/>
              <a:t>Layering constraint injection transforms a static mockup into a functional system that handles real-world failure.</a:t>
            </a:r>
            <a:endParaRPr sz="1200"/>
          </a:p>
          <a:p>
            <a:pPr indent="0" lvl="0" marL="0" rtl="0" algn="l">
              <a:spcBef>
                <a:spcPts val="800"/>
              </a:spcBef>
              <a:spcAft>
                <a:spcPts val="800"/>
              </a:spcAft>
              <a:buNone/>
            </a:pPr>
            <a:r>
              <a:t/>
            </a:r>
            <a:endParaRPr sz="12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953" name="Shape 2953"/>
        <p:cNvGrpSpPr/>
        <p:nvPr/>
      </p:nvGrpSpPr>
      <p:grpSpPr>
        <a:xfrm>
          <a:off x="0" y="0"/>
          <a:ext cx="0" cy="0"/>
          <a:chOff x="0" y="0"/>
          <a:chExt cx="0" cy="0"/>
        </a:xfrm>
      </p:grpSpPr>
      <p:sp>
        <p:nvSpPr>
          <p:cNvPr id="2954" name="Google Shape;2954;p598"/>
          <p:cNvSpPr/>
          <p:nvPr/>
        </p:nvSpPr>
        <p:spPr>
          <a:xfrm>
            <a:off x="4533525" y="170925"/>
            <a:ext cx="4367100" cy="5373600"/>
          </a:xfrm>
          <a:prstGeom prst="roundRect">
            <a:avLst>
              <a:gd fmla="val 5783" name="adj"/>
            </a:avLst>
          </a:prstGeom>
          <a:solidFill>
            <a:srgbClr val="737373"/>
          </a:solidFill>
          <a:ln>
            <a:noFill/>
          </a:ln>
        </p:spPr>
        <p:txBody>
          <a:bodyPr anchorCtr="0" anchor="t" bIns="142225" lIns="142225" spcFirstLastPara="1" rIns="142225" wrap="square" tIns="142225">
            <a:noAutofit/>
          </a:bodyPr>
          <a:lstStyle/>
          <a:p>
            <a:pPr indent="0" lvl="0" marL="0" rtl="0" algn="l">
              <a:spcBef>
                <a:spcPts val="0"/>
              </a:spcBef>
              <a:spcAft>
                <a:spcPts val="0"/>
              </a:spcAft>
              <a:buNone/>
            </a:pPr>
            <a:r>
              <a:rPr lang="en" sz="2400">
                <a:solidFill>
                  <a:srgbClr val="07182C"/>
                </a:solidFill>
                <a:latin typeface="Poppins Medium"/>
                <a:ea typeface="Poppins Medium"/>
                <a:cs typeface="Poppins Medium"/>
                <a:sym typeface="Poppins Medium"/>
              </a:rPr>
              <a:t>Extra Practice</a:t>
            </a:r>
            <a:endParaRPr sz="2400">
              <a:solidFill>
                <a:srgbClr val="07182C"/>
              </a:solidFill>
              <a:latin typeface="Poppins Medium"/>
              <a:ea typeface="Poppins Medium"/>
              <a:cs typeface="Poppins Medium"/>
              <a:sym typeface="Poppins Medium"/>
            </a:endParaRPr>
          </a:p>
          <a:p>
            <a:pPr indent="12700" lvl="0" marL="25400" marR="0" rtl="0" algn="l">
              <a:lnSpc>
                <a:spcPct val="115000"/>
              </a:lnSpc>
              <a:spcBef>
                <a:spcPts val="0"/>
              </a:spcBef>
              <a:spcAft>
                <a:spcPts val="0"/>
              </a:spcAft>
              <a:buClr>
                <a:srgbClr val="000000"/>
              </a:buClr>
              <a:buSzPts val="1100"/>
              <a:buFont typeface="Poppins SemiBold"/>
              <a:buNone/>
            </a:pPr>
            <a:r>
              <a:t/>
            </a:r>
            <a:endParaRPr sz="900">
              <a:solidFill>
                <a:schemeClr val="accent4"/>
              </a:solidFill>
              <a:latin typeface="Poppins SemiBold"/>
              <a:ea typeface="Poppins SemiBold"/>
              <a:cs typeface="Poppins SemiBold"/>
              <a:sym typeface="Poppins SemiBold"/>
            </a:endParaRPr>
          </a:p>
          <a:p>
            <a:pPr indent="12700" lvl="0" marL="25400" marR="0" rtl="0" algn="l">
              <a:lnSpc>
                <a:spcPct val="115000"/>
              </a:lnSpc>
              <a:spcBef>
                <a:spcPts val="800"/>
              </a:spcBef>
              <a:spcAft>
                <a:spcPts val="0"/>
              </a:spcAft>
              <a:buClr>
                <a:srgbClr val="000000"/>
              </a:buClr>
              <a:buSzPts val="1100"/>
              <a:buFont typeface="Poppins SemiBold"/>
              <a:buNone/>
            </a:pPr>
            <a:r>
              <a:rPr lang="en" sz="1200">
                <a:solidFill>
                  <a:schemeClr val="accent4"/>
                </a:solidFill>
                <a:latin typeface="Poppins SemiBold"/>
                <a:ea typeface="Poppins SemiBold"/>
                <a:cs typeface="Poppins SemiBold"/>
                <a:sym typeface="Poppins SemiBold"/>
              </a:rPr>
              <a:t>Optional: Dig deeper into your hands-on lab experiences and try these exercises on your own.</a:t>
            </a:r>
            <a:br>
              <a:rPr lang="en" sz="1200">
                <a:solidFill>
                  <a:schemeClr val="accent4"/>
                </a:solidFill>
                <a:latin typeface="Poppins SemiBold"/>
                <a:ea typeface="Poppins SemiBold"/>
                <a:cs typeface="Poppins SemiBold"/>
                <a:sym typeface="Poppins SemiBold"/>
              </a:rPr>
            </a:br>
            <a:endParaRPr sz="1200">
              <a:solidFill>
                <a:schemeClr val="accent4"/>
              </a:solidFill>
              <a:latin typeface="Poppins SemiBold"/>
              <a:ea typeface="Poppins SemiBold"/>
              <a:cs typeface="Poppins SemiBold"/>
              <a:sym typeface="Poppins SemiBold"/>
            </a:endParaRPr>
          </a:p>
          <a:p>
            <a:pPr indent="12700" lvl="0" marL="25400" marR="0" rtl="0" algn="l">
              <a:lnSpc>
                <a:spcPct val="115000"/>
              </a:lnSpc>
              <a:spcBef>
                <a:spcPts val="800"/>
              </a:spcBef>
              <a:spcAft>
                <a:spcPts val="0"/>
              </a:spcAft>
              <a:buClr>
                <a:srgbClr val="000000"/>
              </a:buClr>
              <a:buSzPts val="1100"/>
              <a:buFont typeface="Poppins SemiBold"/>
              <a:buNone/>
            </a:pPr>
            <a:r>
              <a:rPr b="1" lang="en" sz="1100">
                <a:solidFill>
                  <a:schemeClr val="lt1"/>
                </a:solidFill>
                <a:latin typeface="IBM Plex Mono"/>
                <a:ea typeface="IBM Plex Mono"/>
                <a:cs typeface="IBM Plex Mono"/>
                <a:sym typeface="IBM Plex Mono"/>
              </a:rPr>
              <a:t>1. </a:t>
            </a:r>
            <a:r>
              <a:rPr b="1" lang="en" sz="1100">
                <a:solidFill>
                  <a:schemeClr val="lt1"/>
                </a:solidFill>
                <a:latin typeface="IBM Plex Mono"/>
                <a:ea typeface="IBM Plex Mono"/>
                <a:cs typeface="IBM Plex Mono"/>
                <a:sym typeface="IBM Plex Mono"/>
              </a:rPr>
              <a:t>Execute a Partner’s Chain</a:t>
            </a:r>
            <a:endParaRPr b="1" sz="1100">
              <a:solidFill>
                <a:schemeClr val="lt1"/>
              </a:solidFill>
              <a:latin typeface="IBM Plex Mono"/>
              <a:ea typeface="IBM Plex Mono"/>
              <a:cs typeface="IBM Plex Mono"/>
              <a:sym typeface="IBM Plex Mono"/>
            </a:endParaRPr>
          </a:p>
          <a:p>
            <a:pPr indent="12700" lvl="0" marL="25400" marR="0" rtl="0" algn="l">
              <a:lnSpc>
                <a:spcPct val="115000"/>
              </a:lnSpc>
              <a:spcBef>
                <a:spcPts val="800"/>
              </a:spcBef>
              <a:spcAft>
                <a:spcPts val="0"/>
              </a:spcAft>
              <a:buClr>
                <a:srgbClr val="000000"/>
              </a:buClr>
              <a:buSzPts val="1100"/>
              <a:buFont typeface="Poppins SemiBold"/>
              <a:buNone/>
            </a:pPr>
            <a:r>
              <a:rPr lang="en" sz="1000">
                <a:solidFill>
                  <a:schemeClr val="lt1"/>
                </a:solidFill>
                <a:latin typeface="IBM Plex Mono"/>
                <a:ea typeface="IBM Plex Mono"/>
                <a:cs typeface="IBM Plex Mono"/>
                <a:sym typeface="IBM Plex Mono"/>
              </a:rPr>
              <a:t>Swap finalized prompt chains with a peer and attempt to build their project from scratch in a new Lovable tab. Does their logic hold up without extra prompts, or does the chain break when they aren't there to steer it?</a:t>
            </a:r>
            <a:endParaRPr sz="1000">
              <a:solidFill>
                <a:schemeClr val="lt1"/>
              </a:solidFill>
              <a:latin typeface="IBM Plex Mono"/>
              <a:ea typeface="IBM Plex Mono"/>
              <a:cs typeface="IBM Plex Mono"/>
              <a:sym typeface="IBM Plex Mono"/>
            </a:endParaRPr>
          </a:p>
          <a:p>
            <a:pPr indent="0" lvl="0" marL="25400" marR="0" rtl="0" algn="l">
              <a:lnSpc>
                <a:spcPct val="115000"/>
              </a:lnSpc>
              <a:spcBef>
                <a:spcPts val="800"/>
              </a:spcBef>
              <a:spcAft>
                <a:spcPts val="0"/>
              </a:spcAft>
              <a:buClr>
                <a:srgbClr val="000000"/>
              </a:buClr>
              <a:buSzPts val="1100"/>
              <a:buFont typeface="Poppins SemiBold"/>
              <a:buNone/>
            </a:pPr>
            <a:r>
              <a:t/>
            </a:r>
            <a:endParaRPr sz="1100">
              <a:solidFill>
                <a:schemeClr val="lt1"/>
              </a:solidFill>
              <a:latin typeface="IBM Plex Mono"/>
              <a:ea typeface="IBM Plex Mono"/>
              <a:cs typeface="IBM Plex Mono"/>
              <a:sym typeface="IBM Plex Mono"/>
            </a:endParaRPr>
          </a:p>
          <a:p>
            <a:pPr indent="12700" lvl="0" marL="25400" marR="0" rtl="0" algn="l">
              <a:lnSpc>
                <a:spcPct val="115000"/>
              </a:lnSpc>
              <a:spcBef>
                <a:spcPts val="800"/>
              </a:spcBef>
              <a:spcAft>
                <a:spcPts val="0"/>
              </a:spcAft>
              <a:buClr>
                <a:srgbClr val="000000"/>
              </a:buClr>
              <a:buSzPts val="1100"/>
              <a:buFont typeface="Poppins SemiBold"/>
              <a:buNone/>
            </a:pPr>
            <a:r>
              <a:rPr b="1" lang="en" sz="1100">
                <a:solidFill>
                  <a:schemeClr val="lt1"/>
                </a:solidFill>
                <a:latin typeface="IBM Plex Mono"/>
                <a:ea typeface="IBM Plex Mono"/>
                <a:cs typeface="IBM Plex Mono"/>
                <a:sym typeface="IBM Plex Mono"/>
              </a:rPr>
              <a:t>2. The 10-Prompt Stress Test</a:t>
            </a:r>
            <a:endParaRPr b="1" sz="1100">
              <a:solidFill>
                <a:schemeClr val="lt1"/>
              </a:solidFill>
              <a:latin typeface="IBM Plex Mono"/>
              <a:ea typeface="IBM Plex Mono"/>
              <a:cs typeface="IBM Plex Mono"/>
              <a:sym typeface="IBM Plex Mono"/>
            </a:endParaRPr>
          </a:p>
          <a:p>
            <a:pPr indent="12700" lvl="0" marL="25400" marR="0" rtl="0" algn="l">
              <a:lnSpc>
                <a:spcPct val="115000"/>
              </a:lnSpc>
              <a:spcBef>
                <a:spcPts val="800"/>
              </a:spcBef>
              <a:spcAft>
                <a:spcPts val="800"/>
              </a:spcAft>
              <a:buClr>
                <a:srgbClr val="000000"/>
              </a:buClr>
              <a:buSzPts val="1100"/>
              <a:buFont typeface="Poppins SemiBold"/>
              <a:buNone/>
            </a:pPr>
            <a:r>
              <a:rPr lang="en" sz="1000">
                <a:solidFill>
                  <a:schemeClr val="lt1"/>
                </a:solidFill>
                <a:latin typeface="IBM Plex Mono"/>
                <a:ea typeface="IBM Plex Mono"/>
                <a:cs typeface="IBM Plex Mono"/>
                <a:sym typeface="IBM Plex Mono"/>
              </a:rPr>
              <a:t>Take your finished Module 3 build and try to add three more complex features using only surgical refinement. See how many layers of logic you can add before the foundation gap appears or the AI begins to lose track of your original system rules.</a:t>
            </a:r>
            <a:endParaRPr sz="1000">
              <a:solidFill>
                <a:schemeClr val="lt1"/>
              </a:solidFill>
              <a:latin typeface="IBM Plex Mono"/>
              <a:ea typeface="IBM Plex Mono"/>
              <a:cs typeface="IBM Plex Mono"/>
              <a:sym typeface="IBM Plex Mono"/>
            </a:endParaRPr>
          </a:p>
        </p:txBody>
      </p:sp>
      <p:sp>
        <p:nvSpPr>
          <p:cNvPr id="2955" name="Google Shape;2955;p598"/>
          <p:cNvSpPr txBox="1"/>
          <p:nvPr>
            <p:ph type="title"/>
          </p:nvPr>
        </p:nvSpPr>
        <p:spPr>
          <a:xfrm>
            <a:off x="457200" y="840750"/>
            <a:ext cx="3661500" cy="1200600"/>
          </a:xfrm>
          <a:prstGeom prst="rect">
            <a:avLst/>
          </a:prstGeom>
        </p:spPr>
        <p:txBody>
          <a:bodyPr anchorCtr="0" anchor="ctr" bIns="0" lIns="0" spcFirstLastPara="1" rIns="0" wrap="square" tIns="0">
            <a:spAutoFit/>
          </a:bodyPr>
          <a:lstStyle/>
          <a:p>
            <a:pPr indent="0" lvl="0" marL="0" rtl="0" algn="l">
              <a:lnSpc>
                <a:spcPct val="100000"/>
              </a:lnSpc>
              <a:spcBef>
                <a:spcPts val="0"/>
              </a:spcBef>
              <a:spcAft>
                <a:spcPts val="0"/>
              </a:spcAft>
              <a:buNone/>
            </a:pPr>
            <a:r>
              <a:rPr lang="en" sz="2600">
                <a:solidFill>
                  <a:schemeClr val="lt1"/>
                </a:solidFill>
              </a:rPr>
              <a:t>Transition From Prototypes to Production Specs</a:t>
            </a:r>
            <a:endParaRPr sz="2600">
              <a:solidFill>
                <a:schemeClr val="lt1"/>
              </a:solidFill>
            </a:endParaRPr>
          </a:p>
        </p:txBody>
      </p:sp>
      <p:sp>
        <p:nvSpPr>
          <p:cNvPr id="2956" name="Google Shape;2956;p598"/>
          <p:cNvSpPr txBox="1"/>
          <p:nvPr/>
        </p:nvSpPr>
        <p:spPr>
          <a:xfrm>
            <a:off x="457200" y="508000"/>
            <a:ext cx="3661500" cy="2154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None/>
            </a:pPr>
            <a:r>
              <a:rPr lang="en">
                <a:solidFill>
                  <a:srgbClr val="60A5FA"/>
                </a:solidFill>
                <a:latin typeface="Poppins SemiBold"/>
                <a:ea typeface="Poppins SemiBold"/>
                <a:cs typeface="Poppins SemiBold"/>
                <a:sym typeface="Poppins SemiBold"/>
              </a:rPr>
              <a:t>⏩  Next Session</a:t>
            </a:r>
            <a:endParaRPr>
              <a:solidFill>
                <a:srgbClr val="60A5FA"/>
              </a:solidFill>
              <a:latin typeface="Poppins SemiBold"/>
              <a:ea typeface="Poppins SemiBold"/>
              <a:cs typeface="Poppins SemiBold"/>
              <a:sym typeface="Poppins SemiBold"/>
            </a:endParaRPr>
          </a:p>
        </p:txBody>
      </p:sp>
      <p:sp>
        <p:nvSpPr>
          <p:cNvPr id="2957" name="Google Shape;2957;p598"/>
          <p:cNvSpPr txBox="1"/>
          <p:nvPr>
            <p:ph idx="1" type="body"/>
          </p:nvPr>
        </p:nvSpPr>
        <p:spPr>
          <a:xfrm>
            <a:off x="457200" y="2330903"/>
            <a:ext cx="3131100" cy="26322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lang="en">
                <a:solidFill>
                  <a:schemeClr val="lt1"/>
                </a:solidFill>
                <a:latin typeface="Poppins SemiBold"/>
                <a:ea typeface="Poppins SemiBold"/>
                <a:cs typeface="Poppins SemiBold"/>
                <a:sym typeface="Poppins SemiBold"/>
              </a:rPr>
              <a:t>Overview</a:t>
            </a:r>
            <a:endParaRPr b="1" sz="1800">
              <a:solidFill>
                <a:schemeClr val="lt2"/>
              </a:solidFill>
            </a:endParaRPr>
          </a:p>
          <a:p>
            <a:pPr indent="-292100" lvl="0" marL="457200" rtl="0" algn="l">
              <a:lnSpc>
                <a:spcPct val="100000"/>
              </a:lnSpc>
              <a:spcBef>
                <a:spcPts val="1000"/>
              </a:spcBef>
              <a:spcAft>
                <a:spcPts val="0"/>
              </a:spcAft>
              <a:buClr>
                <a:schemeClr val="lt2"/>
              </a:buClr>
              <a:buSzPts val="1000"/>
              <a:buChar char="●"/>
            </a:pPr>
            <a:r>
              <a:rPr lang="en" sz="1200">
                <a:solidFill>
                  <a:schemeClr val="lt2"/>
                </a:solidFill>
              </a:rPr>
              <a:t>Enforce technical rigor by converting functional builds into living specifications that bridge the gap between vision and engineering execution.</a:t>
            </a:r>
            <a:endParaRPr sz="1200">
              <a:solidFill>
                <a:schemeClr val="lt2"/>
              </a:solidFill>
            </a:endParaRPr>
          </a:p>
          <a:p>
            <a:pPr indent="-304800" lvl="0" marL="457200" rtl="0" algn="l">
              <a:lnSpc>
                <a:spcPct val="100000"/>
              </a:lnSpc>
              <a:spcBef>
                <a:spcPts val="1000"/>
              </a:spcBef>
              <a:spcAft>
                <a:spcPts val="0"/>
              </a:spcAft>
              <a:buClr>
                <a:schemeClr val="lt2"/>
              </a:buClr>
              <a:buSzPts val="1200"/>
              <a:buChar char="●"/>
            </a:pPr>
            <a:r>
              <a:rPr lang="en" sz="1200">
                <a:solidFill>
                  <a:schemeClr val="lt2"/>
                </a:solidFill>
              </a:rPr>
              <a:t>Formalize your product logic by extracting grounded specs, connecting real infrastructure like GitHub and Supabase, and generating professional handoff documentation.</a:t>
            </a:r>
            <a:endParaRPr sz="1200">
              <a:solidFill>
                <a:schemeClr val="lt2"/>
              </a:solidFill>
            </a:endParaRPr>
          </a:p>
          <a:p>
            <a:pPr indent="0" lvl="0" marL="0" rtl="0" algn="l">
              <a:lnSpc>
                <a:spcPct val="100000"/>
              </a:lnSpc>
              <a:spcBef>
                <a:spcPts val="1000"/>
              </a:spcBef>
              <a:spcAft>
                <a:spcPts val="1000"/>
              </a:spcAft>
              <a:buSzPts val="900"/>
              <a:buNone/>
            </a:pPr>
            <a:r>
              <a:t/>
            </a:r>
            <a:endParaRPr sz="1200">
              <a:solidFill>
                <a:schemeClr val="lt2"/>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61" name="Shape 2961"/>
        <p:cNvGrpSpPr/>
        <p:nvPr/>
      </p:nvGrpSpPr>
      <p:grpSpPr>
        <a:xfrm>
          <a:off x="0" y="0"/>
          <a:ext cx="0" cy="0"/>
          <a:chOff x="0" y="0"/>
          <a:chExt cx="0" cy="0"/>
        </a:xfrm>
      </p:grpSpPr>
      <p:sp>
        <p:nvSpPr>
          <p:cNvPr id="2962" name="Google Shape;2962;p599"/>
          <p:cNvSpPr/>
          <p:nvPr/>
        </p:nvSpPr>
        <p:spPr>
          <a:xfrm>
            <a:off x="179225" y="170917"/>
            <a:ext cx="4367100" cy="5373600"/>
          </a:xfrm>
          <a:prstGeom prst="roundRect">
            <a:avLst>
              <a:gd fmla="val 11782" name="adj"/>
            </a:avLst>
          </a:prstGeom>
          <a:solidFill>
            <a:schemeClr val="lt1"/>
          </a:solidFill>
          <a:ln>
            <a:noFill/>
          </a:ln>
        </p:spPr>
        <p:txBody>
          <a:bodyPr anchorCtr="0" anchor="t" bIns="34275" lIns="182875" spcFirstLastPara="1" rIns="182875" wrap="square" tIns="182875">
            <a:noAutofit/>
          </a:bodyPr>
          <a:lstStyle/>
          <a:p>
            <a:pPr indent="0" lvl="0" marL="0" rtl="0" algn="l">
              <a:spcBef>
                <a:spcPts val="0"/>
              </a:spcBef>
              <a:spcAft>
                <a:spcPts val="0"/>
              </a:spcAft>
              <a:buNone/>
            </a:pPr>
            <a:r>
              <a:rPr lang="en" sz="3200">
                <a:solidFill>
                  <a:schemeClr val="accent1"/>
                </a:solidFill>
                <a:latin typeface="Poppins Medium"/>
                <a:ea typeface="Poppins Medium"/>
                <a:cs typeface="Poppins Medium"/>
                <a:sym typeface="Poppins Medium"/>
              </a:rPr>
              <a:t>Your Opinion Matters To Us</a:t>
            </a:r>
            <a:endParaRPr sz="1600">
              <a:solidFill>
                <a:schemeClr val="accent1"/>
              </a:solidFill>
              <a:latin typeface="Poppins Medium"/>
              <a:ea typeface="Poppins Medium"/>
              <a:cs typeface="Poppins Medium"/>
              <a:sym typeface="Poppins Medium"/>
            </a:endParaRPr>
          </a:p>
          <a:p>
            <a:pPr indent="0" lvl="0" marL="0" rtl="0" algn="l">
              <a:spcBef>
                <a:spcPts val="1000"/>
              </a:spcBef>
              <a:spcAft>
                <a:spcPts val="1000"/>
              </a:spcAft>
              <a:buNone/>
            </a:pPr>
            <a:r>
              <a:t/>
            </a:r>
            <a:endParaRPr sz="1600">
              <a:solidFill>
                <a:schemeClr val="accent1"/>
              </a:solidFill>
              <a:latin typeface="Poppins Medium"/>
              <a:ea typeface="Poppins Medium"/>
              <a:cs typeface="Poppins Medium"/>
              <a:sym typeface="Poppins Medium"/>
            </a:endParaRPr>
          </a:p>
        </p:txBody>
      </p:sp>
      <p:sp>
        <p:nvSpPr>
          <p:cNvPr id="2963" name="Google Shape;2963;p599"/>
          <p:cNvSpPr txBox="1"/>
          <p:nvPr>
            <p:ph type="title"/>
          </p:nvPr>
        </p:nvSpPr>
        <p:spPr>
          <a:xfrm>
            <a:off x="5365450" y="4124167"/>
            <a:ext cx="3361200" cy="591000"/>
          </a:xfrm>
          <a:prstGeom prst="rect">
            <a:avLst/>
          </a:prstGeom>
        </p:spPr>
        <p:txBody>
          <a:bodyPr anchorCtr="0" anchor="t" bIns="0" lIns="0" spcFirstLastPara="1" rIns="0" wrap="square" tIns="0">
            <a:spAutoFit/>
          </a:bodyPr>
          <a:lstStyle/>
          <a:p>
            <a:pPr indent="0" lvl="0" marL="0" rtl="0" algn="r">
              <a:spcBef>
                <a:spcPts val="0"/>
              </a:spcBef>
              <a:spcAft>
                <a:spcPts val="0"/>
              </a:spcAft>
              <a:buNone/>
            </a:pPr>
            <a:r>
              <a:rPr lang="en"/>
              <a:t>Share here</a:t>
            </a:r>
            <a:endParaRPr/>
          </a:p>
        </p:txBody>
      </p:sp>
      <p:sp>
        <p:nvSpPr>
          <p:cNvPr id="2964" name="Google Shape;2964;p599">
            <a:hlinkClick r:id="rId4"/>
          </p:cNvPr>
          <p:cNvSpPr txBox="1"/>
          <p:nvPr>
            <p:ph idx="2" type="subTitle"/>
          </p:nvPr>
        </p:nvSpPr>
        <p:spPr>
          <a:xfrm>
            <a:off x="3676500" y="4823692"/>
            <a:ext cx="5010300" cy="4341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b="1" lang="en" sz="1300" u="sng">
                <a:solidFill>
                  <a:schemeClr val="accent4"/>
                </a:solidFill>
                <a:hlinkClick r:id="rId5">
                  <a:extLst>
                    <a:ext uri="{A12FA001-AC4F-418D-AE19-62706E023703}">
                      <ahyp:hlinkClr val="tx"/>
                    </a:ext>
                  </a:extLst>
                </a:hlinkClick>
              </a:rPr>
              <a:t>🔗 Day 3 Survey Link</a:t>
            </a:r>
            <a:endParaRPr b="1" sz="1300">
              <a:solidFill>
                <a:schemeClr val="accent4"/>
              </a:solidFill>
            </a:endParaRPr>
          </a:p>
          <a:p>
            <a:pPr indent="0" lvl="0" marL="0" rtl="0" algn="l">
              <a:spcBef>
                <a:spcPts val="0"/>
              </a:spcBef>
              <a:spcAft>
                <a:spcPts val="0"/>
              </a:spcAft>
              <a:buNone/>
            </a:pPr>
            <a:r>
              <a:t/>
            </a:r>
            <a:endParaRPr>
              <a:solidFill>
                <a:schemeClr val="accent3"/>
              </a:solidFill>
            </a:endParaRPr>
          </a:p>
        </p:txBody>
      </p:sp>
      <p:sp>
        <p:nvSpPr>
          <p:cNvPr id="2965" name="Google Shape;2965;p599"/>
          <p:cNvSpPr/>
          <p:nvPr/>
        </p:nvSpPr>
        <p:spPr>
          <a:xfrm>
            <a:off x="179225" y="170917"/>
            <a:ext cx="4367100" cy="5373600"/>
          </a:xfrm>
          <a:prstGeom prst="roundRect">
            <a:avLst>
              <a:gd fmla="val 11782" name="adj"/>
            </a:avLst>
          </a:prstGeom>
          <a:solidFill>
            <a:srgbClr val="FFFFFF"/>
          </a:solidFill>
          <a:ln>
            <a:noFill/>
          </a:ln>
        </p:spPr>
        <p:txBody>
          <a:bodyPr anchorCtr="0" anchor="t" bIns="34275" lIns="182875" spcFirstLastPara="1" rIns="182875" wrap="square" tIns="182875">
            <a:noAutofit/>
          </a:bodyPr>
          <a:lstStyle/>
          <a:p>
            <a:pPr indent="0" lvl="0" marL="0" rtl="0" algn="l">
              <a:spcBef>
                <a:spcPts val="0"/>
              </a:spcBef>
              <a:spcAft>
                <a:spcPts val="0"/>
              </a:spcAft>
              <a:buNone/>
            </a:pPr>
            <a:r>
              <a:rPr lang="en" sz="3400">
                <a:solidFill>
                  <a:srgbClr val="1241B0"/>
                </a:solidFill>
                <a:latin typeface="Poppins Medium"/>
                <a:ea typeface="Poppins Medium"/>
                <a:cs typeface="Poppins Medium"/>
                <a:sym typeface="Poppins Medium"/>
              </a:rPr>
              <a:t>Your Opinion Matters To Us</a:t>
            </a:r>
            <a:endParaRPr sz="1800">
              <a:solidFill>
                <a:srgbClr val="1241B0"/>
              </a:solidFill>
              <a:latin typeface="Poppins Medium"/>
              <a:ea typeface="Poppins Medium"/>
              <a:cs typeface="Poppins Medium"/>
              <a:sym typeface="Poppins Medium"/>
            </a:endParaRPr>
          </a:p>
          <a:p>
            <a:pPr indent="0" lvl="0" marL="0" rtl="0" algn="l">
              <a:spcBef>
                <a:spcPts val="1000"/>
              </a:spcBef>
              <a:spcAft>
                <a:spcPts val="0"/>
              </a:spcAft>
              <a:buNone/>
            </a:pPr>
            <a:r>
              <a:t/>
            </a:r>
            <a:endParaRPr sz="1600">
              <a:solidFill>
                <a:srgbClr val="1241B0"/>
              </a:solidFill>
              <a:latin typeface="Lato"/>
              <a:ea typeface="Lato"/>
              <a:cs typeface="Lato"/>
              <a:sym typeface="Lato"/>
            </a:endParaRPr>
          </a:p>
          <a:p>
            <a:pPr indent="0" lvl="0" marL="0" rtl="0" algn="l">
              <a:spcBef>
                <a:spcPts val="1000"/>
              </a:spcBef>
              <a:spcAft>
                <a:spcPts val="1000"/>
              </a:spcAft>
              <a:buNone/>
            </a:pPr>
            <a:r>
              <a:t/>
            </a:r>
            <a:endParaRPr sz="1600">
              <a:solidFill>
                <a:srgbClr val="1241B0"/>
              </a:solidFill>
              <a:latin typeface="Lato"/>
              <a:ea typeface="Lato"/>
              <a:cs typeface="Lato"/>
              <a:sym typeface="Lato"/>
            </a:endParaRPr>
          </a:p>
        </p:txBody>
      </p:sp>
      <p:sp>
        <p:nvSpPr>
          <p:cNvPr id="2966" name="Google Shape;2966;p599"/>
          <p:cNvSpPr txBox="1"/>
          <p:nvPr/>
        </p:nvSpPr>
        <p:spPr>
          <a:xfrm>
            <a:off x="450677" y="2566725"/>
            <a:ext cx="3000000" cy="1790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rgbClr val="1241B0"/>
                </a:solidFill>
                <a:latin typeface="Lato"/>
                <a:ea typeface="Lato"/>
                <a:cs typeface="Lato"/>
                <a:sym typeface="Lato"/>
              </a:rPr>
              <a:t>At the end of each session, please scan the QR code or use the link to share your feedback.</a:t>
            </a:r>
            <a:endParaRPr sz="1600">
              <a:solidFill>
                <a:srgbClr val="1241B0"/>
              </a:solidFill>
              <a:latin typeface="Lato"/>
              <a:ea typeface="Lato"/>
              <a:cs typeface="Lato"/>
              <a:sym typeface="Lato"/>
            </a:endParaRPr>
          </a:p>
          <a:p>
            <a:pPr indent="0" lvl="0" marL="0" rtl="0" algn="l">
              <a:spcBef>
                <a:spcPts val="1000"/>
              </a:spcBef>
              <a:spcAft>
                <a:spcPts val="1000"/>
              </a:spcAft>
              <a:buNone/>
            </a:pPr>
            <a:r>
              <a:rPr lang="en" sz="1600">
                <a:solidFill>
                  <a:srgbClr val="1241B0"/>
                </a:solidFill>
                <a:latin typeface="Lato"/>
                <a:ea typeface="Lato"/>
                <a:cs typeface="Lato"/>
                <a:sym typeface="Lato"/>
              </a:rPr>
              <a:t>Your insights help us improve and make each cohort better than the last.</a:t>
            </a:r>
            <a:endParaRPr/>
          </a:p>
        </p:txBody>
      </p:sp>
      <p:sp>
        <p:nvSpPr>
          <p:cNvPr id="2967" name="Google Shape;2967;p599"/>
          <p:cNvSpPr txBox="1"/>
          <p:nvPr/>
        </p:nvSpPr>
        <p:spPr>
          <a:xfrm>
            <a:off x="457200" y="1746687"/>
            <a:ext cx="46428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rPr lang="en" sz="1600">
                <a:solidFill>
                  <a:srgbClr val="1241B0"/>
                </a:solidFill>
                <a:latin typeface="Poppins Medium"/>
                <a:ea typeface="Poppins Medium"/>
                <a:cs typeface="Poppins Medium"/>
                <a:sym typeface="Poppins Medium"/>
              </a:rPr>
              <a:t>We’d love to hear about </a:t>
            </a:r>
            <a:br>
              <a:rPr lang="en" sz="1600">
                <a:solidFill>
                  <a:srgbClr val="1241B0"/>
                </a:solidFill>
                <a:latin typeface="Poppins Medium"/>
                <a:ea typeface="Poppins Medium"/>
                <a:cs typeface="Poppins Medium"/>
                <a:sym typeface="Poppins Medium"/>
              </a:rPr>
            </a:br>
            <a:r>
              <a:rPr lang="en" sz="1600">
                <a:solidFill>
                  <a:srgbClr val="1241B0"/>
                </a:solidFill>
                <a:latin typeface="Poppins Medium"/>
                <a:ea typeface="Poppins Medium"/>
                <a:cs typeface="Poppins Medium"/>
                <a:sym typeface="Poppins Medium"/>
              </a:rPr>
              <a:t>your experience!</a:t>
            </a:r>
            <a:endParaRPr>
              <a:latin typeface="Poppins Medium"/>
              <a:ea typeface="Poppins Medium"/>
              <a:cs typeface="Poppins Medium"/>
              <a:sym typeface="Poppins Medium"/>
            </a:endParaRPr>
          </a:p>
        </p:txBody>
      </p:sp>
      <p:pic>
        <p:nvPicPr>
          <p:cNvPr id="2968" name="Google Shape;2968;p599"/>
          <p:cNvPicPr preferRelativeResize="0"/>
          <p:nvPr/>
        </p:nvPicPr>
        <p:blipFill>
          <a:blip r:embed="rId6">
            <a:alphaModFix/>
          </a:blip>
          <a:stretch>
            <a:fillRect/>
          </a:stretch>
        </p:blipFill>
        <p:spPr>
          <a:xfrm>
            <a:off x="6248400" y="1577250"/>
            <a:ext cx="2438400" cy="24384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41AF"/>
        </a:solidFill>
      </p:bgPr>
    </p:bg>
    <p:spTree>
      <p:nvGrpSpPr>
        <p:cNvPr id="2972" name="Shape 2972"/>
        <p:cNvGrpSpPr/>
        <p:nvPr/>
      </p:nvGrpSpPr>
      <p:grpSpPr>
        <a:xfrm>
          <a:off x="0" y="0"/>
          <a:ext cx="0" cy="0"/>
          <a:chOff x="0" y="0"/>
          <a:chExt cx="0" cy="0"/>
        </a:xfrm>
      </p:grpSpPr>
      <p:sp>
        <p:nvSpPr>
          <p:cNvPr id="2973" name="Google Shape;2973;p600"/>
          <p:cNvSpPr txBox="1"/>
          <p:nvPr/>
        </p:nvSpPr>
        <p:spPr>
          <a:xfrm>
            <a:off x="1027250" y="-924875"/>
            <a:ext cx="3661500" cy="2463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en" sz="1600">
                <a:solidFill>
                  <a:schemeClr val="lt1"/>
                </a:solidFill>
                <a:latin typeface="Poppins SemiBold"/>
                <a:ea typeface="Poppins SemiBold"/>
                <a:cs typeface="Poppins SemiBold"/>
                <a:sym typeface="Poppins SemiBold"/>
              </a:rPr>
              <a:t>Bonus</a:t>
            </a:r>
            <a:endParaRPr sz="1600">
              <a:solidFill>
                <a:schemeClr val="lt1"/>
              </a:solidFill>
              <a:latin typeface="Poppins SemiBold"/>
              <a:ea typeface="Poppins SemiBold"/>
              <a:cs typeface="Poppins SemiBold"/>
              <a:sym typeface="Poppins SemiBold"/>
            </a:endParaRPr>
          </a:p>
        </p:txBody>
      </p:sp>
      <p:sp>
        <p:nvSpPr>
          <p:cNvPr id="2974" name="Google Shape;2974;p600">
            <a:hlinkClick r:id="rId3"/>
          </p:cNvPr>
          <p:cNvSpPr/>
          <p:nvPr/>
        </p:nvSpPr>
        <p:spPr>
          <a:xfrm>
            <a:off x="408190" y="4044001"/>
            <a:ext cx="4060800" cy="1213800"/>
          </a:xfrm>
          <a:prstGeom prst="roundRect">
            <a:avLst>
              <a:gd fmla="val 7531" name="adj"/>
            </a:avLst>
          </a:prstGeom>
          <a:solidFill>
            <a:srgbClr val="1241B0">
              <a:alpha val="50000"/>
            </a:srgbClr>
          </a:solidFill>
          <a:ln>
            <a:noFill/>
          </a:ln>
        </p:spPr>
        <p:txBody>
          <a:bodyPr anchorCtr="0" anchor="ctr" bIns="74075" lIns="74075" spcFirstLastPara="1" rIns="74075" wrap="square" tIns="74075">
            <a:noAutofit/>
          </a:bodyPr>
          <a:lstStyle/>
          <a:p>
            <a:pPr indent="0" lvl="0" marL="0" rtl="0" algn="ctr">
              <a:spcBef>
                <a:spcPts val="0"/>
              </a:spcBef>
              <a:spcAft>
                <a:spcPts val="0"/>
              </a:spcAft>
              <a:buNone/>
            </a:pPr>
            <a:r>
              <a:t/>
            </a:r>
            <a:endParaRPr sz="1134">
              <a:latin typeface="Lato"/>
              <a:ea typeface="Lato"/>
              <a:cs typeface="Lato"/>
              <a:sym typeface="Lato"/>
            </a:endParaRPr>
          </a:p>
        </p:txBody>
      </p:sp>
      <p:sp>
        <p:nvSpPr>
          <p:cNvPr id="2975" name="Google Shape;2975;p600"/>
          <p:cNvSpPr txBox="1"/>
          <p:nvPr/>
        </p:nvSpPr>
        <p:spPr>
          <a:xfrm>
            <a:off x="1608609" y="4194945"/>
            <a:ext cx="2860500" cy="12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810">
                <a:solidFill>
                  <a:schemeClr val="accent4"/>
                </a:solidFill>
                <a:latin typeface="Poppins"/>
                <a:ea typeface="Poppins"/>
                <a:cs typeface="Poppins"/>
                <a:sym typeface="Poppins"/>
              </a:rPr>
              <a:t>HANDS-ON LAB WALKTHROUGH</a:t>
            </a:r>
            <a:endParaRPr b="1" sz="810">
              <a:solidFill>
                <a:schemeClr val="accent4"/>
              </a:solidFill>
              <a:latin typeface="Poppins"/>
              <a:ea typeface="Poppins"/>
              <a:cs typeface="Poppins"/>
              <a:sym typeface="Poppins"/>
            </a:endParaRPr>
          </a:p>
        </p:txBody>
      </p:sp>
      <p:sp>
        <p:nvSpPr>
          <p:cNvPr id="2976" name="Google Shape;2976;p600"/>
          <p:cNvSpPr txBox="1"/>
          <p:nvPr/>
        </p:nvSpPr>
        <p:spPr>
          <a:xfrm>
            <a:off x="1608609" y="4353838"/>
            <a:ext cx="2860500" cy="18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204">
                <a:solidFill>
                  <a:schemeClr val="lt1"/>
                </a:solidFill>
                <a:latin typeface="Poppins Medium"/>
                <a:ea typeface="Poppins Medium"/>
                <a:cs typeface="Poppins Medium"/>
                <a:sym typeface="Poppins Medium"/>
              </a:rPr>
              <a:t>Module 3 Lab Guide</a:t>
            </a:r>
            <a:endParaRPr sz="1204">
              <a:solidFill>
                <a:schemeClr val="lt1"/>
              </a:solidFill>
              <a:latin typeface="Poppins Medium"/>
              <a:ea typeface="Poppins Medium"/>
              <a:cs typeface="Poppins Medium"/>
              <a:sym typeface="Poppins Medium"/>
            </a:endParaRPr>
          </a:p>
        </p:txBody>
      </p:sp>
      <p:sp>
        <p:nvSpPr>
          <p:cNvPr id="2977" name="Google Shape;2977;p600">
            <a:hlinkClick r:id="rId4"/>
          </p:cNvPr>
          <p:cNvSpPr txBox="1"/>
          <p:nvPr/>
        </p:nvSpPr>
        <p:spPr>
          <a:xfrm>
            <a:off x="1608609" y="4956992"/>
            <a:ext cx="2860500" cy="154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003" u="sng">
                <a:solidFill>
                  <a:schemeClr val="lt1"/>
                </a:solidFill>
                <a:latin typeface="Lato"/>
                <a:ea typeface="Lato"/>
                <a:cs typeface="Lato"/>
                <a:sym typeface="Lato"/>
                <a:hlinkClick r:id="rId5">
                  <a:extLst>
                    <a:ext uri="{A12FA001-AC4F-418D-AE19-62706E023703}">
                      <ahyp:hlinkClr val="tx"/>
                    </a:ext>
                  </a:extLst>
                </a:hlinkClick>
              </a:rPr>
              <a:t>View resource</a:t>
            </a:r>
            <a:endParaRPr sz="1003" u="sng">
              <a:solidFill>
                <a:schemeClr val="lt1"/>
              </a:solidFill>
              <a:latin typeface="Lato"/>
              <a:ea typeface="Lato"/>
              <a:cs typeface="Lato"/>
              <a:sym typeface="Lato"/>
            </a:endParaRPr>
          </a:p>
        </p:txBody>
      </p:sp>
      <p:sp>
        <p:nvSpPr>
          <p:cNvPr id="2978" name="Google Shape;2978;p600"/>
          <p:cNvSpPr txBox="1"/>
          <p:nvPr>
            <p:ph type="title"/>
          </p:nvPr>
        </p:nvSpPr>
        <p:spPr>
          <a:xfrm>
            <a:off x="408250" y="457194"/>
            <a:ext cx="8327400" cy="50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sz="3000"/>
              <a:t>Resources &amp; Templates</a:t>
            </a:r>
            <a:endParaRPr sz="3000"/>
          </a:p>
        </p:txBody>
      </p:sp>
      <p:pic>
        <p:nvPicPr>
          <p:cNvPr id="2979" name="Google Shape;2979;p600" title="Group 35 (2).png"/>
          <p:cNvPicPr preferRelativeResize="0"/>
          <p:nvPr/>
        </p:nvPicPr>
        <p:blipFill>
          <a:blip r:embed="rId6">
            <a:alphaModFix/>
          </a:blip>
          <a:stretch>
            <a:fillRect/>
          </a:stretch>
        </p:blipFill>
        <p:spPr>
          <a:xfrm>
            <a:off x="639646" y="4220632"/>
            <a:ext cx="634275" cy="774369"/>
          </a:xfrm>
          <a:prstGeom prst="rect">
            <a:avLst/>
          </a:prstGeom>
          <a:noFill/>
          <a:ln>
            <a:noFill/>
          </a:ln>
          <a:effectLst>
            <a:outerShdw blurRad="500063" rotWithShape="0" algn="bl" dir="5400000" dist="19124">
              <a:schemeClr val="dk1">
                <a:alpha val="35000"/>
              </a:schemeClr>
            </a:outerShdw>
          </a:effectLst>
        </p:spPr>
      </p:pic>
      <p:sp>
        <p:nvSpPr>
          <p:cNvPr id="2980" name="Google Shape;2980;p600">
            <a:hlinkClick r:id="rId7"/>
          </p:cNvPr>
          <p:cNvSpPr/>
          <p:nvPr/>
        </p:nvSpPr>
        <p:spPr>
          <a:xfrm>
            <a:off x="4649300" y="4044140"/>
            <a:ext cx="4060800" cy="1213800"/>
          </a:xfrm>
          <a:prstGeom prst="roundRect">
            <a:avLst>
              <a:gd fmla="val 7531" name="adj"/>
            </a:avLst>
          </a:prstGeom>
          <a:solidFill>
            <a:srgbClr val="1241B0">
              <a:alpha val="50000"/>
            </a:srgbClr>
          </a:solidFill>
          <a:ln>
            <a:noFill/>
          </a:ln>
        </p:spPr>
        <p:txBody>
          <a:bodyPr anchorCtr="0" anchor="ctr" bIns="74075" lIns="74075" spcFirstLastPara="1" rIns="74075" wrap="square" tIns="74075">
            <a:noAutofit/>
          </a:bodyPr>
          <a:lstStyle/>
          <a:p>
            <a:pPr indent="0" lvl="0" marL="0" rtl="0" algn="ctr">
              <a:spcBef>
                <a:spcPts val="0"/>
              </a:spcBef>
              <a:spcAft>
                <a:spcPts val="0"/>
              </a:spcAft>
              <a:buNone/>
            </a:pPr>
            <a:r>
              <a:t/>
            </a:r>
            <a:endParaRPr sz="1134">
              <a:latin typeface="Lato"/>
              <a:ea typeface="Lato"/>
              <a:cs typeface="Lato"/>
              <a:sym typeface="Lato"/>
            </a:endParaRPr>
          </a:p>
        </p:txBody>
      </p:sp>
      <p:sp>
        <p:nvSpPr>
          <p:cNvPr id="2981" name="Google Shape;2981;p600"/>
          <p:cNvSpPr txBox="1"/>
          <p:nvPr/>
        </p:nvSpPr>
        <p:spPr>
          <a:xfrm>
            <a:off x="5849720" y="4195088"/>
            <a:ext cx="2860500" cy="12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810">
                <a:solidFill>
                  <a:srgbClr val="60A5FA"/>
                </a:solidFill>
                <a:latin typeface="Poppins"/>
                <a:ea typeface="Poppins"/>
                <a:cs typeface="Poppins"/>
                <a:sym typeface="Poppins"/>
              </a:rPr>
              <a:t>PRODUCT SCHOOL TEMPLATE</a:t>
            </a:r>
            <a:endParaRPr b="1" sz="810">
              <a:solidFill>
                <a:srgbClr val="60A5FA"/>
              </a:solidFill>
              <a:latin typeface="Poppins"/>
              <a:ea typeface="Poppins"/>
              <a:cs typeface="Poppins"/>
              <a:sym typeface="Poppins"/>
            </a:endParaRPr>
          </a:p>
        </p:txBody>
      </p:sp>
      <p:sp>
        <p:nvSpPr>
          <p:cNvPr id="2982" name="Google Shape;2982;p600">
            <a:hlinkClick r:id="rId8"/>
          </p:cNvPr>
          <p:cNvSpPr txBox="1"/>
          <p:nvPr/>
        </p:nvSpPr>
        <p:spPr>
          <a:xfrm>
            <a:off x="5849720" y="4957112"/>
            <a:ext cx="2860500" cy="154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003" u="sng">
                <a:solidFill>
                  <a:schemeClr val="lt1"/>
                </a:solidFill>
                <a:latin typeface="Lato"/>
                <a:ea typeface="Lato"/>
                <a:cs typeface="Lato"/>
                <a:sym typeface="Lato"/>
                <a:hlinkClick r:id="rId9">
                  <a:extLst>
                    <a:ext uri="{A12FA001-AC4F-418D-AE19-62706E023703}">
                      <ahyp:hlinkClr val="tx"/>
                    </a:ext>
                  </a:extLst>
                </a:hlinkClick>
              </a:rPr>
              <a:t>View template</a:t>
            </a:r>
            <a:endParaRPr sz="1003" u="sng">
              <a:solidFill>
                <a:schemeClr val="lt1"/>
              </a:solidFill>
              <a:latin typeface="Lato"/>
              <a:ea typeface="Lato"/>
              <a:cs typeface="Lato"/>
              <a:sym typeface="Lato"/>
            </a:endParaRPr>
          </a:p>
        </p:txBody>
      </p:sp>
      <p:sp>
        <p:nvSpPr>
          <p:cNvPr id="2983" name="Google Shape;2983;p600"/>
          <p:cNvSpPr txBox="1"/>
          <p:nvPr/>
        </p:nvSpPr>
        <p:spPr>
          <a:xfrm>
            <a:off x="5849720" y="4380297"/>
            <a:ext cx="2860500" cy="370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204">
                <a:solidFill>
                  <a:srgbClr val="FFFFFF"/>
                </a:solidFill>
                <a:latin typeface="Poppins Medium"/>
                <a:ea typeface="Poppins Medium"/>
                <a:cs typeface="Poppins Medium"/>
                <a:sym typeface="Poppins Medium"/>
              </a:rPr>
              <a:t>Vibe Coding Prompt </a:t>
            </a:r>
            <a:br>
              <a:rPr lang="en" sz="1204">
                <a:solidFill>
                  <a:srgbClr val="FFFFFF"/>
                </a:solidFill>
                <a:latin typeface="Poppins Medium"/>
                <a:ea typeface="Poppins Medium"/>
                <a:cs typeface="Poppins Medium"/>
                <a:sym typeface="Poppins Medium"/>
              </a:rPr>
            </a:br>
            <a:r>
              <a:rPr lang="en" sz="1204">
                <a:solidFill>
                  <a:srgbClr val="FFFFFF"/>
                </a:solidFill>
                <a:latin typeface="Poppins Medium"/>
                <a:ea typeface="Poppins Medium"/>
                <a:cs typeface="Poppins Medium"/>
                <a:sym typeface="Poppins Medium"/>
              </a:rPr>
              <a:t>Techniques </a:t>
            </a:r>
            <a:r>
              <a:rPr lang="en" sz="1204">
                <a:solidFill>
                  <a:srgbClr val="FFFFFF"/>
                </a:solidFill>
                <a:latin typeface="Poppins Medium"/>
                <a:ea typeface="Poppins Medium"/>
                <a:cs typeface="Poppins Medium"/>
                <a:sym typeface="Poppins Medium"/>
              </a:rPr>
              <a:t>Template</a:t>
            </a:r>
            <a:endParaRPr sz="1204">
              <a:solidFill>
                <a:srgbClr val="FFFFFF"/>
              </a:solidFill>
              <a:latin typeface="Poppins Medium"/>
              <a:ea typeface="Poppins Medium"/>
              <a:cs typeface="Poppins Medium"/>
              <a:sym typeface="Poppins Medium"/>
            </a:endParaRPr>
          </a:p>
        </p:txBody>
      </p:sp>
      <p:pic>
        <p:nvPicPr>
          <p:cNvPr id="2984" name="Google Shape;2984;p600"/>
          <p:cNvPicPr preferRelativeResize="0"/>
          <p:nvPr/>
        </p:nvPicPr>
        <p:blipFill>
          <a:blip r:embed="rId10">
            <a:alphaModFix/>
          </a:blip>
          <a:stretch>
            <a:fillRect/>
          </a:stretch>
        </p:blipFill>
        <p:spPr>
          <a:xfrm rot="25">
            <a:off x="4954876" y="4298791"/>
            <a:ext cx="570849" cy="704517"/>
          </a:xfrm>
          <a:prstGeom prst="rect">
            <a:avLst/>
          </a:prstGeom>
          <a:noFill/>
          <a:ln>
            <a:noFill/>
          </a:ln>
          <a:effectLst>
            <a:outerShdw blurRad="500063" rotWithShape="0" algn="bl" dir="5400000" dist="19124">
              <a:srgbClr val="07182C">
                <a:alpha val="50000"/>
              </a:srgbClr>
            </a:outerShdw>
          </a:effectLst>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72C"/>
        </a:solidFill>
      </p:bgPr>
    </p:bg>
    <p:spTree>
      <p:nvGrpSpPr>
        <p:cNvPr id="2988" name="Shape 2988"/>
        <p:cNvGrpSpPr/>
        <p:nvPr/>
      </p:nvGrpSpPr>
      <p:grpSpPr>
        <a:xfrm>
          <a:off x="0" y="0"/>
          <a:ext cx="0" cy="0"/>
          <a:chOff x="0" y="0"/>
          <a:chExt cx="0" cy="0"/>
        </a:xfrm>
      </p:grpSpPr>
      <p:sp>
        <p:nvSpPr>
          <p:cNvPr id="2989" name="Google Shape;2989;p601"/>
          <p:cNvSpPr txBox="1"/>
          <p:nvPr>
            <p:ph type="title"/>
          </p:nvPr>
        </p:nvSpPr>
        <p:spPr>
          <a:xfrm>
            <a:off x="457200" y="3472000"/>
            <a:ext cx="5010300" cy="17349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sz="9600"/>
              <a:t>Q&amp;A</a:t>
            </a:r>
            <a:endParaRPr sz="96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3" name="Shape 2993"/>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Enterprise 2025 ">
  <a:themeElements>
    <a:clrScheme name="Simple Light">
      <a:dk1>
        <a:srgbClr val="07182C"/>
      </a:dk1>
      <a:lt1>
        <a:srgbClr val="FFFFFF"/>
      </a:lt1>
      <a:dk2>
        <a:srgbClr val="737373"/>
      </a:dk2>
      <a:lt2>
        <a:srgbClr val="DBEAFE"/>
      </a:lt2>
      <a:accent1>
        <a:srgbClr val="1241B0"/>
      </a:accent1>
      <a:accent2>
        <a:srgbClr val="1A2B6B"/>
      </a:accent2>
      <a:accent3>
        <a:srgbClr val="3B82F6"/>
      </a:accent3>
      <a:accent4>
        <a:srgbClr val="60A5FA"/>
      </a:accent4>
      <a:accent5>
        <a:srgbClr val="D4D4D4"/>
      </a:accent5>
      <a:accent6>
        <a:srgbClr val="E5E5E5"/>
      </a:accent6>
      <a:hlink>
        <a:srgbClr val="2758E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Enterprise 2025 ">
  <a:themeElements>
    <a:clrScheme name="Simple Light">
      <a:dk1>
        <a:srgbClr val="07182C"/>
      </a:dk1>
      <a:lt1>
        <a:srgbClr val="FFFFFF"/>
      </a:lt1>
      <a:dk2>
        <a:srgbClr val="262626"/>
      </a:dk2>
      <a:lt2>
        <a:srgbClr val="DBEAFE"/>
      </a:lt2>
      <a:accent1>
        <a:srgbClr val="1241B0"/>
      </a:accent1>
      <a:accent2>
        <a:srgbClr val="1A2B6B"/>
      </a:accent2>
      <a:accent3>
        <a:srgbClr val="3B82F6"/>
      </a:accent3>
      <a:accent4>
        <a:srgbClr val="60A5FA"/>
      </a:accent4>
      <a:accent5>
        <a:srgbClr val="D4D4D4"/>
      </a:accent5>
      <a:accent6>
        <a:srgbClr val="E5E5E5"/>
      </a:accent6>
      <a:hlink>
        <a:srgbClr val="2758E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Enterprise 2025 ">
  <a:themeElements>
    <a:clrScheme name="Simple Light">
      <a:dk1>
        <a:srgbClr val="07182C"/>
      </a:dk1>
      <a:lt1>
        <a:srgbClr val="FFFFFF"/>
      </a:lt1>
      <a:dk2>
        <a:srgbClr val="737373"/>
      </a:dk2>
      <a:lt2>
        <a:srgbClr val="DBEAFE"/>
      </a:lt2>
      <a:accent1>
        <a:srgbClr val="1241B0"/>
      </a:accent1>
      <a:accent2>
        <a:srgbClr val="1A2B6B"/>
      </a:accent2>
      <a:accent3>
        <a:srgbClr val="3B82F6"/>
      </a:accent3>
      <a:accent4>
        <a:srgbClr val="60A5FA"/>
      </a:accent4>
      <a:accent5>
        <a:srgbClr val="D4D4D4"/>
      </a:accent5>
      <a:accent6>
        <a:srgbClr val="E5E5E5"/>
      </a:accent6>
      <a:hlink>
        <a:srgbClr val="2758E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Enterprise 2025 ">
  <a:themeElements>
    <a:clrScheme name="Simple Light">
      <a:dk1>
        <a:srgbClr val="07182C"/>
      </a:dk1>
      <a:lt1>
        <a:srgbClr val="FFFFFF"/>
      </a:lt1>
      <a:dk2>
        <a:srgbClr val="737373"/>
      </a:dk2>
      <a:lt2>
        <a:srgbClr val="DBEAFE"/>
      </a:lt2>
      <a:accent1>
        <a:srgbClr val="1241B0"/>
      </a:accent1>
      <a:accent2>
        <a:srgbClr val="1A2B6B"/>
      </a:accent2>
      <a:accent3>
        <a:srgbClr val="3B82F6"/>
      </a:accent3>
      <a:accent4>
        <a:srgbClr val="60A5FA"/>
      </a:accent4>
      <a:accent5>
        <a:srgbClr val="D4D4D4"/>
      </a:accent5>
      <a:accent6>
        <a:srgbClr val="E5E5E5"/>
      </a:accent6>
      <a:hlink>
        <a:srgbClr val="2758E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Enterprise 2025 ">
  <a:themeElements>
    <a:clrScheme name="Simple Light">
      <a:dk1>
        <a:srgbClr val="07182C"/>
      </a:dk1>
      <a:lt1>
        <a:srgbClr val="FFFFFF"/>
      </a:lt1>
      <a:dk2>
        <a:srgbClr val="737373"/>
      </a:dk2>
      <a:lt2>
        <a:srgbClr val="DBEAFE"/>
      </a:lt2>
      <a:accent1>
        <a:srgbClr val="1241B0"/>
      </a:accent1>
      <a:accent2>
        <a:srgbClr val="1A2B6B"/>
      </a:accent2>
      <a:accent3>
        <a:srgbClr val="3B82F6"/>
      </a:accent3>
      <a:accent4>
        <a:srgbClr val="60A5FA"/>
      </a:accent4>
      <a:accent5>
        <a:srgbClr val="D4D4D4"/>
      </a:accent5>
      <a:accent6>
        <a:srgbClr val="E5E5E5"/>
      </a:accent6>
      <a:hlink>
        <a:srgbClr val="2758E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Enterprise 2025 ">
  <a:themeElements>
    <a:clrScheme name="Simple Light">
      <a:dk1>
        <a:srgbClr val="07182C"/>
      </a:dk1>
      <a:lt1>
        <a:srgbClr val="FFFFFF"/>
      </a:lt1>
      <a:dk2>
        <a:srgbClr val="737373"/>
      </a:dk2>
      <a:lt2>
        <a:srgbClr val="DBEAFE"/>
      </a:lt2>
      <a:accent1>
        <a:srgbClr val="1241B0"/>
      </a:accent1>
      <a:accent2>
        <a:srgbClr val="1A2B6B"/>
      </a:accent2>
      <a:accent3>
        <a:srgbClr val="3B82F6"/>
      </a:accent3>
      <a:accent4>
        <a:srgbClr val="60A5FA"/>
      </a:accent4>
      <a:accent5>
        <a:srgbClr val="D4D4D4"/>
      </a:accent5>
      <a:accent6>
        <a:srgbClr val="E5E5E5"/>
      </a:accent6>
      <a:hlink>
        <a:srgbClr val="2758E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Enterprise 2025 ">
  <a:themeElements>
    <a:clrScheme name="Simple Light">
      <a:dk1>
        <a:srgbClr val="07182C"/>
      </a:dk1>
      <a:lt1>
        <a:srgbClr val="FFFFFF"/>
      </a:lt1>
      <a:dk2>
        <a:srgbClr val="737373"/>
      </a:dk2>
      <a:lt2>
        <a:srgbClr val="DBEAFE"/>
      </a:lt2>
      <a:accent1>
        <a:srgbClr val="1241B0"/>
      </a:accent1>
      <a:accent2>
        <a:srgbClr val="1A2B6B"/>
      </a:accent2>
      <a:accent3>
        <a:srgbClr val="3B82F6"/>
      </a:accent3>
      <a:accent4>
        <a:srgbClr val="60A5FA"/>
      </a:accent4>
      <a:accent5>
        <a:srgbClr val="D4D4D4"/>
      </a:accent5>
      <a:accent6>
        <a:srgbClr val="E5E5E5"/>
      </a:accent6>
      <a:hlink>
        <a:srgbClr val="2758E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